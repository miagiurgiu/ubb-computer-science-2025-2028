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38" r:id="rId4"/>
    <p:sldMasterId id="2147483739" r:id="rId5"/>
    <p:sldMasterId id="214748374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y="5143500" cx="9144000"/>
  <p:notesSz cx="6858000" cy="9144000"/>
  <p:embeddedFontLst>
    <p:embeddedFont>
      <p:font typeface="Source Sans 3"/>
      <p:regular r:id="rId33"/>
      <p:bold r:id="rId34"/>
      <p:italic r:id="rId35"/>
      <p:boldItalic r:id="rId36"/>
    </p:embeddedFont>
    <p:embeddedFont>
      <p:font typeface="Libre Baskerville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7B68E52-AEE4-46B4-B2AC-460DF2F3232D}">
  <a:tblStyle styleId="{87B68E52-AEE4-46B4-B2AC-460DF2F3232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LibreBaskerville-boldItalic.fntdata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font" Target="fonts/SourceSans3-regular.fntdata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35" Type="http://schemas.openxmlformats.org/officeDocument/2006/relationships/font" Target="fonts/SourceSans3-italic.fntdata"/><Relationship Id="rId12" Type="http://schemas.openxmlformats.org/officeDocument/2006/relationships/slide" Target="slides/slide5.xml"/><Relationship Id="rId34" Type="http://schemas.openxmlformats.org/officeDocument/2006/relationships/font" Target="fonts/SourceSans3-bold.fntdata"/><Relationship Id="rId15" Type="http://schemas.openxmlformats.org/officeDocument/2006/relationships/slide" Target="slides/slide8.xml"/><Relationship Id="rId37" Type="http://schemas.openxmlformats.org/officeDocument/2006/relationships/font" Target="fonts/LibreBaskerville-regular.fntdata"/><Relationship Id="rId14" Type="http://schemas.openxmlformats.org/officeDocument/2006/relationships/slide" Target="slides/slide7.xml"/><Relationship Id="rId36" Type="http://schemas.openxmlformats.org/officeDocument/2006/relationships/font" Target="fonts/SourceSans3-boldItalic.fntdata"/><Relationship Id="rId17" Type="http://schemas.openxmlformats.org/officeDocument/2006/relationships/slide" Target="slides/slide10.xml"/><Relationship Id="rId39" Type="http://schemas.openxmlformats.org/officeDocument/2006/relationships/font" Target="fonts/LibreBaskerville-italic.fntdata"/><Relationship Id="rId16" Type="http://schemas.openxmlformats.org/officeDocument/2006/relationships/slide" Target="slides/slide9.xml"/><Relationship Id="rId38" Type="http://schemas.openxmlformats.org/officeDocument/2006/relationships/font" Target="fonts/LibreBaskerville-bold.fntdata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7" name="Shape 2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8" name="Google Shape;2648;g4dfce81f1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9" name="Google Shape;2649;g4dfce81f1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4" name="Shape 3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5" name="Google Shape;3115;g14072739ea5_1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6" name="Google Shape;3116;g14072739ea5_1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2" name="Shape 3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3" name="Google Shape;3123;g3e73ce636c4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4" name="Google Shape;3124;g3e73ce636c4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9" name="Shape 3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0" name="Google Shape;3130;g54dda1946d_6_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1" name="Google Shape;3131;g54dda1946d_6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6" name="Shape 3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7" name="Google Shape;3597;g54dda1946d_6_3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8" name="Google Shape;3598;g54dda1946d_6_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5" name="Shape 3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6" name="Google Shape;3606;g54dda1946d_6_3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7" name="Google Shape;3607;g54dda1946d_6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8" name="Shape 3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9" name="Google Shape;3629;g54dda1946d_6_3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0" name="Google Shape;3630;g54dda1946d_6_3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1" name="Shape 3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2" name="Google Shape;3662;g3e73ce636c4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3" name="Google Shape;3663;g3e73ce636c4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8" name="Shape 4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9" name="Google Shape;4129;g258a3198316_0_10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0" name="Google Shape;4130;g258a3198316_0_10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9" name="Shape 4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0" name="Google Shape;4150;g54dda1946d_6_3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1" name="Google Shape;4151;g54dda1946d_6_3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1" name="Shape 4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2" name="Google Shape;4612;gd5260bdd85_0_2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3" name="Google Shape;4613;gd5260bdd85_0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5" name="Shape 4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6" name="Google Shape;4646;g54dda1946d_4_27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7" name="Google Shape;4647;g54dda1946d_4_27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2" name="Shape 4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3" name="Google Shape;4713;g54ff9c4cb4_3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4" name="Google Shape;4714;g54ff9c4cb4_3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4" name="Shape 5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5" name="Google Shape;5175;g54dda1946d_6_3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6" name="Google Shape;5176;g54dda1946d_6_3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9" name="Shape 5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0" name="Google Shape;5190;g54dda1946d_6_3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1" name="Google Shape;5191;g54dda1946d_6_3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8" name="Shape 5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9" name="Google Shape;5199;g258a3198316_0_9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0" name="Google Shape;5200;g258a3198316_0_9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4" name="Shape 5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5" name="Google Shape;5205;g3e73ce636c4_0_5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6" name="Google Shape;5206;g3e73ce636c4_0_5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1" name="Shape 5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2" name="Google Shape;5672;g3e774f93cf7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73" name="Google Shape;5673;g3e774f93cf7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4" name="Shape 5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5" name="Google Shape;5695;g3e774f93cf7_0_63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96" name="Google Shape;5696;g3e774f93cf7_0_63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6" name="Shape 5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7" name="Google Shape;5717;g3e774f93cf7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8" name="Google Shape;5718;g3e774f93cf7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4" name="Shape 5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5" name="Google Shape;5725;g3e73ce636c4_0_10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26" name="Google Shape;5726;g3e73ce636c4_0_10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1" name="Shape 6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2" name="Google Shape;6192;g3e774f93cf7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93" name="Google Shape;6193;g3e774f93cf7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8" name="Shape 6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9" name="Google Shape;6199;g3e774f93cf7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00" name="Google Shape;6200;g3e774f93cf7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8" name="Shape 6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9" name="Google Shape;6219;g3e774f93cf7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20" name="Google Shape;6220;g3e774f93cf7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25" name="Shape 6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6" name="Google Shape;6226;g51b1a71d38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27" name="Google Shape;6227;g51b1a71d38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g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g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g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g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g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g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g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g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g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g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g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g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g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g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g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g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g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g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g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g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g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" name="Google Shape;10;p2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11" name="Google Shape;11;p2"/>
            <p:cNvSpPr/>
            <p:nvPr/>
          </p:nvSpPr>
          <p:spPr>
            <a:xfrm>
              <a:off x="246225" y="895325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469300" y="1108400"/>
              <a:ext cx="6669850" cy="3485050"/>
            </a:xfrm>
            <a:custGeom>
              <a:rect b="b" l="l" r="r" t="t"/>
              <a:pathLst>
                <a:path extrusionOk="0" fill="none" h="139402" w="266794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299025" y="955950"/>
              <a:ext cx="7010700" cy="3789950"/>
            </a:xfrm>
            <a:custGeom>
              <a:rect b="b" l="l" r="r" t="t"/>
              <a:pathLst>
                <a:path extrusionOk="0" fill="none" h="151598" w="280428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7234100" y="895325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46225" y="4678400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7234100" y="4678400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" name="Google Shape;19;p2"/>
          <p:cNvSpPr txBox="1"/>
          <p:nvPr>
            <p:ph type="ctrTitle"/>
          </p:nvPr>
        </p:nvSpPr>
        <p:spPr>
          <a:xfrm>
            <a:off x="2361575" y="1453450"/>
            <a:ext cx="4421100" cy="205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20" name="Google Shape;20;p2"/>
          <p:cNvSpPr txBox="1"/>
          <p:nvPr>
            <p:ph idx="1" type="subTitle"/>
          </p:nvPr>
        </p:nvSpPr>
        <p:spPr>
          <a:xfrm>
            <a:off x="2494100" y="3578625"/>
            <a:ext cx="41559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" name="Google Shape;23;p3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24" name="Google Shape;24;p3"/>
            <p:cNvSpPr/>
            <p:nvPr/>
          </p:nvSpPr>
          <p:spPr>
            <a:xfrm>
              <a:off x="246225" y="895325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>
              <a:off x="469300" y="1108400"/>
              <a:ext cx="6669850" cy="3485050"/>
            </a:xfrm>
            <a:custGeom>
              <a:rect b="b" l="l" r="r" t="t"/>
              <a:pathLst>
                <a:path extrusionOk="0" fill="none" h="139402" w="266794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>
              <a:off x="299025" y="955950"/>
              <a:ext cx="7010700" cy="3789950"/>
            </a:xfrm>
            <a:custGeom>
              <a:rect b="b" l="l" r="r" t="t"/>
              <a:pathLst>
                <a:path extrusionOk="0" fill="none" h="151598" w="280428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>
              <a:off x="7234100" y="895325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>
              <a:off x="246225" y="4678400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>
              <a:off x="7234100" y="4678400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" name="Google Shape;32;p3"/>
          <p:cNvSpPr txBox="1"/>
          <p:nvPr>
            <p:ph type="title"/>
          </p:nvPr>
        </p:nvSpPr>
        <p:spPr>
          <a:xfrm>
            <a:off x="2477400" y="2167355"/>
            <a:ext cx="4189200" cy="961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3" name="Google Shape;33;p3"/>
          <p:cNvSpPr txBox="1"/>
          <p:nvPr>
            <p:ph hasCustomPrompt="1" idx="2" type="title"/>
          </p:nvPr>
        </p:nvSpPr>
        <p:spPr>
          <a:xfrm>
            <a:off x="3745950" y="1111621"/>
            <a:ext cx="1652100" cy="915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7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4" name="Google Shape;34;p3"/>
          <p:cNvSpPr txBox="1"/>
          <p:nvPr>
            <p:ph idx="1" type="subTitle"/>
          </p:nvPr>
        </p:nvSpPr>
        <p:spPr>
          <a:xfrm>
            <a:off x="2477400" y="3418375"/>
            <a:ext cx="41892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" name="Google Shape;37;p4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38" name="Google Shape;38;p4"/>
            <p:cNvSpPr/>
            <p:nvPr/>
          </p:nvSpPr>
          <p:spPr>
            <a:xfrm>
              <a:off x="246225" y="895325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" name="Google Shape;39;p4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" name="Google Shape;40;p4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4"/>
            <p:cNvSpPr/>
            <p:nvPr/>
          </p:nvSpPr>
          <p:spPr>
            <a:xfrm>
              <a:off x="469300" y="1108400"/>
              <a:ext cx="6669850" cy="3485050"/>
            </a:xfrm>
            <a:custGeom>
              <a:rect b="b" l="l" r="r" t="t"/>
              <a:pathLst>
                <a:path extrusionOk="0" fill="none" h="139402" w="266794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4"/>
            <p:cNvSpPr/>
            <p:nvPr/>
          </p:nvSpPr>
          <p:spPr>
            <a:xfrm>
              <a:off x="299025" y="955950"/>
              <a:ext cx="7010700" cy="3789950"/>
            </a:xfrm>
            <a:custGeom>
              <a:rect b="b" l="l" r="r" t="t"/>
              <a:pathLst>
                <a:path extrusionOk="0" fill="none" h="151598" w="280428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4"/>
            <p:cNvSpPr/>
            <p:nvPr/>
          </p:nvSpPr>
          <p:spPr>
            <a:xfrm>
              <a:off x="7234100" y="895325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>
              <a:off x="246225" y="4678400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4"/>
            <p:cNvSpPr/>
            <p:nvPr/>
          </p:nvSpPr>
          <p:spPr>
            <a:xfrm>
              <a:off x="7234100" y="4678400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4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" type="body"/>
          </p:nvPr>
        </p:nvSpPr>
        <p:spPr>
          <a:xfrm>
            <a:off x="720000" y="1291951"/>
            <a:ext cx="7704000" cy="35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ctr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0" name="Google Shape;50;p5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51" name="Google Shape;51;p5"/>
            <p:cNvSpPr/>
            <p:nvPr/>
          </p:nvSpPr>
          <p:spPr>
            <a:xfrm>
              <a:off x="246225" y="895325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" name="Google Shape;52;p5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5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5"/>
            <p:cNvSpPr/>
            <p:nvPr/>
          </p:nvSpPr>
          <p:spPr>
            <a:xfrm>
              <a:off x="469300" y="1108400"/>
              <a:ext cx="6669850" cy="3485050"/>
            </a:xfrm>
            <a:custGeom>
              <a:rect b="b" l="l" r="r" t="t"/>
              <a:pathLst>
                <a:path extrusionOk="0" fill="none" h="139402" w="266794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5"/>
            <p:cNvSpPr/>
            <p:nvPr/>
          </p:nvSpPr>
          <p:spPr>
            <a:xfrm>
              <a:off x="299025" y="955950"/>
              <a:ext cx="7010700" cy="3789950"/>
            </a:xfrm>
            <a:custGeom>
              <a:rect b="b" l="l" r="r" t="t"/>
              <a:pathLst>
                <a:path extrusionOk="0" fill="none" h="151598" w="280428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5"/>
            <p:cNvSpPr/>
            <p:nvPr/>
          </p:nvSpPr>
          <p:spPr>
            <a:xfrm>
              <a:off x="7234100" y="895325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5"/>
            <p:cNvSpPr/>
            <p:nvPr/>
          </p:nvSpPr>
          <p:spPr>
            <a:xfrm>
              <a:off x="246225" y="4678400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5"/>
            <p:cNvSpPr/>
            <p:nvPr/>
          </p:nvSpPr>
          <p:spPr>
            <a:xfrm>
              <a:off x="7234100" y="4678400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5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60" name="Google Shape;60;p5"/>
          <p:cNvSpPr txBox="1"/>
          <p:nvPr>
            <p:ph idx="1" type="subTitle"/>
          </p:nvPr>
        </p:nvSpPr>
        <p:spPr>
          <a:xfrm>
            <a:off x="5055284" y="3814624"/>
            <a:ext cx="250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1" name="Google Shape;61;p5"/>
          <p:cNvSpPr txBox="1"/>
          <p:nvPr>
            <p:ph idx="2" type="subTitle"/>
          </p:nvPr>
        </p:nvSpPr>
        <p:spPr>
          <a:xfrm>
            <a:off x="1583300" y="3814624"/>
            <a:ext cx="250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2" name="Google Shape;62;p5"/>
          <p:cNvSpPr txBox="1"/>
          <p:nvPr>
            <p:ph idx="3" type="subTitle"/>
          </p:nvPr>
        </p:nvSpPr>
        <p:spPr>
          <a:xfrm>
            <a:off x="5055275" y="3241925"/>
            <a:ext cx="2505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1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63" name="Google Shape;63;p5"/>
          <p:cNvSpPr txBox="1"/>
          <p:nvPr>
            <p:ph idx="4" type="subTitle"/>
          </p:nvPr>
        </p:nvSpPr>
        <p:spPr>
          <a:xfrm>
            <a:off x="1583075" y="3241925"/>
            <a:ext cx="2505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1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6" name="Google Shape;66;p6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67" name="Google Shape;67;p6"/>
            <p:cNvSpPr/>
            <p:nvPr/>
          </p:nvSpPr>
          <p:spPr>
            <a:xfrm>
              <a:off x="246225" y="895325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6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6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6"/>
            <p:cNvSpPr/>
            <p:nvPr/>
          </p:nvSpPr>
          <p:spPr>
            <a:xfrm>
              <a:off x="469300" y="1108400"/>
              <a:ext cx="6669850" cy="3485050"/>
            </a:xfrm>
            <a:custGeom>
              <a:rect b="b" l="l" r="r" t="t"/>
              <a:pathLst>
                <a:path extrusionOk="0" fill="none" h="139402" w="266794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6"/>
            <p:cNvSpPr/>
            <p:nvPr/>
          </p:nvSpPr>
          <p:spPr>
            <a:xfrm>
              <a:off x="299025" y="955950"/>
              <a:ext cx="7010700" cy="3789950"/>
            </a:xfrm>
            <a:custGeom>
              <a:rect b="b" l="l" r="r" t="t"/>
              <a:pathLst>
                <a:path extrusionOk="0" fill="none" h="151598" w="280428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6"/>
            <p:cNvSpPr/>
            <p:nvPr/>
          </p:nvSpPr>
          <p:spPr>
            <a:xfrm>
              <a:off x="7234100" y="895325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6"/>
            <p:cNvSpPr/>
            <p:nvPr/>
          </p:nvSpPr>
          <p:spPr>
            <a:xfrm>
              <a:off x="246225" y="4678400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6"/>
            <p:cNvSpPr/>
            <p:nvPr/>
          </p:nvSpPr>
          <p:spPr>
            <a:xfrm>
              <a:off x="7234100" y="4678400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5" name="Google Shape;75;p6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8" name="Google Shape;78;p7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79" name="Google Shape;79;p7"/>
            <p:cNvSpPr/>
            <p:nvPr/>
          </p:nvSpPr>
          <p:spPr>
            <a:xfrm>
              <a:off x="246225" y="895325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7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7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7"/>
            <p:cNvSpPr/>
            <p:nvPr/>
          </p:nvSpPr>
          <p:spPr>
            <a:xfrm>
              <a:off x="469300" y="1108400"/>
              <a:ext cx="6669850" cy="3485050"/>
            </a:xfrm>
            <a:custGeom>
              <a:rect b="b" l="l" r="r" t="t"/>
              <a:pathLst>
                <a:path extrusionOk="0" fill="none" h="139402" w="266794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7"/>
            <p:cNvSpPr/>
            <p:nvPr/>
          </p:nvSpPr>
          <p:spPr>
            <a:xfrm>
              <a:off x="299025" y="955950"/>
              <a:ext cx="7010700" cy="3789950"/>
            </a:xfrm>
            <a:custGeom>
              <a:rect b="b" l="l" r="r" t="t"/>
              <a:pathLst>
                <a:path extrusionOk="0" fill="none" h="151598" w="280428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7"/>
            <p:cNvSpPr/>
            <p:nvPr/>
          </p:nvSpPr>
          <p:spPr>
            <a:xfrm>
              <a:off x="7234100" y="895325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7"/>
            <p:cNvSpPr/>
            <p:nvPr/>
          </p:nvSpPr>
          <p:spPr>
            <a:xfrm>
              <a:off x="246225" y="4678400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7"/>
            <p:cNvSpPr/>
            <p:nvPr/>
          </p:nvSpPr>
          <p:spPr>
            <a:xfrm>
              <a:off x="7234100" y="4678400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7" name="Google Shape;87;p7"/>
          <p:cNvSpPr txBox="1"/>
          <p:nvPr>
            <p:ph type="title"/>
          </p:nvPr>
        </p:nvSpPr>
        <p:spPr>
          <a:xfrm>
            <a:off x="4613575" y="945275"/>
            <a:ext cx="3817200" cy="9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88" name="Google Shape;88;p7"/>
          <p:cNvSpPr txBox="1"/>
          <p:nvPr>
            <p:ph idx="1" type="subTitle"/>
          </p:nvPr>
        </p:nvSpPr>
        <p:spPr>
          <a:xfrm>
            <a:off x="4613575" y="2124600"/>
            <a:ext cx="3817200" cy="229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Source Sans 3 Light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89" name="Google Shape;89;p7"/>
          <p:cNvSpPr/>
          <p:nvPr>
            <p:ph idx="2" type="pic"/>
          </p:nvPr>
        </p:nvSpPr>
        <p:spPr>
          <a:xfrm>
            <a:off x="938600" y="1061400"/>
            <a:ext cx="3020700" cy="3020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2" name="Google Shape;92;p8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93" name="Google Shape;93;p8"/>
            <p:cNvSpPr/>
            <p:nvPr/>
          </p:nvSpPr>
          <p:spPr>
            <a:xfrm>
              <a:off x="246225" y="895325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8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8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8"/>
            <p:cNvSpPr/>
            <p:nvPr/>
          </p:nvSpPr>
          <p:spPr>
            <a:xfrm>
              <a:off x="469300" y="1108400"/>
              <a:ext cx="6669850" cy="3485050"/>
            </a:xfrm>
            <a:custGeom>
              <a:rect b="b" l="l" r="r" t="t"/>
              <a:pathLst>
                <a:path extrusionOk="0" fill="none" h="139402" w="266794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8"/>
            <p:cNvSpPr/>
            <p:nvPr/>
          </p:nvSpPr>
          <p:spPr>
            <a:xfrm>
              <a:off x="299025" y="955950"/>
              <a:ext cx="7010700" cy="3789950"/>
            </a:xfrm>
            <a:custGeom>
              <a:rect b="b" l="l" r="r" t="t"/>
              <a:pathLst>
                <a:path extrusionOk="0" fill="none" h="151598" w="280428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8"/>
            <p:cNvSpPr/>
            <p:nvPr/>
          </p:nvSpPr>
          <p:spPr>
            <a:xfrm>
              <a:off x="7234100" y="895325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8"/>
            <p:cNvSpPr/>
            <p:nvPr/>
          </p:nvSpPr>
          <p:spPr>
            <a:xfrm>
              <a:off x="246225" y="4678400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8"/>
            <p:cNvSpPr/>
            <p:nvPr/>
          </p:nvSpPr>
          <p:spPr>
            <a:xfrm>
              <a:off x="7234100" y="4678400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1" name="Google Shape;101;p8"/>
          <p:cNvSpPr txBox="1"/>
          <p:nvPr>
            <p:ph type="title"/>
          </p:nvPr>
        </p:nvSpPr>
        <p:spPr>
          <a:xfrm>
            <a:off x="1768550" y="1208400"/>
            <a:ext cx="56070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4" name="Google Shape;104;p9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105" name="Google Shape;105;p9"/>
            <p:cNvSpPr/>
            <p:nvPr/>
          </p:nvSpPr>
          <p:spPr>
            <a:xfrm>
              <a:off x="246225" y="895325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9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9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9"/>
            <p:cNvSpPr/>
            <p:nvPr/>
          </p:nvSpPr>
          <p:spPr>
            <a:xfrm>
              <a:off x="469300" y="1108400"/>
              <a:ext cx="6669850" cy="3485050"/>
            </a:xfrm>
            <a:custGeom>
              <a:rect b="b" l="l" r="r" t="t"/>
              <a:pathLst>
                <a:path extrusionOk="0" fill="none" h="139402" w="266794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9"/>
            <p:cNvSpPr/>
            <p:nvPr/>
          </p:nvSpPr>
          <p:spPr>
            <a:xfrm>
              <a:off x="299025" y="955950"/>
              <a:ext cx="7010700" cy="3789950"/>
            </a:xfrm>
            <a:custGeom>
              <a:rect b="b" l="l" r="r" t="t"/>
              <a:pathLst>
                <a:path extrusionOk="0" fill="none" h="151598" w="280428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9"/>
            <p:cNvSpPr/>
            <p:nvPr/>
          </p:nvSpPr>
          <p:spPr>
            <a:xfrm>
              <a:off x="7234100" y="895325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9"/>
            <p:cNvSpPr/>
            <p:nvPr/>
          </p:nvSpPr>
          <p:spPr>
            <a:xfrm>
              <a:off x="246225" y="4678400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9"/>
            <p:cNvSpPr/>
            <p:nvPr/>
          </p:nvSpPr>
          <p:spPr>
            <a:xfrm>
              <a:off x="7234100" y="4678400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3" name="Google Shape;113;p9"/>
          <p:cNvSpPr txBox="1"/>
          <p:nvPr>
            <p:ph type="title"/>
          </p:nvPr>
        </p:nvSpPr>
        <p:spPr>
          <a:xfrm>
            <a:off x="2135550" y="1412138"/>
            <a:ext cx="4872900" cy="116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6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114" name="Google Shape;114;p9"/>
          <p:cNvSpPr txBox="1"/>
          <p:nvPr>
            <p:ph idx="1" type="subTitle"/>
          </p:nvPr>
        </p:nvSpPr>
        <p:spPr>
          <a:xfrm>
            <a:off x="2135550" y="2816913"/>
            <a:ext cx="48729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0"/>
          <p:cNvSpPr/>
          <p:nvPr>
            <p:ph idx="2" type="pic"/>
          </p:nvPr>
        </p:nvSpPr>
        <p:spPr>
          <a:xfrm>
            <a:off x="-25" y="-13725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117" name="Google Shape;117;p10"/>
          <p:cNvSpPr txBox="1"/>
          <p:nvPr>
            <p:ph type="title"/>
          </p:nvPr>
        </p:nvSpPr>
        <p:spPr>
          <a:xfrm>
            <a:off x="1082575" y="3959850"/>
            <a:ext cx="6978900" cy="6441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0" name="Google Shape;120;p11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121" name="Google Shape;121;p11"/>
            <p:cNvSpPr/>
            <p:nvPr/>
          </p:nvSpPr>
          <p:spPr>
            <a:xfrm>
              <a:off x="246225" y="895325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>
              <a:off x="469300" y="1108400"/>
              <a:ext cx="6669850" cy="3485050"/>
            </a:xfrm>
            <a:custGeom>
              <a:rect b="b" l="l" r="r" t="t"/>
              <a:pathLst>
                <a:path extrusionOk="0" fill="none" h="139402" w="266794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1"/>
            <p:cNvSpPr/>
            <p:nvPr/>
          </p:nvSpPr>
          <p:spPr>
            <a:xfrm>
              <a:off x="299025" y="955950"/>
              <a:ext cx="7010700" cy="3789950"/>
            </a:xfrm>
            <a:custGeom>
              <a:rect b="b" l="l" r="r" t="t"/>
              <a:pathLst>
                <a:path extrusionOk="0" fill="none" h="151598" w="280428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1"/>
            <p:cNvSpPr/>
            <p:nvPr/>
          </p:nvSpPr>
          <p:spPr>
            <a:xfrm>
              <a:off x="7234100" y="895325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1"/>
            <p:cNvSpPr/>
            <p:nvPr/>
          </p:nvSpPr>
          <p:spPr>
            <a:xfrm>
              <a:off x="246225" y="4678400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1"/>
            <p:cNvSpPr/>
            <p:nvPr/>
          </p:nvSpPr>
          <p:spPr>
            <a:xfrm>
              <a:off x="7234100" y="4678400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9" name="Google Shape;129;p11"/>
          <p:cNvSpPr txBox="1"/>
          <p:nvPr>
            <p:ph hasCustomPrompt="1" type="title"/>
          </p:nvPr>
        </p:nvSpPr>
        <p:spPr>
          <a:xfrm>
            <a:off x="1958450" y="1463550"/>
            <a:ext cx="5227200" cy="123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30" name="Google Shape;130;p11"/>
          <p:cNvSpPr txBox="1"/>
          <p:nvPr>
            <p:ph idx="1" type="subTitle"/>
          </p:nvPr>
        </p:nvSpPr>
        <p:spPr>
          <a:xfrm>
            <a:off x="1958450" y="2850300"/>
            <a:ext cx="52272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4" name="Google Shape;134;p13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135" name="Google Shape;135;p13"/>
            <p:cNvSpPr/>
            <p:nvPr/>
          </p:nvSpPr>
          <p:spPr>
            <a:xfrm>
              <a:off x="246225" y="895325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3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3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3"/>
            <p:cNvSpPr/>
            <p:nvPr/>
          </p:nvSpPr>
          <p:spPr>
            <a:xfrm>
              <a:off x="469300" y="1108400"/>
              <a:ext cx="6669850" cy="3485050"/>
            </a:xfrm>
            <a:custGeom>
              <a:rect b="b" l="l" r="r" t="t"/>
              <a:pathLst>
                <a:path extrusionOk="0" fill="none" h="139402" w="266794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13"/>
            <p:cNvSpPr/>
            <p:nvPr/>
          </p:nvSpPr>
          <p:spPr>
            <a:xfrm>
              <a:off x="299025" y="955950"/>
              <a:ext cx="7010700" cy="3789950"/>
            </a:xfrm>
            <a:custGeom>
              <a:rect b="b" l="l" r="r" t="t"/>
              <a:pathLst>
                <a:path extrusionOk="0" fill="none" h="151598" w="280428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3"/>
            <p:cNvSpPr/>
            <p:nvPr/>
          </p:nvSpPr>
          <p:spPr>
            <a:xfrm>
              <a:off x="7234100" y="895325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13"/>
            <p:cNvSpPr/>
            <p:nvPr/>
          </p:nvSpPr>
          <p:spPr>
            <a:xfrm>
              <a:off x="246225" y="4678400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13"/>
            <p:cNvSpPr/>
            <p:nvPr/>
          </p:nvSpPr>
          <p:spPr>
            <a:xfrm>
              <a:off x="7234100" y="4678400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3" name="Google Shape;143;p13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144" name="Google Shape;144;p13"/>
          <p:cNvSpPr txBox="1"/>
          <p:nvPr>
            <p:ph idx="1" type="subTitle"/>
          </p:nvPr>
        </p:nvSpPr>
        <p:spPr>
          <a:xfrm>
            <a:off x="796000" y="2111290"/>
            <a:ext cx="2259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13"/>
          <p:cNvSpPr txBox="1"/>
          <p:nvPr>
            <p:ph idx="2" type="subTitle"/>
          </p:nvPr>
        </p:nvSpPr>
        <p:spPr>
          <a:xfrm>
            <a:off x="3442015" y="2111290"/>
            <a:ext cx="2259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13"/>
          <p:cNvSpPr txBox="1"/>
          <p:nvPr>
            <p:ph idx="3" type="subTitle"/>
          </p:nvPr>
        </p:nvSpPr>
        <p:spPr>
          <a:xfrm>
            <a:off x="796000" y="3844474"/>
            <a:ext cx="2259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13"/>
          <p:cNvSpPr txBox="1"/>
          <p:nvPr>
            <p:ph idx="4" type="subTitle"/>
          </p:nvPr>
        </p:nvSpPr>
        <p:spPr>
          <a:xfrm>
            <a:off x="3442015" y="3844474"/>
            <a:ext cx="2259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13"/>
          <p:cNvSpPr txBox="1"/>
          <p:nvPr>
            <p:ph idx="5" type="subTitle"/>
          </p:nvPr>
        </p:nvSpPr>
        <p:spPr>
          <a:xfrm>
            <a:off x="6088037" y="2111290"/>
            <a:ext cx="2259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13"/>
          <p:cNvSpPr txBox="1"/>
          <p:nvPr>
            <p:ph idx="6" type="subTitle"/>
          </p:nvPr>
        </p:nvSpPr>
        <p:spPr>
          <a:xfrm>
            <a:off x="6088037" y="3844474"/>
            <a:ext cx="2259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13"/>
          <p:cNvSpPr txBox="1"/>
          <p:nvPr>
            <p:ph hasCustomPrompt="1" idx="7" type="title"/>
          </p:nvPr>
        </p:nvSpPr>
        <p:spPr>
          <a:xfrm>
            <a:off x="1565904" y="1332025"/>
            <a:ext cx="7203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51" name="Google Shape;151;p13"/>
          <p:cNvSpPr txBox="1"/>
          <p:nvPr>
            <p:ph hasCustomPrompt="1" idx="8" type="title"/>
          </p:nvPr>
        </p:nvSpPr>
        <p:spPr>
          <a:xfrm>
            <a:off x="1565904" y="3064624"/>
            <a:ext cx="7203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52" name="Google Shape;152;p13"/>
          <p:cNvSpPr txBox="1"/>
          <p:nvPr>
            <p:ph hasCustomPrompt="1" idx="9" type="title"/>
          </p:nvPr>
        </p:nvSpPr>
        <p:spPr>
          <a:xfrm>
            <a:off x="4211919" y="1332025"/>
            <a:ext cx="7203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53" name="Google Shape;153;p13"/>
          <p:cNvSpPr txBox="1"/>
          <p:nvPr>
            <p:ph hasCustomPrompt="1" idx="13" type="title"/>
          </p:nvPr>
        </p:nvSpPr>
        <p:spPr>
          <a:xfrm>
            <a:off x="4211919" y="3064624"/>
            <a:ext cx="7203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54" name="Google Shape;154;p13"/>
          <p:cNvSpPr txBox="1"/>
          <p:nvPr>
            <p:ph hasCustomPrompt="1" idx="14" type="title"/>
          </p:nvPr>
        </p:nvSpPr>
        <p:spPr>
          <a:xfrm>
            <a:off x="6857941" y="1332025"/>
            <a:ext cx="7203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55" name="Google Shape;155;p13"/>
          <p:cNvSpPr txBox="1"/>
          <p:nvPr>
            <p:ph hasCustomPrompt="1" idx="15" type="title"/>
          </p:nvPr>
        </p:nvSpPr>
        <p:spPr>
          <a:xfrm>
            <a:off x="6857941" y="3064624"/>
            <a:ext cx="7203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56" name="Google Shape;156;p13"/>
          <p:cNvSpPr txBox="1"/>
          <p:nvPr>
            <p:ph idx="16" type="subTitle"/>
          </p:nvPr>
        </p:nvSpPr>
        <p:spPr>
          <a:xfrm>
            <a:off x="796000" y="1779408"/>
            <a:ext cx="22599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1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157" name="Google Shape;157;p13"/>
          <p:cNvSpPr txBox="1"/>
          <p:nvPr>
            <p:ph idx="17" type="subTitle"/>
          </p:nvPr>
        </p:nvSpPr>
        <p:spPr>
          <a:xfrm>
            <a:off x="3442015" y="1779408"/>
            <a:ext cx="22599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1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158" name="Google Shape;158;p13"/>
          <p:cNvSpPr txBox="1"/>
          <p:nvPr>
            <p:ph idx="18" type="subTitle"/>
          </p:nvPr>
        </p:nvSpPr>
        <p:spPr>
          <a:xfrm>
            <a:off x="6088037" y="1779408"/>
            <a:ext cx="22599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1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159" name="Google Shape;159;p13"/>
          <p:cNvSpPr txBox="1"/>
          <p:nvPr>
            <p:ph idx="19" type="subTitle"/>
          </p:nvPr>
        </p:nvSpPr>
        <p:spPr>
          <a:xfrm>
            <a:off x="796000" y="3512074"/>
            <a:ext cx="22599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1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160" name="Google Shape;160;p13"/>
          <p:cNvSpPr txBox="1"/>
          <p:nvPr>
            <p:ph idx="20" type="subTitle"/>
          </p:nvPr>
        </p:nvSpPr>
        <p:spPr>
          <a:xfrm>
            <a:off x="3442015" y="3512074"/>
            <a:ext cx="22599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1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161" name="Google Shape;161;p13"/>
          <p:cNvSpPr txBox="1"/>
          <p:nvPr>
            <p:ph idx="21" type="subTitle"/>
          </p:nvPr>
        </p:nvSpPr>
        <p:spPr>
          <a:xfrm>
            <a:off x="6088037" y="3512074"/>
            <a:ext cx="22599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1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4" name="Google Shape;164;p14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165" name="Google Shape;165;p14"/>
            <p:cNvSpPr/>
            <p:nvPr/>
          </p:nvSpPr>
          <p:spPr>
            <a:xfrm>
              <a:off x="246225" y="895325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14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14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14"/>
            <p:cNvSpPr/>
            <p:nvPr/>
          </p:nvSpPr>
          <p:spPr>
            <a:xfrm>
              <a:off x="469300" y="1108400"/>
              <a:ext cx="6669850" cy="3485050"/>
            </a:xfrm>
            <a:custGeom>
              <a:rect b="b" l="l" r="r" t="t"/>
              <a:pathLst>
                <a:path extrusionOk="0" fill="none" h="139402" w="266794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14"/>
            <p:cNvSpPr/>
            <p:nvPr/>
          </p:nvSpPr>
          <p:spPr>
            <a:xfrm>
              <a:off x="299025" y="955950"/>
              <a:ext cx="7010700" cy="3789950"/>
            </a:xfrm>
            <a:custGeom>
              <a:rect b="b" l="l" r="r" t="t"/>
              <a:pathLst>
                <a:path extrusionOk="0" fill="none" h="151598" w="280428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14"/>
            <p:cNvSpPr/>
            <p:nvPr/>
          </p:nvSpPr>
          <p:spPr>
            <a:xfrm>
              <a:off x="7234100" y="895325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14"/>
            <p:cNvSpPr/>
            <p:nvPr/>
          </p:nvSpPr>
          <p:spPr>
            <a:xfrm>
              <a:off x="246225" y="4678400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14"/>
            <p:cNvSpPr/>
            <p:nvPr/>
          </p:nvSpPr>
          <p:spPr>
            <a:xfrm>
              <a:off x="7234100" y="4678400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3" name="Google Shape;173;p14"/>
          <p:cNvSpPr txBox="1"/>
          <p:nvPr>
            <p:ph type="title"/>
          </p:nvPr>
        </p:nvSpPr>
        <p:spPr>
          <a:xfrm>
            <a:off x="3065400" y="3370075"/>
            <a:ext cx="3013200" cy="4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7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74" name="Google Shape;174;p14"/>
          <p:cNvSpPr txBox="1"/>
          <p:nvPr>
            <p:ph idx="1" type="subTitle"/>
          </p:nvPr>
        </p:nvSpPr>
        <p:spPr>
          <a:xfrm>
            <a:off x="1749300" y="1491475"/>
            <a:ext cx="5645400" cy="161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7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7" name="Google Shape;177;p15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178" name="Google Shape;178;p15"/>
            <p:cNvSpPr/>
            <p:nvPr/>
          </p:nvSpPr>
          <p:spPr>
            <a:xfrm>
              <a:off x="246225" y="895325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15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15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15"/>
            <p:cNvSpPr/>
            <p:nvPr/>
          </p:nvSpPr>
          <p:spPr>
            <a:xfrm>
              <a:off x="469300" y="1108400"/>
              <a:ext cx="6669850" cy="3485050"/>
            </a:xfrm>
            <a:custGeom>
              <a:rect b="b" l="l" r="r" t="t"/>
              <a:pathLst>
                <a:path extrusionOk="0" fill="none" h="139402" w="266794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15"/>
            <p:cNvSpPr/>
            <p:nvPr/>
          </p:nvSpPr>
          <p:spPr>
            <a:xfrm>
              <a:off x="299025" y="955950"/>
              <a:ext cx="7010700" cy="3789950"/>
            </a:xfrm>
            <a:custGeom>
              <a:rect b="b" l="l" r="r" t="t"/>
              <a:pathLst>
                <a:path extrusionOk="0" fill="none" h="151598" w="280428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15"/>
            <p:cNvSpPr/>
            <p:nvPr/>
          </p:nvSpPr>
          <p:spPr>
            <a:xfrm>
              <a:off x="7234100" y="895325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15"/>
            <p:cNvSpPr/>
            <p:nvPr/>
          </p:nvSpPr>
          <p:spPr>
            <a:xfrm>
              <a:off x="246225" y="4678400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15"/>
            <p:cNvSpPr/>
            <p:nvPr/>
          </p:nvSpPr>
          <p:spPr>
            <a:xfrm>
              <a:off x="7234100" y="4678400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6" name="Google Shape;186;p15"/>
          <p:cNvSpPr txBox="1"/>
          <p:nvPr>
            <p:ph type="title"/>
          </p:nvPr>
        </p:nvSpPr>
        <p:spPr>
          <a:xfrm>
            <a:off x="720000" y="1370888"/>
            <a:ext cx="3519600" cy="150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187" name="Google Shape;187;p15"/>
          <p:cNvSpPr txBox="1"/>
          <p:nvPr>
            <p:ph idx="1" type="subTitle"/>
          </p:nvPr>
        </p:nvSpPr>
        <p:spPr>
          <a:xfrm>
            <a:off x="720000" y="2875613"/>
            <a:ext cx="3519600" cy="8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15"/>
          <p:cNvSpPr/>
          <p:nvPr>
            <p:ph idx="2" type="pic"/>
          </p:nvPr>
        </p:nvSpPr>
        <p:spPr>
          <a:xfrm>
            <a:off x="4931805" y="1000781"/>
            <a:ext cx="3246900" cy="3246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1" name="Google Shape;191;p16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192" name="Google Shape;192;p16"/>
            <p:cNvSpPr/>
            <p:nvPr/>
          </p:nvSpPr>
          <p:spPr>
            <a:xfrm>
              <a:off x="246225" y="895325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16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16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16"/>
            <p:cNvSpPr/>
            <p:nvPr/>
          </p:nvSpPr>
          <p:spPr>
            <a:xfrm>
              <a:off x="469300" y="1108400"/>
              <a:ext cx="6669850" cy="3485050"/>
            </a:xfrm>
            <a:custGeom>
              <a:rect b="b" l="l" r="r" t="t"/>
              <a:pathLst>
                <a:path extrusionOk="0" fill="none" h="139402" w="266794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16"/>
            <p:cNvSpPr/>
            <p:nvPr/>
          </p:nvSpPr>
          <p:spPr>
            <a:xfrm>
              <a:off x="299025" y="955950"/>
              <a:ext cx="7010700" cy="3789950"/>
            </a:xfrm>
            <a:custGeom>
              <a:rect b="b" l="l" r="r" t="t"/>
              <a:pathLst>
                <a:path extrusionOk="0" fill="none" h="151598" w="280428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16"/>
            <p:cNvSpPr/>
            <p:nvPr/>
          </p:nvSpPr>
          <p:spPr>
            <a:xfrm>
              <a:off x="7234100" y="895325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16"/>
            <p:cNvSpPr/>
            <p:nvPr/>
          </p:nvSpPr>
          <p:spPr>
            <a:xfrm>
              <a:off x="246225" y="4678400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16"/>
            <p:cNvSpPr/>
            <p:nvPr/>
          </p:nvSpPr>
          <p:spPr>
            <a:xfrm>
              <a:off x="7234100" y="4678400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0" name="Google Shape;200;p16"/>
          <p:cNvSpPr txBox="1"/>
          <p:nvPr>
            <p:ph type="title"/>
          </p:nvPr>
        </p:nvSpPr>
        <p:spPr>
          <a:xfrm>
            <a:off x="872400" y="1362425"/>
            <a:ext cx="2638200" cy="106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201" name="Google Shape;201;p16"/>
          <p:cNvSpPr txBox="1"/>
          <p:nvPr>
            <p:ph idx="1" type="subTitle"/>
          </p:nvPr>
        </p:nvSpPr>
        <p:spPr>
          <a:xfrm>
            <a:off x="872400" y="2501825"/>
            <a:ext cx="2638200" cy="115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4" name="Google Shape;204;p17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205" name="Google Shape;205;p17"/>
            <p:cNvSpPr/>
            <p:nvPr/>
          </p:nvSpPr>
          <p:spPr>
            <a:xfrm>
              <a:off x="246225" y="895325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17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17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17"/>
            <p:cNvSpPr/>
            <p:nvPr/>
          </p:nvSpPr>
          <p:spPr>
            <a:xfrm>
              <a:off x="469300" y="1108400"/>
              <a:ext cx="6669850" cy="3485050"/>
            </a:xfrm>
            <a:custGeom>
              <a:rect b="b" l="l" r="r" t="t"/>
              <a:pathLst>
                <a:path extrusionOk="0" fill="none" h="139402" w="266794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17"/>
            <p:cNvSpPr/>
            <p:nvPr/>
          </p:nvSpPr>
          <p:spPr>
            <a:xfrm>
              <a:off x="299025" y="955950"/>
              <a:ext cx="7010700" cy="3789950"/>
            </a:xfrm>
            <a:custGeom>
              <a:rect b="b" l="l" r="r" t="t"/>
              <a:pathLst>
                <a:path extrusionOk="0" fill="none" h="151598" w="280428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17"/>
            <p:cNvSpPr/>
            <p:nvPr/>
          </p:nvSpPr>
          <p:spPr>
            <a:xfrm>
              <a:off x="7234100" y="895325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17"/>
            <p:cNvSpPr/>
            <p:nvPr/>
          </p:nvSpPr>
          <p:spPr>
            <a:xfrm>
              <a:off x="246225" y="4678400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17"/>
            <p:cNvSpPr/>
            <p:nvPr/>
          </p:nvSpPr>
          <p:spPr>
            <a:xfrm>
              <a:off x="7234100" y="4678400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3" name="Google Shape;213;p17"/>
          <p:cNvSpPr txBox="1"/>
          <p:nvPr>
            <p:ph type="title"/>
          </p:nvPr>
        </p:nvSpPr>
        <p:spPr>
          <a:xfrm>
            <a:off x="5640175" y="1362425"/>
            <a:ext cx="2638200" cy="106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214" name="Google Shape;214;p17"/>
          <p:cNvSpPr txBox="1"/>
          <p:nvPr>
            <p:ph idx="1" type="subTitle"/>
          </p:nvPr>
        </p:nvSpPr>
        <p:spPr>
          <a:xfrm>
            <a:off x="5640175" y="2501825"/>
            <a:ext cx="2638200" cy="115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TITLE_AND_BODY_1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7" name="Google Shape;217;p18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218" name="Google Shape;218;p18"/>
            <p:cNvSpPr/>
            <p:nvPr/>
          </p:nvSpPr>
          <p:spPr>
            <a:xfrm>
              <a:off x="246225" y="895325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18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18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18"/>
            <p:cNvSpPr/>
            <p:nvPr/>
          </p:nvSpPr>
          <p:spPr>
            <a:xfrm>
              <a:off x="469300" y="1108400"/>
              <a:ext cx="6669850" cy="3485050"/>
            </a:xfrm>
            <a:custGeom>
              <a:rect b="b" l="l" r="r" t="t"/>
              <a:pathLst>
                <a:path extrusionOk="0" fill="none" h="139402" w="266794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18"/>
            <p:cNvSpPr/>
            <p:nvPr/>
          </p:nvSpPr>
          <p:spPr>
            <a:xfrm>
              <a:off x="299025" y="955950"/>
              <a:ext cx="7010700" cy="3789950"/>
            </a:xfrm>
            <a:custGeom>
              <a:rect b="b" l="l" r="r" t="t"/>
              <a:pathLst>
                <a:path extrusionOk="0" fill="none" h="151598" w="280428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18"/>
            <p:cNvSpPr/>
            <p:nvPr/>
          </p:nvSpPr>
          <p:spPr>
            <a:xfrm>
              <a:off x="7234100" y="895325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18"/>
            <p:cNvSpPr/>
            <p:nvPr/>
          </p:nvSpPr>
          <p:spPr>
            <a:xfrm>
              <a:off x="246225" y="4678400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18"/>
            <p:cNvSpPr/>
            <p:nvPr/>
          </p:nvSpPr>
          <p:spPr>
            <a:xfrm>
              <a:off x="7234100" y="4678400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6" name="Google Shape;226;p18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227" name="Google Shape;227;p18"/>
          <p:cNvSpPr txBox="1"/>
          <p:nvPr>
            <p:ph idx="1" type="body"/>
          </p:nvPr>
        </p:nvSpPr>
        <p:spPr>
          <a:xfrm>
            <a:off x="720000" y="1291938"/>
            <a:ext cx="7704000" cy="331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TITLE_AND_BODY_1_1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0" name="Google Shape;230;p19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231" name="Google Shape;231;p19"/>
            <p:cNvSpPr/>
            <p:nvPr/>
          </p:nvSpPr>
          <p:spPr>
            <a:xfrm>
              <a:off x="246225" y="895325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19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19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19"/>
            <p:cNvSpPr/>
            <p:nvPr/>
          </p:nvSpPr>
          <p:spPr>
            <a:xfrm>
              <a:off x="469300" y="1108400"/>
              <a:ext cx="6669850" cy="3485050"/>
            </a:xfrm>
            <a:custGeom>
              <a:rect b="b" l="l" r="r" t="t"/>
              <a:pathLst>
                <a:path extrusionOk="0" fill="none" h="139402" w="266794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19"/>
            <p:cNvSpPr/>
            <p:nvPr/>
          </p:nvSpPr>
          <p:spPr>
            <a:xfrm>
              <a:off x="299025" y="955950"/>
              <a:ext cx="7010700" cy="3789950"/>
            </a:xfrm>
            <a:custGeom>
              <a:rect b="b" l="l" r="r" t="t"/>
              <a:pathLst>
                <a:path extrusionOk="0" fill="none" h="151598" w="280428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19"/>
            <p:cNvSpPr/>
            <p:nvPr/>
          </p:nvSpPr>
          <p:spPr>
            <a:xfrm>
              <a:off x="7234100" y="895325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19"/>
            <p:cNvSpPr/>
            <p:nvPr/>
          </p:nvSpPr>
          <p:spPr>
            <a:xfrm>
              <a:off x="246225" y="4678400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19"/>
            <p:cNvSpPr/>
            <p:nvPr/>
          </p:nvSpPr>
          <p:spPr>
            <a:xfrm>
              <a:off x="7234100" y="4678400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9" name="Google Shape;239;p19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240" name="Google Shape;240;p19"/>
          <p:cNvSpPr txBox="1"/>
          <p:nvPr>
            <p:ph idx="1" type="body"/>
          </p:nvPr>
        </p:nvSpPr>
        <p:spPr>
          <a:xfrm>
            <a:off x="720000" y="1291951"/>
            <a:ext cx="7704000" cy="144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Font typeface="Source Sans 3 Light"/>
              <a:buChar char="●"/>
              <a:defRPr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Google Shape;242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3" name="Google Shape;243;p20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244" name="Google Shape;244;p20"/>
            <p:cNvSpPr/>
            <p:nvPr/>
          </p:nvSpPr>
          <p:spPr>
            <a:xfrm>
              <a:off x="246225" y="895325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20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20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20"/>
            <p:cNvSpPr/>
            <p:nvPr/>
          </p:nvSpPr>
          <p:spPr>
            <a:xfrm>
              <a:off x="469300" y="1108400"/>
              <a:ext cx="6669850" cy="3485050"/>
            </a:xfrm>
            <a:custGeom>
              <a:rect b="b" l="l" r="r" t="t"/>
              <a:pathLst>
                <a:path extrusionOk="0" fill="none" h="139402" w="266794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20"/>
            <p:cNvSpPr/>
            <p:nvPr/>
          </p:nvSpPr>
          <p:spPr>
            <a:xfrm>
              <a:off x="299025" y="955950"/>
              <a:ext cx="7010700" cy="3789950"/>
            </a:xfrm>
            <a:custGeom>
              <a:rect b="b" l="l" r="r" t="t"/>
              <a:pathLst>
                <a:path extrusionOk="0" fill="none" h="151598" w="280428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20"/>
            <p:cNvSpPr/>
            <p:nvPr/>
          </p:nvSpPr>
          <p:spPr>
            <a:xfrm>
              <a:off x="7234100" y="895325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20"/>
            <p:cNvSpPr/>
            <p:nvPr/>
          </p:nvSpPr>
          <p:spPr>
            <a:xfrm>
              <a:off x="246225" y="4678400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20"/>
            <p:cNvSpPr/>
            <p:nvPr/>
          </p:nvSpPr>
          <p:spPr>
            <a:xfrm>
              <a:off x="7234100" y="4678400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2" name="Google Shape;252;p20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253" name="Google Shape;253;p20"/>
          <p:cNvSpPr txBox="1"/>
          <p:nvPr>
            <p:ph idx="1" type="subTitle"/>
          </p:nvPr>
        </p:nvSpPr>
        <p:spPr>
          <a:xfrm>
            <a:off x="4914510" y="3016575"/>
            <a:ext cx="2574900" cy="11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4" name="Google Shape;254;p20"/>
          <p:cNvSpPr txBox="1"/>
          <p:nvPr>
            <p:ph idx="2" type="subTitle"/>
          </p:nvPr>
        </p:nvSpPr>
        <p:spPr>
          <a:xfrm>
            <a:off x="1654588" y="3016575"/>
            <a:ext cx="2574900" cy="11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5" name="Google Shape;255;p20"/>
          <p:cNvSpPr txBox="1"/>
          <p:nvPr>
            <p:ph idx="3" type="subTitle"/>
          </p:nvPr>
        </p:nvSpPr>
        <p:spPr>
          <a:xfrm>
            <a:off x="1654588" y="2457675"/>
            <a:ext cx="25749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1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256" name="Google Shape;256;p20"/>
          <p:cNvSpPr txBox="1"/>
          <p:nvPr>
            <p:ph idx="4" type="subTitle"/>
          </p:nvPr>
        </p:nvSpPr>
        <p:spPr>
          <a:xfrm>
            <a:off x="4914511" y="2457675"/>
            <a:ext cx="25749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1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9" name="Google Shape;259;p21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260" name="Google Shape;260;p21"/>
            <p:cNvSpPr/>
            <p:nvPr/>
          </p:nvSpPr>
          <p:spPr>
            <a:xfrm>
              <a:off x="246225" y="895325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21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21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21"/>
            <p:cNvSpPr/>
            <p:nvPr/>
          </p:nvSpPr>
          <p:spPr>
            <a:xfrm>
              <a:off x="469300" y="1108400"/>
              <a:ext cx="6669850" cy="3485050"/>
            </a:xfrm>
            <a:custGeom>
              <a:rect b="b" l="l" r="r" t="t"/>
              <a:pathLst>
                <a:path extrusionOk="0" fill="none" h="139402" w="266794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21"/>
            <p:cNvSpPr/>
            <p:nvPr/>
          </p:nvSpPr>
          <p:spPr>
            <a:xfrm>
              <a:off x="299025" y="955950"/>
              <a:ext cx="7010700" cy="3789950"/>
            </a:xfrm>
            <a:custGeom>
              <a:rect b="b" l="l" r="r" t="t"/>
              <a:pathLst>
                <a:path extrusionOk="0" fill="none" h="151598" w="280428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21"/>
            <p:cNvSpPr/>
            <p:nvPr/>
          </p:nvSpPr>
          <p:spPr>
            <a:xfrm>
              <a:off x="7234100" y="895325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21"/>
            <p:cNvSpPr/>
            <p:nvPr/>
          </p:nvSpPr>
          <p:spPr>
            <a:xfrm>
              <a:off x="246225" y="4678400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21"/>
            <p:cNvSpPr/>
            <p:nvPr/>
          </p:nvSpPr>
          <p:spPr>
            <a:xfrm>
              <a:off x="7234100" y="4678400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8" name="Google Shape;268;p21"/>
          <p:cNvSpPr txBox="1"/>
          <p:nvPr>
            <p:ph type="title"/>
          </p:nvPr>
        </p:nvSpPr>
        <p:spPr>
          <a:xfrm>
            <a:off x="1144550" y="597425"/>
            <a:ext cx="6855300" cy="97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269" name="Google Shape;269;p21"/>
          <p:cNvSpPr txBox="1"/>
          <p:nvPr>
            <p:ph idx="1" type="subTitle"/>
          </p:nvPr>
        </p:nvSpPr>
        <p:spPr>
          <a:xfrm>
            <a:off x="4825664" y="2070950"/>
            <a:ext cx="3174000" cy="189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0" name="Google Shape;270;p21"/>
          <p:cNvSpPr txBox="1"/>
          <p:nvPr>
            <p:ph idx="2" type="subTitle"/>
          </p:nvPr>
        </p:nvSpPr>
        <p:spPr>
          <a:xfrm>
            <a:off x="1144550" y="2070950"/>
            <a:ext cx="3174000" cy="189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3">
  <p:cSld name="TITLE_AND_BODY_1_1_1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Google Shape;272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3" name="Google Shape;273;p22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274" name="Google Shape;274;p22"/>
            <p:cNvSpPr/>
            <p:nvPr/>
          </p:nvSpPr>
          <p:spPr>
            <a:xfrm>
              <a:off x="246225" y="895325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22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22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22"/>
            <p:cNvSpPr/>
            <p:nvPr/>
          </p:nvSpPr>
          <p:spPr>
            <a:xfrm>
              <a:off x="469300" y="1108400"/>
              <a:ext cx="6669850" cy="3485050"/>
            </a:xfrm>
            <a:custGeom>
              <a:rect b="b" l="l" r="r" t="t"/>
              <a:pathLst>
                <a:path extrusionOk="0" fill="none" h="139402" w="266794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22"/>
            <p:cNvSpPr/>
            <p:nvPr/>
          </p:nvSpPr>
          <p:spPr>
            <a:xfrm>
              <a:off x="299025" y="955950"/>
              <a:ext cx="7010700" cy="3789950"/>
            </a:xfrm>
            <a:custGeom>
              <a:rect b="b" l="l" r="r" t="t"/>
              <a:pathLst>
                <a:path extrusionOk="0" fill="none" h="151598" w="280428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22"/>
            <p:cNvSpPr/>
            <p:nvPr/>
          </p:nvSpPr>
          <p:spPr>
            <a:xfrm>
              <a:off x="7234100" y="895325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22"/>
            <p:cNvSpPr/>
            <p:nvPr/>
          </p:nvSpPr>
          <p:spPr>
            <a:xfrm>
              <a:off x="246225" y="4678400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22"/>
            <p:cNvSpPr/>
            <p:nvPr/>
          </p:nvSpPr>
          <p:spPr>
            <a:xfrm>
              <a:off x="7234100" y="4678400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2" name="Google Shape;282;p22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283" name="Google Shape;283;p22"/>
          <p:cNvSpPr txBox="1"/>
          <p:nvPr>
            <p:ph idx="1" type="body"/>
          </p:nvPr>
        </p:nvSpPr>
        <p:spPr>
          <a:xfrm>
            <a:off x="1077138" y="2757175"/>
            <a:ext cx="3243600" cy="16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284" name="Google Shape;284;p22"/>
          <p:cNvSpPr txBox="1"/>
          <p:nvPr>
            <p:ph idx="2" type="body"/>
          </p:nvPr>
        </p:nvSpPr>
        <p:spPr>
          <a:xfrm>
            <a:off x="4823266" y="2757175"/>
            <a:ext cx="3243600" cy="16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285" name="Google Shape;285;p22"/>
          <p:cNvSpPr txBox="1"/>
          <p:nvPr>
            <p:ph idx="3" type="subTitle"/>
          </p:nvPr>
        </p:nvSpPr>
        <p:spPr>
          <a:xfrm>
            <a:off x="1077112" y="2198275"/>
            <a:ext cx="32436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1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286" name="Google Shape;286;p22"/>
          <p:cNvSpPr txBox="1"/>
          <p:nvPr>
            <p:ph idx="4" type="subTitle"/>
          </p:nvPr>
        </p:nvSpPr>
        <p:spPr>
          <a:xfrm>
            <a:off x="4823276" y="2198275"/>
            <a:ext cx="32436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1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Google Shape;288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9" name="Google Shape;289;p23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290" name="Google Shape;290;p23"/>
            <p:cNvSpPr/>
            <p:nvPr/>
          </p:nvSpPr>
          <p:spPr>
            <a:xfrm>
              <a:off x="246225" y="895325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23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23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23"/>
            <p:cNvSpPr/>
            <p:nvPr/>
          </p:nvSpPr>
          <p:spPr>
            <a:xfrm>
              <a:off x="469300" y="1108400"/>
              <a:ext cx="6669850" cy="3485050"/>
            </a:xfrm>
            <a:custGeom>
              <a:rect b="b" l="l" r="r" t="t"/>
              <a:pathLst>
                <a:path extrusionOk="0" fill="none" h="139402" w="266794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23"/>
            <p:cNvSpPr/>
            <p:nvPr/>
          </p:nvSpPr>
          <p:spPr>
            <a:xfrm>
              <a:off x="299025" y="955950"/>
              <a:ext cx="7010700" cy="3789950"/>
            </a:xfrm>
            <a:custGeom>
              <a:rect b="b" l="l" r="r" t="t"/>
              <a:pathLst>
                <a:path extrusionOk="0" fill="none" h="151598" w="280428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23"/>
            <p:cNvSpPr/>
            <p:nvPr/>
          </p:nvSpPr>
          <p:spPr>
            <a:xfrm>
              <a:off x="7234100" y="895325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23"/>
            <p:cNvSpPr/>
            <p:nvPr/>
          </p:nvSpPr>
          <p:spPr>
            <a:xfrm>
              <a:off x="246225" y="4678400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23"/>
            <p:cNvSpPr/>
            <p:nvPr/>
          </p:nvSpPr>
          <p:spPr>
            <a:xfrm>
              <a:off x="7234100" y="4678400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8" name="Google Shape;298;p23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299" name="Google Shape;299;p23"/>
          <p:cNvSpPr txBox="1"/>
          <p:nvPr>
            <p:ph idx="1" type="subTitle"/>
          </p:nvPr>
        </p:nvSpPr>
        <p:spPr>
          <a:xfrm>
            <a:off x="937625" y="3117025"/>
            <a:ext cx="2175300" cy="96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0" name="Google Shape;300;p23"/>
          <p:cNvSpPr txBox="1"/>
          <p:nvPr>
            <p:ph idx="2" type="subTitle"/>
          </p:nvPr>
        </p:nvSpPr>
        <p:spPr>
          <a:xfrm>
            <a:off x="3484347" y="3117025"/>
            <a:ext cx="2175300" cy="96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1" name="Google Shape;301;p23"/>
          <p:cNvSpPr txBox="1"/>
          <p:nvPr>
            <p:ph idx="3" type="subTitle"/>
          </p:nvPr>
        </p:nvSpPr>
        <p:spPr>
          <a:xfrm>
            <a:off x="6031075" y="3117025"/>
            <a:ext cx="2175300" cy="96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2" name="Google Shape;302;p23"/>
          <p:cNvSpPr txBox="1"/>
          <p:nvPr>
            <p:ph idx="4" type="subTitle"/>
          </p:nvPr>
        </p:nvSpPr>
        <p:spPr>
          <a:xfrm>
            <a:off x="937625" y="2669922"/>
            <a:ext cx="2175300" cy="44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1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303" name="Google Shape;303;p23"/>
          <p:cNvSpPr txBox="1"/>
          <p:nvPr>
            <p:ph idx="5" type="subTitle"/>
          </p:nvPr>
        </p:nvSpPr>
        <p:spPr>
          <a:xfrm>
            <a:off x="3484350" y="2669922"/>
            <a:ext cx="2175300" cy="44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1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304" name="Google Shape;304;p23"/>
          <p:cNvSpPr txBox="1"/>
          <p:nvPr>
            <p:ph idx="6" type="subTitle"/>
          </p:nvPr>
        </p:nvSpPr>
        <p:spPr>
          <a:xfrm>
            <a:off x="6031075" y="2669922"/>
            <a:ext cx="2175300" cy="44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1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7" name="Google Shape;307;p24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308" name="Google Shape;308;p24"/>
            <p:cNvSpPr/>
            <p:nvPr/>
          </p:nvSpPr>
          <p:spPr>
            <a:xfrm>
              <a:off x="246225" y="895325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24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24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24"/>
            <p:cNvSpPr/>
            <p:nvPr/>
          </p:nvSpPr>
          <p:spPr>
            <a:xfrm>
              <a:off x="469300" y="1108400"/>
              <a:ext cx="6669850" cy="3485050"/>
            </a:xfrm>
            <a:custGeom>
              <a:rect b="b" l="l" r="r" t="t"/>
              <a:pathLst>
                <a:path extrusionOk="0" fill="none" h="139402" w="266794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24"/>
            <p:cNvSpPr/>
            <p:nvPr/>
          </p:nvSpPr>
          <p:spPr>
            <a:xfrm>
              <a:off x="299025" y="955950"/>
              <a:ext cx="7010700" cy="3789950"/>
            </a:xfrm>
            <a:custGeom>
              <a:rect b="b" l="l" r="r" t="t"/>
              <a:pathLst>
                <a:path extrusionOk="0" fill="none" h="151598" w="280428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24"/>
            <p:cNvSpPr/>
            <p:nvPr/>
          </p:nvSpPr>
          <p:spPr>
            <a:xfrm>
              <a:off x="7234100" y="895325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24"/>
            <p:cNvSpPr/>
            <p:nvPr/>
          </p:nvSpPr>
          <p:spPr>
            <a:xfrm>
              <a:off x="246225" y="4678400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24"/>
            <p:cNvSpPr/>
            <p:nvPr/>
          </p:nvSpPr>
          <p:spPr>
            <a:xfrm>
              <a:off x="7234100" y="4678400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6" name="Google Shape;316;p24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317" name="Google Shape;317;p24"/>
          <p:cNvSpPr txBox="1"/>
          <p:nvPr>
            <p:ph idx="1" type="subTitle"/>
          </p:nvPr>
        </p:nvSpPr>
        <p:spPr>
          <a:xfrm>
            <a:off x="2110300" y="1983750"/>
            <a:ext cx="1978200" cy="58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8" name="Google Shape;318;p24"/>
          <p:cNvSpPr txBox="1"/>
          <p:nvPr>
            <p:ph idx="2" type="subTitle"/>
          </p:nvPr>
        </p:nvSpPr>
        <p:spPr>
          <a:xfrm>
            <a:off x="5055497" y="1983750"/>
            <a:ext cx="1978200" cy="58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9" name="Google Shape;319;p24"/>
          <p:cNvSpPr txBox="1"/>
          <p:nvPr>
            <p:ph idx="3" type="subTitle"/>
          </p:nvPr>
        </p:nvSpPr>
        <p:spPr>
          <a:xfrm>
            <a:off x="2110300" y="3424519"/>
            <a:ext cx="1978200" cy="58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0" name="Google Shape;320;p24"/>
          <p:cNvSpPr txBox="1"/>
          <p:nvPr>
            <p:ph idx="4" type="subTitle"/>
          </p:nvPr>
        </p:nvSpPr>
        <p:spPr>
          <a:xfrm>
            <a:off x="5055497" y="3424519"/>
            <a:ext cx="1978200" cy="58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1" name="Google Shape;321;p24"/>
          <p:cNvSpPr txBox="1"/>
          <p:nvPr>
            <p:ph idx="5" type="subTitle"/>
          </p:nvPr>
        </p:nvSpPr>
        <p:spPr>
          <a:xfrm>
            <a:off x="2110300" y="1616550"/>
            <a:ext cx="1978200" cy="44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1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322" name="Google Shape;322;p24"/>
          <p:cNvSpPr txBox="1"/>
          <p:nvPr>
            <p:ph idx="6" type="subTitle"/>
          </p:nvPr>
        </p:nvSpPr>
        <p:spPr>
          <a:xfrm>
            <a:off x="2110300" y="3057405"/>
            <a:ext cx="1978200" cy="44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1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323" name="Google Shape;323;p24"/>
          <p:cNvSpPr txBox="1"/>
          <p:nvPr>
            <p:ph idx="7" type="subTitle"/>
          </p:nvPr>
        </p:nvSpPr>
        <p:spPr>
          <a:xfrm>
            <a:off x="5055493" y="1616550"/>
            <a:ext cx="1978200" cy="44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1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324" name="Google Shape;324;p24"/>
          <p:cNvSpPr txBox="1"/>
          <p:nvPr>
            <p:ph idx="8" type="subTitle"/>
          </p:nvPr>
        </p:nvSpPr>
        <p:spPr>
          <a:xfrm>
            <a:off x="5055493" y="3057405"/>
            <a:ext cx="1978200" cy="44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1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6" name="Google Shape;326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7" name="Google Shape;327;p25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328" name="Google Shape;328;p25"/>
            <p:cNvSpPr/>
            <p:nvPr/>
          </p:nvSpPr>
          <p:spPr>
            <a:xfrm>
              <a:off x="246225" y="895325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25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25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25"/>
            <p:cNvSpPr/>
            <p:nvPr/>
          </p:nvSpPr>
          <p:spPr>
            <a:xfrm>
              <a:off x="469300" y="1108400"/>
              <a:ext cx="6669850" cy="3485050"/>
            </a:xfrm>
            <a:custGeom>
              <a:rect b="b" l="l" r="r" t="t"/>
              <a:pathLst>
                <a:path extrusionOk="0" fill="none" h="139402" w="266794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25"/>
            <p:cNvSpPr/>
            <p:nvPr/>
          </p:nvSpPr>
          <p:spPr>
            <a:xfrm>
              <a:off x="299025" y="955950"/>
              <a:ext cx="7010700" cy="3789950"/>
            </a:xfrm>
            <a:custGeom>
              <a:rect b="b" l="l" r="r" t="t"/>
              <a:pathLst>
                <a:path extrusionOk="0" fill="none" h="151598" w="280428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25"/>
            <p:cNvSpPr/>
            <p:nvPr/>
          </p:nvSpPr>
          <p:spPr>
            <a:xfrm>
              <a:off x="7234100" y="895325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25"/>
            <p:cNvSpPr/>
            <p:nvPr/>
          </p:nvSpPr>
          <p:spPr>
            <a:xfrm>
              <a:off x="246225" y="4678400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25"/>
            <p:cNvSpPr/>
            <p:nvPr/>
          </p:nvSpPr>
          <p:spPr>
            <a:xfrm>
              <a:off x="7234100" y="4678400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6" name="Google Shape;336;p25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337" name="Google Shape;337;p25"/>
          <p:cNvSpPr txBox="1"/>
          <p:nvPr>
            <p:ph idx="1" type="subTitle"/>
          </p:nvPr>
        </p:nvSpPr>
        <p:spPr>
          <a:xfrm>
            <a:off x="1109152" y="2175450"/>
            <a:ext cx="19860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8" name="Google Shape;338;p25"/>
          <p:cNvSpPr txBox="1"/>
          <p:nvPr>
            <p:ph idx="2" type="subTitle"/>
          </p:nvPr>
        </p:nvSpPr>
        <p:spPr>
          <a:xfrm>
            <a:off x="3579000" y="2175450"/>
            <a:ext cx="19860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9" name="Google Shape;339;p25"/>
          <p:cNvSpPr txBox="1"/>
          <p:nvPr>
            <p:ph idx="3" type="subTitle"/>
          </p:nvPr>
        </p:nvSpPr>
        <p:spPr>
          <a:xfrm>
            <a:off x="1109152" y="3892400"/>
            <a:ext cx="19860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0" name="Google Shape;340;p25"/>
          <p:cNvSpPr txBox="1"/>
          <p:nvPr>
            <p:ph idx="4" type="subTitle"/>
          </p:nvPr>
        </p:nvSpPr>
        <p:spPr>
          <a:xfrm>
            <a:off x="3579000" y="3892400"/>
            <a:ext cx="19860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1" name="Google Shape;341;p25"/>
          <p:cNvSpPr txBox="1"/>
          <p:nvPr>
            <p:ph idx="5" type="subTitle"/>
          </p:nvPr>
        </p:nvSpPr>
        <p:spPr>
          <a:xfrm>
            <a:off x="6048848" y="2175450"/>
            <a:ext cx="19860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2" name="Google Shape;342;p25"/>
          <p:cNvSpPr txBox="1"/>
          <p:nvPr>
            <p:ph idx="6" type="subTitle"/>
          </p:nvPr>
        </p:nvSpPr>
        <p:spPr>
          <a:xfrm>
            <a:off x="6048848" y="3892400"/>
            <a:ext cx="19860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3" name="Google Shape;343;p25"/>
          <p:cNvSpPr txBox="1"/>
          <p:nvPr>
            <p:ph idx="7" type="subTitle"/>
          </p:nvPr>
        </p:nvSpPr>
        <p:spPr>
          <a:xfrm>
            <a:off x="1113052" y="1835249"/>
            <a:ext cx="1978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1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344" name="Google Shape;344;p25"/>
          <p:cNvSpPr txBox="1"/>
          <p:nvPr>
            <p:ph idx="8" type="subTitle"/>
          </p:nvPr>
        </p:nvSpPr>
        <p:spPr>
          <a:xfrm>
            <a:off x="3582900" y="1835249"/>
            <a:ext cx="1978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1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345" name="Google Shape;345;p25"/>
          <p:cNvSpPr txBox="1"/>
          <p:nvPr>
            <p:ph idx="9" type="subTitle"/>
          </p:nvPr>
        </p:nvSpPr>
        <p:spPr>
          <a:xfrm>
            <a:off x="6052748" y="1835249"/>
            <a:ext cx="1978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1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346" name="Google Shape;346;p25"/>
          <p:cNvSpPr txBox="1"/>
          <p:nvPr>
            <p:ph idx="13" type="subTitle"/>
          </p:nvPr>
        </p:nvSpPr>
        <p:spPr>
          <a:xfrm>
            <a:off x="1113052" y="3552175"/>
            <a:ext cx="1978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1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347" name="Google Shape;347;p25"/>
          <p:cNvSpPr txBox="1"/>
          <p:nvPr>
            <p:ph idx="14" type="subTitle"/>
          </p:nvPr>
        </p:nvSpPr>
        <p:spPr>
          <a:xfrm>
            <a:off x="3582900" y="3552175"/>
            <a:ext cx="1978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1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348" name="Google Shape;348;p25"/>
          <p:cNvSpPr txBox="1"/>
          <p:nvPr>
            <p:ph idx="15" type="subTitle"/>
          </p:nvPr>
        </p:nvSpPr>
        <p:spPr>
          <a:xfrm>
            <a:off x="6052748" y="3552175"/>
            <a:ext cx="1978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1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0" name="Google Shape;350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1" name="Google Shape;351;p26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352" name="Google Shape;352;p26"/>
            <p:cNvSpPr/>
            <p:nvPr/>
          </p:nvSpPr>
          <p:spPr>
            <a:xfrm>
              <a:off x="246225" y="895325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26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26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26"/>
            <p:cNvSpPr/>
            <p:nvPr/>
          </p:nvSpPr>
          <p:spPr>
            <a:xfrm>
              <a:off x="469300" y="1108400"/>
              <a:ext cx="6669850" cy="3485050"/>
            </a:xfrm>
            <a:custGeom>
              <a:rect b="b" l="l" r="r" t="t"/>
              <a:pathLst>
                <a:path extrusionOk="0" fill="none" h="139402" w="266794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26"/>
            <p:cNvSpPr/>
            <p:nvPr/>
          </p:nvSpPr>
          <p:spPr>
            <a:xfrm>
              <a:off x="299025" y="955950"/>
              <a:ext cx="7010700" cy="3789950"/>
            </a:xfrm>
            <a:custGeom>
              <a:rect b="b" l="l" r="r" t="t"/>
              <a:pathLst>
                <a:path extrusionOk="0" fill="none" h="151598" w="280428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26"/>
            <p:cNvSpPr/>
            <p:nvPr/>
          </p:nvSpPr>
          <p:spPr>
            <a:xfrm>
              <a:off x="7234100" y="895325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26"/>
            <p:cNvSpPr/>
            <p:nvPr/>
          </p:nvSpPr>
          <p:spPr>
            <a:xfrm>
              <a:off x="246225" y="4678400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26"/>
            <p:cNvSpPr/>
            <p:nvPr/>
          </p:nvSpPr>
          <p:spPr>
            <a:xfrm>
              <a:off x="7234100" y="4678400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0" name="Google Shape;360;p26"/>
          <p:cNvSpPr txBox="1"/>
          <p:nvPr>
            <p:ph hasCustomPrompt="1" type="title"/>
          </p:nvPr>
        </p:nvSpPr>
        <p:spPr>
          <a:xfrm>
            <a:off x="2223600" y="638357"/>
            <a:ext cx="46968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61" name="Google Shape;361;p26"/>
          <p:cNvSpPr txBox="1"/>
          <p:nvPr>
            <p:ph idx="1" type="subTitle"/>
          </p:nvPr>
        </p:nvSpPr>
        <p:spPr>
          <a:xfrm>
            <a:off x="2223600" y="1327276"/>
            <a:ext cx="4696800" cy="38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62" name="Google Shape;362;p26"/>
          <p:cNvSpPr txBox="1"/>
          <p:nvPr>
            <p:ph hasCustomPrompt="1" idx="2" type="title"/>
          </p:nvPr>
        </p:nvSpPr>
        <p:spPr>
          <a:xfrm>
            <a:off x="2223600" y="1990612"/>
            <a:ext cx="46968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63" name="Google Shape;363;p26"/>
          <p:cNvSpPr txBox="1"/>
          <p:nvPr>
            <p:ph idx="3" type="subTitle"/>
          </p:nvPr>
        </p:nvSpPr>
        <p:spPr>
          <a:xfrm>
            <a:off x="2223600" y="2679528"/>
            <a:ext cx="4696800" cy="38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64" name="Google Shape;364;p26"/>
          <p:cNvSpPr txBox="1"/>
          <p:nvPr>
            <p:ph hasCustomPrompt="1" idx="4" type="title"/>
          </p:nvPr>
        </p:nvSpPr>
        <p:spPr>
          <a:xfrm>
            <a:off x="2223600" y="3342868"/>
            <a:ext cx="46968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65" name="Google Shape;365;p26"/>
          <p:cNvSpPr txBox="1"/>
          <p:nvPr>
            <p:ph idx="5" type="subTitle"/>
          </p:nvPr>
        </p:nvSpPr>
        <p:spPr>
          <a:xfrm>
            <a:off x="2223600" y="4031797"/>
            <a:ext cx="4696800" cy="38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8_1"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7" name="Google Shape;367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8" name="Google Shape;368;p27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369" name="Google Shape;369;p27"/>
            <p:cNvSpPr/>
            <p:nvPr/>
          </p:nvSpPr>
          <p:spPr>
            <a:xfrm>
              <a:off x="246225" y="895325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27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27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27"/>
            <p:cNvSpPr/>
            <p:nvPr/>
          </p:nvSpPr>
          <p:spPr>
            <a:xfrm>
              <a:off x="469300" y="1108400"/>
              <a:ext cx="6669850" cy="3485050"/>
            </a:xfrm>
            <a:custGeom>
              <a:rect b="b" l="l" r="r" t="t"/>
              <a:pathLst>
                <a:path extrusionOk="0" fill="none" h="139402" w="266794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27"/>
            <p:cNvSpPr/>
            <p:nvPr/>
          </p:nvSpPr>
          <p:spPr>
            <a:xfrm>
              <a:off x="299025" y="955950"/>
              <a:ext cx="7010700" cy="3789950"/>
            </a:xfrm>
            <a:custGeom>
              <a:rect b="b" l="l" r="r" t="t"/>
              <a:pathLst>
                <a:path extrusionOk="0" fill="none" h="151598" w="280428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27"/>
            <p:cNvSpPr/>
            <p:nvPr/>
          </p:nvSpPr>
          <p:spPr>
            <a:xfrm>
              <a:off x="7234100" y="895325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27"/>
            <p:cNvSpPr/>
            <p:nvPr/>
          </p:nvSpPr>
          <p:spPr>
            <a:xfrm>
              <a:off x="246225" y="4678400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27"/>
            <p:cNvSpPr/>
            <p:nvPr/>
          </p:nvSpPr>
          <p:spPr>
            <a:xfrm>
              <a:off x="7234100" y="4678400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7" name="Google Shape;377;p27"/>
          <p:cNvSpPr txBox="1"/>
          <p:nvPr>
            <p:ph hasCustomPrompt="1" type="title"/>
          </p:nvPr>
        </p:nvSpPr>
        <p:spPr>
          <a:xfrm>
            <a:off x="1216350" y="1339675"/>
            <a:ext cx="1398900" cy="406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78" name="Google Shape;378;p27"/>
          <p:cNvSpPr txBox="1"/>
          <p:nvPr>
            <p:ph idx="1" type="subTitle"/>
          </p:nvPr>
        </p:nvSpPr>
        <p:spPr>
          <a:xfrm>
            <a:off x="720000" y="3645875"/>
            <a:ext cx="2391600" cy="8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79" name="Google Shape;379;p27"/>
          <p:cNvSpPr txBox="1"/>
          <p:nvPr>
            <p:ph idx="2" type="subTitle"/>
          </p:nvPr>
        </p:nvSpPr>
        <p:spPr>
          <a:xfrm>
            <a:off x="720000" y="3225050"/>
            <a:ext cx="23916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b="1" sz="1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b="1" sz="24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b="1" sz="24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b="1" sz="24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b="1" sz="24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b="1" sz="24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b="1" sz="24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b="1" sz="24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b="1" sz="24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380" name="Google Shape;380;p27"/>
          <p:cNvSpPr txBox="1"/>
          <p:nvPr>
            <p:ph hasCustomPrompt="1" idx="3" type="title"/>
          </p:nvPr>
        </p:nvSpPr>
        <p:spPr>
          <a:xfrm>
            <a:off x="3873100" y="1339675"/>
            <a:ext cx="1397700" cy="406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81" name="Google Shape;381;p27"/>
          <p:cNvSpPr txBox="1"/>
          <p:nvPr>
            <p:ph idx="4" type="subTitle"/>
          </p:nvPr>
        </p:nvSpPr>
        <p:spPr>
          <a:xfrm>
            <a:off x="3376200" y="3645875"/>
            <a:ext cx="2391600" cy="8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82" name="Google Shape;382;p27"/>
          <p:cNvSpPr txBox="1"/>
          <p:nvPr>
            <p:ph idx="5" type="subTitle"/>
          </p:nvPr>
        </p:nvSpPr>
        <p:spPr>
          <a:xfrm>
            <a:off x="3376200" y="3225050"/>
            <a:ext cx="23916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b="1" sz="1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b="1" sz="24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b="1" sz="24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b="1" sz="24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b="1" sz="24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b="1" sz="24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b="1" sz="24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b="1" sz="24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b="1" sz="24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383" name="Google Shape;383;p27"/>
          <p:cNvSpPr txBox="1"/>
          <p:nvPr>
            <p:ph hasCustomPrompt="1" idx="6" type="title"/>
          </p:nvPr>
        </p:nvSpPr>
        <p:spPr>
          <a:xfrm>
            <a:off x="6528650" y="1339675"/>
            <a:ext cx="1397700" cy="406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84" name="Google Shape;384;p27"/>
          <p:cNvSpPr txBox="1"/>
          <p:nvPr>
            <p:ph idx="7" type="subTitle"/>
          </p:nvPr>
        </p:nvSpPr>
        <p:spPr>
          <a:xfrm>
            <a:off x="6032300" y="3645875"/>
            <a:ext cx="2391600" cy="8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85" name="Google Shape;385;p27"/>
          <p:cNvSpPr txBox="1"/>
          <p:nvPr>
            <p:ph idx="8" type="subTitle"/>
          </p:nvPr>
        </p:nvSpPr>
        <p:spPr>
          <a:xfrm>
            <a:off x="6032300" y="3225050"/>
            <a:ext cx="23916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b="1" sz="1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b="1" sz="24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b="1" sz="24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b="1" sz="24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b="1" sz="24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b="1" sz="24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b="1" sz="24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b="1" sz="24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b="1" sz="24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386" name="Google Shape;386;p27"/>
          <p:cNvSpPr txBox="1"/>
          <p:nvPr>
            <p:ph idx="9"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8" name="Google Shape;388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9" name="Google Shape;389;p28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390" name="Google Shape;390;p28"/>
            <p:cNvSpPr/>
            <p:nvPr/>
          </p:nvSpPr>
          <p:spPr>
            <a:xfrm>
              <a:off x="246225" y="895325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28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28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28"/>
            <p:cNvSpPr/>
            <p:nvPr/>
          </p:nvSpPr>
          <p:spPr>
            <a:xfrm>
              <a:off x="469300" y="1108400"/>
              <a:ext cx="6669850" cy="3485050"/>
            </a:xfrm>
            <a:custGeom>
              <a:rect b="b" l="l" r="r" t="t"/>
              <a:pathLst>
                <a:path extrusionOk="0" fill="none" h="139402" w="266794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28"/>
            <p:cNvSpPr/>
            <p:nvPr/>
          </p:nvSpPr>
          <p:spPr>
            <a:xfrm>
              <a:off x="299025" y="955950"/>
              <a:ext cx="7010700" cy="3789950"/>
            </a:xfrm>
            <a:custGeom>
              <a:rect b="b" l="l" r="r" t="t"/>
              <a:pathLst>
                <a:path extrusionOk="0" fill="none" h="151598" w="280428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28"/>
            <p:cNvSpPr/>
            <p:nvPr/>
          </p:nvSpPr>
          <p:spPr>
            <a:xfrm>
              <a:off x="7234100" y="895325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28"/>
            <p:cNvSpPr/>
            <p:nvPr/>
          </p:nvSpPr>
          <p:spPr>
            <a:xfrm>
              <a:off x="246225" y="4678400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28"/>
            <p:cNvSpPr/>
            <p:nvPr/>
          </p:nvSpPr>
          <p:spPr>
            <a:xfrm>
              <a:off x="7234100" y="4678400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8" name="Google Shape;398;p28"/>
          <p:cNvSpPr txBox="1"/>
          <p:nvPr>
            <p:ph type="title"/>
          </p:nvPr>
        </p:nvSpPr>
        <p:spPr>
          <a:xfrm>
            <a:off x="2347938" y="677525"/>
            <a:ext cx="44481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399" name="Google Shape;399;p28"/>
          <p:cNvSpPr txBox="1"/>
          <p:nvPr>
            <p:ph idx="1" type="subTitle"/>
          </p:nvPr>
        </p:nvSpPr>
        <p:spPr>
          <a:xfrm>
            <a:off x="2347900" y="1765250"/>
            <a:ext cx="4448100" cy="105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0" name="Google Shape;400;p28"/>
          <p:cNvSpPr txBox="1"/>
          <p:nvPr/>
        </p:nvSpPr>
        <p:spPr>
          <a:xfrm>
            <a:off x="2405700" y="3611950"/>
            <a:ext cx="43326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CREDITS:</a:t>
            </a:r>
            <a:r>
              <a:rPr lang="en" sz="1000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 This presentation template was created by </a:t>
            </a:r>
            <a:r>
              <a:rPr b="1" lang="en" sz="1000" u="sng">
                <a:solidFill>
                  <a:schemeClr val="hlink"/>
                </a:solidFill>
                <a:latin typeface="Source Sans 3"/>
                <a:ea typeface="Source Sans 3"/>
                <a:cs typeface="Source Sans 3"/>
                <a:sym typeface="Source Sans 3"/>
                <a:hlinkClick r:id="rId3"/>
              </a:rPr>
              <a:t>Slidesgo</a:t>
            </a:r>
            <a:r>
              <a:rPr lang="en" sz="1000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, and includes icons by </a:t>
            </a:r>
            <a:r>
              <a:rPr b="1" lang="en" sz="1000" u="sng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, and infographics &amp; images by </a:t>
            </a:r>
            <a:r>
              <a:rPr b="1" lang="en" sz="1000" u="sng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000" u="sng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endParaRPr b="1" sz="1000" u="sng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2" name="Google Shape;402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03" name="Google Shape;403;p29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404" name="Google Shape;404;p29"/>
            <p:cNvSpPr/>
            <p:nvPr/>
          </p:nvSpPr>
          <p:spPr>
            <a:xfrm>
              <a:off x="246225" y="895325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29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29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29"/>
            <p:cNvSpPr/>
            <p:nvPr/>
          </p:nvSpPr>
          <p:spPr>
            <a:xfrm>
              <a:off x="469300" y="1108400"/>
              <a:ext cx="6669850" cy="3485050"/>
            </a:xfrm>
            <a:custGeom>
              <a:rect b="b" l="l" r="r" t="t"/>
              <a:pathLst>
                <a:path extrusionOk="0" fill="none" h="139402" w="266794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29"/>
            <p:cNvSpPr/>
            <p:nvPr/>
          </p:nvSpPr>
          <p:spPr>
            <a:xfrm>
              <a:off x="299025" y="955950"/>
              <a:ext cx="7010700" cy="3789950"/>
            </a:xfrm>
            <a:custGeom>
              <a:rect b="b" l="l" r="r" t="t"/>
              <a:pathLst>
                <a:path extrusionOk="0" fill="none" h="151598" w="280428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29"/>
            <p:cNvSpPr/>
            <p:nvPr/>
          </p:nvSpPr>
          <p:spPr>
            <a:xfrm>
              <a:off x="7234100" y="895325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29"/>
            <p:cNvSpPr/>
            <p:nvPr/>
          </p:nvSpPr>
          <p:spPr>
            <a:xfrm>
              <a:off x="246225" y="4678400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29"/>
            <p:cNvSpPr/>
            <p:nvPr/>
          </p:nvSpPr>
          <p:spPr>
            <a:xfrm>
              <a:off x="7234100" y="4678400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12" name="Google Shape;412;p29"/>
          <p:cNvGrpSpPr/>
          <p:nvPr/>
        </p:nvGrpSpPr>
        <p:grpSpPr>
          <a:xfrm>
            <a:off x="565056" y="519563"/>
            <a:ext cx="8012737" cy="4104778"/>
            <a:chOff x="585525" y="1202450"/>
            <a:chExt cx="6436450" cy="3297275"/>
          </a:xfrm>
        </p:grpSpPr>
        <p:sp>
          <p:nvSpPr>
            <p:cNvPr id="413" name="Google Shape;413;p29"/>
            <p:cNvSpPr/>
            <p:nvPr/>
          </p:nvSpPr>
          <p:spPr>
            <a:xfrm>
              <a:off x="839525" y="1202450"/>
              <a:ext cx="551125" cy="190275"/>
            </a:xfrm>
            <a:custGeom>
              <a:rect b="b" l="l" r="r" t="t"/>
              <a:pathLst>
                <a:path extrusionOk="0" h="7611" w="22045">
                  <a:moveTo>
                    <a:pt x="21819" y="2949"/>
                  </a:moveTo>
                  <a:cubicBezTo>
                    <a:pt x="16996" y="7611"/>
                    <a:pt x="10597" y="0"/>
                    <a:pt x="4949" y="1300"/>
                  </a:cubicBezTo>
                  <a:cubicBezTo>
                    <a:pt x="1962" y="2000"/>
                    <a:pt x="0" y="4312"/>
                    <a:pt x="100" y="7373"/>
                  </a:cubicBezTo>
                  <a:cubicBezTo>
                    <a:pt x="113" y="7461"/>
                    <a:pt x="225" y="7461"/>
                    <a:pt x="238" y="7373"/>
                  </a:cubicBezTo>
                  <a:cubicBezTo>
                    <a:pt x="513" y="1100"/>
                    <a:pt x="7511" y="887"/>
                    <a:pt x="11872" y="2724"/>
                  </a:cubicBezTo>
                  <a:cubicBezTo>
                    <a:pt x="13597" y="3449"/>
                    <a:pt x="15309" y="4437"/>
                    <a:pt x="17208" y="4661"/>
                  </a:cubicBezTo>
                  <a:cubicBezTo>
                    <a:pt x="19108" y="4886"/>
                    <a:pt x="20620" y="4387"/>
                    <a:pt x="21957" y="3087"/>
                  </a:cubicBezTo>
                  <a:cubicBezTo>
                    <a:pt x="22044" y="2999"/>
                    <a:pt x="21919" y="2874"/>
                    <a:pt x="21832" y="294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29"/>
            <p:cNvSpPr/>
            <p:nvPr/>
          </p:nvSpPr>
          <p:spPr>
            <a:xfrm>
              <a:off x="844200" y="1369575"/>
              <a:ext cx="180925" cy="121575"/>
            </a:xfrm>
            <a:custGeom>
              <a:rect b="b" l="l" r="r" t="t"/>
              <a:pathLst>
                <a:path extrusionOk="0" h="4863" w="7237">
                  <a:moveTo>
                    <a:pt x="13" y="1688"/>
                  </a:moveTo>
                  <a:cubicBezTo>
                    <a:pt x="151" y="3700"/>
                    <a:pt x="2612" y="4862"/>
                    <a:pt x="4412" y="4325"/>
                  </a:cubicBezTo>
                  <a:cubicBezTo>
                    <a:pt x="5924" y="3875"/>
                    <a:pt x="7236" y="1338"/>
                    <a:pt x="5849" y="88"/>
                  </a:cubicBezTo>
                  <a:cubicBezTo>
                    <a:pt x="5774" y="1"/>
                    <a:pt x="5649" y="126"/>
                    <a:pt x="5737" y="201"/>
                  </a:cubicBezTo>
                  <a:cubicBezTo>
                    <a:pt x="7124" y="1725"/>
                    <a:pt x="5474" y="4025"/>
                    <a:pt x="3837" y="4225"/>
                  </a:cubicBezTo>
                  <a:cubicBezTo>
                    <a:pt x="2288" y="4425"/>
                    <a:pt x="326" y="3413"/>
                    <a:pt x="201" y="1688"/>
                  </a:cubicBezTo>
                  <a:cubicBezTo>
                    <a:pt x="201" y="1563"/>
                    <a:pt x="1" y="1563"/>
                    <a:pt x="13" y="16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29"/>
            <p:cNvSpPr/>
            <p:nvPr/>
          </p:nvSpPr>
          <p:spPr>
            <a:xfrm>
              <a:off x="898575" y="1348025"/>
              <a:ext cx="73125" cy="77200"/>
            </a:xfrm>
            <a:custGeom>
              <a:rect b="b" l="l" r="r" t="t"/>
              <a:pathLst>
                <a:path extrusionOk="0" h="3088" w="2925">
                  <a:moveTo>
                    <a:pt x="2849" y="488"/>
                  </a:moveTo>
                  <a:cubicBezTo>
                    <a:pt x="2025" y="1"/>
                    <a:pt x="800" y="351"/>
                    <a:pt x="387" y="1238"/>
                  </a:cubicBezTo>
                  <a:cubicBezTo>
                    <a:pt x="0" y="2063"/>
                    <a:pt x="612" y="2987"/>
                    <a:pt x="1487" y="3075"/>
                  </a:cubicBezTo>
                  <a:cubicBezTo>
                    <a:pt x="1600" y="3087"/>
                    <a:pt x="1625" y="2900"/>
                    <a:pt x="1512" y="2887"/>
                  </a:cubicBezTo>
                  <a:cubicBezTo>
                    <a:pt x="700" y="2737"/>
                    <a:pt x="200" y="1913"/>
                    <a:pt x="675" y="1163"/>
                  </a:cubicBezTo>
                  <a:cubicBezTo>
                    <a:pt x="1137" y="476"/>
                    <a:pt x="2037" y="251"/>
                    <a:pt x="2774" y="625"/>
                  </a:cubicBezTo>
                  <a:cubicBezTo>
                    <a:pt x="2862" y="663"/>
                    <a:pt x="2924" y="551"/>
                    <a:pt x="2849" y="4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29"/>
            <p:cNvSpPr/>
            <p:nvPr/>
          </p:nvSpPr>
          <p:spPr>
            <a:xfrm>
              <a:off x="944800" y="1418950"/>
              <a:ext cx="25" cy="325"/>
            </a:xfrm>
            <a:custGeom>
              <a:rect b="b" l="l" r="r" t="t"/>
              <a:pathLst>
                <a:path extrusionOk="0" h="13" w="1">
                  <a:moveTo>
                    <a:pt x="1" y="13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29"/>
            <p:cNvSpPr/>
            <p:nvPr/>
          </p:nvSpPr>
          <p:spPr>
            <a:xfrm>
              <a:off x="752350" y="1240875"/>
              <a:ext cx="206850" cy="104050"/>
            </a:xfrm>
            <a:custGeom>
              <a:rect b="b" l="l" r="r" t="t"/>
              <a:pathLst>
                <a:path extrusionOk="0" h="4162" w="8274">
                  <a:moveTo>
                    <a:pt x="8123" y="25"/>
                  </a:moveTo>
                  <a:cubicBezTo>
                    <a:pt x="6999" y="263"/>
                    <a:pt x="5937" y="725"/>
                    <a:pt x="4987" y="1375"/>
                  </a:cubicBezTo>
                  <a:cubicBezTo>
                    <a:pt x="3537" y="2387"/>
                    <a:pt x="2063" y="4162"/>
                    <a:pt x="176" y="2875"/>
                  </a:cubicBezTo>
                  <a:cubicBezTo>
                    <a:pt x="101" y="2825"/>
                    <a:pt x="1" y="2950"/>
                    <a:pt x="76" y="3012"/>
                  </a:cubicBezTo>
                  <a:cubicBezTo>
                    <a:pt x="825" y="3699"/>
                    <a:pt x="1775" y="3699"/>
                    <a:pt x="2700" y="3299"/>
                  </a:cubicBezTo>
                  <a:cubicBezTo>
                    <a:pt x="3375" y="2999"/>
                    <a:pt x="3912" y="2475"/>
                    <a:pt x="4474" y="2025"/>
                  </a:cubicBezTo>
                  <a:cubicBezTo>
                    <a:pt x="5549" y="1137"/>
                    <a:pt x="6811" y="500"/>
                    <a:pt x="8173" y="175"/>
                  </a:cubicBezTo>
                  <a:cubicBezTo>
                    <a:pt x="8273" y="150"/>
                    <a:pt x="8223" y="0"/>
                    <a:pt x="8123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29"/>
            <p:cNvSpPr/>
            <p:nvPr/>
          </p:nvSpPr>
          <p:spPr>
            <a:xfrm>
              <a:off x="1012600" y="1245875"/>
              <a:ext cx="88750" cy="80000"/>
            </a:xfrm>
            <a:custGeom>
              <a:rect b="b" l="l" r="r" t="t"/>
              <a:pathLst>
                <a:path extrusionOk="0" h="3200" w="3550">
                  <a:moveTo>
                    <a:pt x="3437" y="313"/>
                  </a:moveTo>
                  <a:cubicBezTo>
                    <a:pt x="2562" y="113"/>
                    <a:pt x="1700" y="0"/>
                    <a:pt x="900" y="488"/>
                  </a:cubicBezTo>
                  <a:cubicBezTo>
                    <a:pt x="363" y="813"/>
                    <a:pt x="0" y="1325"/>
                    <a:pt x="100" y="1975"/>
                  </a:cubicBezTo>
                  <a:cubicBezTo>
                    <a:pt x="200" y="2587"/>
                    <a:pt x="700" y="3062"/>
                    <a:pt x="1325" y="3137"/>
                  </a:cubicBezTo>
                  <a:cubicBezTo>
                    <a:pt x="1787" y="3187"/>
                    <a:pt x="2462" y="3024"/>
                    <a:pt x="2512" y="2475"/>
                  </a:cubicBezTo>
                  <a:cubicBezTo>
                    <a:pt x="2525" y="2387"/>
                    <a:pt x="2400" y="2387"/>
                    <a:pt x="2387" y="2475"/>
                  </a:cubicBezTo>
                  <a:cubicBezTo>
                    <a:pt x="2312" y="3199"/>
                    <a:pt x="1100" y="2937"/>
                    <a:pt x="788" y="2712"/>
                  </a:cubicBezTo>
                  <a:cubicBezTo>
                    <a:pt x="300" y="2362"/>
                    <a:pt x="150" y="1700"/>
                    <a:pt x="450" y="1175"/>
                  </a:cubicBezTo>
                  <a:cubicBezTo>
                    <a:pt x="1063" y="163"/>
                    <a:pt x="2412" y="263"/>
                    <a:pt x="3387" y="488"/>
                  </a:cubicBezTo>
                  <a:cubicBezTo>
                    <a:pt x="3499" y="513"/>
                    <a:pt x="3549" y="338"/>
                    <a:pt x="3437" y="3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29"/>
            <p:cNvSpPr/>
            <p:nvPr/>
          </p:nvSpPr>
          <p:spPr>
            <a:xfrm>
              <a:off x="1123500" y="1272100"/>
              <a:ext cx="33450" cy="43775"/>
            </a:xfrm>
            <a:custGeom>
              <a:rect b="b" l="l" r="r" t="t"/>
              <a:pathLst>
                <a:path extrusionOk="0" h="1751" w="1338">
                  <a:moveTo>
                    <a:pt x="1238" y="188"/>
                  </a:moveTo>
                  <a:cubicBezTo>
                    <a:pt x="688" y="1"/>
                    <a:pt x="1" y="326"/>
                    <a:pt x="76" y="976"/>
                  </a:cubicBezTo>
                  <a:cubicBezTo>
                    <a:pt x="126" y="1413"/>
                    <a:pt x="825" y="1750"/>
                    <a:pt x="1088" y="1326"/>
                  </a:cubicBezTo>
                  <a:cubicBezTo>
                    <a:pt x="1163" y="1213"/>
                    <a:pt x="975" y="1101"/>
                    <a:pt x="900" y="1213"/>
                  </a:cubicBezTo>
                  <a:cubicBezTo>
                    <a:pt x="788" y="1288"/>
                    <a:pt x="651" y="1301"/>
                    <a:pt x="538" y="1263"/>
                  </a:cubicBezTo>
                  <a:cubicBezTo>
                    <a:pt x="263" y="1026"/>
                    <a:pt x="213" y="813"/>
                    <a:pt x="388" y="613"/>
                  </a:cubicBezTo>
                  <a:cubicBezTo>
                    <a:pt x="551" y="301"/>
                    <a:pt x="888" y="263"/>
                    <a:pt x="1188" y="351"/>
                  </a:cubicBezTo>
                  <a:cubicBezTo>
                    <a:pt x="1288" y="376"/>
                    <a:pt x="1338" y="226"/>
                    <a:pt x="1238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29"/>
            <p:cNvSpPr/>
            <p:nvPr/>
          </p:nvSpPr>
          <p:spPr>
            <a:xfrm>
              <a:off x="732975" y="1292100"/>
              <a:ext cx="31900" cy="31900"/>
            </a:xfrm>
            <a:custGeom>
              <a:rect b="b" l="l" r="r" t="t"/>
              <a:pathLst>
                <a:path extrusionOk="0" h="1276" w="1276">
                  <a:moveTo>
                    <a:pt x="951" y="925"/>
                  </a:moveTo>
                  <a:cubicBezTo>
                    <a:pt x="1275" y="563"/>
                    <a:pt x="826" y="1"/>
                    <a:pt x="413" y="326"/>
                  </a:cubicBezTo>
                  <a:cubicBezTo>
                    <a:pt x="1" y="651"/>
                    <a:pt x="476" y="1275"/>
                    <a:pt x="888" y="975"/>
                  </a:cubicBezTo>
                  <a:cubicBezTo>
                    <a:pt x="963" y="925"/>
                    <a:pt x="913" y="813"/>
                    <a:pt x="826" y="826"/>
                  </a:cubicBezTo>
                  <a:lnTo>
                    <a:pt x="826" y="826"/>
                  </a:lnTo>
                  <a:cubicBezTo>
                    <a:pt x="788" y="901"/>
                    <a:pt x="888" y="1000"/>
                    <a:pt x="951" y="9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29"/>
            <p:cNvSpPr/>
            <p:nvPr/>
          </p:nvSpPr>
          <p:spPr>
            <a:xfrm>
              <a:off x="809225" y="1274925"/>
              <a:ext cx="77800" cy="113125"/>
            </a:xfrm>
            <a:custGeom>
              <a:rect b="b" l="l" r="r" t="t"/>
              <a:pathLst>
                <a:path extrusionOk="0" h="4525" w="3112">
                  <a:moveTo>
                    <a:pt x="2949" y="63"/>
                  </a:moveTo>
                  <a:cubicBezTo>
                    <a:pt x="1550" y="1163"/>
                    <a:pt x="525" y="2675"/>
                    <a:pt x="25" y="4374"/>
                  </a:cubicBezTo>
                  <a:cubicBezTo>
                    <a:pt x="0" y="4462"/>
                    <a:pt x="125" y="4524"/>
                    <a:pt x="175" y="4437"/>
                  </a:cubicBezTo>
                  <a:cubicBezTo>
                    <a:pt x="925" y="2825"/>
                    <a:pt x="1687" y="1338"/>
                    <a:pt x="3049" y="150"/>
                  </a:cubicBezTo>
                  <a:cubicBezTo>
                    <a:pt x="3112" y="100"/>
                    <a:pt x="3012" y="0"/>
                    <a:pt x="2949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29"/>
            <p:cNvSpPr/>
            <p:nvPr/>
          </p:nvSpPr>
          <p:spPr>
            <a:xfrm>
              <a:off x="792650" y="1376150"/>
              <a:ext cx="30650" cy="32525"/>
            </a:xfrm>
            <a:custGeom>
              <a:rect b="b" l="l" r="r" t="t"/>
              <a:pathLst>
                <a:path extrusionOk="0" h="1301" w="1226">
                  <a:moveTo>
                    <a:pt x="725" y="500"/>
                  </a:moveTo>
                  <a:lnTo>
                    <a:pt x="725" y="563"/>
                  </a:lnTo>
                  <a:cubicBezTo>
                    <a:pt x="800" y="638"/>
                    <a:pt x="913" y="550"/>
                    <a:pt x="875" y="450"/>
                  </a:cubicBezTo>
                  <a:cubicBezTo>
                    <a:pt x="626" y="0"/>
                    <a:pt x="1" y="550"/>
                    <a:pt x="338" y="925"/>
                  </a:cubicBezTo>
                  <a:cubicBezTo>
                    <a:pt x="688" y="1300"/>
                    <a:pt x="1225" y="750"/>
                    <a:pt x="838" y="388"/>
                  </a:cubicBezTo>
                  <a:cubicBezTo>
                    <a:pt x="763" y="325"/>
                    <a:pt x="663" y="425"/>
                    <a:pt x="725" y="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29"/>
            <p:cNvSpPr/>
            <p:nvPr/>
          </p:nvSpPr>
          <p:spPr>
            <a:xfrm>
              <a:off x="841400" y="1393325"/>
              <a:ext cx="5650" cy="9725"/>
            </a:xfrm>
            <a:custGeom>
              <a:rect b="b" l="l" r="r" t="t"/>
              <a:pathLst>
                <a:path extrusionOk="0" h="389" w="226">
                  <a:moveTo>
                    <a:pt x="13" y="126"/>
                  </a:moveTo>
                  <a:cubicBezTo>
                    <a:pt x="0" y="201"/>
                    <a:pt x="13" y="276"/>
                    <a:pt x="63" y="326"/>
                  </a:cubicBezTo>
                  <a:cubicBezTo>
                    <a:pt x="100" y="388"/>
                    <a:pt x="225" y="376"/>
                    <a:pt x="225" y="288"/>
                  </a:cubicBezTo>
                  <a:cubicBezTo>
                    <a:pt x="213" y="238"/>
                    <a:pt x="213" y="176"/>
                    <a:pt x="213" y="126"/>
                  </a:cubicBezTo>
                  <a:cubicBezTo>
                    <a:pt x="200" y="1"/>
                    <a:pt x="13" y="1"/>
                    <a:pt x="13" y="1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29"/>
            <p:cNvSpPr/>
            <p:nvPr/>
          </p:nvSpPr>
          <p:spPr>
            <a:xfrm>
              <a:off x="973550" y="1363650"/>
              <a:ext cx="9700" cy="6900"/>
            </a:xfrm>
            <a:custGeom>
              <a:rect b="b" l="l" r="r" t="t"/>
              <a:pathLst>
                <a:path extrusionOk="0" h="276" w="388">
                  <a:moveTo>
                    <a:pt x="75" y="188"/>
                  </a:moveTo>
                  <a:cubicBezTo>
                    <a:pt x="138" y="225"/>
                    <a:pt x="213" y="250"/>
                    <a:pt x="288" y="263"/>
                  </a:cubicBezTo>
                  <a:cubicBezTo>
                    <a:pt x="350" y="275"/>
                    <a:pt x="388" y="213"/>
                    <a:pt x="350" y="163"/>
                  </a:cubicBezTo>
                  <a:cubicBezTo>
                    <a:pt x="300" y="100"/>
                    <a:pt x="225" y="50"/>
                    <a:pt x="138" y="25"/>
                  </a:cubicBezTo>
                  <a:cubicBezTo>
                    <a:pt x="50" y="0"/>
                    <a:pt x="0" y="138"/>
                    <a:pt x="75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29"/>
            <p:cNvSpPr/>
            <p:nvPr/>
          </p:nvSpPr>
          <p:spPr>
            <a:xfrm>
              <a:off x="832025" y="1234000"/>
              <a:ext cx="156850" cy="27525"/>
            </a:xfrm>
            <a:custGeom>
              <a:rect b="b" l="l" r="r" t="t"/>
              <a:pathLst>
                <a:path extrusionOk="0" h="1101" w="6274">
                  <a:moveTo>
                    <a:pt x="6174" y="13"/>
                  </a:moveTo>
                  <a:cubicBezTo>
                    <a:pt x="5324" y="0"/>
                    <a:pt x="4462" y="75"/>
                    <a:pt x="3624" y="250"/>
                  </a:cubicBezTo>
                  <a:cubicBezTo>
                    <a:pt x="2475" y="488"/>
                    <a:pt x="1350" y="925"/>
                    <a:pt x="163" y="613"/>
                  </a:cubicBezTo>
                  <a:cubicBezTo>
                    <a:pt x="50" y="575"/>
                    <a:pt x="0" y="763"/>
                    <a:pt x="113" y="788"/>
                  </a:cubicBezTo>
                  <a:cubicBezTo>
                    <a:pt x="913" y="1100"/>
                    <a:pt x="1625" y="950"/>
                    <a:pt x="2450" y="775"/>
                  </a:cubicBezTo>
                  <a:cubicBezTo>
                    <a:pt x="3687" y="500"/>
                    <a:pt x="4899" y="250"/>
                    <a:pt x="6174" y="188"/>
                  </a:cubicBezTo>
                  <a:cubicBezTo>
                    <a:pt x="6274" y="175"/>
                    <a:pt x="6274" y="25"/>
                    <a:pt x="6174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29"/>
            <p:cNvSpPr/>
            <p:nvPr/>
          </p:nvSpPr>
          <p:spPr>
            <a:xfrm>
              <a:off x="810775" y="1233675"/>
              <a:ext cx="33150" cy="30975"/>
            </a:xfrm>
            <a:custGeom>
              <a:rect b="b" l="l" r="r" t="t"/>
              <a:pathLst>
                <a:path extrusionOk="0" h="1239" w="1326">
                  <a:moveTo>
                    <a:pt x="875" y="688"/>
                  </a:moveTo>
                  <a:lnTo>
                    <a:pt x="763" y="651"/>
                  </a:lnTo>
                  <a:cubicBezTo>
                    <a:pt x="700" y="726"/>
                    <a:pt x="763" y="826"/>
                    <a:pt x="850" y="813"/>
                  </a:cubicBezTo>
                  <a:cubicBezTo>
                    <a:pt x="1325" y="651"/>
                    <a:pt x="850" y="1"/>
                    <a:pt x="463" y="226"/>
                  </a:cubicBezTo>
                  <a:cubicBezTo>
                    <a:pt x="0" y="526"/>
                    <a:pt x="550" y="1238"/>
                    <a:pt x="975" y="801"/>
                  </a:cubicBezTo>
                  <a:cubicBezTo>
                    <a:pt x="1038" y="738"/>
                    <a:pt x="950" y="638"/>
                    <a:pt x="875" y="6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29"/>
            <p:cNvSpPr/>
            <p:nvPr/>
          </p:nvSpPr>
          <p:spPr>
            <a:xfrm>
              <a:off x="766400" y="1291175"/>
              <a:ext cx="73150" cy="22525"/>
            </a:xfrm>
            <a:custGeom>
              <a:rect b="b" l="l" r="r" t="t"/>
              <a:pathLst>
                <a:path extrusionOk="0" h="901" w="2926">
                  <a:moveTo>
                    <a:pt x="2813" y="638"/>
                  </a:moveTo>
                  <a:cubicBezTo>
                    <a:pt x="2500" y="338"/>
                    <a:pt x="2113" y="150"/>
                    <a:pt x="1688" y="100"/>
                  </a:cubicBezTo>
                  <a:cubicBezTo>
                    <a:pt x="1226" y="38"/>
                    <a:pt x="526" y="0"/>
                    <a:pt x="113" y="263"/>
                  </a:cubicBezTo>
                  <a:cubicBezTo>
                    <a:pt x="1" y="325"/>
                    <a:pt x="76" y="488"/>
                    <a:pt x="201" y="463"/>
                  </a:cubicBezTo>
                  <a:cubicBezTo>
                    <a:pt x="976" y="263"/>
                    <a:pt x="2025" y="213"/>
                    <a:pt x="2650" y="800"/>
                  </a:cubicBezTo>
                  <a:cubicBezTo>
                    <a:pt x="2763" y="900"/>
                    <a:pt x="2925" y="738"/>
                    <a:pt x="2813" y="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29"/>
            <p:cNvSpPr/>
            <p:nvPr/>
          </p:nvSpPr>
          <p:spPr>
            <a:xfrm>
              <a:off x="767350" y="1296800"/>
              <a:ext cx="70625" cy="23450"/>
            </a:xfrm>
            <a:custGeom>
              <a:rect b="b" l="l" r="r" t="t"/>
              <a:pathLst>
                <a:path extrusionOk="0" h="938" w="2825">
                  <a:moveTo>
                    <a:pt x="63" y="200"/>
                  </a:moveTo>
                  <a:cubicBezTo>
                    <a:pt x="575" y="887"/>
                    <a:pt x="2012" y="937"/>
                    <a:pt x="2712" y="575"/>
                  </a:cubicBezTo>
                  <a:cubicBezTo>
                    <a:pt x="2825" y="513"/>
                    <a:pt x="2737" y="375"/>
                    <a:pt x="2637" y="388"/>
                  </a:cubicBezTo>
                  <a:cubicBezTo>
                    <a:pt x="1925" y="500"/>
                    <a:pt x="763" y="762"/>
                    <a:pt x="213" y="88"/>
                  </a:cubicBezTo>
                  <a:cubicBezTo>
                    <a:pt x="150" y="0"/>
                    <a:pt x="0" y="113"/>
                    <a:pt x="63" y="2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29"/>
            <p:cNvSpPr/>
            <p:nvPr/>
          </p:nvSpPr>
          <p:spPr>
            <a:xfrm>
              <a:off x="919500" y="1249000"/>
              <a:ext cx="18150" cy="56875"/>
            </a:xfrm>
            <a:custGeom>
              <a:rect b="b" l="l" r="r" t="t"/>
              <a:pathLst>
                <a:path extrusionOk="0" h="2275" w="726">
                  <a:moveTo>
                    <a:pt x="325" y="163"/>
                  </a:moveTo>
                  <a:cubicBezTo>
                    <a:pt x="488" y="800"/>
                    <a:pt x="400" y="1475"/>
                    <a:pt x="75" y="2037"/>
                  </a:cubicBezTo>
                  <a:cubicBezTo>
                    <a:pt x="0" y="2162"/>
                    <a:pt x="188" y="2275"/>
                    <a:pt x="263" y="2150"/>
                  </a:cubicBezTo>
                  <a:cubicBezTo>
                    <a:pt x="638" y="1537"/>
                    <a:pt x="725" y="800"/>
                    <a:pt x="500" y="113"/>
                  </a:cubicBezTo>
                  <a:cubicBezTo>
                    <a:pt x="463" y="0"/>
                    <a:pt x="288" y="50"/>
                    <a:pt x="325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29"/>
            <p:cNvSpPr/>
            <p:nvPr/>
          </p:nvSpPr>
          <p:spPr>
            <a:xfrm>
              <a:off x="914500" y="1250875"/>
              <a:ext cx="16275" cy="54375"/>
            </a:xfrm>
            <a:custGeom>
              <a:rect b="b" l="l" r="r" t="t"/>
              <a:pathLst>
                <a:path extrusionOk="0" h="2175" w="651">
                  <a:moveTo>
                    <a:pt x="463" y="1987"/>
                  </a:moveTo>
                  <a:cubicBezTo>
                    <a:pt x="338" y="1625"/>
                    <a:pt x="288" y="1225"/>
                    <a:pt x="350" y="850"/>
                  </a:cubicBezTo>
                  <a:cubicBezTo>
                    <a:pt x="400" y="563"/>
                    <a:pt x="538" y="388"/>
                    <a:pt x="638" y="150"/>
                  </a:cubicBezTo>
                  <a:cubicBezTo>
                    <a:pt x="650" y="100"/>
                    <a:pt x="625" y="63"/>
                    <a:pt x="588" y="50"/>
                  </a:cubicBezTo>
                  <a:cubicBezTo>
                    <a:pt x="288" y="0"/>
                    <a:pt x="188" y="325"/>
                    <a:pt x="113" y="563"/>
                  </a:cubicBezTo>
                  <a:cubicBezTo>
                    <a:pt x="0" y="1062"/>
                    <a:pt x="50" y="1575"/>
                    <a:pt x="250" y="2050"/>
                  </a:cubicBezTo>
                  <a:cubicBezTo>
                    <a:pt x="300" y="2175"/>
                    <a:pt x="500" y="2125"/>
                    <a:pt x="463" y="19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29"/>
            <p:cNvSpPr/>
            <p:nvPr/>
          </p:nvSpPr>
          <p:spPr>
            <a:xfrm>
              <a:off x="1186925" y="1310225"/>
              <a:ext cx="83125" cy="26900"/>
            </a:xfrm>
            <a:custGeom>
              <a:rect b="b" l="l" r="r" t="t"/>
              <a:pathLst>
                <a:path extrusionOk="0" h="1076" w="3325">
                  <a:moveTo>
                    <a:pt x="3200" y="151"/>
                  </a:moveTo>
                  <a:cubicBezTo>
                    <a:pt x="2187" y="1"/>
                    <a:pt x="813" y="151"/>
                    <a:pt x="63" y="913"/>
                  </a:cubicBezTo>
                  <a:cubicBezTo>
                    <a:pt x="1" y="963"/>
                    <a:pt x="63" y="1075"/>
                    <a:pt x="138" y="1050"/>
                  </a:cubicBezTo>
                  <a:cubicBezTo>
                    <a:pt x="613" y="888"/>
                    <a:pt x="1013" y="600"/>
                    <a:pt x="1500" y="475"/>
                  </a:cubicBezTo>
                  <a:cubicBezTo>
                    <a:pt x="2050" y="338"/>
                    <a:pt x="2612" y="300"/>
                    <a:pt x="3162" y="363"/>
                  </a:cubicBezTo>
                  <a:cubicBezTo>
                    <a:pt x="3287" y="375"/>
                    <a:pt x="3325" y="163"/>
                    <a:pt x="3200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29"/>
            <p:cNvSpPr/>
            <p:nvPr/>
          </p:nvSpPr>
          <p:spPr>
            <a:xfrm>
              <a:off x="1187250" y="1314900"/>
              <a:ext cx="100600" cy="30975"/>
            </a:xfrm>
            <a:custGeom>
              <a:rect b="b" l="l" r="r" t="t"/>
              <a:pathLst>
                <a:path extrusionOk="0" h="1239" w="4024">
                  <a:moveTo>
                    <a:pt x="138" y="1001"/>
                  </a:moveTo>
                  <a:cubicBezTo>
                    <a:pt x="762" y="1113"/>
                    <a:pt x="1412" y="1238"/>
                    <a:pt x="2049" y="1151"/>
                  </a:cubicBezTo>
                  <a:cubicBezTo>
                    <a:pt x="2724" y="1038"/>
                    <a:pt x="3312" y="688"/>
                    <a:pt x="3887" y="313"/>
                  </a:cubicBezTo>
                  <a:cubicBezTo>
                    <a:pt x="4024" y="226"/>
                    <a:pt x="3887" y="1"/>
                    <a:pt x="3749" y="88"/>
                  </a:cubicBezTo>
                  <a:cubicBezTo>
                    <a:pt x="3287" y="401"/>
                    <a:pt x="2787" y="713"/>
                    <a:pt x="2237" y="851"/>
                  </a:cubicBezTo>
                  <a:cubicBezTo>
                    <a:pt x="1575" y="1013"/>
                    <a:pt x="862" y="901"/>
                    <a:pt x="187" y="788"/>
                  </a:cubicBezTo>
                  <a:cubicBezTo>
                    <a:pt x="50" y="776"/>
                    <a:pt x="0" y="976"/>
                    <a:pt x="138" y="10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29"/>
            <p:cNvSpPr/>
            <p:nvPr/>
          </p:nvSpPr>
          <p:spPr>
            <a:xfrm>
              <a:off x="585525" y="1460800"/>
              <a:ext cx="199975" cy="551150"/>
            </a:xfrm>
            <a:custGeom>
              <a:rect b="b" l="l" r="r" t="t"/>
              <a:pathLst>
                <a:path extrusionOk="0" h="22046" w="7999">
                  <a:moveTo>
                    <a:pt x="3487" y="21958"/>
                  </a:moveTo>
                  <a:cubicBezTo>
                    <a:pt x="4799" y="20621"/>
                    <a:pt x="5299" y="19108"/>
                    <a:pt x="5074" y="17209"/>
                  </a:cubicBezTo>
                  <a:cubicBezTo>
                    <a:pt x="4912" y="15809"/>
                    <a:pt x="4287" y="14560"/>
                    <a:pt x="3749" y="13285"/>
                  </a:cubicBezTo>
                  <a:cubicBezTo>
                    <a:pt x="1875" y="8811"/>
                    <a:pt x="0" y="576"/>
                    <a:pt x="7786" y="238"/>
                  </a:cubicBezTo>
                  <a:cubicBezTo>
                    <a:pt x="7861" y="238"/>
                    <a:pt x="7861" y="113"/>
                    <a:pt x="7786" y="101"/>
                  </a:cubicBezTo>
                  <a:cubicBezTo>
                    <a:pt x="4737" y="1"/>
                    <a:pt x="2400" y="1975"/>
                    <a:pt x="1712" y="4962"/>
                  </a:cubicBezTo>
                  <a:cubicBezTo>
                    <a:pt x="400" y="10611"/>
                    <a:pt x="7998" y="17034"/>
                    <a:pt x="3362" y="21833"/>
                  </a:cubicBezTo>
                  <a:cubicBezTo>
                    <a:pt x="3274" y="21908"/>
                    <a:pt x="3412" y="22045"/>
                    <a:pt x="3487" y="219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29"/>
            <p:cNvSpPr/>
            <p:nvPr/>
          </p:nvSpPr>
          <p:spPr>
            <a:xfrm>
              <a:off x="762975" y="1465800"/>
              <a:ext cx="121550" cy="180925"/>
            </a:xfrm>
            <a:custGeom>
              <a:rect b="b" l="l" r="r" t="t"/>
              <a:pathLst>
                <a:path extrusionOk="0" h="7237" w="4862">
                  <a:moveTo>
                    <a:pt x="1688" y="201"/>
                  </a:moveTo>
                  <a:cubicBezTo>
                    <a:pt x="3412" y="326"/>
                    <a:pt x="4424" y="2288"/>
                    <a:pt x="4224" y="3837"/>
                  </a:cubicBezTo>
                  <a:cubicBezTo>
                    <a:pt x="4024" y="5462"/>
                    <a:pt x="1725" y="7124"/>
                    <a:pt x="200" y="5724"/>
                  </a:cubicBezTo>
                  <a:cubicBezTo>
                    <a:pt x="125" y="5649"/>
                    <a:pt x="0" y="5774"/>
                    <a:pt x="88" y="5849"/>
                  </a:cubicBezTo>
                  <a:cubicBezTo>
                    <a:pt x="1338" y="7237"/>
                    <a:pt x="3874" y="5924"/>
                    <a:pt x="4324" y="4412"/>
                  </a:cubicBezTo>
                  <a:cubicBezTo>
                    <a:pt x="4862" y="2600"/>
                    <a:pt x="3700" y="151"/>
                    <a:pt x="1688" y="13"/>
                  </a:cubicBezTo>
                  <a:cubicBezTo>
                    <a:pt x="1563" y="1"/>
                    <a:pt x="1563" y="201"/>
                    <a:pt x="1688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29"/>
            <p:cNvSpPr/>
            <p:nvPr/>
          </p:nvSpPr>
          <p:spPr>
            <a:xfrm>
              <a:off x="741425" y="1520175"/>
              <a:ext cx="77175" cy="73125"/>
            </a:xfrm>
            <a:custGeom>
              <a:rect b="b" l="l" r="r" t="t"/>
              <a:pathLst>
                <a:path extrusionOk="0" h="2925" w="3087">
                  <a:moveTo>
                    <a:pt x="625" y="2775"/>
                  </a:moveTo>
                  <a:cubicBezTo>
                    <a:pt x="250" y="2037"/>
                    <a:pt x="475" y="1138"/>
                    <a:pt x="1162" y="675"/>
                  </a:cubicBezTo>
                  <a:cubicBezTo>
                    <a:pt x="1900" y="188"/>
                    <a:pt x="2737" y="713"/>
                    <a:pt x="2874" y="1512"/>
                  </a:cubicBezTo>
                  <a:cubicBezTo>
                    <a:pt x="2899" y="1625"/>
                    <a:pt x="3087" y="1600"/>
                    <a:pt x="3074" y="1487"/>
                  </a:cubicBezTo>
                  <a:cubicBezTo>
                    <a:pt x="2987" y="613"/>
                    <a:pt x="2062" y="0"/>
                    <a:pt x="1237" y="388"/>
                  </a:cubicBezTo>
                  <a:cubicBezTo>
                    <a:pt x="350" y="800"/>
                    <a:pt x="0" y="2025"/>
                    <a:pt x="488" y="2850"/>
                  </a:cubicBezTo>
                  <a:cubicBezTo>
                    <a:pt x="538" y="2925"/>
                    <a:pt x="663" y="2862"/>
                    <a:pt x="625" y="27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29"/>
            <p:cNvSpPr/>
            <p:nvPr/>
          </p:nvSpPr>
          <p:spPr>
            <a:xfrm>
              <a:off x="812325" y="1566400"/>
              <a:ext cx="25" cy="350"/>
            </a:xfrm>
            <a:custGeom>
              <a:rect b="b" l="l" r="r" t="t"/>
              <a:pathLst>
                <a:path extrusionOk="0" h="14" w="1">
                  <a:moveTo>
                    <a:pt x="1" y="13"/>
                  </a:moveTo>
                  <a:lnTo>
                    <a:pt x="1" y="1"/>
                  </a:lnTo>
                  <a:cubicBezTo>
                    <a:pt x="1" y="1"/>
                    <a:pt x="1" y="13"/>
                    <a:pt x="1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29"/>
            <p:cNvSpPr/>
            <p:nvPr/>
          </p:nvSpPr>
          <p:spPr>
            <a:xfrm>
              <a:off x="633950" y="1373950"/>
              <a:ext cx="104050" cy="206550"/>
            </a:xfrm>
            <a:custGeom>
              <a:rect b="b" l="l" r="r" t="t"/>
              <a:pathLst>
                <a:path extrusionOk="0" h="8262" w="4162">
                  <a:moveTo>
                    <a:pt x="175" y="8174"/>
                  </a:moveTo>
                  <a:cubicBezTo>
                    <a:pt x="463" y="6974"/>
                    <a:pt x="988" y="5862"/>
                    <a:pt x="1725" y="4887"/>
                  </a:cubicBezTo>
                  <a:cubicBezTo>
                    <a:pt x="2250" y="4187"/>
                    <a:pt x="2937" y="3525"/>
                    <a:pt x="3312" y="2700"/>
                  </a:cubicBezTo>
                  <a:cubicBezTo>
                    <a:pt x="3712" y="1788"/>
                    <a:pt x="3699" y="826"/>
                    <a:pt x="3025" y="76"/>
                  </a:cubicBezTo>
                  <a:cubicBezTo>
                    <a:pt x="2962" y="1"/>
                    <a:pt x="2837" y="88"/>
                    <a:pt x="2887" y="176"/>
                  </a:cubicBezTo>
                  <a:cubicBezTo>
                    <a:pt x="4162" y="2050"/>
                    <a:pt x="2400" y="3537"/>
                    <a:pt x="1387" y="4987"/>
                  </a:cubicBezTo>
                  <a:cubicBezTo>
                    <a:pt x="738" y="5937"/>
                    <a:pt x="275" y="6999"/>
                    <a:pt x="25" y="8124"/>
                  </a:cubicBezTo>
                  <a:cubicBezTo>
                    <a:pt x="0" y="8224"/>
                    <a:pt x="150" y="8261"/>
                    <a:pt x="188" y="8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29"/>
            <p:cNvSpPr/>
            <p:nvPr/>
          </p:nvSpPr>
          <p:spPr>
            <a:xfrm>
              <a:off x="638950" y="1634200"/>
              <a:ext cx="81550" cy="88450"/>
            </a:xfrm>
            <a:custGeom>
              <a:rect b="b" l="l" r="r" t="t"/>
              <a:pathLst>
                <a:path extrusionOk="0" h="3538" w="3262">
                  <a:moveTo>
                    <a:pt x="488" y="3387"/>
                  </a:moveTo>
                  <a:cubicBezTo>
                    <a:pt x="275" y="2413"/>
                    <a:pt x="175" y="1050"/>
                    <a:pt x="1187" y="438"/>
                  </a:cubicBezTo>
                  <a:cubicBezTo>
                    <a:pt x="1650" y="176"/>
                    <a:pt x="2250" y="263"/>
                    <a:pt x="2625" y="650"/>
                  </a:cubicBezTo>
                  <a:cubicBezTo>
                    <a:pt x="2937" y="975"/>
                    <a:pt x="3262" y="2300"/>
                    <a:pt x="2475" y="2388"/>
                  </a:cubicBezTo>
                  <a:cubicBezTo>
                    <a:pt x="2400" y="2388"/>
                    <a:pt x="2400" y="2525"/>
                    <a:pt x="2475" y="2512"/>
                  </a:cubicBezTo>
                  <a:cubicBezTo>
                    <a:pt x="3024" y="2462"/>
                    <a:pt x="3199" y="1788"/>
                    <a:pt x="3137" y="1313"/>
                  </a:cubicBezTo>
                  <a:cubicBezTo>
                    <a:pt x="3074" y="700"/>
                    <a:pt x="2600" y="201"/>
                    <a:pt x="1975" y="101"/>
                  </a:cubicBezTo>
                  <a:cubicBezTo>
                    <a:pt x="1337" y="1"/>
                    <a:pt x="825" y="363"/>
                    <a:pt x="500" y="900"/>
                  </a:cubicBezTo>
                  <a:cubicBezTo>
                    <a:pt x="0" y="1700"/>
                    <a:pt x="125" y="2562"/>
                    <a:pt x="325" y="3425"/>
                  </a:cubicBezTo>
                  <a:cubicBezTo>
                    <a:pt x="350" y="3537"/>
                    <a:pt x="525" y="3500"/>
                    <a:pt x="488" y="33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29"/>
            <p:cNvSpPr/>
            <p:nvPr/>
          </p:nvSpPr>
          <p:spPr>
            <a:xfrm>
              <a:off x="665200" y="1745425"/>
              <a:ext cx="44075" cy="33150"/>
            </a:xfrm>
            <a:custGeom>
              <a:rect b="b" l="l" r="r" t="t"/>
              <a:pathLst>
                <a:path extrusionOk="0" h="1326" w="1763">
                  <a:moveTo>
                    <a:pt x="350" y="1175"/>
                  </a:moveTo>
                  <a:cubicBezTo>
                    <a:pt x="262" y="863"/>
                    <a:pt x="312" y="538"/>
                    <a:pt x="625" y="363"/>
                  </a:cubicBezTo>
                  <a:cubicBezTo>
                    <a:pt x="825" y="188"/>
                    <a:pt x="1037" y="238"/>
                    <a:pt x="1262" y="525"/>
                  </a:cubicBezTo>
                  <a:cubicBezTo>
                    <a:pt x="1312" y="650"/>
                    <a:pt x="1300" y="788"/>
                    <a:pt x="1225" y="900"/>
                  </a:cubicBezTo>
                  <a:cubicBezTo>
                    <a:pt x="1112" y="975"/>
                    <a:pt x="1212" y="1150"/>
                    <a:pt x="1325" y="1075"/>
                  </a:cubicBezTo>
                  <a:cubicBezTo>
                    <a:pt x="1762" y="813"/>
                    <a:pt x="1412" y="113"/>
                    <a:pt x="987" y="63"/>
                  </a:cubicBezTo>
                  <a:cubicBezTo>
                    <a:pt x="325" y="0"/>
                    <a:pt x="0" y="688"/>
                    <a:pt x="200" y="1225"/>
                  </a:cubicBezTo>
                  <a:cubicBezTo>
                    <a:pt x="237" y="1325"/>
                    <a:pt x="387" y="1288"/>
                    <a:pt x="350" y="1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29"/>
            <p:cNvSpPr/>
            <p:nvPr/>
          </p:nvSpPr>
          <p:spPr>
            <a:xfrm>
              <a:off x="685175" y="1354600"/>
              <a:ext cx="32200" cy="31875"/>
            </a:xfrm>
            <a:custGeom>
              <a:rect b="b" l="l" r="r" t="t"/>
              <a:pathLst>
                <a:path extrusionOk="0" h="1275" w="1288">
                  <a:moveTo>
                    <a:pt x="838" y="825"/>
                  </a:moveTo>
                  <a:lnTo>
                    <a:pt x="838" y="825"/>
                  </a:lnTo>
                  <a:cubicBezTo>
                    <a:pt x="826" y="900"/>
                    <a:pt x="926" y="950"/>
                    <a:pt x="988" y="887"/>
                  </a:cubicBezTo>
                  <a:cubicBezTo>
                    <a:pt x="1288" y="475"/>
                    <a:pt x="663" y="0"/>
                    <a:pt x="326" y="412"/>
                  </a:cubicBezTo>
                  <a:cubicBezTo>
                    <a:pt x="1" y="825"/>
                    <a:pt x="563" y="1275"/>
                    <a:pt x="938" y="950"/>
                  </a:cubicBezTo>
                  <a:cubicBezTo>
                    <a:pt x="1001" y="887"/>
                    <a:pt x="913" y="775"/>
                    <a:pt x="838" y="8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29"/>
            <p:cNvSpPr/>
            <p:nvPr/>
          </p:nvSpPr>
          <p:spPr>
            <a:xfrm>
              <a:off x="668300" y="1430500"/>
              <a:ext cx="113125" cy="77500"/>
            </a:xfrm>
            <a:custGeom>
              <a:rect b="b" l="l" r="r" t="t"/>
              <a:pathLst>
                <a:path extrusionOk="0" h="3100" w="4525">
                  <a:moveTo>
                    <a:pt x="151" y="3050"/>
                  </a:moveTo>
                  <a:cubicBezTo>
                    <a:pt x="1338" y="1688"/>
                    <a:pt x="2813" y="926"/>
                    <a:pt x="4437" y="176"/>
                  </a:cubicBezTo>
                  <a:cubicBezTo>
                    <a:pt x="4525" y="138"/>
                    <a:pt x="4462" y="1"/>
                    <a:pt x="4375" y="26"/>
                  </a:cubicBezTo>
                  <a:cubicBezTo>
                    <a:pt x="2663" y="538"/>
                    <a:pt x="1163" y="1550"/>
                    <a:pt x="51" y="2950"/>
                  </a:cubicBezTo>
                  <a:cubicBezTo>
                    <a:pt x="1" y="3012"/>
                    <a:pt x="88" y="3100"/>
                    <a:pt x="151" y="30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29"/>
            <p:cNvSpPr/>
            <p:nvPr/>
          </p:nvSpPr>
          <p:spPr>
            <a:xfrm>
              <a:off x="769525" y="1413950"/>
              <a:ext cx="32525" cy="30950"/>
            </a:xfrm>
            <a:custGeom>
              <a:rect b="b" l="l" r="r" t="t"/>
              <a:pathLst>
                <a:path extrusionOk="0" h="1238" w="1301">
                  <a:moveTo>
                    <a:pt x="388" y="850"/>
                  </a:moveTo>
                  <a:cubicBezTo>
                    <a:pt x="751" y="1238"/>
                    <a:pt x="1301" y="700"/>
                    <a:pt x="926" y="350"/>
                  </a:cubicBezTo>
                  <a:cubicBezTo>
                    <a:pt x="551" y="0"/>
                    <a:pt x="1" y="638"/>
                    <a:pt x="451" y="888"/>
                  </a:cubicBezTo>
                  <a:cubicBezTo>
                    <a:pt x="538" y="925"/>
                    <a:pt x="626" y="813"/>
                    <a:pt x="563" y="738"/>
                  </a:cubicBezTo>
                  <a:lnTo>
                    <a:pt x="501" y="738"/>
                  </a:lnTo>
                  <a:cubicBezTo>
                    <a:pt x="426" y="675"/>
                    <a:pt x="326" y="775"/>
                    <a:pt x="388" y="8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29"/>
            <p:cNvSpPr/>
            <p:nvPr/>
          </p:nvSpPr>
          <p:spPr>
            <a:xfrm>
              <a:off x="786400" y="1462675"/>
              <a:ext cx="10025" cy="5975"/>
            </a:xfrm>
            <a:custGeom>
              <a:rect b="b" l="l" r="r" t="t"/>
              <a:pathLst>
                <a:path extrusionOk="0" h="239" w="401">
                  <a:moveTo>
                    <a:pt x="126" y="213"/>
                  </a:moveTo>
                  <a:cubicBezTo>
                    <a:pt x="188" y="213"/>
                    <a:pt x="238" y="213"/>
                    <a:pt x="301" y="226"/>
                  </a:cubicBezTo>
                  <a:cubicBezTo>
                    <a:pt x="388" y="238"/>
                    <a:pt x="401" y="113"/>
                    <a:pt x="338" y="76"/>
                  </a:cubicBezTo>
                  <a:cubicBezTo>
                    <a:pt x="276" y="26"/>
                    <a:pt x="201" y="1"/>
                    <a:pt x="126" y="13"/>
                  </a:cubicBezTo>
                  <a:cubicBezTo>
                    <a:pt x="1" y="13"/>
                    <a:pt x="1" y="201"/>
                    <a:pt x="126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29"/>
            <p:cNvSpPr/>
            <p:nvPr/>
          </p:nvSpPr>
          <p:spPr>
            <a:xfrm>
              <a:off x="756725" y="1594850"/>
              <a:ext cx="7200" cy="10000"/>
            </a:xfrm>
            <a:custGeom>
              <a:rect b="b" l="l" r="r" t="t"/>
              <a:pathLst>
                <a:path extrusionOk="0" h="400" w="288">
                  <a:moveTo>
                    <a:pt x="38" y="150"/>
                  </a:moveTo>
                  <a:cubicBezTo>
                    <a:pt x="63" y="237"/>
                    <a:pt x="101" y="312"/>
                    <a:pt x="176" y="362"/>
                  </a:cubicBezTo>
                  <a:cubicBezTo>
                    <a:pt x="213" y="400"/>
                    <a:pt x="288" y="362"/>
                    <a:pt x="275" y="300"/>
                  </a:cubicBezTo>
                  <a:cubicBezTo>
                    <a:pt x="263" y="225"/>
                    <a:pt x="238" y="150"/>
                    <a:pt x="188" y="88"/>
                  </a:cubicBezTo>
                  <a:cubicBezTo>
                    <a:pt x="151" y="0"/>
                    <a:pt x="1" y="63"/>
                    <a:pt x="38" y="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29"/>
            <p:cNvSpPr/>
            <p:nvPr/>
          </p:nvSpPr>
          <p:spPr>
            <a:xfrm>
              <a:off x="627075" y="1453625"/>
              <a:ext cx="27825" cy="156850"/>
            </a:xfrm>
            <a:custGeom>
              <a:rect b="b" l="l" r="r" t="t"/>
              <a:pathLst>
                <a:path extrusionOk="0" h="6274" w="1113">
                  <a:moveTo>
                    <a:pt x="188" y="6174"/>
                  </a:moveTo>
                  <a:cubicBezTo>
                    <a:pt x="250" y="4899"/>
                    <a:pt x="500" y="3675"/>
                    <a:pt x="775" y="2437"/>
                  </a:cubicBezTo>
                  <a:cubicBezTo>
                    <a:pt x="950" y="1625"/>
                    <a:pt x="1113" y="913"/>
                    <a:pt x="788" y="113"/>
                  </a:cubicBezTo>
                  <a:cubicBezTo>
                    <a:pt x="750" y="1"/>
                    <a:pt x="588" y="51"/>
                    <a:pt x="613" y="163"/>
                  </a:cubicBezTo>
                  <a:cubicBezTo>
                    <a:pt x="925" y="1338"/>
                    <a:pt x="488" y="2462"/>
                    <a:pt x="250" y="3625"/>
                  </a:cubicBezTo>
                  <a:cubicBezTo>
                    <a:pt x="75" y="4462"/>
                    <a:pt x="0" y="5312"/>
                    <a:pt x="0" y="6174"/>
                  </a:cubicBezTo>
                  <a:cubicBezTo>
                    <a:pt x="25" y="6274"/>
                    <a:pt x="175" y="6274"/>
                    <a:pt x="188" y="6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29"/>
            <p:cNvSpPr/>
            <p:nvPr/>
          </p:nvSpPr>
          <p:spPr>
            <a:xfrm>
              <a:off x="627075" y="1432375"/>
              <a:ext cx="30950" cy="33150"/>
            </a:xfrm>
            <a:custGeom>
              <a:rect b="b" l="l" r="r" t="t"/>
              <a:pathLst>
                <a:path extrusionOk="0" h="1326" w="1238">
                  <a:moveTo>
                    <a:pt x="800" y="976"/>
                  </a:moveTo>
                  <a:cubicBezTo>
                    <a:pt x="1238" y="551"/>
                    <a:pt x="513" y="1"/>
                    <a:pt x="225" y="476"/>
                  </a:cubicBezTo>
                  <a:cubicBezTo>
                    <a:pt x="0" y="851"/>
                    <a:pt x="663" y="1325"/>
                    <a:pt x="813" y="851"/>
                  </a:cubicBezTo>
                  <a:cubicBezTo>
                    <a:pt x="825" y="763"/>
                    <a:pt x="725" y="701"/>
                    <a:pt x="650" y="763"/>
                  </a:cubicBezTo>
                  <a:cubicBezTo>
                    <a:pt x="663" y="801"/>
                    <a:pt x="675" y="838"/>
                    <a:pt x="688" y="876"/>
                  </a:cubicBezTo>
                  <a:cubicBezTo>
                    <a:pt x="638" y="963"/>
                    <a:pt x="738" y="1038"/>
                    <a:pt x="813" y="9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29"/>
            <p:cNvSpPr/>
            <p:nvPr/>
          </p:nvSpPr>
          <p:spPr>
            <a:xfrm>
              <a:off x="684550" y="1388025"/>
              <a:ext cx="22525" cy="72800"/>
            </a:xfrm>
            <a:custGeom>
              <a:rect b="b" l="l" r="r" t="t"/>
              <a:pathLst>
                <a:path extrusionOk="0" h="2912" w="901">
                  <a:moveTo>
                    <a:pt x="801" y="2650"/>
                  </a:moveTo>
                  <a:cubicBezTo>
                    <a:pt x="213" y="2012"/>
                    <a:pt x="263" y="975"/>
                    <a:pt x="451" y="188"/>
                  </a:cubicBezTo>
                  <a:cubicBezTo>
                    <a:pt x="488" y="63"/>
                    <a:pt x="326" y="0"/>
                    <a:pt x="251" y="113"/>
                  </a:cubicBezTo>
                  <a:cubicBezTo>
                    <a:pt x="1" y="525"/>
                    <a:pt x="26" y="1225"/>
                    <a:pt x="101" y="1687"/>
                  </a:cubicBezTo>
                  <a:cubicBezTo>
                    <a:pt x="151" y="2112"/>
                    <a:pt x="338" y="2500"/>
                    <a:pt x="638" y="2812"/>
                  </a:cubicBezTo>
                  <a:cubicBezTo>
                    <a:pt x="738" y="2912"/>
                    <a:pt x="901" y="2750"/>
                    <a:pt x="788" y="2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29"/>
            <p:cNvSpPr/>
            <p:nvPr/>
          </p:nvSpPr>
          <p:spPr>
            <a:xfrm>
              <a:off x="690175" y="1388950"/>
              <a:ext cx="23775" cy="70625"/>
            </a:xfrm>
            <a:custGeom>
              <a:rect b="b" l="l" r="r" t="t"/>
              <a:pathLst>
                <a:path extrusionOk="0" h="2825" w="951">
                  <a:moveTo>
                    <a:pt x="88" y="213"/>
                  </a:moveTo>
                  <a:cubicBezTo>
                    <a:pt x="763" y="763"/>
                    <a:pt x="501" y="1938"/>
                    <a:pt x="401" y="2650"/>
                  </a:cubicBezTo>
                  <a:cubicBezTo>
                    <a:pt x="376" y="2750"/>
                    <a:pt x="513" y="2825"/>
                    <a:pt x="576" y="2725"/>
                  </a:cubicBezTo>
                  <a:cubicBezTo>
                    <a:pt x="951" y="2013"/>
                    <a:pt x="888" y="588"/>
                    <a:pt x="201" y="63"/>
                  </a:cubicBezTo>
                  <a:cubicBezTo>
                    <a:pt x="113" y="1"/>
                    <a:pt x="1" y="138"/>
                    <a:pt x="88" y="2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29"/>
            <p:cNvSpPr/>
            <p:nvPr/>
          </p:nvSpPr>
          <p:spPr>
            <a:xfrm>
              <a:off x="642075" y="1541100"/>
              <a:ext cx="56875" cy="18150"/>
            </a:xfrm>
            <a:custGeom>
              <a:rect b="b" l="l" r="r" t="t"/>
              <a:pathLst>
                <a:path extrusionOk="0" h="726" w="2275">
                  <a:moveTo>
                    <a:pt x="113" y="500"/>
                  </a:moveTo>
                  <a:cubicBezTo>
                    <a:pt x="800" y="725"/>
                    <a:pt x="1537" y="638"/>
                    <a:pt x="2150" y="251"/>
                  </a:cubicBezTo>
                  <a:cubicBezTo>
                    <a:pt x="2275" y="188"/>
                    <a:pt x="2162" y="1"/>
                    <a:pt x="2037" y="63"/>
                  </a:cubicBezTo>
                  <a:cubicBezTo>
                    <a:pt x="1475" y="401"/>
                    <a:pt x="800" y="488"/>
                    <a:pt x="163" y="313"/>
                  </a:cubicBezTo>
                  <a:cubicBezTo>
                    <a:pt x="50" y="288"/>
                    <a:pt x="0" y="463"/>
                    <a:pt x="113" y="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29"/>
            <p:cNvSpPr/>
            <p:nvPr/>
          </p:nvSpPr>
          <p:spPr>
            <a:xfrm>
              <a:off x="642375" y="1531100"/>
              <a:ext cx="55950" cy="20950"/>
            </a:xfrm>
            <a:custGeom>
              <a:rect b="b" l="l" r="r" t="t"/>
              <a:pathLst>
                <a:path extrusionOk="0" h="838" w="2238">
                  <a:moveTo>
                    <a:pt x="2113" y="438"/>
                  </a:moveTo>
                  <a:cubicBezTo>
                    <a:pt x="1763" y="313"/>
                    <a:pt x="1" y="1"/>
                    <a:pt x="113" y="776"/>
                  </a:cubicBezTo>
                  <a:cubicBezTo>
                    <a:pt x="126" y="813"/>
                    <a:pt x="176" y="838"/>
                    <a:pt x="213" y="826"/>
                  </a:cubicBezTo>
                  <a:cubicBezTo>
                    <a:pt x="463" y="738"/>
                    <a:pt x="626" y="588"/>
                    <a:pt x="913" y="538"/>
                  </a:cubicBezTo>
                  <a:cubicBezTo>
                    <a:pt x="1300" y="488"/>
                    <a:pt x="1688" y="526"/>
                    <a:pt x="2050" y="663"/>
                  </a:cubicBezTo>
                  <a:cubicBezTo>
                    <a:pt x="2188" y="701"/>
                    <a:pt x="2238" y="501"/>
                    <a:pt x="2113" y="4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29"/>
            <p:cNvSpPr/>
            <p:nvPr/>
          </p:nvSpPr>
          <p:spPr>
            <a:xfrm>
              <a:off x="703625" y="1808525"/>
              <a:ext cx="26875" cy="82825"/>
            </a:xfrm>
            <a:custGeom>
              <a:rect b="b" l="l" r="r" t="t"/>
              <a:pathLst>
                <a:path extrusionOk="0" h="3313" w="1075">
                  <a:moveTo>
                    <a:pt x="350" y="3162"/>
                  </a:moveTo>
                  <a:cubicBezTo>
                    <a:pt x="288" y="2600"/>
                    <a:pt x="325" y="2038"/>
                    <a:pt x="462" y="1500"/>
                  </a:cubicBezTo>
                  <a:cubicBezTo>
                    <a:pt x="600" y="1013"/>
                    <a:pt x="887" y="613"/>
                    <a:pt x="1050" y="138"/>
                  </a:cubicBezTo>
                  <a:cubicBezTo>
                    <a:pt x="1075" y="63"/>
                    <a:pt x="962" y="1"/>
                    <a:pt x="912" y="63"/>
                  </a:cubicBezTo>
                  <a:cubicBezTo>
                    <a:pt x="138" y="813"/>
                    <a:pt x="0" y="2175"/>
                    <a:pt x="138" y="3187"/>
                  </a:cubicBezTo>
                  <a:cubicBezTo>
                    <a:pt x="163" y="3312"/>
                    <a:pt x="363" y="3287"/>
                    <a:pt x="350" y="3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29"/>
            <p:cNvSpPr/>
            <p:nvPr/>
          </p:nvSpPr>
          <p:spPr>
            <a:xfrm>
              <a:off x="708300" y="1808525"/>
              <a:ext cx="30950" cy="100950"/>
            </a:xfrm>
            <a:custGeom>
              <a:rect b="b" l="l" r="r" t="t"/>
              <a:pathLst>
                <a:path extrusionOk="0" h="4038" w="1238">
                  <a:moveTo>
                    <a:pt x="788" y="201"/>
                  </a:moveTo>
                  <a:cubicBezTo>
                    <a:pt x="900" y="876"/>
                    <a:pt x="1000" y="1575"/>
                    <a:pt x="850" y="2250"/>
                  </a:cubicBezTo>
                  <a:cubicBezTo>
                    <a:pt x="713" y="2800"/>
                    <a:pt x="400" y="3287"/>
                    <a:pt x="88" y="3762"/>
                  </a:cubicBezTo>
                  <a:cubicBezTo>
                    <a:pt x="1" y="3900"/>
                    <a:pt x="226" y="4037"/>
                    <a:pt x="313" y="3887"/>
                  </a:cubicBezTo>
                  <a:cubicBezTo>
                    <a:pt x="688" y="3325"/>
                    <a:pt x="1038" y="2738"/>
                    <a:pt x="1138" y="2050"/>
                  </a:cubicBezTo>
                  <a:cubicBezTo>
                    <a:pt x="1238" y="1425"/>
                    <a:pt x="1113" y="763"/>
                    <a:pt x="1000" y="138"/>
                  </a:cubicBezTo>
                  <a:cubicBezTo>
                    <a:pt x="975" y="1"/>
                    <a:pt x="763" y="63"/>
                    <a:pt x="788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29"/>
            <p:cNvSpPr/>
            <p:nvPr/>
          </p:nvSpPr>
          <p:spPr>
            <a:xfrm>
              <a:off x="887000" y="1496125"/>
              <a:ext cx="8475" cy="8125"/>
            </a:xfrm>
            <a:custGeom>
              <a:rect b="b" l="l" r="r" t="t"/>
              <a:pathLst>
                <a:path extrusionOk="0" h="325" w="339">
                  <a:moveTo>
                    <a:pt x="251" y="13"/>
                  </a:moveTo>
                  <a:cubicBezTo>
                    <a:pt x="163" y="0"/>
                    <a:pt x="76" y="38"/>
                    <a:pt x="38" y="113"/>
                  </a:cubicBezTo>
                  <a:cubicBezTo>
                    <a:pt x="13" y="125"/>
                    <a:pt x="1" y="163"/>
                    <a:pt x="13" y="188"/>
                  </a:cubicBezTo>
                  <a:cubicBezTo>
                    <a:pt x="26" y="213"/>
                    <a:pt x="26" y="250"/>
                    <a:pt x="38" y="275"/>
                  </a:cubicBezTo>
                  <a:cubicBezTo>
                    <a:pt x="51" y="300"/>
                    <a:pt x="113" y="325"/>
                    <a:pt x="138" y="288"/>
                  </a:cubicBezTo>
                  <a:lnTo>
                    <a:pt x="276" y="150"/>
                  </a:lnTo>
                  <a:cubicBezTo>
                    <a:pt x="338" y="125"/>
                    <a:pt x="338" y="0"/>
                    <a:pt x="251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29"/>
            <p:cNvSpPr/>
            <p:nvPr/>
          </p:nvSpPr>
          <p:spPr>
            <a:xfrm>
              <a:off x="893575" y="1496125"/>
              <a:ext cx="58750" cy="15000"/>
            </a:xfrm>
            <a:custGeom>
              <a:rect b="b" l="l" r="r" t="t"/>
              <a:pathLst>
                <a:path extrusionOk="0" h="600" w="2350">
                  <a:moveTo>
                    <a:pt x="50" y="125"/>
                  </a:moveTo>
                  <a:cubicBezTo>
                    <a:pt x="725" y="462"/>
                    <a:pt x="1525" y="600"/>
                    <a:pt x="2262" y="375"/>
                  </a:cubicBezTo>
                  <a:cubicBezTo>
                    <a:pt x="2350" y="350"/>
                    <a:pt x="2337" y="188"/>
                    <a:pt x="2237" y="200"/>
                  </a:cubicBezTo>
                  <a:cubicBezTo>
                    <a:pt x="1487" y="288"/>
                    <a:pt x="812" y="288"/>
                    <a:pt x="100" y="25"/>
                  </a:cubicBezTo>
                  <a:cubicBezTo>
                    <a:pt x="38" y="0"/>
                    <a:pt x="0" y="100"/>
                    <a:pt x="50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29"/>
            <p:cNvSpPr/>
            <p:nvPr/>
          </p:nvSpPr>
          <p:spPr>
            <a:xfrm>
              <a:off x="927000" y="1501125"/>
              <a:ext cx="25325" cy="17200"/>
            </a:xfrm>
            <a:custGeom>
              <a:rect b="b" l="l" r="r" t="t"/>
              <a:pathLst>
                <a:path extrusionOk="0" h="688" w="1013">
                  <a:moveTo>
                    <a:pt x="825" y="75"/>
                  </a:moveTo>
                  <a:cubicBezTo>
                    <a:pt x="613" y="337"/>
                    <a:pt x="375" y="412"/>
                    <a:pt x="75" y="525"/>
                  </a:cubicBezTo>
                  <a:cubicBezTo>
                    <a:pt x="0" y="562"/>
                    <a:pt x="0" y="687"/>
                    <a:pt x="100" y="675"/>
                  </a:cubicBezTo>
                  <a:cubicBezTo>
                    <a:pt x="450" y="662"/>
                    <a:pt x="763" y="475"/>
                    <a:pt x="963" y="187"/>
                  </a:cubicBezTo>
                  <a:cubicBezTo>
                    <a:pt x="1013" y="100"/>
                    <a:pt x="888" y="0"/>
                    <a:pt x="825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29"/>
            <p:cNvSpPr/>
            <p:nvPr/>
          </p:nvSpPr>
          <p:spPr>
            <a:xfrm>
              <a:off x="886700" y="1501125"/>
              <a:ext cx="26575" cy="55300"/>
            </a:xfrm>
            <a:custGeom>
              <a:rect b="b" l="l" r="r" t="t"/>
              <a:pathLst>
                <a:path extrusionOk="0" h="2212" w="1063">
                  <a:moveTo>
                    <a:pt x="38" y="138"/>
                  </a:moveTo>
                  <a:cubicBezTo>
                    <a:pt x="213" y="437"/>
                    <a:pt x="363" y="750"/>
                    <a:pt x="488" y="1087"/>
                  </a:cubicBezTo>
                  <a:cubicBezTo>
                    <a:pt x="600" y="1437"/>
                    <a:pt x="525" y="1737"/>
                    <a:pt x="488" y="2099"/>
                  </a:cubicBezTo>
                  <a:cubicBezTo>
                    <a:pt x="475" y="2187"/>
                    <a:pt x="600" y="2212"/>
                    <a:pt x="638" y="2137"/>
                  </a:cubicBezTo>
                  <a:cubicBezTo>
                    <a:pt x="1062" y="1437"/>
                    <a:pt x="600" y="600"/>
                    <a:pt x="125" y="50"/>
                  </a:cubicBezTo>
                  <a:cubicBezTo>
                    <a:pt x="75" y="0"/>
                    <a:pt x="0" y="75"/>
                    <a:pt x="25" y="1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29"/>
            <p:cNvSpPr/>
            <p:nvPr/>
          </p:nvSpPr>
          <p:spPr>
            <a:xfrm>
              <a:off x="897000" y="1522975"/>
              <a:ext cx="17200" cy="34700"/>
            </a:xfrm>
            <a:custGeom>
              <a:rect b="b" l="l" r="r" t="t"/>
              <a:pathLst>
                <a:path extrusionOk="0" h="1388" w="688">
                  <a:moveTo>
                    <a:pt x="301" y="1263"/>
                  </a:moveTo>
                  <a:cubicBezTo>
                    <a:pt x="563" y="938"/>
                    <a:pt x="688" y="513"/>
                    <a:pt x="638" y="101"/>
                  </a:cubicBezTo>
                  <a:cubicBezTo>
                    <a:pt x="613" y="1"/>
                    <a:pt x="463" y="38"/>
                    <a:pt x="463" y="126"/>
                  </a:cubicBezTo>
                  <a:cubicBezTo>
                    <a:pt x="438" y="513"/>
                    <a:pt x="375" y="813"/>
                    <a:pt x="113" y="1101"/>
                  </a:cubicBezTo>
                  <a:cubicBezTo>
                    <a:pt x="1" y="1238"/>
                    <a:pt x="201" y="1388"/>
                    <a:pt x="301" y="1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29"/>
            <p:cNvSpPr/>
            <p:nvPr/>
          </p:nvSpPr>
          <p:spPr>
            <a:xfrm>
              <a:off x="907925" y="1521425"/>
              <a:ext cx="22850" cy="11275"/>
            </a:xfrm>
            <a:custGeom>
              <a:rect b="b" l="l" r="r" t="t"/>
              <a:pathLst>
                <a:path extrusionOk="0" h="451" w="914">
                  <a:moveTo>
                    <a:pt x="126" y="213"/>
                  </a:moveTo>
                  <a:cubicBezTo>
                    <a:pt x="351" y="275"/>
                    <a:pt x="551" y="388"/>
                    <a:pt x="776" y="425"/>
                  </a:cubicBezTo>
                  <a:cubicBezTo>
                    <a:pt x="863" y="450"/>
                    <a:pt x="913" y="338"/>
                    <a:pt x="838" y="288"/>
                  </a:cubicBezTo>
                  <a:cubicBezTo>
                    <a:pt x="638" y="163"/>
                    <a:pt x="413" y="75"/>
                    <a:pt x="176" y="38"/>
                  </a:cubicBezTo>
                  <a:cubicBezTo>
                    <a:pt x="51" y="0"/>
                    <a:pt x="1" y="175"/>
                    <a:pt x="126" y="2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29"/>
            <p:cNvSpPr/>
            <p:nvPr/>
          </p:nvSpPr>
          <p:spPr>
            <a:xfrm>
              <a:off x="915425" y="1512975"/>
              <a:ext cx="16275" cy="19725"/>
            </a:xfrm>
            <a:custGeom>
              <a:rect b="b" l="l" r="r" t="t"/>
              <a:pathLst>
                <a:path extrusionOk="0" h="789" w="651">
                  <a:moveTo>
                    <a:pt x="588" y="563"/>
                  </a:moveTo>
                  <a:cubicBezTo>
                    <a:pt x="501" y="376"/>
                    <a:pt x="376" y="201"/>
                    <a:pt x="213" y="63"/>
                  </a:cubicBezTo>
                  <a:cubicBezTo>
                    <a:pt x="138" y="1"/>
                    <a:pt x="1" y="88"/>
                    <a:pt x="63" y="176"/>
                  </a:cubicBezTo>
                  <a:cubicBezTo>
                    <a:pt x="176" y="351"/>
                    <a:pt x="288" y="501"/>
                    <a:pt x="401" y="663"/>
                  </a:cubicBezTo>
                  <a:cubicBezTo>
                    <a:pt x="476" y="788"/>
                    <a:pt x="651" y="688"/>
                    <a:pt x="588" y="5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29"/>
            <p:cNvSpPr/>
            <p:nvPr/>
          </p:nvSpPr>
          <p:spPr>
            <a:xfrm>
              <a:off x="917300" y="1513300"/>
              <a:ext cx="17225" cy="6900"/>
            </a:xfrm>
            <a:custGeom>
              <a:rect b="b" l="l" r="r" t="t"/>
              <a:pathLst>
                <a:path extrusionOk="0" h="276" w="689">
                  <a:moveTo>
                    <a:pt x="126" y="225"/>
                  </a:moveTo>
                  <a:cubicBezTo>
                    <a:pt x="288" y="275"/>
                    <a:pt x="463" y="250"/>
                    <a:pt x="613" y="163"/>
                  </a:cubicBezTo>
                  <a:cubicBezTo>
                    <a:pt x="688" y="113"/>
                    <a:pt x="626" y="0"/>
                    <a:pt x="551" y="25"/>
                  </a:cubicBezTo>
                  <a:lnTo>
                    <a:pt x="176" y="38"/>
                  </a:lnTo>
                  <a:cubicBezTo>
                    <a:pt x="51" y="13"/>
                    <a:pt x="1" y="188"/>
                    <a:pt x="126" y="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29"/>
            <p:cNvSpPr/>
            <p:nvPr/>
          </p:nvSpPr>
          <p:spPr>
            <a:xfrm>
              <a:off x="926050" y="1528925"/>
              <a:ext cx="28775" cy="23450"/>
            </a:xfrm>
            <a:custGeom>
              <a:rect b="b" l="l" r="r" t="t"/>
              <a:pathLst>
                <a:path extrusionOk="0" h="938" w="1151">
                  <a:moveTo>
                    <a:pt x="501" y="163"/>
                  </a:moveTo>
                  <a:cubicBezTo>
                    <a:pt x="1" y="263"/>
                    <a:pt x="276" y="937"/>
                    <a:pt x="713" y="838"/>
                  </a:cubicBezTo>
                  <a:cubicBezTo>
                    <a:pt x="1150" y="750"/>
                    <a:pt x="1013" y="0"/>
                    <a:pt x="513" y="150"/>
                  </a:cubicBezTo>
                  <a:cubicBezTo>
                    <a:pt x="401" y="188"/>
                    <a:pt x="426" y="350"/>
                    <a:pt x="538" y="350"/>
                  </a:cubicBezTo>
                  <a:cubicBezTo>
                    <a:pt x="538" y="350"/>
                    <a:pt x="538" y="325"/>
                    <a:pt x="551" y="325"/>
                  </a:cubicBezTo>
                  <a:cubicBezTo>
                    <a:pt x="663" y="288"/>
                    <a:pt x="613" y="125"/>
                    <a:pt x="501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29"/>
            <p:cNvSpPr/>
            <p:nvPr/>
          </p:nvSpPr>
          <p:spPr>
            <a:xfrm>
              <a:off x="6209675" y="1202450"/>
              <a:ext cx="551125" cy="190275"/>
            </a:xfrm>
            <a:custGeom>
              <a:rect b="b" l="l" r="r" t="t"/>
              <a:pathLst>
                <a:path extrusionOk="0" h="7611" w="22045">
                  <a:moveTo>
                    <a:pt x="225" y="2949"/>
                  </a:moveTo>
                  <a:cubicBezTo>
                    <a:pt x="5049" y="7611"/>
                    <a:pt x="11447" y="0"/>
                    <a:pt x="17096" y="1300"/>
                  </a:cubicBezTo>
                  <a:cubicBezTo>
                    <a:pt x="20083" y="2000"/>
                    <a:pt x="22045" y="4312"/>
                    <a:pt x="21945" y="7373"/>
                  </a:cubicBezTo>
                  <a:cubicBezTo>
                    <a:pt x="21932" y="7461"/>
                    <a:pt x="21820" y="7461"/>
                    <a:pt x="21807" y="7373"/>
                  </a:cubicBezTo>
                  <a:cubicBezTo>
                    <a:pt x="21532" y="1100"/>
                    <a:pt x="14534" y="887"/>
                    <a:pt x="10173" y="2724"/>
                  </a:cubicBezTo>
                  <a:cubicBezTo>
                    <a:pt x="8448" y="3449"/>
                    <a:pt x="6736" y="4437"/>
                    <a:pt x="4837" y="4661"/>
                  </a:cubicBezTo>
                  <a:cubicBezTo>
                    <a:pt x="2937" y="4886"/>
                    <a:pt x="1425" y="4387"/>
                    <a:pt x="88" y="3087"/>
                  </a:cubicBezTo>
                  <a:cubicBezTo>
                    <a:pt x="0" y="2999"/>
                    <a:pt x="125" y="2874"/>
                    <a:pt x="213" y="294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29"/>
            <p:cNvSpPr/>
            <p:nvPr/>
          </p:nvSpPr>
          <p:spPr>
            <a:xfrm>
              <a:off x="6575200" y="1369575"/>
              <a:ext cx="180925" cy="121575"/>
            </a:xfrm>
            <a:custGeom>
              <a:rect b="b" l="l" r="r" t="t"/>
              <a:pathLst>
                <a:path extrusionOk="0" h="4863" w="7237">
                  <a:moveTo>
                    <a:pt x="7224" y="1688"/>
                  </a:moveTo>
                  <a:cubicBezTo>
                    <a:pt x="7086" y="3700"/>
                    <a:pt x="4624" y="4862"/>
                    <a:pt x="2825" y="4325"/>
                  </a:cubicBezTo>
                  <a:cubicBezTo>
                    <a:pt x="1313" y="3875"/>
                    <a:pt x="0" y="1338"/>
                    <a:pt x="1388" y="88"/>
                  </a:cubicBezTo>
                  <a:cubicBezTo>
                    <a:pt x="1463" y="1"/>
                    <a:pt x="1588" y="126"/>
                    <a:pt x="1500" y="201"/>
                  </a:cubicBezTo>
                  <a:cubicBezTo>
                    <a:pt x="113" y="1725"/>
                    <a:pt x="1775" y="4025"/>
                    <a:pt x="3400" y="4225"/>
                  </a:cubicBezTo>
                  <a:cubicBezTo>
                    <a:pt x="4949" y="4425"/>
                    <a:pt x="6911" y="3413"/>
                    <a:pt x="7024" y="1688"/>
                  </a:cubicBezTo>
                  <a:cubicBezTo>
                    <a:pt x="7036" y="1563"/>
                    <a:pt x="7236" y="1563"/>
                    <a:pt x="7224" y="16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29"/>
            <p:cNvSpPr/>
            <p:nvPr/>
          </p:nvSpPr>
          <p:spPr>
            <a:xfrm>
              <a:off x="6628300" y="1348025"/>
              <a:ext cx="73450" cy="77200"/>
            </a:xfrm>
            <a:custGeom>
              <a:rect b="b" l="l" r="r" t="t"/>
              <a:pathLst>
                <a:path extrusionOk="0" h="3088" w="2938">
                  <a:moveTo>
                    <a:pt x="88" y="488"/>
                  </a:moveTo>
                  <a:cubicBezTo>
                    <a:pt x="913" y="1"/>
                    <a:pt x="2138" y="351"/>
                    <a:pt x="2550" y="1238"/>
                  </a:cubicBezTo>
                  <a:cubicBezTo>
                    <a:pt x="2938" y="2063"/>
                    <a:pt x="2325" y="2987"/>
                    <a:pt x="1451" y="3075"/>
                  </a:cubicBezTo>
                  <a:cubicBezTo>
                    <a:pt x="1338" y="3087"/>
                    <a:pt x="1313" y="2900"/>
                    <a:pt x="1426" y="2887"/>
                  </a:cubicBezTo>
                  <a:cubicBezTo>
                    <a:pt x="2238" y="2737"/>
                    <a:pt x="2738" y="1913"/>
                    <a:pt x="2275" y="1163"/>
                  </a:cubicBezTo>
                  <a:cubicBezTo>
                    <a:pt x="1800" y="476"/>
                    <a:pt x="901" y="251"/>
                    <a:pt x="163" y="625"/>
                  </a:cubicBezTo>
                  <a:cubicBezTo>
                    <a:pt x="76" y="675"/>
                    <a:pt x="1" y="538"/>
                    <a:pt x="88" y="4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29"/>
            <p:cNvSpPr/>
            <p:nvPr/>
          </p:nvSpPr>
          <p:spPr>
            <a:xfrm>
              <a:off x="6655500" y="1418950"/>
              <a:ext cx="25" cy="325"/>
            </a:xfrm>
            <a:custGeom>
              <a:rect b="b" l="l" r="r" t="t"/>
              <a:pathLst>
                <a:path extrusionOk="0" h="13" w="1">
                  <a:moveTo>
                    <a:pt x="0" y="1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29"/>
            <p:cNvSpPr/>
            <p:nvPr/>
          </p:nvSpPr>
          <p:spPr>
            <a:xfrm>
              <a:off x="6641425" y="1240875"/>
              <a:ext cx="206550" cy="104050"/>
            </a:xfrm>
            <a:custGeom>
              <a:rect b="b" l="l" r="r" t="t"/>
              <a:pathLst>
                <a:path extrusionOk="0" h="4162" w="8262">
                  <a:moveTo>
                    <a:pt x="138" y="25"/>
                  </a:moveTo>
                  <a:cubicBezTo>
                    <a:pt x="1263" y="263"/>
                    <a:pt x="2325" y="725"/>
                    <a:pt x="3275" y="1375"/>
                  </a:cubicBezTo>
                  <a:cubicBezTo>
                    <a:pt x="4725" y="2387"/>
                    <a:pt x="6199" y="4162"/>
                    <a:pt x="8086" y="2875"/>
                  </a:cubicBezTo>
                  <a:cubicBezTo>
                    <a:pt x="8161" y="2825"/>
                    <a:pt x="8261" y="2950"/>
                    <a:pt x="8186" y="3012"/>
                  </a:cubicBezTo>
                  <a:cubicBezTo>
                    <a:pt x="7436" y="3699"/>
                    <a:pt x="6487" y="3699"/>
                    <a:pt x="5562" y="3299"/>
                  </a:cubicBezTo>
                  <a:cubicBezTo>
                    <a:pt x="4887" y="2999"/>
                    <a:pt x="4362" y="2475"/>
                    <a:pt x="3787" y="2025"/>
                  </a:cubicBezTo>
                  <a:cubicBezTo>
                    <a:pt x="2713" y="1137"/>
                    <a:pt x="1450" y="500"/>
                    <a:pt x="88" y="175"/>
                  </a:cubicBezTo>
                  <a:cubicBezTo>
                    <a:pt x="1" y="150"/>
                    <a:pt x="38" y="0"/>
                    <a:pt x="138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29"/>
            <p:cNvSpPr/>
            <p:nvPr/>
          </p:nvSpPr>
          <p:spPr>
            <a:xfrm>
              <a:off x="6499275" y="1245875"/>
              <a:ext cx="88450" cy="80000"/>
            </a:xfrm>
            <a:custGeom>
              <a:rect b="b" l="l" r="r" t="t"/>
              <a:pathLst>
                <a:path extrusionOk="0" h="3200" w="3538">
                  <a:moveTo>
                    <a:pt x="101" y="313"/>
                  </a:moveTo>
                  <a:cubicBezTo>
                    <a:pt x="988" y="113"/>
                    <a:pt x="1838" y="0"/>
                    <a:pt x="2638" y="488"/>
                  </a:cubicBezTo>
                  <a:cubicBezTo>
                    <a:pt x="3175" y="813"/>
                    <a:pt x="3537" y="1325"/>
                    <a:pt x="3437" y="1975"/>
                  </a:cubicBezTo>
                  <a:cubicBezTo>
                    <a:pt x="3337" y="2587"/>
                    <a:pt x="2838" y="3062"/>
                    <a:pt x="2225" y="3137"/>
                  </a:cubicBezTo>
                  <a:cubicBezTo>
                    <a:pt x="1750" y="3187"/>
                    <a:pt x="1075" y="3024"/>
                    <a:pt x="1026" y="2475"/>
                  </a:cubicBezTo>
                  <a:cubicBezTo>
                    <a:pt x="1013" y="2387"/>
                    <a:pt x="1150" y="2387"/>
                    <a:pt x="1150" y="2475"/>
                  </a:cubicBezTo>
                  <a:cubicBezTo>
                    <a:pt x="1225" y="3199"/>
                    <a:pt x="2438" y="2937"/>
                    <a:pt x="2750" y="2712"/>
                  </a:cubicBezTo>
                  <a:cubicBezTo>
                    <a:pt x="3237" y="2362"/>
                    <a:pt x="3387" y="1700"/>
                    <a:pt x="3087" y="1175"/>
                  </a:cubicBezTo>
                  <a:cubicBezTo>
                    <a:pt x="2475" y="163"/>
                    <a:pt x="1125" y="263"/>
                    <a:pt x="151" y="488"/>
                  </a:cubicBezTo>
                  <a:cubicBezTo>
                    <a:pt x="38" y="513"/>
                    <a:pt x="1" y="338"/>
                    <a:pt x="101" y="3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29"/>
            <p:cNvSpPr/>
            <p:nvPr/>
          </p:nvSpPr>
          <p:spPr>
            <a:xfrm>
              <a:off x="6443675" y="1272100"/>
              <a:ext cx="33125" cy="43775"/>
            </a:xfrm>
            <a:custGeom>
              <a:rect b="b" l="l" r="r" t="t"/>
              <a:pathLst>
                <a:path extrusionOk="0" h="1751" w="1325">
                  <a:moveTo>
                    <a:pt x="88" y="188"/>
                  </a:moveTo>
                  <a:cubicBezTo>
                    <a:pt x="638" y="1"/>
                    <a:pt x="1325" y="326"/>
                    <a:pt x="1250" y="976"/>
                  </a:cubicBezTo>
                  <a:cubicBezTo>
                    <a:pt x="1200" y="1413"/>
                    <a:pt x="500" y="1750"/>
                    <a:pt x="238" y="1326"/>
                  </a:cubicBezTo>
                  <a:cubicBezTo>
                    <a:pt x="175" y="1213"/>
                    <a:pt x="350" y="1101"/>
                    <a:pt x="425" y="1213"/>
                  </a:cubicBezTo>
                  <a:cubicBezTo>
                    <a:pt x="538" y="1288"/>
                    <a:pt x="675" y="1301"/>
                    <a:pt x="800" y="1263"/>
                  </a:cubicBezTo>
                  <a:cubicBezTo>
                    <a:pt x="1075" y="1026"/>
                    <a:pt x="1125" y="813"/>
                    <a:pt x="950" y="613"/>
                  </a:cubicBezTo>
                  <a:cubicBezTo>
                    <a:pt x="788" y="301"/>
                    <a:pt x="450" y="263"/>
                    <a:pt x="138" y="351"/>
                  </a:cubicBezTo>
                  <a:cubicBezTo>
                    <a:pt x="38" y="376"/>
                    <a:pt x="0" y="226"/>
                    <a:pt x="100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29"/>
            <p:cNvSpPr/>
            <p:nvPr/>
          </p:nvSpPr>
          <p:spPr>
            <a:xfrm>
              <a:off x="6835450" y="1292100"/>
              <a:ext cx="31875" cy="31900"/>
            </a:xfrm>
            <a:custGeom>
              <a:rect b="b" l="l" r="r" t="t"/>
              <a:pathLst>
                <a:path extrusionOk="0" h="1276" w="1275">
                  <a:moveTo>
                    <a:pt x="325" y="925"/>
                  </a:moveTo>
                  <a:cubicBezTo>
                    <a:pt x="0" y="563"/>
                    <a:pt x="450" y="1"/>
                    <a:pt x="863" y="326"/>
                  </a:cubicBezTo>
                  <a:cubicBezTo>
                    <a:pt x="1275" y="651"/>
                    <a:pt x="800" y="1275"/>
                    <a:pt x="388" y="975"/>
                  </a:cubicBezTo>
                  <a:cubicBezTo>
                    <a:pt x="325" y="925"/>
                    <a:pt x="375" y="813"/>
                    <a:pt x="463" y="826"/>
                  </a:cubicBezTo>
                  <a:lnTo>
                    <a:pt x="463" y="826"/>
                  </a:lnTo>
                  <a:cubicBezTo>
                    <a:pt x="500" y="901"/>
                    <a:pt x="400" y="1000"/>
                    <a:pt x="338" y="9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29"/>
            <p:cNvSpPr/>
            <p:nvPr/>
          </p:nvSpPr>
          <p:spPr>
            <a:xfrm>
              <a:off x="6713600" y="1274925"/>
              <a:ext cx="77825" cy="113125"/>
            </a:xfrm>
            <a:custGeom>
              <a:rect b="b" l="l" r="r" t="t"/>
              <a:pathLst>
                <a:path extrusionOk="0" h="4525" w="3113">
                  <a:moveTo>
                    <a:pt x="163" y="63"/>
                  </a:moveTo>
                  <a:cubicBezTo>
                    <a:pt x="1550" y="1163"/>
                    <a:pt x="2575" y="2675"/>
                    <a:pt x="3087" y="4374"/>
                  </a:cubicBezTo>
                  <a:cubicBezTo>
                    <a:pt x="3112" y="4462"/>
                    <a:pt x="2975" y="4524"/>
                    <a:pt x="2925" y="4437"/>
                  </a:cubicBezTo>
                  <a:cubicBezTo>
                    <a:pt x="2175" y="2825"/>
                    <a:pt x="1413" y="1338"/>
                    <a:pt x="63" y="150"/>
                  </a:cubicBezTo>
                  <a:cubicBezTo>
                    <a:pt x="1" y="100"/>
                    <a:pt x="88" y="0"/>
                    <a:pt x="150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29"/>
            <p:cNvSpPr/>
            <p:nvPr/>
          </p:nvSpPr>
          <p:spPr>
            <a:xfrm>
              <a:off x="6777025" y="1376150"/>
              <a:ext cx="30650" cy="32525"/>
            </a:xfrm>
            <a:custGeom>
              <a:rect b="b" l="l" r="r" t="t"/>
              <a:pathLst>
                <a:path extrusionOk="0" h="1301" w="1226">
                  <a:moveTo>
                    <a:pt x="500" y="500"/>
                  </a:moveTo>
                  <a:lnTo>
                    <a:pt x="500" y="563"/>
                  </a:lnTo>
                  <a:cubicBezTo>
                    <a:pt x="425" y="638"/>
                    <a:pt x="313" y="550"/>
                    <a:pt x="350" y="450"/>
                  </a:cubicBezTo>
                  <a:cubicBezTo>
                    <a:pt x="600" y="0"/>
                    <a:pt x="1225" y="550"/>
                    <a:pt x="888" y="925"/>
                  </a:cubicBezTo>
                  <a:cubicBezTo>
                    <a:pt x="550" y="1300"/>
                    <a:pt x="0" y="750"/>
                    <a:pt x="388" y="388"/>
                  </a:cubicBezTo>
                  <a:cubicBezTo>
                    <a:pt x="463" y="325"/>
                    <a:pt x="563" y="425"/>
                    <a:pt x="500" y="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29"/>
            <p:cNvSpPr/>
            <p:nvPr/>
          </p:nvSpPr>
          <p:spPr>
            <a:xfrm>
              <a:off x="6753275" y="1393325"/>
              <a:ext cx="5650" cy="9725"/>
            </a:xfrm>
            <a:custGeom>
              <a:rect b="b" l="l" r="r" t="t"/>
              <a:pathLst>
                <a:path extrusionOk="0" h="389" w="226">
                  <a:moveTo>
                    <a:pt x="213" y="126"/>
                  </a:moveTo>
                  <a:cubicBezTo>
                    <a:pt x="226" y="201"/>
                    <a:pt x="213" y="276"/>
                    <a:pt x="163" y="326"/>
                  </a:cubicBezTo>
                  <a:cubicBezTo>
                    <a:pt x="126" y="388"/>
                    <a:pt x="1" y="376"/>
                    <a:pt x="1" y="288"/>
                  </a:cubicBezTo>
                  <a:cubicBezTo>
                    <a:pt x="13" y="238"/>
                    <a:pt x="13" y="176"/>
                    <a:pt x="26" y="126"/>
                  </a:cubicBezTo>
                  <a:cubicBezTo>
                    <a:pt x="26" y="1"/>
                    <a:pt x="213" y="1"/>
                    <a:pt x="213" y="1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29"/>
            <p:cNvSpPr/>
            <p:nvPr/>
          </p:nvSpPr>
          <p:spPr>
            <a:xfrm>
              <a:off x="6617075" y="1363650"/>
              <a:ext cx="10000" cy="6900"/>
            </a:xfrm>
            <a:custGeom>
              <a:rect b="b" l="l" r="r" t="t"/>
              <a:pathLst>
                <a:path extrusionOk="0" h="276" w="400">
                  <a:moveTo>
                    <a:pt x="312" y="188"/>
                  </a:moveTo>
                  <a:cubicBezTo>
                    <a:pt x="250" y="225"/>
                    <a:pt x="175" y="250"/>
                    <a:pt x="100" y="263"/>
                  </a:cubicBezTo>
                  <a:cubicBezTo>
                    <a:pt x="38" y="275"/>
                    <a:pt x="0" y="213"/>
                    <a:pt x="38" y="163"/>
                  </a:cubicBezTo>
                  <a:cubicBezTo>
                    <a:pt x="88" y="100"/>
                    <a:pt x="163" y="50"/>
                    <a:pt x="250" y="25"/>
                  </a:cubicBezTo>
                  <a:cubicBezTo>
                    <a:pt x="337" y="0"/>
                    <a:pt x="400" y="138"/>
                    <a:pt x="312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29"/>
            <p:cNvSpPr/>
            <p:nvPr/>
          </p:nvSpPr>
          <p:spPr>
            <a:xfrm>
              <a:off x="6611450" y="1234000"/>
              <a:ext cx="156850" cy="27525"/>
            </a:xfrm>
            <a:custGeom>
              <a:rect b="b" l="l" r="r" t="t"/>
              <a:pathLst>
                <a:path extrusionOk="0" h="1101" w="6274">
                  <a:moveTo>
                    <a:pt x="100" y="13"/>
                  </a:moveTo>
                  <a:cubicBezTo>
                    <a:pt x="950" y="0"/>
                    <a:pt x="1812" y="75"/>
                    <a:pt x="2649" y="250"/>
                  </a:cubicBezTo>
                  <a:cubicBezTo>
                    <a:pt x="3812" y="488"/>
                    <a:pt x="4924" y="925"/>
                    <a:pt x="6111" y="613"/>
                  </a:cubicBezTo>
                  <a:cubicBezTo>
                    <a:pt x="6223" y="575"/>
                    <a:pt x="6273" y="763"/>
                    <a:pt x="6161" y="788"/>
                  </a:cubicBezTo>
                  <a:cubicBezTo>
                    <a:pt x="5361" y="1100"/>
                    <a:pt x="4636" y="950"/>
                    <a:pt x="3824" y="775"/>
                  </a:cubicBezTo>
                  <a:cubicBezTo>
                    <a:pt x="2587" y="500"/>
                    <a:pt x="1375" y="250"/>
                    <a:pt x="100" y="188"/>
                  </a:cubicBezTo>
                  <a:cubicBezTo>
                    <a:pt x="0" y="175"/>
                    <a:pt x="0" y="25"/>
                    <a:pt x="100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29"/>
            <p:cNvSpPr/>
            <p:nvPr/>
          </p:nvSpPr>
          <p:spPr>
            <a:xfrm>
              <a:off x="6756400" y="1233675"/>
              <a:ext cx="33150" cy="30975"/>
            </a:xfrm>
            <a:custGeom>
              <a:rect b="b" l="l" r="r" t="t"/>
              <a:pathLst>
                <a:path extrusionOk="0" h="1239" w="1326">
                  <a:moveTo>
                    <a:pt x="450" y="688"/>
                  </a:moveTo>
                  <a:lnTo>
                    <a:pt x="563" y="651"/>
                  </a:lnTo>
                  <a:cubicBezTo>
                    <a:pt x="625" y="726"/>
                    <a:pt x="563" y="826"/>
                    <a:pt x="475" y="813"/>
                  </a:cubicBezTo>
                  <a:cubicBezTo>
                    <a:pt x="1" y="651"/>
                    <a:pt x="475" y="1"/>
                    <a:pt x="863" y="226"/>
                  </a:cubicBezTo>
                  <a:cubicBezTo>
                    <a:pt x="1325" y="526"/>
                    <a:pt x="788" y="1238"/>
                    <a:pt x="350" y="801"/>
                  </a:cubicBezTo>
                  <a:cubicBezTo>
                    <a:pt x="301" y="738"/>
                    <a:pt x="375" y="638"/>
                    <a:pt x="450" y="6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29"/>
            <p:cNvSpPr/>
            <p:nvPr/>
          </p:nvSpPr>
          <p:spPr>
            <a:xfrm>
              <a:off x="6761100" y="1291175"/>
              <a:ext cx="72800" cy="22525"/>
            </a:xfrm>
            <a:custGeom>
              <a:rect b="b" l="l" r="r" t="t"/>
              <a:pathLst>
                <a:path extrusionOk="0" h="901" w="2912">
                  <a:moveTo>
                    <a:pt x="100" y="638"/>
                  </a:moveTo>
                  <a:cubicBezTo>
                    <a:pt x="412" y="338"/>
                    <a:pt x="800" y="150"/>
                    <a:pt x="1225" y="100"/>
                  </a:cubicBezTo>
                  <a:cubicBezTo>
                    <a:pt x="1700" y="38"/>
                    <a:pt x="2387" y="0"/>
                    <a:pt x="2799" y="263"/>
                  </a:cubicBezTo>
                  <a:cubicBezTo>
                    <a:pt x="2912" y="325"/>
                    <a:pt x="2837" y="488"/>
                    <a:pt x="2724" y="463"/>
                  </a:cubicBezTo>
                  <a:cubicBezTo>
                    <a:pt x="1937" y="263"/>
                    <a:pt x="900" y="213"/>
                    <a:pt x="262" y="800"/>
                  </a:cubicBezTo>
                  <a:cubicBezTo>
                    <a:pt x="150" y="900"/>
                    <a:pt x="0" y="738"/>
                    <a:pt x="113" y="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29"/>
            <p:cNvSpPr/>
            <p:nvPr/>
          </p:nvSpPr>
          <p:spPr>
            <a:xfrm>
              <a:off x="6762650" y="1296800"/>
              <a:ext cx="70325" cy="23450"/>
            </a:xfrm>
            <a:custGeom>
              <a:rect b="b" l="l" r="r" t="t"/>
              <a:pathLst>
                <a:path extrusionOk="0" h="938" w="2813">
                  <a:moveTo>
                    <a:pt x="2750" y="200"/>
                  </a:moveTo>
                  <a:cubicBezTo>
                    <a:pt x="2237" y="887"/>
                    <a:pt x="800" y="937"/>
                    <a:pt x="100" y="575"/>
                  </a:cubicBezTo>
                  <a:cubicBezTo>
                    <a:pt x="1" y="513"/>
                    <a:pt x="75" y="375"/>
                    <a:pt x="175" y="388"/>
                  </a:cubicBezTo>
                  <a:cubicBezTo>
                    <a:pt x="888" y="500"/>
                    <a:pt x="2050" y="762"/>
                    <a:pt x="2600" y="88"/>
                  </a:cubicBezTo>
                  <a:cubicBezTo>
                    <a:pt x="2675" y="0"/>
                    <a:pt x="2812" y="113"/>
                    <a:pt x="2762" y="2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29"/>
            <p:cNvSpPr/>
            <p:nvPr/>
          </p:nvSpPr>
          <p:spPr>
            <a:xfrm>
              <a:off x="6662675" y="1249000"/>
              <a:ext cx="18150" cy="56875"/>
            </a:xfrm>
            <a:custGeom>
              <a:rect b="b" l="l" r="r" t="t"/>
              <a:pathLst>
                <a:path extrusionOk="0" h="2275" w="726">
                  <a:moveTo>
                    <a:pt x="413" y="163"/>
                  </a:moveTo>
                  <a:cubicBezTo>
                    <a:pt x="238" y="800"/>
                    <a:pt x="325" y="1475"/>
                    <a:pt x="650" y="2037"/>
                  </a:cubicBezTo>
                  <a:cubicBezTo>
                    <a:pt x="725" y="2162"/>
                    <a:pt x="538" y="2275"/>
                    <a:pt x="463" y="2150"/>
                  </a:cubicBezTo>
                  <a:cubicBezTo>
                    <a:pt x="88" y="1537"/>
                    <a:pt x="1" y="800"/>
                    <a:pt x="226" y="113"/>
                  </a:cubicBezTo>
                  <a:cubicBezTo>
                    <a:pt x="263" y="0"/>
                    <a:pt x="438" y="50"/>
                    <a:pt x="413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29"/>
            <p:cNvSpPr/>
            <p:nvPr/>
          </p:nvSpPr>
          <p:spPr>
            <a:xfrm>
              <a:off x="6669850" y="1250875"/>
              <a:ext cx="15975" cy="54375"/>
            </a:xfrm>
            <a:custGeom>
              <a:rect b="b" l="l" r="r" t="t"/>
              <a:pathLst>
                <a:path extrusionOk="0" h="2175" w="639">
                  <a:moveTo>
                    <a:pt x="176" y="1987"/>
                  </a:moveTo>
                  <a:cubicBezTo>
                    <a:pt x="313" y="1625"/>
                    <a:pt x="351" y="1225"/>
                    <a:pt x="301" y="850"/>
                  </a:cubicBezTo>
                  <a:cubicBezTo>
                    <a:pt x="251" y="563"/>
                    <a:pt x="101" y="388"/>
                    <a:pt x="13" y="150"/>
                  </a:cubicBezTo>
                  <a:cubicBezTo>
                    <a:pt x="1" y="100"/>
                    <a:pt x="26" y="63"/>
                    <a:pt x="63" y="50"/>
                  </a:cubicBezTo>
                  <a:cubicBezTo>
                    <a:pt x="363" y="0"/>
                    <a:pt x="463" y="325"/>
                    <a:pt x="526" y="563"/>
                  </a:cubicBezTo>
                  <a:cubicBezTo>
                    <a:pt x="638" y="1062"/>
                    <a:pt x="588" y="1575"/>
                    <a:pt x="401" y="2050"/>
                  </a:cubicBezTo>
                  <a:cubicBezTo>
                    <a:pt x="351" y="2175"/>
                    <a:pt x="138" y="2125"/>
                    <a:pt x="188" y="19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29"/>
            <p:cNvSpPr/>
            <p:nvPr/>
          </p:nvSpPr>
          <p:spPr>
            <a:xfrm>
              <a:off x="6330275" y="1310225"/>
              <a:ext cx="82800" cy="26900"/>
            </a:xfrm>
            <a:custGeom>
              <a:rect b="b" l="l" r="r" t="t"/>
              <a:pathLst>
                <a:path extrusionOk="0" h="1076" w="3312">
                  <a:moveTo>
                    <a:pt x="138" y="151"/>
                  </a:moveTo>
                  <a:cubicBezTo>
                    <a:pt x="1150" y="1"/>
                    <a:pt x="2512" y="151"/>
                    <a:pt x="3262" y="913"/>
                  </a:cubicBezTo>
                  <a:cubicBezTo>
                    <a:pt x="3312" y="963"/>
                    <a:pt x="3262" y="1075"/>
                    <a:pt x="3174" y="1050"/>
                  </a:cubicBezTo>
                  <a:cubicBezTo>
                    <a:pt x="2712" y="888"/>
                    <a:pt x="2299" y="600"/>
                    <a:pt x="1812" y="475"/>
                  </a:cubicBezTo>
                  <a:cubicBezTo>
                    <a:pt x="1275" y="338"/>
                    <a:pt x="712" y="300"/>
                    <a:pt x="150" y="363"/>
                  </a:cubicBezTo>
                  <a:cubicBezTo>
                    <a:pt x="38" y="375"/>
                    <a:pt x="0" y="163"/>
                    <a:pt x="125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29"/>
            <p:cNvSpPr/>
            <p:nvPr/>
          </p:nvSpPr>
          <p:spPr>
            <a:xfrm>
              <a:off x="6312450" y="1314900"/>
              <a:ext cx="100625" cy="30975"/>
            </a:xfrm>
            <a:custGeom>
              <a:rect b="b" l="l" r="r" t="t"/>
              <a:pathLst>
                <a:path extrusionOk="0" h="1239" w="4025">
                  <a:moveTo>
                    <a:pt x="3900" y="1001"/>
                  </a:moveTo>
                  <a:cubicBezTo>
                    <a:pt x="3275" y="1113"/>
                    <a:pt x="2613" y="1238"/>
                    <a:pt x="1975" y="1151"/>
                  </a:cubicBezTo>
                  <a:cubicBezTo>
                    <a:pt x="1300" y="1038"/>
                    <a:pt x="713" y="688"/>
                    <a:pt x="151" y="313"/>
                  </a:cubicBezTo>
                  <a:cubicBezTo>
                    <a:pt x="1" y="226"/>
                    <a:pt x="138" y="1"/>
                    <a:pt x="276" y="88"/>
                  </a:cubicBezTo>
                  <a:cubicBezTo>
                    <a:pt x="751" y="401"/>
                    <a:pt x="1238" y="713"/>
                    <a:pt x="1788" y="851"/>
                  </a:cubicBezTo>
                  <a:cubicBezTo>
                    <a:pt x="2463" y="1013"/>
                    <a:pt x="3175" y="901"/>
                    <a:pt x="3837" y="788"/>
                  </a:cubicBezTo>
                  <a:cubicBezTo>
                    <a:pt x="3975" y="776"/>
                    <a:pt x="4025" y="976"/>
                    <a:pt x="3900" y="10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29"/>
            <p:cNvSpPr/>
            <p:nvPr/>
          </p:nvSpPr>
          <p:spPr>
            <a:xfrm>
              <a:off x="6814825" y="1460800"/>
              <a:ext cx="199975" cy="551150"/>
            </a:xfrm>
            <a:custGeom>
              <a:rect b="b" l="l" r="r" t="t"/>
              <a:pathLst>
                <a:path extrusionOk="0" h="22046" w="7999">
                  <a:moveTo>
                    <a:pt x="4512" y="21958"/>
                  </a:moveTo>
                  <a:cubicBezTo>
                    <a:pt x="3200" y="20621"/>
                    <a:pt x="2700" y="19108"/>
                    <a:pt x="2925" y="17209"/>
                  </a:cubicBezTo>
                  <a:cubicBezTo>
                    <a:pt x="3087" y="15809"/>
                    <a:pt x="3712" y="14560"/>
                    <a:pt x="4249" y="13285"/>
                  </a:cubicBezTo>
                  <a:cubicBezTo>
                    <a:pt x="6124" y="8811"/>
                    <a:pt x="7998" y="576"/>
                    <a:pt x="213" y="238"/>
                  </a:cubicBezTo>
                  <a:cubicBezTo>
                    <a:pt x="138" y="238"/>
                    <a:pt x="138" y="113"/>
                    <a:pt x="213" y="101"/>
                  </a:cubicBezTo>
                  <a:cubicBezTo>
                    <a:pt x="3262" y="1"/>
                    <a:pt x="5599" y="1975"/>
                    <a:pt x="6286" y="4962"/>
                  </a:cubicBezTo>
                  <a:cubicBezTo>
                    <a:pt x="7598" y="10611"/>
                    <a:pt x="0" y="17034"/>
                    <a:pt x="4637" y="21833"/>
                  </a:cubicBezTo>
                  <a:cubicBezTo>
                    <a:pt x="4724" y="21908"/>
                    <a:pt x="4599" y="22045"/>
                    <a:pt x="4512" y="219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29"/>
            <p:cNvSpPr/>
            <p:nvPr/>
          </p:nvSpPr>
          <p:spPr>
            <a:xfrm>
              <a:off x="6715800" y="1465800"/>
              <a:ext cx="121550" cy="180925"/>
            </a:xfrm>
            <a:custGeom>
              <a:rect b="b" l="l" r="r" t="t"/>
              <a:pathLst>
                <a:path extrusionOk="0" h="7237" w="4862">
                  <a:moveTo>
                    <a:pt x="3187" y="201"/>
                  </a:moveTo>
                  <a:cubicBezTo>
                    <a:pt x="1450" y="326"/>
                    <a:pt x="450" y="2288"/>
                    <a:pt x="637" y="3837"/>
                  </a:cubicBezTo>
                  <a:cubicBezTo>
                    <a:pt x="850" y="5462"/>
                    <a:pt x="3137" y="7124"/>
                    <a:pt x="4661" y="5724"/>
                  </a:cubicBezTo>
                  <a:cubicBezTo>
                    <a:pt x="4736" y="5649"/>
                    <a:pt x="4861" y="5774"/>
                    <a:pt x="4786" y="5849"/>
                  </a:cubicBezTo>
                  <a:cubicBezTo>
                    <a:pt x="3537" y="7237"/>
                    <a:pt x="987" y="5924"/>
                    <a:pt x="537" y="4412"/>
                  </a:cubicBezTo>
                  <a:cubicBezTo>
                    <a:pt x="0" y="2600"/>
                    <a:pt x="1162" y="151"/>
                    <a:pt x="3187" y="13"/>
                  </a:cubicBezTo>
                  <a:cubicBezTo>
                    <a:pt x="3312" y="1"/>
                    <a:pt x="3312" y="201"/>
                    <a:pt x="3187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29"/>
            <p:cNvSpPr/>
            <p:nvPr/>
          </p:nvSpPr>
          <p:spPr>
            <a:xfrm>
              <a:off x="6781700" y="1520175"/>
              <a:ext cx="77200" cy="73125"/>
            </a:xfrm>
            <a:custGeom>
              <a:rect b="b" l="l" r="r" t="t"/>
              <a:pathLst>
                <a:path extrusionOk="0" h="2925" w="3088">
                  <a:moveTo>
                    <a:pt x="2463" y="2775"/>
                  </a:moveTo>
                  <a:cubicBezTo>
                    <a:pt x="2838" y="2037"/>
                    <a:pt x="2613" y="1138"/>
                    <a:pt x="1925" y="675"/>
                  </a:cubicBezTo>
                  <a:cubicBezTo>
                    <a:pt x="1188" y="188"/>
                    <a:pt x="351" y="713"/>
                    <a:pt x="213" y="1512"/>
                  </a:cubicBezTo>
                  <a:cubicBezTo>
                    <a:pt x="188" y="1625"/>
                    <a:pt x="1" y="1600"/>
                    <a:pt x="13" y="1487"/>
                  </a:cubicBezTo>
                  <a:cubicBezTo>
                    <a:pt x="101" y="613"/>
                    <a:pt x="1026" y="0"/>
                    <a:pt x="1850" y="388"/>
                  </a:cubicBezTo>
                  <a:cubicBezTo>
                    <a:pt x="2738" y="800"/>
                    <a:pt x="3088" y="2025"/>
                    <a:pt x="2600" y="2850"/>
                  </a:cubicBezTo>
                  <a:cubicBezTo>
                    <a:pt x="2550" y="2925"/>
                    <a:pt x="2425" y="2862"/>
                    <a:pt x="2463" y="27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29"/>
            <p:cNvSpPr/>
            <p:nvPr/>
          </p:nvSpPr>
          <p:spPr>
            <a:xfrm>
              <a:off x="6787950" y="1566400"/>
              <a:ext cx="25" cy="350"/>
            </a:xfrm>
            <a:custGeom>
              <a:rect b="b" l="l" r="r" t="t"/>
              <a:pathLst>
                <a:path extrusionOk="0" h="14" w="1">
                  <a:moveTo>
                    <a:pt x="1" y="13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29"/>
            <p:cNvSpPr/>
            <p:nvPr/>
          </p:nvSpPr>
          <p:spPr>
            <a:xfrm>
              <a:off x="6862300" y="1373950"/>
              <a:ext cx="104075" cy="206550"/>
            </a:xfrm>
            <a:custGeom>
              <a:rect b="b" l="l" r="r" t="t"/>
              <a:pathLst>
                <a:path extrusionOk="0" h="8262" w="4163">
                  <a:moveTo>
                    <a:pt x="3987" y="8174"/>
                  </a:moveTo>
                  <a:cubicBezTo>
                    <a:pt x="3700" y="6974"/>
                    <a:pt x="3175" y="5862"/>
                    <a:pt x="2438" y="4887"/>
                  </a:cubicBezTo>
                  <a:cubicBezTo>
                    <a:pt x="1913" y="4187"/>
                    <a:pt x="1226" y="3525"/>
                    <a:pt x="851" y="2700"/>
                  </a:cubicBezTo>
                  <a:cubicBezTo>
                    <a:pt x="451" y="1788"/>
                    <a:pt x="463" y="826"/>
                    <a:pt x="1138" y="76"/>
                  </a:cubicBezTo>
                  <a:cubicBezTo>
                    <a:pt x="1201" y="1"/>
                    <a:pt x="1338" y="88"/>
                    <a:pt x="1276" y="176"/>
                  </a:cubicBezTo>
                  <a:cubicBezTo>
                    <a:pt x="1" y="2050"/>
                    <a:pt x="1763" y="3537"/>
                    <a:pt x="2775" y="4987"/>
                  </a:cubicBezTo>
                  <a:cubicBezTo>
                    <a:pt x="3425" y="5937"/>
                    <a:pt x="3887" y="6999"/>
                    <a:pt x="4137" y="8124"/>
                  </a:cubicBezTo>
                  <a:cubicBezTo>
                    <a:pt x="4162" y="8224"/>
                    <a:pt x="4012" y="8261"/>
                    <a:pt x="3975" y="8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29"/>
            <p:cNvSpPr/>
            <p:nvPr/>
          </p:nvSpPr>
          <p:spPr>
            <a:xfrm>
              <a:off x="6879800" y="1634200"/>
              <a:ext cx="81575" cy="88450"/>
            </a:xfrm>
            <a:custGeom>
              <a:rect b="b" l="l" r="r" t="t"/>
              <a:pathLst>
                <a:path extrusionOk="0" h="3538" w="3263">
                  <a:moveTo>
                    <a:pt x="2775" y="3387"/>
                  </a:moveTo>
                  <a:cubicBezTo>
                    <a:pt x="2988" y="2413"/>
                    <a:pt x="3087" y="1050"/>
                    <a:pt x="2088" y="438"/>
                  </a:cubicBezTo>
                  <a:cubicBezTo>
                    <a:pt x="1613" y="176"/>
                    <a:pt x="1013" y="263"/>
                    <a:pt x="638" y="650"/>
                  </a:cubicBezTo>
                  <a:cubicBezTo>
                    <a:pt x="338" y="975"/>
                    <a:pt x="1" y="2300"/>
                    <a:pt x="788" y="2388"/>
                  </a:cubicBezTo>
                  <a:cubicBezTo>
                    <a:pt x="876" y="2388"/>
                    <a:pt x="876" y="2525"/>
                    <a:pt x="788" y="2512"/>
                  </a:cubicBezTo>
                  <a:cubicBezTo>
                    <a:pt x="251" y="2462"/>
                    <a:pt x="76" y="1788"/>
                    <a:pt x="126" y="1313"/>
                  </a:cubicBezTo>
                  <a:cubicBezTo>
                    <a:pt x="201" y="700"/>
                    <a:pt x="676" y="201"/>
                    <a:pt x="1288" y="101"/>
                  </a:cubicBezTo>
                  <a:cubicBezTo>
                    <a:pt x="1938" y="1"/>
                    <a:pt x="2450" y="363"/>
                    <a:pt x="2775" y="900"/>
                  </a:cubicBezTo>
                  <a:cubicBezTo>
                    <a:pt x="3262" y="1700"/>
                    <a:pt x="3150" y="2562"/>
                    <a:pt x="2950" y="3425"/>
                  </a:cubicBezTo>
                  <a:cubicBezTo>
                    <a:pt x="2925" y="3537"/>
                    <a:pt x="2750" y="3500"/>
                    <a:pt x="2775" y="33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29"/>
            <p:cNvSpPr/>
            <p:nvPr/>
          </p:nvSpPr>
          <p:spPr>
            <a:xfrm>
              <a:off x="6891050" y="1745425"/>
              <a:ext cx="44075" cy="33150"/>
            </a:xfrm>
            <a:custGeom>
              <a:rect b="b" l="l" r="r" t="t"/>
              <a:pathLst>
                <a:path extrusionOk="0" h="1326" w="1763">
                  <a:moveTo>
                    <a:pt x="1413" y="1175"/>
                  </a:moveTo>
                  <a:cubicBezTo>
                    <a:pt x="1500" y="863"/>
                    <a:pt x="1450" y="538"/>
                    <a:pt x="1150" y="363"/>
                  </a:cubicBezTo>
                  <a:cubicBezTo>
                    <a:pt x="938" y="188"/>
                    <a:pt x="725" y="238"/>
                    <a:pt x="501" y="525"/>
                  </a:cubicBezTo>
                  <a:cubicBezTo>
                    <a:pt x="451" y="650"/>
                    <a:pt x="463" y="788"/>
                    <a:pt x="538" y="900"/>
                  </a:cubicBezTo>
                  <a:cubicBezTo>
                    <a:pt x="650" y="975"/>
                    <a:pt x="551" y="1150"/>
                    <a:pt x="438" y="1075"/>
                  </a:cubicBezTo>
                  <a:cubicBezTo>
                    <a:pt x="1" y="813"/>
                    <a:pt x="351" y="113"/>
                    <a:pt x="775" y="63"/>
                  </a:cubicBezTo>
                  <a:cubicBezTo>
                    <a:pt x="1438" y="0"/>
                    <a:pt x="1763" y="688"/>
                    <a:pt x="1563" y="1225"/>
                  </a:cubicBezTo>
                  <a:cubicBezTo>
                    <a:pt x="1525" y="1325"/>
                    <a:pt x="1375" y="1288"/>
                    <a:pt x="1400" y="1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29"/>
            <p:cNvSpPr/>
            <p:nvPr/>
          </p:nvSpPr>
          <p:spPr>
            <a:xfrm>
              <a:off x="6882925" y="1354600"/>
              <a:ext cx="32200" cy="31875"/>
            </a:xfrm>
            <a:custGeom>
              <a:rect b="b" l="l" r="r" t="t"/>
              <a:pathLst>
                <a:path extrusionOk="0" h="1275" w="1288">
                  <a:moveTo>
                    <a:pt x="463" y="825"/>
                  </a:moveTo>
                  <a:lnTo>
                    <a:pt x="463" y="825"/>
                  </a:lnTo>
                  <a:cubicBezTo>
                    <a:pt x="463" y="900"/>
                    <a:pt x="363" y="950"/>
                    <a:pt x="301" y="887"/>
                  </a:cubicBezTo>
                  <a:cubicBezTo>
                    <a:pt x="1" y="475"/>
                    <a:pt x="638" y="0"/>
                    <a:pt x="963" y="412"/>
                  </a:cubicBezTo>
                  <a:cubicBezTo>
                    <a:pt x="1288" y="825"/>
                    <a:pt x="726" y="1275"/>
                    <a:pt x="363" y="950"/>
                  </a:cubicBezTo>
                  <a:cubicBezTo>
                    <a:pt x="288" y="887"/>
                    <a:pt x="376" y="775"/>
                    <a:pt x="463" y="8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29"/>
            <p:cNvSpPr/>
            <p:nvPr/>
          </p:nvSpPr>
          <p:spPr>
            <a:xfrm>
              <a:off x="6819200" y="1430500"/>
              <a:ext cx="113125" cy="77500"/>
            </a:xfrm>
            <a:custGeom>
              <a:rect b="b" l="l" r="r" t="t"/>
              <a:pathLst>
                <a:path extrusionOk="0" h="3100" w="4525">
                  <a:moveTo>
                    <a:pt x="4374" y="3050"/>
                  </a:moveTo>
                  <a:cubicBezTo>
                    <a:pt x="3187" y="1688"/>
                    <a:pt x="1700" y="926"/>
                    <a:pt x="88" y="176"/>
                  </a:cubicBezTo>
                  <a:cubicBezTo>
                    <a:pt x="0" y="138"/>
                    <a:pt x="63" y="1"/>
                    <a:pt x="150" y="26"/>
                  </a:cubicBezTo>
                  <a:cubicBezTo>
                    <a:pt x="1850" y="538"/>
                    <a:pt x="3362" y="1550"/>
                    <a:pt x="4462" y="2950"/>
                  </a:cubicBezTo>
                  <a:cubicBezTo>
                    <a:pt x="4524" y="3012"/>
                    <a:pt x="4424" y="3100"/>
                    <a:pt x="4374" y="30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29"/>
            <p:cNvSpPr/>
            <p:nvPr/>
          </p:nvSpPr>
          <p:spPr>
            <a:xfrm>
              <a:off x="6798275" y="1413950"/>
              <a:ext cx="32500" cy="30950"/>
            </a:xfrm>
            <a:custGeom>
              <a:rect b="b" l="l" r="r" t="t"/>
              <a:pathLst>
                <a:path extrusionOk="0" h="1238" w="1300">
                  <a:moveTo>
                    <a:pt x="912" y="850"/>
                  </a:moveTo>
                  <a:cubicBezTo>
                    <a:pt x="550" y="1238"/>
                    <a:pt x="0" y="700"/>
                    <a:pt x="375" y="350"/>
                  </a:cubicBezTo>
                  <a:cubicBezTo>
                    <a:pt x="750" y="0"/>
                    <a:pt x="1300" y="638"/>
                    <a:pt x="850" y="888"/>
                  </a:cubicBezTo>
                  <a:cubicBezTo>
                    <a:pt x="762" y="925"/>
                    <a:pt x="675" y="813"/>
                    <a:pt x="737" y="738"/>
                  </a:cubicBezTo>
                  <a:lnTo>
                    <a:pt x="800" y="738"/>
                  </a:lnTo>
                  <a:cubicBezTo>
                    <a:pt x="875" y="675"/>
                    <a:pt x="975" y="775"/>
                    <a:pt x="912" y="8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29"/>
            <p:cNvSpPr/>
            <p:nvPr/>
          </p:nvSpPr>
          <p:spPr>
            <a:xfrm>
              <a:off x="6803900" y="1462675"/>
              <a:ext cx="10000" cy="5975"/>
            </a:xfrm>
            <a:custGeom>
              <a:rect b="b" l="l" r="r" t="t"/>
              <a:pathLst>
                <a:path extrusionOk="0" h="239" w="400">
                  <a:moveTo>
                    <a:pt x="275" y="213"/>
                  </a:moveTo>
                  <a:cubicBezTo>
                    <a:pt x="213" y="213"/>
                    <a:pt x="163" y="213"/>
                    <a:pt x="100" y="226"/>
                  </a:cubicBezTo>
                  <a:cubicBezTo>
                    <a:pt x="25" y="238"/>
                    <a:pt x="0" y="113"/>
                    <a:pt x="63" y="76"/>
                  </a:cubicBezTo>
                  <a:cubicBezTo>
                    <a:pt x="125" y="26"/>
                    <a:pt x="200" y="1"/>
                    <a:pt x="275" y="13"/>
                  </a:cubicBezTo>
                  <a:cubicBezTo>
                    <a:pt x="400" y="13"/>
                    <a:pt x="400" y="201"/>
                    <a:pt x="275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29"/>
            <p:cNvSpPr/>
            <p:nvPr/>
          </p:nvSpPr>
          <p:spPr>
            <a:xfrm>
              <a:off x="6836375" y="1594850"/>
              <a:ext cx="7225" cy="10000"/>
            </a:xfrm>
            <a:custGeom>
              <a:rect b="b" l="l" r="r" t="t"/>
              <a:pathLst>
                <a:path extrusionOk="0" h="400" w="289">
                  <a:moveTo>
                    <a:pt x="251" y="150"/>
                  </a:moveTo>
                  <a:cubicBezTo>
                    <a:pt x="226" y="237"/>
                    <a:pt x="176" y="312"/>
                    <a:pt x="113" y="362"/>
                  </a:cubicBezTo>
                  <a:cubicBezTo>
                    <a:pt x="76" y="400"/>
                    <a:pt x="1" y="362"/>
                    <a:pt x="13" y="300"/>
                  </a:cubicBezTo>
                  <a:cubicBezTo>
                    <a:pt x="26" y="225"/>
                    <a:pt x="51" y="150"/>
                    <a:pt x="101" y="88"/>
                  </a:cubicBezTo>
                  <a:cubicBezTo>
                    <a:pt x="138" y="0"/>
                    <a:pt x="288" y="63"/>
                    <a:pt x="251" y="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29"/>
            <p:cNvSpPr/>
            <p:nvPr/>
          </p:nvSpPr>
          <p:spPr>
            <a:xfrm>
              <a:off x="6945425" y="1453625"/>
              <a:ext cx="27825" cy="156850"/>
            </a:xfrm>
            <a:custGeom>
              <a:rect b="b" l="l" r="r" t="t"/>
              <a:pathLst>
                <a:path extrusionOk="0" h="6274" w="1113">
                  <a:moveTo>
                    <a:pt x="925" y="6174"/>
                  </a:moveTo>
                  <a:cubicBezTo>
                    <a:pt x="862" y="4899"/>
                    <a:pt x="612" y="3675"/>
                    <a:pt x="338" y="2437"/>
                  </a:cubicBezTo>
                  <a:cubicBezTo>
                    <a:pt x="163" y="1625"/>
                    <a:pt x="0" y="913"/>
                    <a:pt x="325" y="113"/>
                  </a:cubicBezTo>
                  <a:cubicBezTo>
                    <a:pt x="350" y="1"/>
                    <a:pt x="537" y="51"/>
                    <a:pt x="500" y="163"/>
                  </a:cubicBezTo>
                  <a:cubicBezTo>
                    <a:pt x="188" y="1338"/>
                    <a:pt x="637" y="2462"/>
                    <a:pt x="862" y="3625"/>
                  </a:cubicBezTo>
                  <a:cubicBezTo>
                    <a:pt x="1037" y="4462"/>
                    <a:pt x="1112" y="5312"/>
                    <a:pt x="1112" y="6174"/>
                  </a:cubicBezTo>
                  <a:cubicBezTo>
                    <a:pt x="1087" y="6274"/>
                    <a:pt x="937" y="6274"/>
                    <a:pt x="925" y="6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29"/>
            <p:cNvSpPr/>
            <p:nvPr/>
          </p:nvSpPr>
          <p:spPr>
            <a:xfrm>
              <a:off x="6942300" y="1432375"/>
              <a:ext cx="30950" cy="33150"/>
            </a:xfrm>
            <a:custGeom>
              <a:rect b="b" l="l" r="r" t="t"/>
              <a:pathLst>
                <a:path extrusionOk="0" h="1326" w="1238">
                  <a:moveTo>
                    <a:pt x="438" y="976"/>
                  </a:moveTo>
                  <a:cubicBezTo>
                    <a:pt x="0" y="551"/>
                    <a:pt x="725" y="1"/>
                    <a:pt x="1012" y="476"/>
                  </a:cubicBezTo>
                  <a:cubicBezTo>
                    <a:pt x="1237" y="851"/>
                    <a:pt x="575" y="1325"/>
                    <a:pt x="425" y="851"/>
                  </a:cubicBezTo>
                  <a:cubicBezTo>
                    <a:pt x="413" y="763"/>
                    <a:pt x="512" y="701"/>
                    <a:pt x="587" y="763"/>
                  </a:cubicBezTo>
                  <a:cubicBezTo>
                    <a:pt x="575" y="801"/>
                    <a:pt x="562" y="838"/>
                    <a:pt x="550" y="876"/>
                  </a:cubicBezTo>
                  <a:cubicBezTo>
                    <a:pt x="600" y="963"/>
                    <a:pt x="500" y="1038"/>
                    <a:pt x="425" y="9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29"/>
            <p:cNvSpPr/>
            <p:nvPr/>
          </p:nvSpPr>
          <p:spPr>
            <a:xfrm>
              <a:off x="6893250" y="1388025"/>
              <a:ext cx="22500" cy="72800"/>
            </a:xfrm>
            <a:custGeom>
              <a:rect b="b" l="l" r="r" t="t"/>
              <a:pathLst>
                <a:path extrusionOk="0" h="2912" w="900">
                  <a:moveTo>
                    <a:pt x="100" y="2650"/>
                  </a:moveTo>
                  <a:cubicBezTo>
                    <a:pt x="687" y="2012"/>
                    <a:pt x="637" y="975"/>
                    <a:pt x="450" y="188"/>
                  </a:cubicBezTo>
                  <a:cubicBezTo>
                    <a:pt x="413" y="63"/>
                    <a:pt x="575" y="0"/>
                    <a:pt x="650" y="113"/>
                  </a:cubicBezTo>
                  <a:cubicBezTo>
                    <a:pt x="900" y="525"/>
                    <a:pt x="875" y="1225"/>
                    <a:pt x="800" y="1687"/>
                  </a:cubicBezTo>
                  <a:cubicBezTo>
                    <a:pt x="750" y="2112"/>
                    <a:pt x="562" y="2500"/>
                    <a:pt x="263" y="2812"/>
                  </a:cubicBezTo>
                  <a:cubicBezTo>
                    <a:pt x="163" y="2912"/>
                    <a:pt x="0" y="2750"/>
                    <a:pt x="113" y="2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29"/>
            <p:cNvSpPr/>
            <p:nvPr/>
          </p:nvSpPr>
          <p:spPr>
            <a:xfrm>
              <a:off x="6886375" y="1388950"/>
              <a:ext cx="23450" cy="70625"/>
            </a:xfrm>
            <a:custGeom>
              <a:rect b="b" l="l" r="r" t="t"/>
              <a:pathLst>
                <a:path extrusionOk="0" h="2825" w="938">
                  <a:moveTo>
                    <a:pt x="875" y="213"/>
                  </a:moveTo>
                  <a:cubicBezTo>
                    <a:pt x="188" y="763"/>
                    <a:pt x="450" y="1938"/>
                    <a:pt x="563" y="2650"/>
                  </a:cubicBezTo>
                  <a:cubicBezTo>
                    <a:pt x="575" y="2750"/>
                    <a:pt x="438" y="2825"/>
                    <a:pt x="375" y="2725"/>
                  </a:cubicBezTo>
                  <a:cubicBezTo>
                    <a:pt x="0" y="2013"/>
                    <a:pt x="63" y="588"/>
                    <a:pt x="750" y="63"/>
                  </a:cubicBezTo>
                  <a:cubicBezTo>
                    <a:pt x="825" y="1"/>
                    <a:pt x="937" y="138"/>
                    <a:pt x="862" y="2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29"/>
            <p:cNvSpPr/>
            <p:nvPr/>
          </p:nvSpPr>
          <p:spPr>
            <a:xfrm>
              <a:off x="6901375" y="1541100"/>
              <a:ext cx="56875" cy="18150"/>
            </a:xfrm>
            <a:custGeom>
              <a:rect b="b" l="l" r="r" t="t"/>
              <a:pathLst>
                <a:path extrusionOk="0" h="726" w="2275">
                  <a:moveTo>
                    <a:pt x="2149" y="500"/>
                  </a:moveTo>
                  <a:cubicBezTo>
                    <a:pt x="1475" y="725"/>
                    <a:pt x="725" y="638"/>
                    <a:pt x="125" y="251"/>
                  </a:cubicBezTo>
                  <a:cubicBezTo>
                    <a:pt x="0" y="188"/>
                    <a:pt x="113" y="1"/>
                    <a:pt x="237" y="63"/>
                  </a:cubicBezTo>
                  <a:cubicBezTo>
                    <a:pt x="800" y="401"/>
                    <a:pt x="1475" y="488"/>
                    <a:pt x="2112" y="313"/>
                  </a:cubicBezTo>
                  <a:cubicBezTo>
                    <a:pt x="2224" y="288"/>
                    <a:pt x="2274" y="463"/>
                    <a:pt x="2149" y="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29"/>
            <p:cNvSpPr/>
            <p:nvPr/>
          </p:nvSpPr>
          <p:spPr>
            <a:xfrm>
              <a:off x="6901675" y="1530800"/>
              <a:ext cx="56250" cy="21250"/>
            </a:xfrm>
            <a:custGeom>
              <a:rect b="b" l="l" r="r" t="t"/>
              <a:pathLst>
                <a:path extrusionOk="0" h="850" w="2250">
                  <a:moveTo>
                    <a:pt x="138" y="450"/>
                  </a:moveTo>
                  <a:cubicBezTo>
                    <a:pt x="488" y="313"/>
                    <a:pt x="2250" y="0"/>
                    <a:pt x="2137" y="788"/>
                  </a:cubicBezTo>
                  <a:cubicBezTo>
                    <a:pt x="2125" y="825"/>
                    <a:pt x="2075" y="850"/>
                    <a:pt x="2038" y="838"/>
                  </a:cubicBezTo>
                  <a:cubicBezTo>
                    <a:pt x="1788" y="738"/>
                    <a:pt x="1613" y="600"/>
                    <a:pt x="1338" y="550"/>
                  </a:cubicBezTo>
                  <a:cubicBezTo>
                    <a:pt x="950" y="488"/>
                    <a:pt x="563" y="538"/>
                    <a:pt x="188" y="663"/>
                  </a:cubicBezTo>
                  <a:cubicBezTo>
                    <a:pt x="63" y="713"/>
                    <a:pt x="1" y="513"/>
                    <a:pt x="138" y="4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29"/>
            <p:cNvSpPr/>
            <p:nvPr/>
          </p:nvSpPr>
          <p:spPr>
            <a:xfrm>
              <a:off x="6869800" y="1808525"/>
              <a:ext cx="26900" cy="82825"/>
            </a:xfrm>
            <a:custGeom>
              <a:rect b="b" l="l" r="r" t="t"/>
              <a:pathLst>
                <a:path extrusionOk="0" h="3313" w="1076">
                  <a:moveTo>
                    <a:pt x="726" y="3162"/>
                  </a:moveTo>
                  <a:cubicBezTo>
                    <a:pt x="788" y="2600"/>
                    <a:pt x="751" y="2038"/>
                    <a:pt x="613" y="1500"/>
                  </a:cubicBezTo>
                  <a:cubicBezTo>
                    <a:pt x="476" y="1013"/>
                    <a:pt x="188" y="613"/>
                    <a:pt x="38" y="138"/>
                  </a:cubicBezTo>
                  <a:cubicBezTo>
                    <a:pt x="1" y="63"/>
                    <a:pt x="113" y="1"/>
                    <a:pt x="176" y="63"/>
                  </a:cubicBezTo>
                  <a:cubicBezTo>
                    <a:pt x="951" y="813"/>
                    <a:pt x="1076" y="2175"/>
                    <a:pt x="938" y="3187"/>
                  </a:cubicBezTo>
                  <a:cubicBezTo>
                    <a:pt x="913" y="3312"/>
                    <a:pt x="713" y="3287"/>
                    <a:pt x="726" y="3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29"/>
            <p:cNvSpPr/>
            <p:nvPr/>
          </p:nvSpPr>
          <p:spPr>
            <a:xfrm>
              <a:off x="6861050" y="1808525"/>
              <a:ext cx="30975" cy="100950"/>
            </a:xfrm>
            <a:custGeom>
              <a:rect b="b" l="l" r="r" t="t"/>
              <a:pathLst>
                <a:path extrusionOk="0" h="4038" w="1239">
                  <a:moveTo>
                    <a:pt x="451" y="201"/>
                  </a:moveTo>
                  <a:cubicBezTo>
                    <a:pt x="351" y="876"/>
                    <a:pt x="238" y="1575"/>
                    <a:pt x="401" y="2250"/>
                  </a:cubicBezTo>
                  <a:cubicBezTo>
                    <a:pt x="526" y="2800"/>
                    <a:pt x="838" y="3287"/>
                    <a:pt x="1151" y="3762"/>
                  </a:cubicBezTo>
                  <a:cubicBezTo>
                    <a:pt x="1238" y="3900"/>
                    <a:pt x="1013" y="4037"/>
                    <a:pt x="926" y="3887"/>
                  </a:cubicBezTo>
                  <a:cubicBezTo>
                    <a:pt x="551" y="3325"/>
                    <a:pt x="201" y="2738"/>
                    <a:pt x="101" y="2050"/>
                  </a:cubicBezTo>
                  <a:cubicBezTo>
                    <a:pt x="1" y="1425"/>
                    <a:pt x="126" y="763"/>
                    <a:pt x="251" y="138"/>
                  </a:cubicBezTo>
                  <a:cubicBezTo>
                    <a:pt x="276" y="1"/>
                    <a:pt x="476" y="63"/>
                    <a:pt x="451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29"/>
            <p:cNvSpPr/>
            <p:nvPr/>
          </p:nvSpPr>
          <p:spPr>
            <a:xfrm>
              <a:off x="6704850" y="1496125"/>
              <a:ext cx="8475" cy="8125"/>
            </a:xfrm>
            <a:custGeom>
              <a:rect b="b" l="l" r="r" t="t"/>
              <a:pathLst>
                <a:path extrusionOk="0" h="325" w="339">
                  <a:moveTo>
                    <a:pt x="88" y="13"/>
                  </a:moveTo>
                  <a:cubicBezTo>
                    <a:pt x="176" y="0"/>
                    <a:pt x="263" y="38"/>
                    <a:pt x="301" y="113"/>
                  </a:cubicBezTo>
                  <a:cubicBezTo>
                    <a:pt x="326" y="125"/>
                    <a:pt x="338" y="163"/>
                    <a:pt x="326" y="188"/>
                  </a:cubicBezTo>
                  <a:lnTo>
                    <a:pt x="301" y="275"/>
                  </a:lnTo>
                  <a:cubicBezTo>
                    <a:pt x="288" y="313"/>
                    <a:pt x="226" y="325"/>
                    <a:pt x="213" y="288"/>
                  </a:cubicBezTo>
                  <a:lnTo>
                    <a:pt x="76" y="150"/>
                  </a:lnTo>
                  <a:cubicBezTo>
                    <a:pt x="1" y="125"/>
                    <a:pt x="13" y="0"/>
                    <a:pt x="88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29"/>
            <p:cNvSpPr/>
            <p:nvPr/>
          </p:nvSpPr>
          <p:spPr>
            <a:xfrm>
              <a:off x="6648000" y="1496125"/>
              <a:ext cx="59075" cy="15000"/>
            </a:xfrm>
            <a:custGeom>
              <a:rect b="b" l="l" r="r" t="t"/>
              <a:pathLst>
                <a:path extrusionOk="0" h="600" w="2363">
                  <a:moveTo>
                    <a:pt x="2300" y="125"/>
                  </a:moveTo>
                  <a:cubicBezTo>
                    <a:pt x="1625" y="462"/>
                    <a:pt x="825" y="600"/>
                    <a:pt x="100" y="375"/>
                  </a:cubicBezTo>
                  <a:cubicBezTo>
                    <a:pt x="0" y="350"/>
                    <a:pt x="13" y="188"/>
                    <a:pt x="125" y="200"/>
                  </a:cubicBezTo>
                  <a:cubicBezTo>
                    <a:pt x="862" y="288"/>
                    <a:pt x="1537" y="288"/>
                    <a:pt x="2262" y="25"/>
                  </a:cubicBezTo>
                  <a:cubicBezTo>
                    <a:pt x="2325" y="0"/>
                    <a:pt x="2362" y="88"/>
                    <a:pt x="2300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29"/>
            <p:cNvSpPr/>
            <p:nvPr/>
          </p:nvSpPr>
          <p:spPr>
            <a:xfrm>
              <a:off x="6648000" y="1501125"/>
              <a:ext cx="25325" cy="17200"/>
            </a:xfrm>
            <a:custGeom>
              <a:rect b="b" l="l" r="r" t="t"/>
              <a:pathLst>
                <a:path extrusionOk="0" h="688" w="1013">
                  <a:moveTo>
                    <a:pt x="188" y="75"/>
                  </a:moveTo>
                  <a:cubicBezTo>
                    <a:pt x="400" y="337"/>
                    <a:pt x="638" y="412"/>
                    <a:pt x="937" y="525"/>
                  </a:cubicBezTo>
                  <a:cubicBezTo>
                    <a:pt x="1012" y="562"/>
                    <a:pt x="1012" y="687"/>
                    <a:pt x="925" y="675"/>
                  </a:cubicBezTo>
                  <a:cubicBezTo>
                    <a:pt x="563" y="662"/>
                    <a:pt x="250" y="475"/>
                    <a:pt x="63" y="187"/>
                  </a:cubicBezTo>
                  <a:cubicBezTo>
                    <a:pt x="0" y="100"/>
                    <a:pt x="125" y="0"/>
                    <a:pt x="188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29"/>
            <p:cNvSpPr/>
            <p:nvPr/>
          </p:nvSpPr>
          <p:spPr>
            <a:xfrm>
              <a:off x="6687050" y="1501125"/>
              <a:ext cx="26575" cy="55300"/>
            </a:xfrm>
            <a:custGeom>
              <a:rect b="b" l="l" r="r" t="t"/>
              <a:pathLst>
                <a:path extrusionOk="0" h="2212" w="1063">
                  <a:moveTo>
                    <a:pt x="1025" y="138"/>
                  </a:moveTo>
                  <a:cubicBezTo>
                    <a:pt x="850" y="437"/>
                    <a:pt x="700" y="750"/>
                    <a:pt x="575" y="1087"/>
                  </a:cubicBezTo>
                  <a:cubicBezTo>
                    <a:pt x="475" y="1437"/>
                    <a:pt x="538" y="1737"/>
                    <a:pt x="575" y="2099"/>
                  </a:cubicBezTo>
                  <a:cubicBezTo>
                    <a:pt x="588" y="2187"/>
                    <a:pt x="463" y="2212"/>
                    <a:pt x="425" y="2137"/>
                  </a:cubicBezTo>
                  <a:cubicBezTo>
                    <a:pt x="0" y="1437"/>
                    <a:pt x="475" y="600"/>
                    <a:pt x="938" y="50"/>
                  </a:cubicBezTo>
                  <a:cubicBezTo>
                    <a:pt x="988" y="0"/>
                    <a:pt x="1063" y="75"/>
                    <a:pt x="1038" y="1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29"/>
            <p:cNvSpPr/>
            <p:nvPr/>
          </p:nvSpPr>
          <p:spPr>
            <a:xfrm>
              <a:off x="6686100" y="1522975"/>
              <a:ext cx="17225" cy="34700"/>
            </a:xfrm>
            <a:custGeom>
              <a:rect b="b" l="l" r="r" t="t"/>
              <a:pathLst>
                <a:path extrusionOk="0" h="1388" w="689">
                  <a:moveTo>
                    <a:pt x="388" y="1263"/>
                  </a:moveTo>
                  <a:cubicBezTo>
                    <a:pt x="126" y="938"/>
                    <a:pt x="1" y="513"/>
                    <a:pt x="63" y="101"/>
                  </a:cubicBezTo>
                  <a:cubicBezTo>
                    <a:pt x="76" y="1"/>
                    <a:pt x="226" y="38"/>
                    <a:pt x="226" y="126"/>
                  </a:cubicBezTo>
                  <a:cubicBezTo>
                    <a:pt x="251" y="513"/>
                    <a:pt x="313" y="813"/>
                    <a:pt x="576" y="1101"/>
                  </a:cubicBezTo>
                  <a:cubicBezTo>
                    <a:pt x="688" y="1238"/>
                    <a:pt x="488" y="1388"/>
                    <a:pt x="388" y="1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29"/>
            <p:cNvSpPr/>
            <p:nvPr/>
          </p:nvSpPr>
          <p:spPr>
            <a:xfrm>
              <a:off x="6669850" y="1521425"/>
              <a:ext cx="22525" cy="11275"/>
            </a:xfrm>
            <a:custGeom>
              <a:rect b="b" l="l" r="r" t="t"/>
              <a:pathLst>
                <a:path extrusionOk="0" h="451" w="901">
                  <a:moveTo>
                    <a:pt x="776" y="213"/>
                  </a:moveTo>
                  <a:cubicBezTo>
                    <a:pt x="563" y="275"/>
                    <a:pt x="351" y="388"/>
                    <a:pt x="126" y="425"/>
                  </a:cubicBezTo>
                  <a:cubicBezTo>
                    <a:pt x="51" y="450"/>
                    <a:pt x="1" y="338"/>
                    <a:pt x="63" y="288"/>
                  </a:cubicBezTo>
                  <a:cubicBezTo>
                    <a:pt x="263" y="163"/>
                    <a:pt x="488" y="75"/>
                    <a:pt x="726" y="38"/>
                  </a:cubicBezTo>
                  <a:cubicBezTo>
                    <a:pt x="851" y="0"/>
                    <a:pt x="901" y="175"/>
                    <a:pt x="776" y="2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29"/>
            <p:cNvSpPr/>
            <p:nvPr/>
          </p:nvSpPr>
          <p:spPr>
            <a:xfrm>
              <a:off x="6668925" y="1512975"/>
              <a:ext cx="15650" cy="19100"/>
            </a:xfrm>
            <a:custGeom>
              <a:rect b="b" l="l" r="r" t="t"/>
              <a:pathLst>
                <a:path extrusionOk="0" h="764" w="626">
                  <a:moveTo>
                    <a:pt x="50" y="563"/>
                  </a:moveTo>
                  <a:cubicBezTo>
                    <a:pt x="138" y="376"/>
                    <a:pt x="263" y="201"/>
                    <a:pt x="425" y="63"/>
                  </a:cubicBezTo>
                  <a:cubicBezTo>
                    <a:pt x="500" y="1"/>
                    <a:pt x="625" y="88"/>
                    <a:pt x="575" y="176"/>
                  </a:cubicBezTo>
                  <a:cubicBezTo>
                    <a:pt x="463" y="351"/>
                    <a:pt x="338" y="501"/>
                    <a:pt x="238" y="663"/>
                  </a:cubicBezTo>
                  <a:cubicBezTo>
                    <a:pt x="163" y="763"/>
                    <a:pt x="1" y="676"/>
                    <a:pt x="50" y="5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29"/>
            <p:cNvSpPr/>
            <p:nvPr/>
          </p:nvSpPr>
          <p:spPr>
            <a:xfrm>
              <a:off x="6665800" y="1513300"/>
              <a:ext cx="17525" cy="6900"/>
            </a:xfrm>
            <a:custGeom>
              <a:rect b="b" l="l" r="r" t="t"/>
              <a:pathLst>
                <a:path extrusionOk="0" h="276" w="701">
                  <a:moveTo>
                    <a:pt x="575" y="225"/>
                  </a:moveTo>
                  <a:cubicBezTo>
                    <a:pt x="400" y="275"/>
                    <a:pt x="225" y="250"/>
                    <a:pt x="76" y="163"/>
                  </a:cubicBezTo>
                  <a:cubicBezTo>
                    <a:pt x="1" y="113"/>
                    <a:pt x="63" y="0"/>
                    <a:pt x="138" y="25"/>
                  </a:cubicBezTo>
                  <a:lnTo>
                    <a:pt x="513" y="38"/>
                  </a:lnTo>
                  <a:cubicBezTo>
                    <a:pt x="638" y="13"/>
                    <a:pt x="700" y="188"/>
                    <a:pt x="575" y="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29"/>
            <p:cNvSpPr/>
            <p:nvPr/>
          </p:nvSpPr>
          <p:spPr>
            <a:xfrm>
              <a:off x="6645800" y="1528925"/>
              <a:ext cx="28775" cy="23450"/>
            </a:xfrm>
            <a:custGeom>
              <a:rect b="b" l="l" r="r" t="t"/>
              <a:pathLst>
                <a:path extrusionOk="0" h="938" w="1151">
                  <a:moveTo>
                    <a:pt x="638" y="163"/>
                  </a:moveTo>
                  <a:cubicBezTo>
                    <a:pt x="1150" y="263"/>
                    <a:pt x="863" y="937"/>
                    <a:pt x="426" y="838"/>
                  </a:cubicBezTo>
                  <a:cubicBezTo>
                    <a:pt x="1" y="750"/>
                    <a:pt x="126" y="0"/>
                    <a:pt x="626" y="150"/>
                  </a:cubicBezTo>
                  <a:cubicBezTo>
                    <a:pt x="738" y="188"/>
                    <a:pt x="713" y="350"/>
                    <a:pt x="601" y="350"/>
                  </a:cubicBezTo>
                  <a:lnTo>
                    <a:pt x="601" y="325"/>
                  </a:lnTo>
                  <a:cubicBezTo>
                    <a:pt x="501" y="288"/>
                    <a:pt x="538" y="138"/>
                    <a:pt x="651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29"/>
            <p:cNvSpPr/>
            <p:nvPr/>
          </p:nvSpPr>
          <p:spPr>
            <a:xfrm>
              <a:off x="6217175" y="4309125"/>
              <a:ext cx="551125" cy="190600"/>
            </a:xfrm>
            <a:custGeom>
              <a:rect b="b" l="l" r="r" t="t"/>
              <a:pathLst>
                <a:path extrusionOk="0" h="7624" w="22045">
                  <a:moveTo>
                    <a:pt x="213" y="4662"/>
                  </a:moveTo>
                  <a:cubicBezTo>
                    <a:pt x="5036" y="0"/>
                    <a:pt x="11447" y="7623"/>
                    <a:pt x="17083" y="6311"/>
                  </a:cubicBezTo>
                  <a:cubicBezTo>
                    <a:pt x="20070" y="5611"/>
                    <a:pt x="22044" y="3300"/>
                    <a:pt x="21932" y="238"/>
                  </a:cubicBezTo>
                  <a:cubicBezTo>
                    <a:pt x="21932" y="150"/>
                    <a:pt x="21795" y="150"/>
                    <a:pt x="21795" y="238"/>
                  </a:cubicBezTo>
                  <a:cubicBezTo>
                    <a:pt x="21532" y="6511"/>
                    <a:pt x="14521" y="6724"/>
                    <a:pt x="10160" y="4887"/>
                  </a:cubicBezTo>
                  <a:cubicBezTo>
                    <a:pt x="8448" y="4162"/>
                    <a:pt x="6723" y="3175"/>
                    <a:pt x="4824" y="2950"/>
                  </a:cubicBezTo>
                  <a:cubicBezTo>
                    <a:pt x="2924" y="2725"/>
                    <a:pt x="1425" y="3225"/>
                    <a:pt x="88" y="4537"/>
                  </a:cubicBezTo>
                  <a:cubicBezTo>
                    <a:pt x="0" y="4612"/>
                    <a:pt x="125" y="4737"/>
                    <a:pt x="213" y="46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29"/>
            <p:cNvSpPr/>
            <p:nvPr/>
          </p:nvSpPr>
          <p:spPr>
            <a:xfrm>
              <a:off x="6582375" y="4210725"/>
              <a:ext cx="180925" cy="121225"/>
            </a:xfrm>
            <a:custGeom>
              <a:rect b="b" l="l" r="r" t="t"/>
              <a:pathLst>
                <a:path extrusionOk="0" h="4849" w="7237">
                  <a:moveTo>
                    <a:pt x="7224" y="3174"/>
                  </a:moveTo>
                  <a:cubicBezTo>
                    <a:pt x="7087" y="1162"/>
                    <a:pt x="4637" y="0"/>
                    <a:pt x="2825" y="537"/>
                  </a:cubicBezTo>
                  <a:cubicBezTo>
                    <a:pt x="1326" y="987"/>
                    <a:pt x="1" y="3524"/>
                    <a:pt x="1388" y="4774"/>
                  </a:cubicBezTo>
                  <a:cubicBezTo>
                    <a:pt x="1463" y="4849"/>
                    <a:pt x="1575" y="4736"/>
                    <a:pt x="1513" y="4661"/>
                  </a:cubicBezTo>
                  <a:cubicBezTo>
                    <a:pt x="113" y="3137"/>
                    <a:pt x="1775" y="837"/>
                    <a:pt x="3400" y="637"/>
                  </a:cubicBezTo>
                  <a:cubicBezTo>
                    <a:pt x="4950" y="437"/>
                    <a:pt x="6912" y="1450"/>
                    <a:pt x="7037" y="3174"/>
                  </a:cubicBezTo>
                  <a:cubicBezTo>
                    <a:pt x="7037" y="3299"/>
                    <a:pt x="7237" y="3299"/>
                    <a:pt x="7224" y="3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29"/>
            <p:cNvSpPr/>
            <p:nvPr/>
          </p:nvSpPr>
          <p:spPr>
            <a:xfrm>
              <a:off x="6636125" y="4276625"/>
              <a:ext cx="72825" cy="77200"/>
            </a:xfrm>
            <a:custGeom>
              <a:rect b="b" l="l" r="r" t="t"/>
              <a:pathLst>
                <a:path extrusionOk="0" h="3088" w="2913">
                  <a:moveTo>
                    <a:pt x="63" y="2600"/>
                  </a:moveTo>
                  <a:cubicBezTo>
                    <a:pt x="888" y="3087"/>
                    <a:pt x="2112" y="2738"/>
                    <a:pt x="2537" y="1850"/>
                  </a:cubicBezTo>
                  <a:cubicBezTo>
                    <a:pt x="2912" y="1026"/>
                    <a:pt x="2300" y="101"/>
                    <a:pt x="1437" y="13"/>
                  </a:cubicBezTo>
                  <a:cubicBezTo>
                    <a:pt x="1325" y="1"/>
                    <a:pt x="1300" y="188"/>
                    <a:pt x="1412" y="213"/>
                  </a:cubicBezTo>
                  <a:cubicBezTo>
                    <a:pt x="2225" y="351"/>
                    <a:pt x="2725" y="1176"/>
                    <a:pt x="2250" y="1925"/>
                  </a:cubicBezTo>
                  <a:cubicBezTo>
                    <a:pt x="1787" y="2613"/>
                    <a:pt x="888" y="2838"/>
                    <a:pt x="150" y="2463"/>
                  </a:cubicBezTo>
                  <a:cubicBezTo>
                    <a:pt x="63" y="2425"/>
                    <a:pt x="0" y="2538"/>
                    <a:pt x="75" y="26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29"/>
            <p:cNvSpPr/>
            <p:nvPr/>
          </p:nvSpPr>
          <p:spPr>
            <a:xfrm>
              <a:off x="6662675" y="4282575"/>
              <a:ext cx="25" cy="325"/>
            </a:xfrm>
            <a:custGeom>
              <a:rect b="b" l="l" r="r" t="t"/>
              <a:pathLst>
                <a:path extrusionOk="0" h="13" w="1">
                  <a:moveTo>
                    <a:pt x="1" y="0"/>
                  </a:moveTo>
                  <a:lnTo>
                    <a:pt x="1" y="1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29"/>
            <p:cNvSpPr/>
            <p:nvPr/>
          </p:nvSpPr>
          <p:spPr>
            <a:xfrm>
              <a:off x="6648925" y="4357225"/>
              <a:ext cx="206550" cy="103750"/>
            </a:xfrm>
            <a:custGeom>
              <a:rect b="b" l="l" r="r" t="t"/>
              <a:pathLst>
                <a:path extrusionOk="0" h="4150" w="8262">
                  <a:moveTo>
                    <a:pt x="126" y="4137"/>
                  </a:moveTo>
                  <a:cubicBezTo>
                    <a:pt x="1250" y="3887"/>
                    <a:pt x="2325" y="3425"/>
                    <a:pt x="3275" y="2775"/>
                  </a:cubicBezTo>
                  <a:cubicBezTo>
                    <a:pt x="4724" y="1763"/>
                    <a:pt x="6199" y="1"/>
                    <a:pt x="8074" y="1276"/>
                  </a:cubicBezTo>
                  <a:cubicBezTo>
                    <a:pt x="8161" y="1326"/>
                    <a:pt x="8261" y="1201"/>
                    <a:pt x="8186" y="1138"/>
                  </a:cubicBezTo>
                  <a:cubicBezTo>
                    <a:pt x="7424" y="451"/>
                    <a:pt x="6474" y="451"/>
                    <a:pt x="5549" y="851"/>
                  </a:cubicBezTo>
                  <a:cubicBezTo>
                    <a:pt x="4887" y="1151"/>
                    <a:pt x="4350" y="1676"/>
                    <a:pt x="3787" y="2125"/>
                  </a:cubicBezTo>
                  <a:cubicBezTo>
                    <a:pt x="2700" y="3013"/>
                    <a:pt x="1450" y="3650"/>
                    <a:pt x="88" y="3987"/>
                  </a:cubicBezTo>
                  <a:cubicBezTo>
                    <a:pt x="1" y="4000"/>
                    <a:pt x="38" y="4150"/>
                    <a:pt x="138" y="41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29"/>
            <p:cNvSpPr/>
            <p:nvPr/>
          </p:nvSpPr>
          <p:spPr>
            <a:xfrm>
              <a:off x="6506475" y="4375975"/>
              <a:ext cx="88425" cy="80000"/>
            </a:xfrm>
            <a:custGeom>
              <a:rect b="b" l="l" r="r" t="t"/>
              <a:pathLst>
                <a:path extrusionOk="0" h="3200" w="3537">
                  <a:moveTo>
                    <a:pt x="113" y="2888"/>
                  </a:moveTo>
                  <a:cubicBezTo>
                    <a:pt x="987" y="3087"/>
                    <a:pt x="1837" y="3200"/>
                    <a:pt x="2650" y="2713"/>
                  </a:cubicBezTo>
                  <a:cubicBezTo>
                    <a:pt x="3174" y="2388"/>
                    <a:pt x="3537" y="1875"/>
                    <a:pt x="3437" y="1225"/>
                  </a:cubicBezTo>
                  <a:cubicBezTo>
                    <a:pt x="3349" y="613"/>
                    <a:pt x="2849" y="138"/>
                    <a:pt x="2225" y="63"/>
                  </a:cubicBezTo>
                  <a:cubicBezTo>
                    <a:pt x="1750" y="13"/>
                    <a:pt x="1075" y="176"/>
                    <a:pt x="1025" y="726"/>
                  </a:cubicBezTo>
                  <a:cubicBezTo>
                    <a:pt x="1025" y="813"/>
                    <a:pt x="1150" y="813"/>
                    <a:pt x="1150" y="726"/>
                  </a:cubicBezTo>
                  <a:cubicBezTo>
                    <a:pt x="1225" y="1"/>
                    <a:pt x="2437" y="263"/>
                    <a:pt x="2762" y="488"/>
                  </a:cubicBezTo>
                  <a:cubicBezTo>
                    <a:pt x="3249" y="838"/>
                    <a:pt x="3387" y="1500"/>
                    <a:pt x="3099" y="2025"/>
                  </a:cubicBezTo>
                  <a:cubicBezTo>
                    <a:pt x="2475" y="3037"/>
                    <a:pt x="1125" y="2937"/>
                    <a:pt x="150" y="2713"/>
                  </a:cubicBezTo>
                  <a:cubicBezTo>
                    <a:pt x="38" y="2688"/>
                    <a:pt x="0" y="2863"/>
                    <a:pt x="113" y="28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29"/>
            <p:cNvSpPr/>
            <p:nvPr/>
          </p:nvSpPr>
          <p:spPr>
            <a:xfrm>
              <a:off x="6450850" y="4386300"/>
              <a:ext cx="33150" cy="43450"/>
            </a:xfrm>
            <a:custGeom>
              <a:rect b="b" l="l" r="r" t="t"/>
              <a:pathLst>
                <a:path extrusionOk="0" h="1738" w="1326">
                  <a:moveTo>
                    <a:pt x="101" y="1550"/>
                  </a:moveTo>
                  <a:cubicBezTo>
                    <a:pt x="638" y="1737"/>
                    <a:pt x="1325" y="1412"/>
                    <a:pt x="1263" y="762"/>
                  </a:cubicBezTo>
                  <a:cubicBezTo>
                    <a:pt x="1213" y="338"/>
                    <a:pt x="513" y="0"/>
                    <a:pt x="251" y="425"/>
                  </a:cubicBezTo>
                  <a:cubicBezTo>
                    <a:pt x="176" y="538"/>
                    <a:pt x="351" y="637"/>
                    <a:pt x="426" y="525"/>
                  </a:cubicBezTo>
                  <a:cubicBezTo>
                    <a:pt x="538" y="463"/>
                    <a:pt x="676" y="438"/>
                    <a:pt x="801" y="488"/>
                  </a:cubicBezTo>
                  <a:cubicBezTo>
                    <a:pt x="1076" y="712"/>
                    <a:pt x="1125" y="937"/>
                    <a:pt x="951" y="1137"/>
                  </a:cubicBezTo>
                  <a:cubicBezTo>
                    <a:pt x="776" y="1450"/>
                    <a:pt x="451" y="1487"/>
                    <a:pt x="138" y="1400"/>
                  </a:cubicBezTo>
                  <a:cubicBezTo>
                    <a:pt x="38" y="1362"/>
                    <a:pt x="1" y="1525"/>
                    <a:pt x="101" y="15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29"/>
            <p:cNvSpPr/>
            <p:nvPr/>
          </p:nvSpPr>
          <p:spPr>
            <a:xfrm>
              <a:off x="6842625" y="4377850"/>
              <a:ext cx="31900" cy="31900"/>
            </a:xfrm>
            <a:custGeom>
              <a:rect b="b" l="l" r="r" t="t"/>
              <a:pathLst>
                <a:path extrusionOk="0" h="1276" w="1276">
                  <a:moveTo>
                    <a:pt x="326" y="351"/>
                  </a:moveTo>
                  <a:cubicBezTo>
                    <a:pt x="1" y="713"/>
                    <a:pt x="451" y="1275"/>
                    <a:pt x="863" y="950"/>
                  </a:cubicBezTo>
                  <a:cubicBezTo>
                    <a:pt x="1275" y="626"/>
                    <a:pt x="800" y="1"/>
                    <a:pt x="401" y="301"/>
                  </a:cubicBezTo>
                  <a:cubicBezTo>
                    <a:pt x="326" y="351"/>
                    <a:pt x="376" y="463"/>
                    <a:pt x="463" y="451"/>
                  </a:cubicBezTo>
                  <a:lnTo>
                    <a:pt x="463" y="451"/>
                  </a:lnTo>
                  <a:cubicBezTo>
                    <a:pt x="501" y="376"/>
                    <a:pt x="401" y="276"/>
                    <a:pt x="338" y="3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29"/>
            <p:cNvSpPr/>
            <p:nvPr/>
          </p:nvSpPr>
          <p:spPr>
            <a:xfrm>
              <a:off x="6720775" y="4313800"/>
              <a:ext cx="77825" cy="113125"/>
            </a:xfrm>
            <a:custGeom>
              <a:rect b="b" l="l" r="r" t="t"/>
              <a:pathLst>
                <a:path extrusionOk="0" h="4525" w="3113">
                  <a:moveTo>
                    <a:pt x="163" y="4462"/>
                  </a:moveTo>
                  <a:cubicBezTo>
                    <a:pt x="1551" y="3363"/>
                    <a:pt x="2575" y="1850"/>
                    <a:pt x="3088" y="151"/>
                  </a:cubicBezTo>
                  <a:cubicBezTo>
                    <a:pt x="3113" y="63"/>
                    <a:pt x="2975" y="1"/>
                    <a:pt x="2925" y="88"/>
                  </a:cubicBezTo>
                  <a:cubicBezTo>
                    <a:pt x="2188" y="1700"/>
                    <a:pt x="1413" y="3188"/>
                    <a:pt x="63" y="4375"/>
                  </a:cubicBezTo>
                  <a:cubicBezTo>
                    <a:pt x="1" y="4437"/>
                    <a:pt x="88" y="4525"/>
                    <a:pt x="163" y="44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29"/>
            <p:cNvSpPr/>
            <p:nvPr/>
          </p:nvSpPr>
          <p:spPr>
            <a:xfrm>
              <a:off x="6784200" y="4293200"/>
              <a:ext cx="30650" cy="32500"/>
            </a:xfrm>
            <a:custGeom>
              <a:rect b="b" l="l" r="r" t="t"/>
              <a:pathLst>
                <a:path extrusionOk="0" h="1300" w="1226">
                  <a:moveTo>
                    <a:pt x="501" y="800"/>
                  </a:moveTo>
                  <a:lnTo>
                    <a:pt x="501" y="737"/>
                  </a:lnTo>
                  <a:cubicBezTo>
                    <a:pt x="426" y="662"/>
                    <a:pt x="313" y="750"/>
                    <a:pt x="363" y="850"/>
                  </a:cubicBezTo>
                  <a:cubicBezTo>
                    <a:pt x="601" y="1300"/>
                    <a:pt x="1225" y="750"/>
                    <a:pt x="888" y="375"/>
                  </a:cubicBezTo>
                  <a:cubicBezTo>
                    <a:pt x="551" y="0"/>
                    <a:pt x="1" y="550"/>
                    <a:pt x="388" y="912"/>
                  </a:cubicBezTo>
                  <a:cubicBezTo>
                    <a:pt x="463" y="975"/>
                    <a:pt x="563" y="875"/>
                    <a:pt x="501" y="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29"/>
            <p:cNvSpPr/>
            <p:nvPr/>
          </p:nvSpPr>
          <p:spPr>
            <a:xfrm>
              <a:off x="6760775" y="4298825"/>
              <a:ext cx="5650" cy="9375"/>
            </a:xfrm>
            <a:custGeom>
              <a:rect b="b" l="l" r="r" t="t"/>
              <a:pathLst>
                <a:path extrusionOk="0" h="375" w="226">
                  <a:moveTo>
                    <a:pt x="213" y="263"/>
                  </a:moveTo>
                  <a:cubicBezTo>
                    <a:pt x="225" y="188"/>
                    <a:pt x="200" y="113"/>
                    <a:pt x="150" y="63"/>
                  </a:cubicBezTo>
                  <a:cubicBezTo>
                    <a:pt x="113" y="0"/>
                    <a:pt x="1" y="13"/>
                    <a:pt x="1" y="100"/>
                  </a:cubicBezTo>
                  <a:cubicBezTo>
                    <a:pt x="1" y="150"/>
                    <a:pt x="13" y="213"/>
                    <a:pt x="13" y="263"/>
                  </a:cubicBezTo>
                  <a:cubicBezTo>
                    <a:pt x="26" y="375"/>
                    <a:pt x="188" y="375"/>
                    <a:pt x="200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29"/>
            <p:cNvSpPr/>
            <p:nvPr/>
          </p:nvSpPr>
          <p:spPr>
            <a:xfrm>
              <a:off x="6624250" y="4331300"/>
              <a:ext cx="10025" cy="6900"/>
            </a:xfrm>
            <a:custGeom>
              <a:rect b="b" l="l" r="r" t="t"/>
              <a:pathLst>
                <a:path extrusionOk="0" h="276" w="401">
                  <a:moveTo>
                    <a:pt x="313" y="88"/>
                  </a:moveTo>
                  <a:cubicBezTo>
                    <a:pt x="250" y="51"/>
                    <a:pt x="175" y="26"/>
                    <a:pt x="100" y="13"/>
                  </a:cubicBezTo>
                  <a:cubicBezTo>
                    <a:pt x="38" y="1"/>
                    <a:pt x="0" y="63"/>
                    <a:pt x="50" y="113"/>
                  </a:cubicBezTo>
                  <a:cubicBezTo>
                    <a:pt x="100" y="176"/>
                    <a:pt x="163" y="226"/>
                    <a:pt x="250" y="251"/>
                  </a:cubicBezTo>
                  <a:cubicBezTo>
                    <a:pt x="338" y="276"/>
                    <a:pt x="400" y="138"/>
                    <a:pt x="313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29"/>
            <p:cNvSpPr/>
            <p:nvPr/>
          </p:nvSpPr>
          <p:spPr>
            <a:xfrm>
              <a:off x="6618625" y="4440350"/>
              <a:ext cx="156850" cy="27825"/>
            </a:xfrm>
            <a:custGeom>
              <a:rect b="b" l="l" r="r" t="t"/>
              <a:pathLst>
                <a:path extrusionOk="0" h="1113" w="6274">
                  <a:moveTo>
                    <a:pt x="101" y="1100"/>
                  </a:moveTo>
                  <a:cubicBezTo>
                    <a:pt x="963" y="1112"/>
                    <a:pt x="1813" y="1025"/>
                    <a:pt x="2662" y="850"/>
                  </a:cubicBezTo>
                  <a:cubicBezTo>
                    <a:pt x="3812" y="625"/>
                    <a:pt x="4937" y="175"/>
                    <a:pt x="6111" y="500"/>
                  </a:cubicBezTo>
                  <a:cubicBezTo>
                    <a:pt x="6224" y="525"/>
                    <a:pt x="6274" y="362"/>
                    <a:pt x="6161" y="313"/>
                  </a:cubicBezTo>
                  <a:cubicBezTo>
                    <a:pt x="5362" y="0"/>
                    <a:pt x="4649" y="163"/>
                    <a:pt x="3837" y="337"/>
                  </a:cubicBezTo>
                  <a:cubicBezTo>
                    <a:pt x="2587" y="612"/>
                    <a:pt x="1375" y="862"/>
                    <a:pt x="101" y="925"/>
                  </a:cubicBezTo>
                  <a:cubicBezTo>
                    <a:pt x="1" y="937"/>
                    <a:pt x="1" y="1087"/>
                    <a:pt x="101" y="1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29"/>
            <p:cNvSpPr/>
            <p:nvPr/>
          </p:nvSpPr>
          <p:spPr>
            <a:xfrm>
              <a:off x="6763900" y="4437225"/>
              <a:ext cx="32825" cy="31250"/>
            </a:xfrm>
            <a:custGeom>
              <a:rect b="b" l="l" r="r" t="t"/>
              <a:pathLst>
                <a:path extrusionOk="0" h="1250" w="1313">
                  <a:moveTo>
                    <a:pt x="450" y="550"/>
                  </a:moveTo>
                  <a:lnTo>
                    <a:pt x="563" y="587"/>
                  </a:lnTo>
                  <a:cubicBezTo>
                    <a:pt x="613" y="512"/>
                    <a:pt x="550" y="413"/>
                    <a:pt x="463" y="425"/>
                  </a:cubicBezTo>
                  <a:cubicBezTo>
                    <a:pt x="1" y="587"/>
                    <a:pt x="463" y="1250"/>
                    <a:pt x="850" y="1012"/>
                  </a:cubicBezTo>
                  <a:cubicBezTo>
                    <a:pt x="1313" y="712"/>
                    <a:pt x="775" y="0"/>
                    <a:pt x="350" y="438"/>
                  </a:cubicBezTo>
                  <a:cubicBezTo>
                    <a:pt x="288" y="500"/>
                    <a:pt x="363" y="600"/>
                    <a:pt x="450" y="5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29"/>
            <p:cNvSpPr/>
            <p:nvPr/>
          </p:nvSpPr>
          <p:spPr>
            <a:xfrm>
              <a:off x="6768275" y="4388175"/>
              <a:ext cx="72825" cy="22500"/>
            </a:xfrm>
            <a:custGeom>
              <a:rect b="b" l="l" r="r" t="t"/>
              <a:pathLst>
                <a:path extrusionOk="0" h="900" w="2913">
                  <a:moveTo>
                    <a:pt x="100" y="263"/>
                  </a:moveTo>
                  <a:cubicBezTo>
                    <a:pt x="413" y="562"/>
                    <a:pt x="813" y="750"/>
                    <a:pt x="1225" y="800"/>
                  </a:cubicBezTo>
                  <a:cubicBezTo>
                    <a:pt x="1700" y="862"/>
                    <a:pt x="2400" y="900"/>
                    <a:pt x="2812" y="637"/>
                  </a:cubicBezTo>
                  <a:cubicBezTo>
                    <a:pt x="2912" y="575"/>
                    <a:pt x="2850" y="413"/>
                    <a:pt x="2725" y="438"/>
                  </a:cubicBezTo>
                  <a:cubicBezTo>
                    <a:pt x="1937" y="637"/>
                    <a:pt x="900" y="687"/>
                    <a:pt x="263" y="100"/>
                  </a:cubicBezTo>
                  <a:cubicBezTo>
                    <a:pt x="163" y="0"/>
                    <a:pt x="0" y="163"/>
                    <a:pt x="113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29"/>
            <p:cNvSpPr/>
            <p:nvPr/>
          </p:nvSpPr>
          <p:spPr>
            <a:xfrm>
              <a:off x="6769525" y="4381600"/>
              <a:ext cx="70625" cy="23450"/>
            </a:xfrm>
            <a:custGeom>
              <a:rect b="b" l="l" r="r" t="t"/>
              <a:pathLst>
                <a:path extrusionOk="0" h="938" w="2825">
                  <a:moveTo>
                    <a:pt x="2762" y="738"/>
                  </a:moveTo>
                  <a:cubicBezTo>
                    <a:pt x="2250" y="51"/>
                    <a:pt x="813" y="1"/>
                    <a:pt x="113" y="376"/>
                  </a:cubicBezTo>
                  <a:cubicBezTo>
                    <a:pt x="0" y="426"/>
                    <a:pt x="88" y="563"/>
                    <a:pt x="188" y="551"/>
                  </a:cubicBezTo>
                  <a:cubicBezTo>
                    <a:pt x="900" y="438"/>
                    <a:pt x="2062" y="176"/>
                    <a:pt x="2612" y="850"/>
                  </a:cubicBezTo>
                  <a:cubicBezTo>
                    <a:pt x="2687" y="938"/>
                    <a:pt x="2825" y="825"/>
                    <a:pt x="2775" y="7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29"/>
            <p:cNvSpPr/>
            <p:nvPr/>
          </p:nvSpPr>
          <p:spPr>
            <a:xfrm>
              <a:off x="6669850" y="4396600"/>
              <a:ext cx="17850" cy="55950"/>
            </a:xfrm>
            <a:custGeom>
              <a:rect b="b" l="l" r="r" t="t"/>
              <a:pathLst>
                <a:path extrusionOk="0" h="2238" w="714">
                  <a:moveTo>
                    <a:pt x="413" y="2087"/>
                  </a:moveTo>
                  <a:cubicBezTo>
                    <a:pt x="238" y="1450"/>
                    <a:pt x="326" y="775"/>
                    <a:pt x="663" y="213"/>
                  </a:cubicBezTo>
                  <a:cubicBezTo>
                    <a:pt x="713" y="101"/>
                    <a:pt x="551" y="1"/>
                    <a:pt x="476" y="101"/>
                  </a:cubicBezTo>
                  <a:cubicBezTo>
                    <a:pt x="88" y="713"/>
                    <a:pt x="1" y="1450"/>
                    <a:pt x="238" y="2137"/>
                  </a:cubicBezTo>
                  <a:cubicBezTo>
                    <a:pt x="276" y="2237"/>
                    <a:pt x="426" y="2200"/>
                    <a:pt x="413" y="20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29"/>
            <p:cNvSpPr/>
            <p:nvPr/>
          </p:nvSpPr>
          <p:spPr>
            <a:xfrm>
              <a:off x="6677050" y="4396600"/>
              <a:ext cx="16275" cy="54375"/>
            </a:xfrm>
            <a:custGeom>
              <a:rect b="b" l="l" r="r" t="t"/>
              <a:pathLst>
                <a:path extrusionOk="0" h="2175" w="651">
                  <a:moveTo>
                    <a:pt x="188" y="188"/>
                  </a:moveTo>
                  <a:cubicBezTo>
                    <a:pt x="313" y="550"/>
                    <a:pt x="363" y="950"/>
                    <a:pt x="300" y="1338"/>
                  </a:cubicBezTo>
                  <a:cubicBezTo>
                    <a:pt x="250" y="1613"/>
                    <a:pt x="113" y="1788"/>
                    <a:pt x="13" y="2038"/>
                  </a:cubicBezTo>
                  <a:cubicBezTo>
                    <a:pt x="0" y="2075"/>
                    <a:pt x="25" y="2112"/>
                    <a:pt x="63" y="2125"/>
                  </a:cubicBezTo>
                  <a:cubicBezTo>
                    <a:pt x="363" y="2175"/>
                    <a:pt x="463" y="1850"/>
                    <a:pt x="538" y="1613"/>
                  </a:cubicBezTo>
                  <a:cubicBezTo>
                    <a:pt x="650" y="1113"/>
                    <a:pt x="600" y="600"/>
                    <a:pt x="400" y="126"/>
                  </a:cubicBezTo>
                  <a:cubicBezTo>
                    <a:pt x="350" y="1"/>
                    <a:pt x="150" y="51"/>
                    <a:pt x="188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29"/>
            <p:cNvSpPr/>
            <p:nvPr/>
          </p:nvSpPr>
          <p:spPr>
            <a:xfrm>
              <a:off x="6337750" y="4364725"/>
              <a:ext cx="82825" cy="26900"/>
            </a:xfrm>
            <a:custGeom>
              <a:rect b="b" l="l" r="r" t="t"/>
              <a:pathLst>
                <a:path extrusionOk="0" h="1076" w="3313">
                  <a:moveTo>
                    <a:pt x="126" y="926"/>
                  </a:moveTo>
                  <a:cubicBezTo>
                    <a:pt x="1138" y="1076"/>
                    <a:pt x="2500" y="926"/>
                    <a:pt x="3263" y="163"/>
                  </a:cubicBezTo>
                  <a:cubicBezTo>
                    <a:pt x="3313" y="113"/>
                    <a:pt x="3263" y="1"/>
                    <a:pt x="3175" y="26"/>
                  </a:cubicBezTo>
                  <a:cubicBezTo>
                    <a:pt x="2713" y="188"/>
                    <a:pt x="2300" y="476"/>
                    <a:pt x="1813" y="601"/>
                  </a:cubicBezTo>
                  <a:cubicBezTo>
                    <a:pt x="1276" y="738"/>
                    <a:pt x="713" y="776"/>
                    <a:pt x="151" y="713"/>
                  </a:cubicBezTo>
                  <a:cubicBezTo>
                    <a:pt x="38" y="701"/>
                    <a:pt x="1" y="913"/>
                    <a:pt x="126" y="9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29"/>
            <p:cNvSpPr/>
            <p:nvPr/>
          </p:nvSpPr>
          <p:spPr>
            <a:xfrm>
              <a:off x="6319650" y="4355975"/>
              <a:ext cx="100625" cy="30975"/>
            </a:xfrm>
            <a:custGeom>
              <a:rect b="b" l="l" r="r" t="t"/>
              <a:pathLst>
                <a:path extrusionOk="0" h="1239" w="4025">
                  <a:moveTo>
                    <a:pt x="3887" y="238"/>
                  </a:moveTo>
                  <a:cubicBezTo>
                    <a:pt x="3262" y="126"/>
                    <a:pt x="2612" y="1"/>
                    <a:pt x="1975" y="101"/>
                  </a:cubicBezTo>
                  <a:cubicBezTo>
                    <a:pt x="1300" y="201"/>
                    <a:pt x="712" y="551"/>
                    <a:pt x="138" y="926"/>
                  </a:cubicBezTo>
                  <a:cubicBezTo>
                    <a:pt x="0" y="1013"/>
                    <a:pt x="138" y="1238"/>
                    <a:pt x="275" y="1151"/>
                  </a:cubicBezTo>
                  <a:cubicBezTo>
                    <a:pt x="737" y="838"/>
                    <a:pt x="1225" y="526"/>
                    <a:pt x="1787" y="388"/>
                  </a:cubicBezTo>
                  <a:cubicBezTo>
                    <a:pt x="2450" y="226"/>
                    <a:pt x="3162" y="338"/>
                    <a:pt x="3837" y="451"/>
                  </a:cubicBezTo>
                  <a:cubicBezTo>
                    <a:pt x="3962" y="463"/>
                    <a:pt x="4024" y="263"/>
                    <a:pt x="3887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29"/>
            <p:cNvSpPr/>
            <p:nvPr/>
          </p:nvSpPr>
          <p:spPr>
            <a:xfrm>
              <a:off x="6822325" y="3689900"/>
              <a:ext cx="199650" cy="551150"/>
            </a:xfrm>
            <a:custGeom>
              <a:rect b="b" l="l" r="r" t="t"/>
              <a:pathLst>
                <a:path extrusionOk="0" h="22046" w="7986">
                  <a:moveTo>
                    <a:pt x="4499" y="88"/>
                  </a:moveTo>
                  <a:cubicBezTo>
                    <a:pt x="3187" y="1426"/>
                    <a:pt x="2700" y="2938"/>
                    <a:pt x="2912" y="4837"/>
                  </a:cubicBezTo>
                  <a:cubicBezTo>
                    <a:pt x="3087" y="6237"/>
                    <a:pt x="3699" y="7487"/>
                    <a:pt x="4237" y="8761"/>
                  </a:cubicBezTo>
                  <a:cubicBezTo>
                    <a:pt x="6111" y="13235"/>
                    <a:pt x="7986" y="21470"/>
                    <a:pt x="213" y="21808"/>
                  </a:cubicBezTo>
                  <a:cubicBezTo>
                    <a:pt x="125" y="21808"/>
                    <a:pt x="125" y="21933"/>
                    <a:pt x="213" y="21945"/>
                  </a:cubicBezTo>
                  <a:cubicBezTo>
                    <a:pt x="3250" y="22045"/>
                    <a:pt x="5586" y="20071"/>
                    <a:pt x="6274" y="17084"/>
                  </a:cubicBezTo>
                  <a:cubicBezTo>
                    <a:pt x="7598" y="11435"/>
                    <a:pt x="0" y="5012"/>
                    <a:pt x="4637" y="213"/>
                  </a:cubicBezTo>
                  <a:cubicBezTo>
                    <a:pt x="4712" y="138"/>
                    <a:pt x="4587" y="1"/>
                    <a:pt x="4499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29"/>
            <p:cNvSpPr/>
            <p:nvPr/>
          </p:nvSpPr>
          <p:spPr>
            <a:xfrm>
              <a:off x="6723275" y="4055125"/>
              <a:ext cx="121250" cy="180925"/>
            </a:xfrm>
            <a:custGeom>
              <a:rect b="b" l="l" r="r" t="t"/>
              <a:pathLst>
                <a:path extrusionOk="0" h="7237" w="4850">
                  <a:moveTo>
                    <a:pt x="3175" y="7036"/>
                  </a:moveTo>
                  <a:cubicBezTo>
                    <a:pt x="1438" y="6911"/>
                    <a:pt x="438" y="4949"/>
                    <a:pt x="626" y="3400"/>
                  </a:cubicBezTo>
                  <a:cubicBezTo>
                    <a:pt x="838" y="1775"/>
                    <a:pt x="3138" y="113"/>
                    <a:pt x="4650" y="1513"/>
                  </a:cubicBezTo>
                  <a:cubicBezTo>
                    <a:pt x="4737" y="1588"/>
                    <a:pt x="4850" y="1463"/>
                    <a:pt x="4775" y="1388"/>
                  </a:cubicBezTo>
                  <a:cubicBezTo>
                    <a:pt x="3525" y="1"/>
                    <a:pt x="988" y="1313"/>
                    <a:pt x="538" y="2825"/>
                  </a:cubicBezTo>
                  <a:cubicBezTo>
                    <a:pt x="1" y="4637"/>
                    <a:pt x="1163" y="7086"/>
                    <a:pt x="3175" y="7224"/>
                  </a:cubicBezTo>
                  <a:cubicBezTo>
                    <a:pt x="3300" y="7236"/>
                    <a:pt x="3300" y="7049"/>
                    <a:pt x="3175" y="70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29"/>
            <p:cNvSpPr/>
            <p:nvPr/>
          </p:nvSpPr>
          <p:spPr>
            <a:xfrm>
              <a:off x="6789200" y="4108250"/>
              <a:ext cx="77200" cy="73425"/>
            </a:xfrm>
            <a:custGeom>
              <a:rect b="b" l="l" r="r" t="t"/>
              <a:pathLst>
                <a:path extrusionOk="0" h="2937" w="3088">
                  <a:moveTo>
                    <a:pt x="2463" y="163"/>
                  </a:moveTo>
                  <a:cubicBezTo>
                    <a:pt x="2837" y="900"/>
                    <a:pt x="2600" y="1800"/>
                    <a:pt x="1925" y="2274"/>
                  </a:cubicBezTo>
                  <a:cubicBezTo>
                    <a:pt x="1175" y="2749"/>
                    <a:pt x="338" y="2237"/>
                    <a:pt x="201" y="1425"/>
                  </a:cubicBezTo>
                  <a:cubicBezTo>
                    <a:pt x="188" y="1312"/>
                    <a:pt x="1" y="1337"/>
                    <a:pt x="13" y="1450"/>
                  </a:cubicBezTo>
                  <a:cubicBezTo>
                    <a:pt x="88" y="2324"/>
                    <a:pt x="1013" y="2937"/>
                    <a:pt x="1838" y="2549"/>
                  </a:cubicBezTo>
                  <a:cubicBezTo>
                    <a:pt x="2738" y="2137"/>
                    <a:pt x="3087" y="900"/>
                    <a:pt x="2588" y="75"/>
                  </a:cubicBezTo>
                  <a:cubicBezTo>
                    <a:pt x="2538" y="0"/>
                    <a:pt x="2425" y="75"/>
                    <a:pt x="2463" y="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29"/>
            <p:cNvSpPr/>
            <p:nvPr/>
          </p:nvSpPr>
          <p:spPr>
            <a:xfrm>
              <a:off x="6795150" y="4135100"/>
              <a:ext cx="325" cy="350"/>
            </a:xfrm>
            <a:custGeom>
              <a:rect b="b" l="l" r="r" t="t"/>
              <a:pathLst>
                <a:path extrusionOk="0" h="14" w="13">
                  <a:moveTo>
                    <a:pt x="0" y="1"/>
                  </a:moveTo>
                  <a:lnTo>
                    <a:pt x="0" y="13"/>
                  </a:lnTo>
                  <a:cubicBezTo>
                    <a:pt x="0" y="13"/>
                    <a:pt x="13" y="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29"/>
            <p:cNvSpPr/>
            <p:nvPr/>
          </p:nvSpPr>
          <p:spPr>
            <a:xfrm>
              <a:off x="6869500" y="4121350"/>
              <a:ext cx="104050" cy="206550"/>
            </a:xfrm>
            <a:custGeom>
              <a:rect b="b" l="l" r="r" t="t"/>
              <a:pathLst>
                <a:path extrusionOk="0" h="8262" w="4162">
                  <a:moveTo>
                    <a:pt x="3987" y="101"/>
                  </a:moveTo>
                  <a:cubicBezTo>
                    <a:pt x="3712" y="1288"/>
                    <a:pt x="3175" y="2400"/>
                    <a:pt x="2450" y="3375"/>
                  </a:cubicBezTo>
                  <a:cubicBezTo>
                    <a:pt x="1925" y="4087"/>
                    <a:pt x="1225" y="4737"/>
                    <a:pt x="863" y="5562"/>
                  </a:cubicBezTo>
                  <a:cubicBezTo>
                    <a:pt x="450" y="6474"/>
                    <a:pt x="463" y="7436"/>
                    <a:pt x="1150" y="8199"/>
                  </a:cubicBezTo>
                  <a:cubicBezTo>
                    <a:pt x="1213" y="8261"/>
                    <a:pt x="1338" y="8174"/>
                    <a:pt x="1275" y="8086"/>
                  </a:cubicBezTo>
                  <a:cubicBezTo>
                    <a:pt x="0" y="6212"/>
                    <a:pt x="1762" y="4725"/>
                    <a:pt x="2775" y="3275"/>
                  </a:cubicBezTo>
                  <a:cubicBezTo>
                    <a:pt x="3437" y="2325"/>
                    <a:pt x="3899" y="1263"/>
                    <a:pt x="4137" y="138"/>
                  </a:cubicBezTo>
                  <a:cubicBezTo>
                    <a:pt x="4162" y="38"/>
                    <a:pt x="4012" y="1"/>
                    <a:pt x="3987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29"/>
            <p:cNvSpPr/>
            <p:nvPr/>
          </p:nvSpPr>
          <p:spPr>
            <a:xfrm>
              <a:off x="6887000" y="3978900"/>
              <a:ext cx="81875" cy="88750"/>
            </a:xfrm>
            <a:custGeom>
              <a:rect b="b" l="l" r="r" t="t"/>
              <a:pathLst>
                <a:path extrusionOk="0" h="3550" w="3275">
                  <a:moveTo>
                    <a:pt x="2774" y="163"/>
                  </a:moveTo>
                  <a:cubicBezTo>
                    <a:pt x="2987" y="1138"/>
                    <a:pt x="3099" y="2500"/>
                    <a:pt x="2087" y="3112"/>
                  </a:cubicBezTo>
                  <a:cubicBezTo>
                    <a:pt x="1612" y="3375"/>
                    <a:pt x="1025" y="3287"/>
                    <a:pt x="638" y="2900"/>
                  </a:cubicBezTo>
                  <a:cubicBezTo>
                    <a:pt x="338" y="2575"/>
                    <a:pt x="0" y="1250"/>
                    <a:pt x="800" y="1163"/>
                  </a:cubicBezTo>
                  <a:cubicBezTo>
                    <a:pt x="875" y="1163"/>
                    <a:pt x="875" y="1025"/>
                    <a:pt x="800" y="1038"/>
                  </a:cubicBezTo>
                  <a:cubicBezTo>
                    <a:pt x="250" y="1088"/>
                    <a:pt x="75" y="1762"/>
                    <a:pt x="138" y="2237"/>
                  </a:cubicBezTo>
                  <a:cubicBezTo>
                    <a:pt x="200" y="2850"/>
                    <a:pt x="675" y="3350"/>
                    <a:pt x="1300" y="3450"/>
                  </a:cubicBezTo>
                  <a:cubicBezTo>
                    <a:pt x="1937" y="3550"/>
                    <a:pt x="2450" y="3187"/>
                    <a:pt x="2774" y="2650"/>
                  </a:cubicBezTo>
                  <a:cubicBezTo>
                    <a:pt x="3274" y="1850"/>
                    <a:pt x="3149" y="988"/>
                    <a:pt x="2949" y="113"/>
                  </a:cubicBezTo>
                  <a:cubicBezTo>
                    <a:pt x="2924" y="0"/>
                    <a:pt x="2762" y="50"/>
                    <a:pt x="2787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29"/>
            <p:cNvSpPr/>
            <p:nvPr/>
          </p:nvSpPr>
          <p:spPr>
            <a:xfrm>
              <a:off x="6898550" y="3923300"/>
              <a:ext cx="43775" cy="33450"/>
            </a:xfrm>
            <a:custGeom>
              <a:rect b="b" l="l" r="r" t="t"/>
              <a:pathLst>
                <a:path extrusionOk="0" h="1338" w="1751">
                  <a:moveTo>
                    <a:pt x="1400" y="150"/>
                  </a:moveTo>
                  <a:cubicBezTo>
                    <a:pt x="1488" y="462"/>
                    <a:pt x="1450" y="787"/>
                    <a:pt x="1138" y="962"/>
                  </a:cubicBezTo>
                  <a:cubicBezTo>
                    <a:pt x="938" y="1137"/>
                    <a:pt x="713" y="1087"/>
                    <a:pt x="488" y="800"/>
                  </a:cubicBezTo>
                  <a:cubicBezTo>
                    <a:pt x="438" y="675"/>
                    <a:pt x="463" y="537"/>
                    <a:pt x="525" y="425"/>
                  </a:cubicBezTo>
                  <a:cubicBezTo>
                    <a:pt x="638" y="350"/>
                    <a:pt x="538" y="175"/>
                    <a:pt x="425" y="250"/>
                  </a:cubicBezTo>
                  <a:cubicBezTo>
                    <a:pt x="1" y="512"/>
                    <a:pt x="338" y="1212"/>
                    <a:pt x="763" y="1262"/>
                  </a:cubicBezTo>
                  <a:cubicBezTo>
                    <a:pt x="1425" y="1337"/>
                    <a:pt x="1750" y="637"/>
                    <a:pt x="1550" y="100"/>
                  </a:cubicBezTo>
                  <a:cubicBezTo>
                    <a:pt x="1513" y="0"/>
                    <a:pt x="1375" y="38"/>
                    <a:pt x="1388" y="1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29"/>
            <p:cNvSpPr/>
            <p:nvPr/>
          </p:nvSpPr>
          <p:spPr>
            <a:xfrm>
              <a:off x="6890425" y="4315375"/>
              <a:ext cx="31900" cy="31900"/>
            </a:xfrm>
            <a:custGeom>
              <a:rect b="b" l="l" r="r" t="t"/>
              <a:pathLst>
                <a:path extrusionOk="0" h="1276" w="1276">
                  <a:moveTo>
                    <a:pt x="451" y="463"/>
                  </a:moveTo>
                  <a:lnTo>
                    <a:pt x="451" y="463"/>
                  </a:lnTo>
                  <a:cubicBezTo>
                    <a:pt x="463" y="375"/>
                    <a:pt x="351" y="325"/>
                    <a:pt x="288" y="388"/>
                  </a:cubicBezTo>
                  <a:cubicBezTo>
                    <a:pt x="1" y="800"/>
                    <a:pt x="626" y="1275"/>
                    <a:pt x="950" y="863"/>
                  </a:cubicBezTo>
                  <a:cubicBezTo>
                    <a:pt x="1275" y="438"/>
                    <a:pt x="713" y="0"/>
                    <a:pt x="351" y="325"/>
                  </a:cubicBezTo>
                  <a:cubicBezTo>
                    <a:pt x="276" y="388"/>
                    <a:pt x="376" y="488"/>
                    <a:pt x="451" y="4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29"/>
            <p:cNvSpPr/>
            <p:nvPr/>
          </p:nvSpPr>
          <p:spPr>
            <a:xfrm>
              <a:off x="6826375" y="4193850"/>
              <a:ext cx="112825" cy="77500"/>
            </a:xfrm>
            <a:custGeom>
              <a:rect b="b" l="l" r="r" t="t"/>
              <a:pathLst>
                <a:path extrusionOk="0" h="3100" w="4513">
                  <a:moveTo>
                    <a:pt x="4375" y="50"/>
                  </a:moveTo>
                  <a:cubicBezTo>
                    <a:pt x="3175" y="1412"/>
                    <a:pt x="1700" y="2175"/>
                    <a:pt x="88" y="2924"/>
                  </a:cubicBezTo>
                  <a:cubicBezTo>
                    <a:pt x="1" y="2962"/>
                    <a:pt x="63" y="3099"/>
                    <a:pt x="151" y="3074"/>
                  </a:cubicBezTo>
                  <a:cubicBezTo>
                    <a:pt x="1850" y="2562"/>
                    <a:pt x="3362" y="1550"/>
                    <a:pt x="4462" y="150"/>
                  </a:cubicBezTo>
                  <a:cubicBezTo>
                    <a:pt x="4512" y="88"/>
                    <a:pt x="4425" y="0"/>
                    <a:pt x="4375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29"/>
            <p:cNvSpPr/>
            <p:nvPr/>
          </p:nvSpPr>
          <p:spPr>
            <a:xfrm>
              <a:off x="6805775" y="4256950"/>
              <a:ext cx="32500" cy="30950"/>
            </a:xfrm>
            <a:custGeom>
              <a:rect b="b" l="l" r="r" t="t"/>
              <a:pathLst>
                <a:path extrusionOk="0" h="1238" w="1300">
                  <a:moveTo>
                    <a:pt x="912" y="388"/>
                  </a:moveTo>
                  <a:cubicBezTo>
                    <a:pt x="550" y="1"/>
                    <a:pt x="0" y="538"/>
                    <a:pt x="375" y="888"/>
                  </a:cubicBezTo>
                  <a:cubicBezTo>
                    <a:pt x="750" y="1238"/>
                    <a:pt x="1300" y="600"/>
                    <a:pt x="837" y="350"/>
                  </a:cubicBezTo>
                  <a:cubicBezTo>
                    <a:pt x="750" y="313"/>
                    <a:pt x="662" y="425"/>
                    <a:pt x="725" y="500"/>
                  </a:cubicBezTo>
                  <a:lnTo>
                    <a:pt x="800" y="500"/>
                  </a:lnTo>
                  <a:cubicBezTo>
                    <a:pt x="875" y="563"/>
                    <a:pt x="962" y="463"/>
                    <a:pt x="912" y="3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29"/>
            <p:cNvSpPr/>
            <p:nvPr/>
          </p:nvSpPr>
          <p:spPr>
            <a:xfrm>
              <a:off x="6811400" y="4233200"/>
              <a:ext cx="9700" cy="5975"/>
            </a:xfrm>
            <a:custGeom>
              <a:rect b="b" l="l" r="r" t="t"/>
              <a:pathLst>
                <a:path extrusionOk="0" h="239" w="388">
                  <a:moveTo>
                    <a:pt x="262" y="26"/>
                  </a:moveTo>
                  <a:cubicBezTo>
                    <a:pt x="212" y="26"/>
                    <a:pt x="150" y="26"/>
                    <a:pt x="100" y="13"/>
                  </a:cubicBezTo>
                  <a:cubicBezTo>
                    <a:pt x="13" y="1"/>
                    <a:pt x="0" y="126"/>
                    <a:pt x="50" y="176"/>
                  </a:cubicBezTo>
                  <a:cubicBezTo>
                    <a:pt x="112" y="213"/>
                    <a:pt x="187" y="238"/>
                    <a:pt x="262" y="226"/>
                  </a:cubicBezTo>
                  <a:cubicBezTo>
                    <a:pt x="387" y="226"/>
                    <a:pt x="387" y="38"/>
                    <a:pt x="262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29"/>
            <p:cNvSpPr/>
            <p:nvPr/>
          </p:nvSpPr>
          <p:spPr>
            <a:xfrm>
              <a:off x="6843875" y="4097000"/>
              <a:ext cx="6900" cy="10025"/>
            </a:xfrm>
            <a:custGeom>
              <a:rect b="b" l="l" r="r" t="t"/>
              <a:pathLst>
                <a:path extrusionOk="0" h="401" w="276">
                  <a:moveTo>
                    <a:pt x="238" y="250"/>
                  </a:moveTo>
                  <a:cubicBezTo>
                    <a:pt x="226" y="163"/>
                    <a:pt x="176" y="88"/>
                    <a:pt x="101" y="38"/>
                  </a:cubicBezTo>
                  <a:cubicBezTo>
                    <a:pt x="63" y="0"/>
                    <a:pt x="1" y="38"/>
                    <a:pt x="13" y="100"/>
                  </a:cubicBezTo>
                  <a:cubicBezTo>
                    <a:pt x="26" y="175"/>
                    <a:pt x="51" y="250"/>
                    <a:pt x="88" y="313"/>
                  </a:cubicBezTo>
                  <a:cubicBezTo>
                    <a:pt x="138" y="400"/>
                    <a:pt x="276" y="338"/>
                    <a:pt x="251" y="2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29"/>
            <p:cNvSpPr/>
            <p:nvPr/>
          </p:nvSpPr>
          <p:spPr>
            <a:xfrm>
              <a:off x="6952925" y="4091375"/>
              <a:ext cx="27500" cy="156850"/>
            </a:xfrm>
            <a:custGeom>
              <a:rect b="b" l="l" r="r" t="t"/>
              <a:pathLst>
                <a:path extrusionOk="0" h="6274" w="1100">
                  <a:moveTo>
                    <a:pt x="925" y="100"/>
                  </a:moveTo>
                  <a:cubicBezTo>
                    <a:pt x="850" y="1375"/>
                    <a:pt x="612" y="2600"/>
                    <a:pt x="337" y="3837"/>
                  </a:cubicBezTo>
                  <a:cubicBezTo>
                    <a:pt x="150" y="4649"/>
                    <a:pt x="0" y="5361"/>
                    <a:pt x="312" y="6161"/>
                  </a:cubicBezTo>
                  <a:cubicBezTo>
                    <a:pt x="362" y="6274"/>
                    <a:pt x="525" y="6236"/>
                    <a:pt x="487" y="6111"/>
                  </a:cubicBezTo>
                  <a:cubicBezTo>
                    <a:pt x="175" y="4936"/>
                    <a:pt x="625" y="3812"/>
                    <a:pt x="850" y="2650"/>
                  </a:cubicBezTo>
                  <a:cubicBezTo>
                    <a:pt x="1025" y="1812"/>
                    <a:pt x="1100" y="963"/>
                    <a:pt x="1100" y="100"/>
                  </a:cubicBezTo>
                  <a:cubicBezTo>
                    <a:pt x="1087" y="0"/>
                    <a:pt x="937" y="0"/>
                    <a:pt x="925" y="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29"/>
            <p:cNvSpPr/>
            <p:nvPr/>
          </p:nvSpPr>
          <p:spPr>
            <a:xfrm>
              <a:off x="6949475" y="4236325"/>
              <a:ext cx="31275" cy="33150"/>
            </a:xfrm>
            <a:custGeom>
              <a:rect b="b" l="l" r="r" t="t"/>
              <a:pathLst>
                <a:path extrusionOk="0" h="1326" w="1251">
                  <a:moveTo>
                    <a:pt x="438" y="351"/>
                  </a:moveTo>
                  <a:cubicBezTo>
                    <a:pt x="1" y="776"/>
                    <a:pt x="725" y="1325"/>
                    <a:pt x="1013" y="851"/>
                  </a:cubicBezTo>
                  <a:cubicBezTo>
                    <a:pt x="1250" y="476"/>
                    <a:pt x="588" y="1"/>
                    <a:pt x="438" y="476"/>
                  </a:cubicBezTo>
                  <a:cubicBezTo>
                    <a:pt x="413" y="563"/>
                    <a:pt x="525" y="626"/>
                    <a:pt x="588" y="563"/>
                  </a:cubicBezTo>
                  <a:lnTo>
                    <a:pt x="563" y="451"/>
                  </a:lnTo>
                  <a:cubicBezTo>
                    <a:pt x="613" y="363"/>
                    <a:pt x="500" y="276"/>
                    <a:pt x="438" y="3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29"/>
            <p:cNvSpPr/>
            <p:nvPr/>
          </p:nvSpPr>
          <p:spPr>
            <a:xfrm>
              <a:off x="6900425" y="4241025"/>
              <a:ext cx="22525" cy="72800"/>
            </a:xfrm>
            <a:custGeom>
              <a:rect b="b" l="l" r="r" t="t"/>
              <a:pathLst>
                <a:path extrusionOk="0" h="2912" w="901">
                  <a:moveTo>
                    <a:pt x="113" y="263"/>
                  </a:moveTo>
                  <a:cubicBezTo>
                    <a:pt x="688" y="900"/>
                    <a:pt x="650" y="1937"/>
                    <a:pt x="450" y="2724"/>
                  </a:cubicBezTo>
                  <a:cubicBezTo>
                    <a:pt x="425" y="2837"/>
                    <a:pt x="588" y="2912"/>
                    <a:pt x="650" y="2812"/>
                  </a:cubicBezTo>
                  <a:cubicBezTo>
                    <a:pt x="900" y="2387"/>
                    <a:pt x="875" y="1687"/>
                    <a:pt x="800" y="1225"/>
                  </a:cubicBezTo>
                  <a:cubicBezTo>
                    <a:pt x="750" y="800"/>
                    <a:pt x="563" y="413"/>
                    <a:pt x="263" y="100"/>
                  </a:cubicBezTo>
                  <a:cubicBezTo>
                    <a:pt x="163" y="0"/>
                    <a:pt x="1" y="163"/>
                    <a:pt x="113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29"/>
            <p:cNvSpPr/>
            <p:nvPr/>
          </p:nvSpPr>
          <p:spPr>
            <a:xfrm>
              <a:off x="6893875" y="4242575"/>
              <a:ext cx="23450" cy="70625"/>
            </a:xfrm>
            <a:custGeom>
              <a:rect b="b" l="l" r="r" t="t"/>
              <a:pathLst>
                <a:path extrusionOk="0" h="2825" w="938">
                  <a:moveTo>
                    <a:pt x="862" y="2612"/>
                  </a:moveTo>
                  <a:cubicBezTo>
                    <a:pt x="188" y="2063"/>
                    <a:pt x="450" y="888"/>
                    <a:pt x="550" y="176"/>
                  </a:cubicBezTo>
                  <a:cubicBezTo>
                    <a:pt x="562" y="76"/>
                    <a:pt x="425" y="1"/>
                    <a:pt x="375" y="101"/>
                  </a:cubicBezTo>
                  <a:cubicBezTo>
                    <a:pt x="0" y="800"/>
                    <a:pt x="63" y="2238"/>
                    <a:pt x="737" y="2750"/>
                  </a:cubicBezTo>
                  <a:cubicBezTo>
                    <a:pt x="825" y="2825"/>
                    <a:pt x="937" y="2675"/>
                    <a:pt x="850" y="26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29"/>
            <p:cNvSpPr/>
            <p:nvPr/>
          </p:nvSpPr>
          <p:spPr>
            <a:xfrm>
              <a:off x="6908850" y="4142600"/>
              <a:ext cx="56575" cy="17850"/>
            </a:xfrm>
            <a:custGeom>
              <a:rect b="b" l="l" r="r" t="t"/>
              <a:pathLst>
                <a:path extrusionOk="0" h="714" w="2263">
                  <a:moveTo>
                    <a:pt x="2150" y="238"/>
                  </a:moveTo>
                  <a:cubicBezTo>
                    <a:pt x="1463" y="1"/>
                    <a:pt x="726" y="88"/>
                    <a:pt x="113" y="476"/>
                  </a:cubicBezTo>
                  <a:cubicBezTo>
                    <a:pt x="1" y="551"/>
                    <a:pt x="101" y="713"/>
                    <a:pt x="226" y="663"/>
                  </a:cubicBezTo>
                  <a:cubicBezTo>
                    <a:pt x="788" y="326"/>
                    <a:pt x="1463" y="238"/>
                    <a:pt x="2100" y="413"/>
                  </a:cubicBezTo>
                  <a:cubicBezTo>
                    <a:pt x="2213" y="438"/>
                    <a:pt x="2263" y="263"/>
                    <a:pt x="2150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29"/>
            <p:cNvSpPr/>
            <p:nvPr/>
          </p:nvSpPr>
          <p:spPr>
            <a:xfrm>
              <a:off x="6909175" y="4149800"/>
              <a:ext cx="56250" cy="21250"/>
            </a:xfrm>
            <a:custGeom>
              <a:rect b="b" l="l" r="r" t="t"/>
              <a:pathLst>
                <a:path extrusionOk="0" h="850" w="2250">
                  <a:moveTo>
                    <a:pt x="125" y="400"/>
                  </a:moveTo>
                  <a:cubicBezTo>
                    <a:pt x="475" y="538"/>
                    <a:pt x="2250" y="850"/>
                    <a:pt x="2125" y="63"/>
                  </a:cubicBezTo>
                  <a:cubicBezTo>
                    <a:pt x="2112" y="25"/>
                    <a:pt x="2075" y="0"/>
                    <a:pt x="2037" y="13"/>
                  </a:cubicBezTo>
                  <a:cubicBezTo>
                    <a:pt x="1788" y="113"/>
                    <a:pt x="1613" y="250"/>
                    <a:pt x="1338" y="300"/>
                  </a:cubicBezTo>
                  <a:cubicBezTo>
                    <a:pt x="950" y="363"/>
                    <a:pt x="550" y="313"/>
                    <a:pt x="188" y="188"/>
                  </a:cubicBezTo>
                  <a:cubicBezTo>
                    <a:pt x="50" y="138"/>
                    <a:pt x="0" y="338"/>
                    <a:pt x="125" y="4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29"/>
            <p:cNvSpPr/>
            <p:nvPr/>
          </p:nvSpPr>
          <p:spPr>
            <a:xfrm>
              <a:off x="6877300" y="3810500"/>
              <a:ext cx="26600" cy="82825"/>
            </a:xfrm>
            <a:custGeom>
              <a:rect b="b" l="l" r="r" t="t"/>
              <a:pathLst>
                <a:path extrusionOk="0" h="3313" w="1064">
                  <a:moveTo>
                    <a:pt x="713" y="151"/>
                  </a:moveTo>
                  <a:cubicBezTo>
                    <a:pt x="776" y="713"/>
                    <a:pt x="738" y="1275"/>
                    <a:pt x="601" y="1813"/>
                  </a:cubicBezTo>
                  <a:cubicBezTo>
                    <a:pt x="463" y="2300"/>
                    <a:pt x="188" y="2713"/>
                    <a:pt x="26" y="3175"/>
                  </a:cubicBezTo>
                  <a:cubicBezTo>
                    <a:pt x="1" y="3262"/>
                    <a:pt x="101" y="3312"/>
                    <a:pt x="163" y="3262"/>
                  </a:cubicBezTo>
                  <a:cubicBezTo>
                    <a:pt x="938" y="2500"/>
                    <a:pt x="1063" y="1138"/>
                    <a:pt x="926" y="126"/>
                  </a:cubicBezTo>
                  <a:cubicBezTo>
                    <a:pt x="913" y="1"/>
                    <a:pt x="701" y="26"/>
                    <a:pt x="713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29"/>
            <p:cNvSpPr/>
            <p:nvPr/>
          </p:nvSpPr>
          <p:spPr>
            <a:xfrm>
              <a:off x="6868550" y="3792700"/>
              <a:ext cx="30975" cy="100625"/>
            </a:xfrm>
            <a:custGeom>
              <a:rect b="b" l="l" r="r" t="t"/>
              <a:pathLst>
                <a:path extrusionOk="0" h="4025" w="1239">
                  <a:moveTo>
                    <a:pt x="438" y="3824"/>
                  </a:moveTo>
                  <a:cubicBezTo>
                    <a:pt x="338" y="3150"/>
                    <a:pt x="226" y="2450"/>
                    <a:pt x="388" y="1775"/>
                  </a:cubicBezTo>
                  <a:cubicBezTo>
                    <a:pt x="513" y="1225"/>
                    <a:pt x="838" y="738"/>
                    <a:pt x="1138" y="263"/>
                  </a:cubicBezTo>
                  <a:cubicBezTo>
                    <a:pt x="1238" y="125"/>
                    <a:pt x="1013" y="0"/>
                    <a:pt x="913" y="138"/>
                  </a:cubicBezTo>
                  <a:cubicBezTo>
                    <a:pt x="551" y="700"/>
                    <a:pt x="201" y="1288"/>
                    <a:pt x="88" y="1975"/>
                  </a:cubicBezTo>
                  <a:cubicBezTo>
                    <a:pt x="1" y="2612"/>
                    <a:pt x="126" y="3262"/>
                    <a:pt x="238" y="3887"/>
                  </a:cubicBezTo>
                  <a:cubicBezTo>
                    <a:pt x="263" y="4024"/>
                    <a:pt x="463" y="3962"/>
                    <a:pt x="438" y="38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29"/>
            <p:cNvSpPr/>
            <p:nvPr/>
          </p:nvSpPr>
          <p:spPr>
            <a:xfrm>
              <a:off x="6712050" y="4197600"/>
              <a:ext cx="8450" cy="8150"/>
            </a:xfrm>
            <a:custGeom>
              <a:rect b="b" l="l" r="r" t="t"/>
              <a:pathLst>
                <a:path extrusionOk="0" h="326" w="338">
                  <a:moveTo>
                    <a:pt x="88" y="313"/>
                  </a:moveTo>
                  <a:cubicBezTo>
                    <a:pt x="175" y="325"/>
                    <a:pt x="262" y="288"/>
                    <a:pt x="312" y="213"/>
                  </a:cubicBezTo>
                  <a:cubicBezTo>
                    <a:pt x="325" y="200"/>
                    <a:pt x="337" y="163"/>
                    <a:pt x="325" y="138"/>
                  </a:cubicBezTo>
                  <a:lnTo>
                    <a:pt x="300" y="50"/>
                  </a:lnTo>
                  <a:cubicBezTo>
                    <a:pt x="287" y="13"/>
                    <a:pt x="225" y="0"/>
                    <a:pt x="212" y="38"/>
                  </a:cubicBezTo>
                  <a:lnTo>
                    <a:pt x="75" y="175"/>
                  </a:lnTo>
                  <a:cubicBezTo>
                    <a:pt x="0" y="200"/>
                    <a:pt x="13" y="325"/>
                    <a:pt x="88" y="3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29"/>
            <p:cNvSpPr/>
            <p:nvPr/>
          </p:nvSpPr>
          <p:spPr>
            <a:xfrm>
              <a:off x="6655500" y="4190725"/>
              <a:ext cx="58750" cy="15025"/>
            </a:xfrm>
            <a:custGeom>
              <a:rect b="b" l="l" r="r" t="t"/>
              <a:pathLst>
                <a:path extrusionOk="0" h="601" w="2350">
                  <a:moveTo>
                    <a:pt x="2300" y="475"/>
                  </a:moveTo>
                  <a:cubicBezTo>
                    <a:pt x="1625" y="138"/>
                    <a:pt x="825" y="0"/>
                    <a:pt x="88" y="225"/>
                  </a:cubicBezTo>
                  <a:cubicBezTo>
                    <a:pt x="0" y="250"/>
                    <a:pt x="0" y="413"/>
                    <a:pt x="113" y="400"/>
                  </a:cubicBezTo>
                  <a:cubicBezTo>
                    <a:pt x="862" y="313"/>
                    <a:pt x="1537" y="313"/>
                    <a:pt x="2250" y="588"/>
                  </a:cubicBezTo>
                  <a:cubicBezTo>
                    <a:pt x="2312" y="600"/>
                    <a:pt x="2350" y="500"/>
                    <a:pt x="2300" y="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29"/>
            <p:cNvSpPr/>
            <p:nvPr/>
          </p:nvSpPr>
          <p:spPr>
            <a:xfrm>
              <a:off x="6655175" y="4183525"/>
              <a:ext cx="25325" cy="16900"/>
            </a:xfrm>
            <a:custGeom>
              <a:rect b="b" l="l" r="r" t="t"/>
              <a:pathLst>
                <a:path extrusionOk="0" h="676" w="1013">
                  <a:moveTo>
                    <a:pt x="201" y="613"/>
                  </a:moveTo>
                  <a:cubicBezTo>
                    <a:pt x="413" y="351"/>
                    <a:pt x="650" y="276"/>
                    <a:pt x="938" y="163"/>
                  </a:cubicBezTo>
                  <a:cubicBezTo>
                    <a:pt x="1013" y="126"/>
                    <a:pt x="1013" y="1"/>
                    <a:pt x="925" y="1"/>
                  </a:cubicBezTo>
                  <a:cubicBezTo>
                    <a:pt x="575" y="26"/>
                    <a:pt x="251" y="201"/>
                    <a:pt x="63" y="501"/>
                  </a:cubicBezTo>
                  <a:cubicBezTo>
                    <a:pt x="1" y="576"/>
                    <a:pt x="138" y="676"/>
                    <a:pt x="201" y="6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29"/>
            <p:cNvSpPr/>
            <p:nvPr/>
          </p:nvSpPr>
          <p:spPr>
            <a:xfrm>
              <a:off x="6694550" y="4145425"/>
              <a:ext cx="26575" cy="55325"/>
            </a:xfrm>
            <a:custGeom>
              <a:rect b="b" l="l" r="r" t="t"/>
              <a:pathLst>
                <a:path extrusionOk="0" h="2213" w="1063">
                  <a:moveTo>
                    <a:pt x="1012" y="2075"/>
                  </a:moveTo>
                  <a:cubicBezTo>
                    <a:pt x="838" y="1775"/>
                    <a:pt x="700" y="1462"/>
                    <a:pt x="575" y="1125"/>
                  </a:cubicBezTo>
                  <a:cubicBezTo>
                    <a:pt x="463" y="775"/>
                    <a:pt x="525" y="475"/>
                    <a:pt x="575" y="125"/>
                  </a:cubicBezTo>
                  <a:cubicBezTo>
                    <a:pt x="588" y="25"/>
                    <a:pt x="450" y="0"/>
                    <a:pt x="413" y="75"/>
                  </a:cubicBezTo>
                  <a:cubicBezTo>
                    <a:pt x="0" y="775"/>
                    <a:pt x="463" y="1612"/>
                    <a:pt x="925" y="2162"/>
                  </a:cubicBezTo>
                  <a:cubicBezTo>
                    <a:pt x="975" y="2212"/>
                    <a:pt x="1062" y="2137"/>
                    <a:pt x="1025" y="20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29"/>
            <p:cNvSpPr/>
            <p:nvPr/>
          </p:nvSpPr>
          <p:spPr>
            <a:xfrm>
              <a:off x="6693600" y="4144175"/>
              <a:ext cx="16900" cy="34700"/>
            </a:xfrm>
            <a:custGeom>
              <a:rect b="b" l="l" r="r" t="t"/>
              <a:pathLst>
                <a:path extrusionOk="0" h="1388" w="676">
                  <a:moveTo>
                    <a:pt x="376" y="138"/>
                  </a:moveTo>
                  <a:cubicBezTo>
                    <a:pt x="113" y="450"/>
                    <a:pt x="1" y="875"/>
                    <a:pt x="51" y="1287"/>
                  </a:cubicBezTo>
                  <a:cubicBezTo>
                    <a:pt x="63" y="1387"/>
                    <a:pt x="201" y="1350"/>
                    <a:pt x="226" y="1262"/>
                  </a:cubicBezTo>
                  <a:cubicBezTo>
                    <a:pt x="238" y="875"/>
                    <a:pt x="301" y="575"/>
                    <a:pt x="576" y="288"/>
                  </a:cubicBezTo>
                  <a:cubicBezTo>
                    <a:pt x="676" y="150"/>
                    <a:pt x="476" y="0"/>
                    <a:pt x="376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29"/>
            <p:cNvSpPr/>
            <p:nvPr/>
          </p:nvSpPr>
          <p:spPr>
            <a:xfrm>
              <a:off x="6676725" y="4169150"/>
              <a:ext cx="22850" cy="11275"/>
            </a:xfrm>
            <a:custGeom>
              <a:rect b="b" l="l" r="r" t="t"/>
              <a:pathLst>
                <a:path extrusionOk="0" h="451" w="914">
                  <a:moveTo>
                    <a:pt x="788" y="238"/>
                  </a:moveTo>
                  <a:cubicBezTo>
                    <a:pt x="576" y="176"/>
                    <a:pt x="363" y="76"/>
                    <a:pt x="138" y="26"/>
                  </a:cubicBezTo>
                  <a:cubicBezTo>
                    <a:pt x="51" y="1"/>
                    <a:pt x="1" y="113"/>
                    <a:pt x="88" y="163"/>
                  </a:cubicBezTo>
                  <a:cubicBezTo>
                    <a:pt x="288" y="288"/>
                    <a:pt x="513" y="376"/>
                    <a:pt x="738" y="426"/>
                  </a:cubicBezTo>
                  <a:cubicBezTo>
                    <a:pt x="863" y="451"/>
                    <a:pt x="913" y="276"/>
                    <a:pt x="788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29"/>
            <p:cNvSpPr/>
            <p:nvPr/>
          </p:nvSpPr>
          <p:spPr>
            <a:xfrm>
              <a:off x="6675800" y="4169150"/>
              <a:ext cx="16275" cy="19725"/>
            </a:xfrm>
            <a:custGeom>
              <a:rect b="b" l="l" r="r" t="t"/>
              <a:pathLst>
                <a:path extrusionOk="0" h="789" w="651">
                  <a:moveTo>
                    <a:pt x="63" y="226"/>
                  </a:moveTo>
                  <a:cubicBezTo>
                    <a:pt x="150" y="413"/>
                    <a:pt x="275" y="588"/>
                    <a:pt x="438" y="726"/>
                  </a:cubicBezTo>
                  <a:cubicBezTo>
                    <a:pt x="513" y="788"/>
                    <a:pt x="650" y="701"/>
                    <a:pt x="588" y="613"/>
                  </a:cubicBezTo>
                  <a:cubicBezTo>
                    <a:pt x="488" y="438"/>
                    <a:pt x="363" y="288"/>
                    <a:pt x="250" y="126"/>
                  </a:cubicBezTo>
                  <a:cubicBezTo>
                    <a:pt x="175" y="1"/>
                    <a:pt x="0" y="101"/>
                    <a:pt x="75" y="2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29"/>
            <p:cNvSpPr/>
            <p:nvPr/>
          </p:nvSpPr>
          <p:spPr>
            <a:xfrm>
              <a:off x="6672975" y="4181650"/>
              <a:ext cx="17525" cy="6900"/>
            </a:xfrm>
            <a:custGeom>
              <a:rect b="b" l="l" r="r" t="t"/>
              <a:pathLst>
                <a:path extrusionOk="0" h="276" w="701">
                  <a:moveTo>
                    <a:pt x="576" y="51"/>
                  </a:moveTo>
                  <a:cubicBezTo>
                    <a:pt x="413" y="1"/>
                    <a:pt x="226" y="26"/>
                    <a:pt x="88" y="113"/>
                  </a:cubicBezTo>
                  <a:cubicBezTo>
                    <a:pt x="1" y="163"/>
                    <a:pt x="63" y="276"/>
                    <a:pt x="138" y="251"/>
                  </a:cubicBezTo>
                  <a:lnTo>
                    <a:pt x="526" y="238"/>
                  </a:lnTo>
                  <a:cubicBezTo>
                    <a:pt x="638" y="263"/>
                    <a:pt x="701" y="88"/>
                    <a:pt x="576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29"/>
            <p:cNvSpPr/>
            <p:nvPr/>
          </p:nvSpPr>
          <p:spPr>
            <a:xfrm>
              <a:off x="6653000" y="4149475"/>
              <a:ext cx="28750" cy="23450"/>
            </a:xfrm>
            <a:custGeom>
              <a:rect b="b" l="l" r="r" t="t"/>
              <a:pathLst>
                <a:path extrusionOk="0" h="938" w="1150">
                  <a:moveTo>
                    <a:pt x="638" y="788"/>
                  </a:moveTo>
                  <a:cubicBezTo>
                    <a:pt x="1150" y="675"/>
                    <a:pt x="862" y="1"/>
                    <a:pt x="425" y="101"/>
                  </a:cubicBezTo>
                  <a:cubicBezTo>
                    <a:pt x="0" y="201"/>
                    <a:pt x="113" y="938"/>
                    <a:pt x="625" y="788"/>
                  </a:cubicBezTo>
                  <a:cubicBezTo>
                    <a:pt x="737" y="750"/>
                    <a:pt x="712" y="588"/>
                    <a:pt x="600" y="600"/>
                  </a:cubicBezTo>
                  <a:lnTo>
                    <a:pt x="600" y="613"/>
                  </a:lnTo>
                  <a:cubicBezTo>
                    <a:pt x="488" y="650"/>
                    <a:pt x="538" y="813"/>
                    <a:pt x="650" y="7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29"/>
            <p:cNvSpPr/>
            <p:nvPr/>
          </p:nvSpPr>
          <p:spPr>
            <a:xfrm>
              <a:off x="846700" y="4309125"/>
              <a:ext cx="551125" cy="190600"/>
            </a:xfrm>
            <a:custGeom>
              <a:rect b="b" l="l" r="r" t="t"/>
              <a:pathLst>
                <a:path extrusionOk="0" h="7624" w="22045">
                  <a:moveTo>
                    <a:pt x="21832" y="4662"/>
                  </a:moveTo>
                  <a:cubicBezTo>
                    <a:pt x="17009" y="0"/>
                    <a:pt x="10598" y="7623"/>
                    <a:pt x="4962" y="6311"/>
                  </a:cubicBezTo>
                  <a:cubicBezTo>
                    <a:pt x="1963" y="5611"/>
                    <a:pt x="1" y="3300"/>
                    <a:pt x="101" y="238"/>
                  </a:cubicBezTo>
                  <a:cubicBezTo>
                    <a:pt x="101" y="150"/>
                    <a:pt x="251" y="150"/>
                    <a:pt x="251" y="238"/>
                  </a:cubicBezTo>
                  <a:cubicBezTo>
                    <a:pt x="513" y="6511"/>
                    <a:pt x="7511" y="6724"/>
                    <a:pt x="11885" y="4887"/>
                  </a:cubicBezTo>
                  <a:cubicBezTo>
                    <a:pt x="13597" y="4162"/>
                    <a:pt x="15322" y="3175"/>
                    <a:pt x="17209" y="2950"/>
                  </a:cubicBezTo>
                  <a:cubicBezTo>
                    <a:pt x="19108" y="2725"/>
                    <a:pt x="20620" y="3225"/>
                    <a:pt x="21970" y="4524"/>
                  </a:cubicBezTo>
                  <a:cubicBezTo>
                    <a:pt x="22045" y="4612"/>
                    <a:pt x="21920" y="4737"/>
                    <a:pt x="21832" y="46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29"/>
            <p:cNvSpPr/>
            <p:nvPr/>
          </p:nvSpPr>
          <p:spPr>
            <a:xfrm>
              <a:off x="851700" y="4210725"/>
              <a:ext cx="180925" cy="121225"/>
            </a:xfrm>
            <a:custGeom>
              <a:rect b="b" l="l" r="r" t="t"/>
              <a:pathLst>
                <a:path extrusionOk="0" h="4849" w="7237">
                  <a:moveTo>
                    <a:pt x="13" y="3174"/>
                  </a:moveTo>
                  <a:cubicBezTo>
                    <a:pt x="151" y="1162"/>
                    <a:pt x="2612" y="0"/>
                    <a:pt x="4412" y="537"/>
                  </a:cubicBezTo>
                  <a:cubicBezTo>
                    <a:pt x="5924" y="987"/>
                    <a:pt x="7236" y="3524"/>
                    <a:pt x="5849" y="4774"/>
                  </a:cubicBezTo>
                  <a:cubicBezTo>
                    <a:pt x="5774" y="4849"/>
                    <a:pt x="5662" y="4736"/>
                    <a:pt x="5724" y="4661"/>
                  </a:cubicBezTo>
                  <a:cubicBezTo>
                    <a:pt x="7124" y="3137"/>
                    <a:pt x="5462" y="837"/>
                    <a:pt x="3837" y="637"/>
                  </a:cubicBezTo>
                  <a:cubicBezTo>
                    <a:pt x="2287" y="437"/>
                    <a:pt x="325" y="1450"/>
                    <a:pt x="201" y="3174"/>
                  </a:cubicBezTo>
                  <a:cubicBezTo>
                    <a:pt x="201" y="3299"/>
                    <a:pt x="1" y="3299"/>
                    <a:pt x="13" y="3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29"/>
            <p:cNvSpPr/>
            <p:nvPr/>
          </p:nvSpPr>
          <p:spPr>
            <a:xfrm>
              <a:off x="905750" y="4276625"/>
              <a:ext cx="73125" cy="77200"/>
            </a:xfrm>
            <a:custGeom>
              <a:rect b="b" l="l" r="r" t="t"/>
              <a:pathLst>
                <a:path extrusionOk="0" h="3088" w="2925">
                  <a:moveTo>
                    <a:pt x="2862" y="2600"/>
                  </a:moveTo>
                  <a:cubicBezTo>
                    <a:pt x="2025" y="3087"/>
                    <a:pt x="800" y="2738"/>
                    <a:pt x="388" y="1850"/>
                  </a:cubicBezTo>
                  <a:cubicBezTo>
                    <a:pt x="0" y="1026"/>
                    <a:pt x="613" y="101"/>
                    <a:pt x="1488" y="13"/>
                  </a:cubicBezTo>
                  <a:cubicBezTo>
                    <a:pt x="1588" y="1"/>
                    <a:pt x="1625" y="188"/>
                    <a:pt x="1513" y="213"/>
                  </a:cubicBezTo>
                  <a:cubicBezTo>
                    <a:pt x="700" y="351"/>
                    <a:pt x="200" y="1176"/>
                    <a:pt x="663" y="1925"/>
                  </a:cubicBezTo>
                  <a:cubicBezTo>
                    <a:pt x="1138" y="2613"/>
                    <a:pt x="2037" y="2838"/>
                    <a:pt x="2775" y="2463"/>
                  </a:cubicBezTo>
                  <a:cubicBezTo>
                    <a:pt x="2850" y="2425"/>
                    <a:pt x="2925" y="2538"/>
                    <a:pt x="2850" y="26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29"/>
            <p:cNvSpPr/>
            <p:nvPr/>
          </p:nvSpPr>
          <p:spPr>
            <a:xfrm>
              <a:off x="952300" y="4282575"/>
              <a:ext cx="25" cy="325"/>
            </a:xfrm>
            <a:custGeom>
              <a:rect b="b" l="l" r="r" t="t"/>
              <a:pathLst>
                <a:path extrusionOk="0" h="13" w="1">
                  <a:moveTo>
                    <a:pt x="1" y="0"/>
                  </a:moveTo>
                  <a:lnTo>
                    <a:pt x="1" y="1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29"/>
            <p:cNvSpPr/>
            <p:nvPr/>
          </p:nvSpPr>
          <p:spPr>
            <a:xfrm>
              <a:off x="759550" y="4357225"/>
              <a:ext cx="206825" cy="103750"/>
            </a:xfrm>
            <a:custGeom>
              <a:rect b="b" l="l" r="r" t="t"/>
              <a:pathLst>
                <a:path extrusionOk="0" h="4150" w="8273">
                  <a:moveTo>
                    <a:pt x="8135" y="4137"/>
                  </a:moveTo>
                  <a:cubicBezTo>
                    <a:pt x="6998" y="3887"/>
                    <a:pt x="5936" y="3425"/>
                    <a:pt x="4986" y="2775"/>
                  </a:cubicBezTo>
                  <a:cubicBezTo>
                    <a:pt x="3537" y="1763"/>
                    <a:pt x="2062" y="1"/>
                    <a:pt x="175" y="1276"/>
                  </a:cubicBezTo>
                  <a:cubicBezTo>
                    <a:pt x="100" y="1326"/>
                    <a:pt x="0" y="1201"/>
                    <a:pt x="75" y="1138"/>
                  </a:cubicBezTo>
                  <a:cubicBezTo>
                    <a:pt x="837" y="451"/>
                    <a:pt x="1787" y="451"/>
                    <a:pt x="2699" y="851"/>
                  </a:cubicBezTo>
                  <a:cubicBezTo>
                    <a:pt x="3374" y="1151"/>
                    <a:pt x="3912" y="1676"/>
                    <a:pt x="4474" y="2125"/>
                  </a:cubicBezTo>
                  <a:cubicBezTo>
                    <a:pt x="5549" y="3013"/>
                    <a:pt x="6811" y="3650"/>
                    <a:pt x="8173" y="3975"/>
                  </a:cubicBezTo>
                  <a:cubicBezTo>
                    <a:pt x="8273" y="4000"/>
                    <a:pt x="8235" y="4150"/>
                    <a:pt x="8135" y="41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29"/>
            <p:cNvSpPr/>
            <p:nvPr/>
          </p:nvSpPr>
          <p:spPr>
            <a:xfrm>
              <a:off x="1020100" y="4375975"/>
              <a:ext cx="88425" cy="80000"/>
            </a:xfrm>
            <a:custGeom>
              <a:rect b="b" l="l" r="r" t="t"/>
              <a:pathLst>
                <a:path extrusionOk="0" h="3200" w="3537">
                  <a:moveTo>
                    <a:pt x="3424" y="2888"/>
                  </a:moveTo>
                  <a:cubicBezTo>
                    <a:pt x="2550" y="3087"/>
                    <a:pt x="1700" y="3200"/>
                    <a:pt x="888" y="2713"/>
                  </a:cubicBezTo>
                  <a:cubicBezTo>
                    <a:pt x="363" y="2388"/>
                    <a:pt x="0" y="1875"/>
                    <a:pt x="100" y="1225"/>
                  </a:cubicBezTo>
                  <a:cubicBezTo>
                    <a:pt x="188" y="613"/>
                    <a:pt x="688" y="138"/>
                    <a:pt x="1312" y="63"/>
                  </a:cubicBezTo>
                  <a:cubicBezTo>
                    <a:pt x="1787" y="13"/>
                    <a:pt x="2462" y="176"/>
                    <a:pt x="2512" y="726"/>
                  </a:cubicBezTo>
                  <a:cubicBezTo>
                    <a:pt x="2525" y="813"/>
                    <a:pt x="2387" y="813"/>
                    <a:pt x="2375" y="726"/>
                  </a:cubicBezTo>
                  <a:cubicBezTo>
                    <a:pt x="2312" y="1"/>
                    <a:pt x="1100" y="263"/>
                    <a:pt x="775" y="488"/>
                  </a:cubicBezTo>
                  <a:cubicBezTo>
                    <a:pt x="288" y="838"/>
                    <a:pt x="138" y="1500"/>
                    <a:pt x="438" y="2025"/>
                  </a:cubicBezTo>
                  <a:cubicBezTo>
                    <a:pt x="1050" y="3037"/>
                    <a:pt x="2400" y="2937"/>
                    <a:pt x="3374" y="2713"/>
                  </a:cubicBezTo>
                  <a:cubicBezTo>
                    <a:pt x="3487" y="2688"/>
                    <a:pt x="3537" y="2863"/>
                    <a:pt x="3424" y="28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29"/>
            <p:cNvSpPr/>
            <p:nvPr/>
          </p:nvSpPr>
          <p:spPr>
            <a:xfrm>
              <a:off x="1130700" y="4386300"/>
              <a:ext cx="33450" cy="43450"/>
            </a:xfrm>
            <a:custGeom>
              <a:rect b="b" l="l" r="r" t="t"/>
              <a:pathLst>
                <a:path extrusionOk="0" h="1738" w="1338">
                  <a:moveTo>
                    <a:pt x="1237" y="1550"/>
                  </a:moveTo>
                  <a:cubicBezTo>
                    <a:pt x="700" y="1737"/>
                    <a:pt x="0" y="1412"/>
                    <a:pt x="75" y="762"/>
                  </a:cubicBezTo>
                  <a:cubicBezTo>
                    <a:pt x="125" y="338"/>
                    <a:pt x="825" y="0"/>
                    <a:pt x="1087" y="425"/>
                  </a:cubicBezTo>
                  <a:cubicBezTo>
                    <a:pt x="1162" y="538"/>
                    <a:pt x="987" y="637"/>
                    <a:pt x="912" y="525"/>
                  </a:cubicBezTo>
                  <a:cubicBezTo>
                    <a:pt x="800" y="463"/>
                    <a:pt x="662" y="438"/>
                    <a:pt x="537" y="488"/>
                  </a:cubicBezTo>
                  <a:cubicBezTo>
                    <a:pt x="263" y="712"/>
                    <a:pt x="213" y="937"/>
                    <a:pt x="388" y="1137"/>
                  </a:cubicBezTo>
                  <a:cubicBezTo>
                    <a:pt x="550" y="1450"/>
                    <a:pt x="887" y="1487"/>
                    <a:pt x="1200" y="1400"/>
                  </a:cubicBezTo>
                  <a:cubicBezTo>
                    <a:pt x="1300" y="1362"/>
                    <a:pt x="1337" y="1525"/>
                    <a:pt x="1237" y="15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29"/>
            <p:cNvSpPr/>
            <p:nvPr/>
          </p:nvSpPr>
          <p:spPr>
            <a:xfrm>
              <a:off x="740475" y="4377850"/>
              <a:ext cx="31900" cy="31900"/>
            </a:xfrm>
            <a:custGeom>
              <a:rect b="b" l="l" r="r" t="t"/>
              <a:pathLst>
                <a:path extrusionOk="0" h="1276" w="1276">
                  <a:moveTo>
                    <a:pt x="938" y="351"/>
                  </a:moveTo>
                  <a:cubicBezTo>
                    <a:pt x="1275" y="713"/>
                    <a:pt x="813" y="1275"/>
                    <a:pt x="413" y="950"/>
                  </a:cubicBezTo>
                  <a:cubicBezTo>
                    <a:pt x="1" y="626"/>
                    <a:pt x="476" y="1"/>
                    <a:pt x="888" y="301"/>
                  </a:cubicBezTo>
                  <a:cubicBezTo>
                    <a:pt x="950" y="351"/>
                    <a:pt x="900" y="463"/>
                    <a:pt x="813" y="451"/>
                  </a:cubicBezTo>
                  <a:lnTo>
                    <a:pt x="813" y="451"/>
                  </a:lnTo>
                  <a:cubicBezTo>
                    <a:pt x="776" y="376"/>
                    <a:pt x="875" y="276"/>
                    <a:pt x="950" y="3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29"/>
            <p:cNvSpPr/>
            <p:nvPr/>
          </p:nvSpPr>
          <p:spPr>
            <a:xfrm>
              <a:off x="816075" y="4313800"/>
              <a:ext cx="77825" cy="113125"/>
            </a:xfrm>
            <a:custGeom>
              <a:rect b="b" l="l" r="r" t="t"/>
              <a:pathLst>
                <a:path extrusionOk="0" h="4525" w="3113">
                  <a:moveTo>
                    <a:pt x="2963" y="4462"/>
                  </a:moveTo>
                  <a:cubicBezTo>
                    <a:pt x="1563" y="3363"/>
                    <a:pt x="538" y="1850"/>
                    <a:pt x="26" y="151"/>
                  </a:cubicBezTo>
                  <a:cubicBezTo>
                    <a:pt x="1" y="63"/>
                    <a:pt x="138" y="1"/>
                    <a:pt x="188" y="88"/>
                  </a:cubicBezTo>
                  <a:cubicBezTo>
                    <a:pt x="926" y="1700"/>
                    <a:pt x="1700" y="3188"/>
                    <a:pt x="3050" y="4375"/>
                  </a:cubicBezTo>
                  <a:cubicBezTo>
                    <a:pt x="3113" y="4437"/>
                    <a:pt x="3025" y="4525"/>
                    <a:pt x="2963" y="44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29"/>
            <p:cNvSpPr/>
            <p:nvPr/>
          </p:nvSpPr>
          <p:spPr>
            <a:xfrm>
              <a:off x="799850" y="4293200"/>
              <a:ext cx="30950" cy="32500"/>
            </a:xfrm>
            <a:custGeom>
              <a:rect b="b" l="l" r="r" t="t"/>
              <a:pathLst>
                <a:path extrusionOk="0" h="1300" w="1238">
                  <a:moveTo>
                    <a:pt x="737" y="800"/>
                  </a:moveTo>
                  <a:lnTo>
                    <a:pt x="737" y="737"/>
                  </a:lnTo>
                  <a:cubicBezTo>
                    <a:pt x="812" y="662"/>
                    <a:pt x="925" y="750"/>
                    <a:pt x="875" y="850"/>
                  </a:cubicBezTo>
                  <a:cubicBezTo>
                    <a:pt x="637" y="1300"/>
                    <a:pt x="0" y="750"/>
                    <a:pt x="350" y="375"/>
                  </a:cubicBezTo>
                  <a:cubicBezTo>
                    <a:pt x="687" y="0"/>
                    <a:pt x="1237" y="550"/>
                    <a:pt x="850" y="912"/>
                  </a:cubicBezTo>
                  <a:cubicBezTo>
                    <a:pt x="762" y="975"/>
                    <a:pt x="675" y="875"/>
                    <a:pt x="725" y="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29"/>
            <p:cNvSpPr/>
            <p:nvPr/>
          </p:nvSpPr>
          <p:spPr>
            <a:xfrm>
              <a:off x="848575" y="4298825"/>
              <a:ext cx="5650" cy="9375"/>
            </a:xfrm>
            <a:custGeom>
              <a:rect b="b" l="l" r="r" t="t"/>
              <a:pathLst>
                <a:path extrusionOk="0" h="375" w="226">
                  <a:moveTo>
                    <a:pt x="13" y="263"/>
                  </a:moveTo>
                  <a:cubicBezTo>
                    <a:pt x="1" y="188"/>
                    <a:pt x="26" y="113"/>
                    <a:pt x="76" y="63"/>
                  </a:cubicBezTo>
                  <a:cubicBezTo>
                    <a:pt x="113" y="0"/>
                    <a:pt x="226" y="13"/>
                    <a:pt x="226" y="100"/>
                  </a:cubicBezTo>
                  <a:cubicBezTo>
                    <a:pt x="213" y="150"/>
                    <a:pt x="213" y="213"/>
                    <a:pt x="213" y="263"/>
                  </a:cubicBezTo>
                  <a:cubicBezTo>
                    <a:pt x="201" y="375"/>
                    <a:pt x="38" y="375"/>
                    <a:pt x="13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29"/>
            <p:cNvSpPr/>
            <p:nvPr/>
          </p:nvSpPr>
          <p:spPr>
            <a:xfrm>
              <a:off x="980725" y="4331300"/>
              <a:ext cx="10025" cy="6900"/>
            </a:xfrm>
            <a:custGeom>
              <a:rect b="b" l="l" r="r" t="t"/>
              <a:pathLst>
                <a:path extrusionOk="0" h="276" w="401">
                  <a:moveTo>
                    <a:pt x="88" y="88"/>
                  </a:moveTo>
                  <a:cubicBezTo>
                    <a:pt x="151" y="51"/>
                    <a:pt x="226" y="26"/>
                    <a:pt x="301" y="13"/>
                  </a:cubicBezTo>
                  <a:cubicBezTo>
                    <a:pt x="351" y="1"/>
                    <a:pt x="401" y="63"/>
                    <a:pt x="351" y="113"/>
                  </a:cubicBezTo>
                  <a:cubicBezTo>
                    <a:pt x="301" y="176"/>
                    <a:pt x="226" y="226"/>
                    <a:pt x="151" y="251"/>
                  </a:cubicBezTo>
                  <a:cubicBezTo>
                    <a:pt x="63" y="276"/>
                    <a:pt x="1" y="138"/>
                    <a:pt x="88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29"/>
            <p:cNvSpPr/>
            <p:nvPr/>
          </p:nvSpPr>
          <p:spPr>
            <a:xfrm>
              <a:off x="839525" y="4440350"/>
              <a:ext cx="156850" cy="27825"/>
            </a:xfrm>
            <a:custGeom>
              <a:rect b="b" l="l" r="r" t="t"/>
              <a:pathLst>
                <a:path extrusionOk="0" h="1113" w="6274">
                  <a:moveTo>
                    <a:pt x="6174" y="1100"/>
                  </a:moveTo>
                  <a:cubicBezTo>
                    <a:pt x="5311" y="1112"/>
                    <a:pt x="4449" y="1025"/>
                    <a:pt x="3612" y="850"/>
                  </a:cubicBezTo>
                  <a:cubicBezTo>
                    <a:pt x="2462" y="625"/>
                    <a:pt x="1337" y="175"/>
                    <a:pt x="163" y="500"/>
                  </a:cubicBezTo>
                  <a:cubicBezTo>
                    <a:pt x="38" y="525"/>
                    <a:pt x="0" y="362"/>
                    <a:pt x="113" y="313"/>
                  </a:cubicBezTo>
                  <a:cubicBezTo>
                    <a:pt x="900" y="0"/>
                    <a:pt x="1625" y="163"/>
                    <a:pt x="2437" y="337"/>
                  </a:cubicBezTo>
                  <a:cubicBezTo>
                    <a:pt x="3674" y="612"/>
                    <a:pt x="4899" y="862"/>
                    <a:pt x="6174" y="925"/>
                  </a:cubicBezTo>
                  <a:cubicBezTo>
                    <a:pt x="6274" y="937"/>
                    <a:pt x="6274" y="1087"/>
                    <a:pt x="6174" y="1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29"/>
            <p:cNvSpPr/>
            <p:nvPr/>
          </p:nvSpPr>
          <p:spPr>
            <a:xfrm>
              <a:off x="817950" y="4437225"/>
              <a:ext cx="33150" cy="31250"/>
            </a:xfrm>
            <a:custGeom>
              <a:rect b="b" l="l" r="r" t="t"/>
              <a:pathLst>
                <a:path extrusionOk="0" h="1250" w="1326">
                  <a:moveTo>
                    <a:pt x="876" y="550"/>
                  </a:moveTo>
                  <a:lnTo>
                    <a:pt x="763" y="587"/>
                  </a:lnTo>
                  <a:cubicBezTo>
                    <a:pt x="713" y="512"/>
                    <a:pt x="763" y="413"/>
                    <a:pt x="851" y="425"/>
                  </a:cubicBezTo>
                  <a:cubicBezTo>
                    <a:pt x="1326" y="587"/>
                    <a:pt x="851" y="1250"/>
                    <a:pt x="476" y="1012"/>
                  </a:cubicBezTo>
                  <a:cubicBezTo>
                    <a:pt x="1" y="712"/>
                    <a:pt x="551" y="0"/>
                    <a:pt x="976" y="438"/>
                  </a:cubicBezTo>
                  <a:cubicBezTo>
                    <a:pt x="1038" y="500"/>
                    <a:pt x="963" y="600"/>
                    <a:pt x="876" y="5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29"/>
            <p:cNvSpPr/>
            <p:nvPr/>
          </p:nvSpPr>
          <p:spPr>
            <a:xfrm>
              <a:off x="773900" y="4388175"/>
              <a:ext cx="72825" cy="22500"/>
            </a:xfrm>
            <a:custGeom>
              <a:rect b="b" l="l" r="r" t="t"/>
              <a:pathLst>
                <a:path extrusionOk="0" h="900" w="2913">
                  <a:moveTo>
                    <a:pt x="2813" y="263"/>
                  </a:moveTo>
                  <a:cubicBezTo>
                    <a:pt x="2500" y="562"/>
                    <a:pt x="2113" y="750"/>
                    <a:pt x="1688" y="800"/>
                  </a:cubicBezTo>
                  <a:cubicBezTo>
                    <a:pt x="1226" y="862"/>
                    <a:pt x="526" y="900"/>
                    <a:pt x="113" y="637"/>
                  </a:cubicBezTo>
                  <a:cubicBezTo>
                    <a:pt x="1" y="575"/>
                    <a:pt x="63" y="413"/>
                    <a:pt x="188" y="438"/>
                  </a:cubicBezTo>
                  <a:cubicBezTo>
                    <a:pt x="976" y="637"/>
                    <a:pt x="2013" y="687"/>
                    <a:pt x="2650" y="100"/>
                  </a:cubicBezTo>
                  <a:cubicBezTo>
                    <a:pt x="2763" y="0"/>
                    <a:pt x="2913" y="163"/>
                    <a:pt x="2800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29"/>
            <p:cNvSpPr/>
            <p:nvPr/>
          </p:nvSpPr>
          <p:spPr>
            <a:xfrm>
              <a:off x="774525" y="4381600"/>
              <a:ext cx="70650" cy="23450"/>
            </a:xfrm>
            <a:custGeom>
              <a:rect b="b" l="l" r="r" t="t"/>
              <a:pathLst>
                <a:path extrusionOk="0" h="938" w="2826">
                  <a:moveTo>
                    <a:pt x="63" y="738"/>
                  </a:moveTo>
                  <a:cubicBezTo>
                    <a:pt x="588" y="51"/>
                    <a:pt x="2013" y="1"/>
                    <a:pt x="2725" y="376"/>
                  </a:cubicBezTo>
                  <a:cubicBezTo>
                    <a:pt x="2825" y="426"/>
                    <a:pt x="2750" y="563"/>
                    <a:pt x="2650" y="551"/>
                  </a:cubicBezTo>
                  <a:cubicBezTo>
                    <a:pt x="1938" y="438"/>
                    <a:pt x="776" y="176"/>
                    <a:pt x="213" y="850"/>
                  </a:cubicBezTo>
                  <a:cubicBezTo>
                    <a:pt x="151" y="938"/>
                    <a:pt x="1" y="825"/>
                    <a:pt x="63" y="7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29"/>
            <p:cNvSpPr/>
            <p:nvPr/>
          </p:nvSpPr>
          <p:spPr>
            <a:xfrm>
              <a:off x="927300" y="4396600"/>
              <a:ext cx="17850" cy="55950"/>
            </a:xfrm>
            <a:custGeom>
              <a:rect b="b" l="l" r="r" t="t"/>
              <a:pathLst>
                <a:path extrusionOk="0" h="2238" w="714">
                  <a:moveTo>
                    <a:pt x="301" y="2087"/>
                  </a:moveTo>
                  <a:cubicBezTo>
                    <a:pt x="476" y="1450"/>
                    <a:pt x="376" y="775"/>
                    <a:pt x="51" y="213"/>
                  </a:cubicBezTo>
                  <a:cubicBezTo>
                    <a:pt x="1" y="101"/>
                    <a:pt x="163" y="1"/>
                    <a:pt x="238" y="101"/>
                  </a:cubicBezTo>
                  <a:cubicBezTo>
                    <a:pt x="626" y="713"/>
                    <a:pt x="713" y="1450"/>
                    <a:pt x="476" y="2137"/>
                  </a:cubicBezTo>
                  <a:cubicBezTo>
                    <a:pt x="438" y="2237"/>
                    <a:pt x="288" y="2200"/>
                    <a:pt x="301" y="20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29"/>
            <p:cNvSpPr/>
            <p:nvPr/>
          </p:nvSpPr>
          <p:spPr>
            <a:xfrm>
              <a:off x="922000" y="4396600"/>
              <a:ext cx="15950" cy="54375"/>
            </a:xfrm>
            <a:custGeom>
              <a:rect b="b" l="l" r="r" t="t"/>
              <a:pathLst>
                <a:path extrusionOk="0" h="2175" w="638">
                  <a:moveTo>
                    <a:pt x="450" y="188"/>
                  </a:moveTo>
                  <a:cubicBezTo>
                    <a:pt x="313" y="550"/>
                    <a:pt x="275" y="950"/>
                    <a:pt x="338" y="1338"/>
                  </a:cubicBezTo>
                  <a:cubicBezTo>
                    <a:pt x="375" y="1613"/>
                    <a:pt x="525" y="1788"/>
                    <a:pt x="625" y="2038"/>
                  </a:cubicBezTo>
                  <a:cubicBezTo>
                    <a:pt x="638" y="2075"/>
                    <a:pt x="613" y="2112"/>
                    <a:pt x="563" y="2125"/>
                  </a:cubicBezTo>
                  <a:cubicBezTo>
                    <a:pt x="275" y="2175"/>
                    <a:pt x="163" y="1850"/>
                    <a:pt x="113" y="1613"/>
                  </a:cubicBezTo>
                  <a:cubicBezTo>
                    <a:pt x="0" y="1113"/>
                    <a:pt x="38" y="600"/>
                    <a:pt x="238" y="126"/>
                  </a:cubicBezTo>
                  <a:cubicBezTo>
                    <a:pt x="288" y="1"/>
                    <a:pt x="500" y="51"/>
                    <a:pt x="450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29"/>
            <p:cNvSpPr/>
            <p:nvPr/>
          </p:nvSpPr>
          <p:spPr>
            <a:xfrm>
              <a:off x="1194425" y="4364725"/>
              <a:ext cx="82825" cy="26900"/>
            </a:xfrm>
            <a:custGeom>
              <a:rect b="b" l="l" r="r" t="t"/>
              <a:pathLst>
                <a:path extrusionOk="0" h="1076" w="3313">
                  <a:moveTo>
                    <a:pt x="3187" y="926"/>
                  </a:moveTo>
                  <a:cubicBezTo>
                    <a:pt x="2175" y="1076"/>
                    <a:pt x="800" y="926"/>
                    <a:pt x="50" y="163"/>
                  </a:cubicBezTo>
                  <a:cubicBezTo>
                    <a:pt x="0" y="113"/>
                    <a:pt x="50" y="1"/>
                    <a:pt x="125" y="26"/>
                  </a:cubicBezTo>
                  <a:cubicBezTo>
                    <a:pt x="600" y="188"/>
                    <a:pt x="1013" y="476"/>
                    <a:pt x="1500" y="601"/>
                  </a:cubicBezTo>
                  <a:cubicBezTo>
                    <a:pt x="2037" y="738"/>
                    <a:pt x="2600" y="776"/>
                    <a:pt x="3150" y="713"/>
                  </a:cubicBezTo>
                  <a:cubicBezTo>
                    <a:pt x="3275" y="701"/>
                    <a:pt x="3312" y="913"/>
                    <a:pt x="3187" y="9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29"/>
            <p:cNvSpPr/>
            <p:nvPr/>
          </p:nvSpPr>
          <p:spPr>
            <a:xfrm>
              <a:off x="1194425" y="4355975"/>
              <a:ext cx="100625" cy="30975"/>
            </a:xfrm>
            <a:custGeom>
              <a:rect b="b" l="l" r="r" t="t"/>
              <a:pathLst>
                <a:path extrusionOk="0" h="1239" w="4025">
                  <a:moveTo>
                    <a:pt x="138" y="238"/>
                  </a:moveTo>
                  <a:cubicBezTo>
                    <a:pt x="763" y="126"/>
                    <a:pt x="1413" y="1"/>
                    <a:pt x="2050" y="101"/>
                  </a:cubicBezTo>
                  <a:cubicBezTo>
                    <a:pt x="2737" y="201"/>
                    <a:pt x="3312" y="551"/>
                    <a:pt x="3887" y="926"/>
                  </a:cubicBezTo>
                  <a:cubicBezTo>
                    <a:pt x="4024" y="1013"/>
                    <a:pt x="3899" y="1238"/>
                    <a:pt x="3749" y="1151"/>
                  </a:cubicBezTo>
                  <a:cubicBezTo>
                    <a:pt x="3287" y="838"/>
                    <a:pt x="2800" y="526"/>
                    <a:pt x="2237" y="388"/>
                  </a:cubicBezTo>
                  <a:cubicBezTo>
                    <a:pt x="1575" y="226"/>
                    <a:pt x="863" y="338"/>
                    <a:pt x="200" y="451"/>
                  </a:cubicBezTo>
                  <a:cubicBezTo>
                    <a:pt x="63" y="463"/>
                    <a:pt x="0" y="263"/>
                    <a:pt x="138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29"/>
            <p:cNvSpPr/>
            <p:nvPr/>
          </p:nvSpPr>
          <p:spPr>
            <a:xfrm>
              <a:off x="593025" y="3689900"/>
              <a:ext cx="199650" cy="551150"/>
            </a:xfrm>
            <a:custGeom>
              <a:rect b="b" l="l" r="r" t="t"/>
              <a:pathLst>
                <a:path extrusionOk="0" h="22046" w="7986">
                  <a:moveTo>
                    <a:pt x="3487" y="88"/>
                  </a:moveTo>
                  <a:cubicBezTo>
                    <a:pt x="4799" y="1426"/>
                    <a:pt x="5286" y="2938"/>
                    <a:pt x="5074" y="4837"/>
                  </a:cubicBezTo>
                  <a:cubicBezTo>
                    <a:pt x="4899" y="6237"/>
                    <a:pt x="4287" y="7487"/>
                    <a:pt x="3749" y="8761"/>
                  </a:cubicBezTo>
                  <a:cubicBezTo>
                    <a:pt x="1875" y="13235"/>
                    <a:pt x="0" y="21470"/>
                    <a:pt x="7773" y="21808"/>
                  </a:cubicBezTo>
                  <a:cubicBezTo>
                    <a:pt x="7861" y="21808"/>
                    <a:pt x="7861" y="21933"/>
                    <a:pt x="7773" y="21945"/>
                  </a:cubicBezTo>
                  <a:cubicBezTo>
                    <a:pt x="4737" y="22045"/>
                    <a:pt x="2400" y="20071"/>
                    <a:pt x="1700" y="17084"/>
                  </a:cubicBezTo>
                  <a:cubicBezTo>
                    <a:pt x="388" y="11435"/>
                    <a:pt x="7986" y="5012"/>
                    <a:pt x="3349" y="213"/>
                  </a:cubicBezTo>
                  <a:cubicBezTo>
                    <a:pt x="3274" y="138"/>
                    <a:pt x="3399" y="1"/>
                    <a:pt x="3487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29"/>
            <p:cNvSpPr/>
            <p:nvPr/>
          </p:nvSpPr>
          <p:spPr>
            <a:xfrm>
              <a:off x="770150" y="4055125"/>
              <a:ext cx="121575" cy="180925"/>
            </a:xfrm>
            <a:custGeom>
              <a:rect b="b" l="l" r="r" t="t"/>
              <a:pathLst>
                <a:path extrusionOk="0" h="7237" w="4863">
                  <a:moveTo>
                    <a:pt x="1688" y="7036"/>
                  </a:moveTo>
                  <a:cubicBezTo>
                    <a:pt x="3413" y="6911"/>
                    <a:pt x="4425" y="4949"/>
                    <a:pt x="4225" y="3400"/>
                  </a:cubicBezTo>
                  <a:cubicBezTo>
                    <a:pt x="4025" y="1775"/>
                    <a:pt x="1725" y="113"/>
                    <a:pt x="201" y="1513"/>
                  </a:cubicBezTo>
                  <a:cubicBezTo>
                    <a:pt x="126" y="1588"/>
                    <a:pt x="1" y="1463"/>
                    <a:pt x="88" y="1388"/>
                  </a:cubicBezTo>
                  <a:cubicBezTo>
                    <a:pt x="1338" y="1"/>
                    <a:pt x="3875" y="1313"/>
                    <a:pt x="4325" y="2825"/>
                  </a:cubicBezTo>
                  <a:cubicBezTo>
                    <a:pt x="4862" y="4637"/>
                    <a:pt x="3700" y="7086"/>
                    <a:pt x="1688" y="7224"/>
                  </a:cubicBezTo>
                  <a:cubicBezTo>
                    <a:pt x="1563" y="7236"/>
                    <a:pt x="1563" y="7049"/>
                    <a:pt x="1688" y="70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29"/>
            <p:cNvSpPr/>
            <p:nvPr/>
          </p:nvSpPr>
          <p:spPr>
            <a:xfrm>
              <a:off x="748600" y="4108250"/>
              <a:ext cx="77200" cy="73425"/>
            </a:xfrm>
            <a:custGeom>
              <a:rect b="b" l="l" r="r" t="t"/>
              <a:pathLst>
                <a:path extrusionOk="0" h="2937" w="3088">
                  <a:moveTo>
                    <a:pt x="625" y="163"/>
                  </a:moveTo>
                  <a:cubicBezTo>
                    <a:pt x="251" y="900"/>
                    <a:pt x="476" y="1800"/>
                    <a:pt x="1163" y="2274"/>
                  </a:cubicBezTo>
                  <a:cubicBezTo>
                    <a:pt x="1913" y="2749"/>
                    <a:pt x="2750" y="2237"/>
                    <a:pt x="2887" y="1425"/>
                  </a:cubicBezTo>
                  <a:cubicBezTo>
                    <a:pt x="2900" y="1325"/>
                    <a:pt x="3087" y="1337"/>
                    <a:pt x="3075" y="1450"/>
                  </a:cubicBezTo>
                  <a:cubicBezTo>
                    <a:pt x="3000" y="2324"/>
                    <a:pt x="2075" y="2937"/>
                    <a:pt x="1250" y="2549"/>
                  </a:cubicBezTo>
                  <a:cubicBezTo>
                    <a:pt x="351" y="2137"/>
                    <a:pt x="1" y="912"/>
                    <a:pt x="501" y="75"/>
                  </a:cubicBezTo>
                  <a:cubicBezTo>
                    <a:pt x="550" y="0"/>
                    <a:pt x="663" y="75"/>
                    <a:pt x="625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29"/>
            <p:cNvSpPr/>
            <p:nvPr/>
          </p:nvSpPr>
          <p:spPr>
            <a:xfrm>
              <a:off x="819525" y="4135100"/>
              <a:ext cx="325" cy="350"/>
            </a:xfrm>
            <a:custGeom>
              <a:rect b="b" l="l" r="r" t="t"/>
              <a:pathLst>
                <a:path extrusionOk="0" h="14" w="13">
                  <a:moveTo>
                    <a:pt x="13" y="1"/>
                  </a:moveTo>
                  <a:lnTo>
                    <a:pt x="13" y="13"/>
                  </a:lnTo>
                  <a:cubicBezTo>
                    <a:pt x="13" y="13"/>
                    <a:pt x="0" y="1"/>
                    <a:pt x="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29"/>
            <p:cNvSpPr/>
            <p:nvPr/>
          </p:nvSpPr>
          <p:spPr>
            <a:xfrm>
              <a:off x="641450" y="4121350"/>
              <a:ext cx="103750" cy="206550"/>
            </a:xfrm>
            <a:custGeom>
              <a:rect b="b" l="l" r="r" t="t"/>
              <a:pathLst>
                <a:path extrusionOk="0" h="8262" w="4150">
                  <a:moveTo>
                    <a:pt x="163" y="101"/>
                  </a:moveTo>
                  <a:cubicBezTo>
                    <a:pt x="450" y="1288"/>
                    <a:pt x="975" y="2400"/>
                    <a:pt x="1712" y="3375"/>
                  </a:cubicBezTo>
                  <a:cubicBezTo>
                    <a:pt x="2237" y="4087"/>
                    <a:pt x="2937" y="4737"/>
                    <a:pt x="3299" y="5562"/>
                  </a:cubicBezTo>
                  <a:cubicBezTo>
                    <a:pt x="3699" y="6474"/>
                    <a:pt x="3699" y="7436"/>
                    <a:pt x="3012" y="8199"/>
                  </a:cubicBezTo>
                  <a:cubicBezTo>
                    <a:pt x="2949" y="8261"/>
                    <a:pt x="2825" y="8174"/>
                    <a:pt x="2875" y="8086"/>
                  </a:cubicBezTo>
                  <a:cubicBezTo>
                    <a:pt x="4149" y="6212"/>
                    <a:pt x="2387" y="4725"/>
                    <a:pt x="1375" y="3275"/>
                  </a:cubicBezTo>
                  <a:cubicBezTo>
                    <a:pt x="725" y="2325"/>
                    <a:pt x="263" y="1263"/>
                    <a:pt x="13" y="138"/>
                  </a:cubicBezTo>
                  <a:cubicBezTo>
                    <a:pt x="0" y="38"/>
                    <a:pt x="138" y="1"/>
                    <a:pt x="175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p29"/>
            <p:cNvSpPr/>
            <p:nvPr/>
          </p:nvSpPr>
          <p:spPr>
            <a:xfrm>
              <a:off x="646450" y="3978900"/>
              <a:ext cx="81250" cy="88750"/>
            </a:xfrm>
            <a:custGeom>
              <a:rect b="b" l="l" r="r" t="t"/>
              <a:pathLst>
                <a:path extrusionOk="0" h="3550" w="3250">
                  <a:moveTo>
                    <a:pt x="488" y="163"/>
                  </a:moveTo>
                  <a:cubicBezTo>
                    <a:pt x="263" y="1138"/>
                    <a:pt x="163" y="2500"/>
                    <a:pt x="1175" y="3112"/>
                  </a:cubicBezTo>
                  <a:cubicBezTo>
                    <a:pt x="1650" y="3375"/>
                    <a:pt x="2237" y="3287"/>
                    <a:pt x="2625" y="2900"/>
                  </a:cubicBezTo>
                  <a:cubicBezTo>
                    <a:pt x="2924" y="2575"/>
                    <a:pt x="3249" y="1250"/>
                    <a:pt x="2475" y="1163"/>
                  </a:cubicBezTo>
                  <a:cubicBezTo>
                    <a:pt x="2387" y="1163"/>
                    <a:pt x="2387" y="1025"/>
                    <a:pt x="2475" y="1038"/>
                  </a:cubicBezTo>
                  <a:cubicBezTo>
                    <a:pt x="3012" y="1088"/>
                    <a:pt x="3187" y="1762"/>
                    <a:pt x="3137" y="2237"/>
                  </a:cubicBezTo>
                  <a:cubicBezTo>
                    <a:pt x="3062" y="2850"/>
                    <a:pt x="2587" y="3350"/>
                    <a:pt x="1975" y="3450"/>
                  </a:cubicBezTo>
                  <a:cubicBezTo>
                    <a:pt x="1325" y="3550"/>
                    <a:pt x="813" y="3187"/>
                    <a:pt x="488" y="2650"/>
                  </a:cubicBezTo>
                  <a:cubicBezTo>
                    <a:pt x="0" y="1850"/>
                    <a:pt x="113" y="988"/>
                    <a:pt x="313" y="113"/>
                  </a:cubicBezTo>
                  <a:cubicBezTo>
                    <a:pt x="338" y="0"/>
                    <a:pt x="513" y="50"/>
                    <a:pt x="488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29"/>
            <p:cNvSpPr/>
            <p:nvPr/>
          </p:nvSpPr>
          <p:spPr>
            <a:xfrm>
              <a:off x="672675" y="3923300"/>
              <a:ext cx="43775" cy="33450"/>
            </a:xfrm>
            <a:custGeom>
              <a:rect b="b" l="l" r="r" t="t"/>
              <a:pathLst>
                <a:path extrusionOk="0" h="1338" w="1751">
                  <a:moveTo>
                    <a:pt x="351" y="150"/>
                  </a:moveTo>
                  <a:cubicBezTo>
                    <a:pt x="263" y="462"/>
                    <a:pt x="301" y="787"/>
                    <a:pt x="613" y="962"/>
                  </a:cubicBezTo>
                  <a:cubicBezTo>
                    <a:pt x="813" y="1137"/>
                    <a:pt x="1026" y="1087"/>
                    <a:pt x="1263" y="800"/>
                  </a:cubicBezTo>
                  <a:cubicBezTo>
                    <a:pt x="1301" y="675"/>
                    <a:pt x="1288" y="537"/>
                    <a:pt x="1213" y="425"/>
                  </a:cubicBezTo>
                  <a:cubicBezTo>
                    <a:pt x="1101" y="350"/>
                    <a:pt x="1201" y="175"/>
                    <a:pt x="1326" y="250"/>
                  </a:cubicBezTo>
                  <a:cubicBezTo>
                    <a:pt x="1750" y="512"/>
                    <a:pt x="1413" y="1212"/>
                    <a:pt x="976" y="1262"/>
                  </a:cubicBezTo>
                  <a:cubicBezTo>
                    <a:pt x="326" y="1337"/>
                    <a:pt x="1" y="637"/>
                    <a:pt x="201" y="100"/>
                  </a:cubicBezTo>
                  <a:cubicBezTo>
                    <a:pt x="226" y="0"/>
                    <a:pt x="376" y="38"/>
                    <a:pt x="351" y="1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29"/>
            <p:cNvSpPr/>
            <p:nvPr/>
          </p:nvSpPr>
          <p:spPr>
            <a:xfrm>
              <a:off x="692375" y="4315375"/>
              <a:ext cx="32200" cy="31900"/>
            </a:xfrm>
            <a:custGeom>
              <a:rect b="b" l="l" r="r" t="t"/>
              <a:pathLst>
                <a:path extrusionOk="0" h="1276" w="1288">
                  <a:moveTo>
                    <a:pt x="838" y="463"/>
                  </a:moveTo>
                  <a:lnTo>
                    <a:pt x="838" y="463"/>
                  </a:lnTo>
                  <a:cubicBezTo>
                    <a:pt x="825" y="375"/>
                    <a:pt x="937" y="325"/>
                    <a:pt x="987" y="388"/>
                  </a:cubicBezTo>
                  <a:cubicBezTo>
                    <a:pt x="1287" y="800"/>
                    <a:pt x="663" y="1275"/>
                    <a:pt x="338" y="863"/>
                  </a:cubicBezTo>
                  <a:cubicBezTo>
                    <a:pt x="0" y="438"/>
                    <a:pt x="575" y="0"/>
                    <a:pt x="937" y="325"/>
                  </a:cubicBezTo>
                  <a:cubicBezTo>
                    <a:pt x="1012" y="388"/>
                    <a:pt x="912" y="488"/>
                    <a:pt x="838" y="4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29"/>
            <p:cNvSpPr/>
            <p:nvPr/>
          </p:nvSpPr>
          <p:spPr>
            <a:xfrm>
              <a:off x="675500" y="4193850"/>
              <a:ext cx="113125" cy="77500"/>
            </a:xfrm>
            <a:custGeom>
              <a:rect b="b" l="l" r="r" t="t"/>
              <a:pathLst>
                <a:path extrusionOk="0" h="3100" w="4525">
                  <a:moveTo>
                    <a:pt x="150" y="50"/>
                  </a:moveTo>
                  <a:cubicBezTo>
                    <a:pt x="1338" y="1412"/>
                    <a:pt x="2825" y="2175"/>
                    <a:pt x="4437" y="2924"/>
                  </a:cubicBezTo>
                  <a:cubicBezTo>
                    <a:pt x="4524" y="2962"/>
                    <a:pt x="4462" y="3099"/>
                    <a:pt x="4374" y="3074"/>
                  </a:cubicBezTo>
                  <a:cubicBezTo>
                    <a:pt x="2675" y="2562"/>
                    <a:pt x="1163" y="1550"/>
                    <a:pt x="63" y="150"/>
                  </a:cubicBezTo>
                  <a:cubicBezTo>
                    <a:pt x="0" y="88"/>
                    <a:pt x="100" y="0"/>
                    <a:pt x="150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29"/>
            <p:cNvSpPr/>
            <p:nvPr/>
          </p:nvSpPr>
          <p:spPr>
            <a:xfrm>
              <a:off x="776725" y="4256950"/>
              <a:ext cx="32525" cy="30950"/>
            </a:xfrm>
            <a:custGeom>
              <a:rect b="b" l="l" r="r" t="t"/>
              <a:pathLst>
                <a:path extrusionOk="0" h="1238" w="1301">
                  <a:moveTo>
                    <a:pt x="388" y="388"/>
                  </a:moveTo>
                  <a:cubicBezTo>
                    <a:pt x="750" y="1"/>
                    <a:pt x="1300" y="538"/>
                    <a:pt x="925" y="888"/>
                  </a:cubicBezTo>
                  <a:cubicBezTo>
                    <a:pt x="550" y="1238"/>
                    <a:pt x="0" y="600"/>
                    <a:pt x="450" y="350"/>
                  </a:cubicBezTo>
                  <a:cubicBezTo>
                    <a:pt x="550" y="313"/>
                    <a:pt x="638" y="425"/>
                    <a:pt x="563" y="500"/>
                  </a:cubicBezTo>
                  <a:lnTo>
                    <a:pt x="500" y="500"/>
                  </a:lnTo>
                  <a:cubicBezTo>
                    <a:pt x="425" y="563"/>
                    <a:pt x="325" y="463"/>
                    <a:pt x="388" y="3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29"/>
            <p:cNvSpPr/>
            <p:nvPr/>
          </p:nvSpPr>
          <p:spPr>
            <a:xfrm>
              <a:off x="793900" y="4233200"/>
              <a:ext cx="9725" cy="5975"/>
            </a:xfrm>
            <a:custGeom>
              <a:rect b="b" l="l" r="r" t="t"/>
              <a:pathLst>
                <a:path extrusionOk="0" h="239" w="389">
                  <a:moveTo>
                    <a:pt x="126" y="26"/>
                  </a:moveTo>
                  <a:cubicBezTo>
                    <a:pt x="176" y="26"/>
                    <a:pt x="238" y="13"/>
                    <a:pt x="288" y="13"/>
                  </a:cubicBezTo>
                  <a:cubicBezTo>
                    <a:pt x="376" y="1"/>
                    <a:pt x="388" y="113"/>
                    <a:pt x="338" y="163"/>
                  </a:cubicBezTo>
                  <a:cubicBezTo>
                    <a:pt x="276" y="213"/>
                    <a:pt x="201" y="238"/>
                    <a:pt x="126" y="226"/>
                  </a:cubicBezTo>
                  <a:cubicBezTo>
                    <a:pt x="1" y="226"/>
                    <a:pt x="1" y="26"/>
                    <a:pt x="126" y="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29"/>
            <p:cNvSpPr/>
            <p:nvPr/>
          </p:nvSpPr>
          <p:spPr>
            <a:xfrm>
              <a:off x="764225" y="4097000"/>
              <a:ext cx="6900" cy="10025"/>
            </a:xfrm>
            <a:custGeom>
              <a:rect b="b" l="l" r="r" t="t"/>
              <a:pathLst>
                <a:path extrusionOk="0" h="401" w="276">
                  <a:moveTo>
                    <a:pt x="25" y="250"/>
                  </a:moveTo>
                  <a:cubicBezTo>
                    <a:pt x="50" y="163"/>
                    <a:pt x="100" y="88"/>
                    <a:pt x="163" y="38"/>
                  </a:cubicBezTo>
                  <a:cubicBezTo>
                    <a:pt x="213" y="0"/>
                    <a:pt x="275" y="38"/>
                    <a:pt x="263" y="100"/>
                  </a:cubicBezTo>
                  <a:cubicBezTo>
                    <a:pt x="250" y="175"/>
                    <a:pt x="225" y="250"/>
                    <a:pt x="188" y="313"/>
                  </a:cubicBezTo>
                  <a:cubicBezTo>
                    <a:pt x="138" y="400"/>
                    <a:pt x="0" y="338"/>
                    <a:pt x="25" y="2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29"/>
            <p:cNvSpPr/>
            <p:nvPr/>
          </p:nvSpPr>
          <p:spPr>
            <a:xfrm>
              <a:off x="634250" y="4091375"/>
              <a:ext cx="27850" cy="156850"/>
            </a:xfrm>
            <a:custGeom>
              <a:rect b="b" l="l" r="r" t="t"/>
              <a:pathLst>
                <a:path extrusionOk="0" h="6274" w="1114">
                  <a:moveTo>
                    <a:pt x="188" y="100"/>
                  </a:moveTo>
                  <a:cubicBezTo>
                    <a:pt x="251" y="1375"/>
                    <a:pt x="501" y="2600"/>
                    <a:pt x="776" y="3837"/>
                  </a:cubicBezTo>
                  <a:cubicBezTo>
                    <a:pt x="963" y="4649"/>
                    <a:pt x="1113" y="5361"/>
                    <a:pt x="801" y="6161"/>
                  </a:cubicBezTo>
                  <a:cubicBezTo>
                    <a:pt x="751" y="6274"/>
                    <a:pt x="588" y="6236"/>
                    <a:pt x="613" y="6111"/>
                  </a:cubicBezTo>
                  <a:cubicBezTo>
                    <a:pt x="926" y="4936"/>
                    <a:pt x="488" y="3812"/>
                    <a:pt x="263" y="2650"/>
                  </a:cubicBezTo>
                  <a:cubicBezTo>
                    <a:pt x="88" y="1812"/>
                    <a:pt x="1" y="963"/>
                    <a:pt x="13" y="100"/>
                  </a:cubicBezTo>
                  <a:cubicBezTo>
                    <a:pt x="26" y="0"/>
                    <a:pt x="176" y="0"/>
                    <a:pt x="188" y="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29"/>
            <p:cNvSpPr/>
            <p:nvPr/>
          </p:nvSpPr>
          <p:spPr>
            <a:xfrm>
              <a:off x="634250" y="4236325"/>
              <a:ext cx="31275" cy="33150"/>
            </a:xfrm>
            <a:custGeom>
              <a:rect b="b" l="l" r="r" t="t"/>
              <a:pathLst>
                <a:path extrusionOk="0" h="1326" w="1251">
                  <a:moveTo>
                    <a:pt x="813" y="351"/>
                  </a:moveTo>
                  <a:cubicBezTo>
                    <a:pt x="1251" y="776"/>
                    <a:pt x="526" y="1325"/>
                    <a:pt x="238" y="851"/>
                  </a:cubicBezTo>
                  <a:cubicBezTo>
                    <a:pt x="1" y="476"/>
                    <a:pt x="663" y="1"/>
                    <a:pt x="813" y="476"/>
                  </a:cubicBezTo>
                  <a:cubicBezTo>
                    <a:pt x="826" y="563"/>
                    <a:pt x="726" y="626"/>
                    <a:pt x="663" y="563"/>
                  </a:cubicBezTo>
                  <a:lnTo>
                    <a:pt x="688" y="451"/>
                  </a:lnTo>
                  <a:cubicBezTo>
                    <a:pt x="638" y="363"/>
                    <a:pt x="751" y="276"/>
                    <a:pt x="813" y="3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29"/>
            <p:cNvSpPr/>
            <p:nvPr/>
          </p:nvSpPr>
          <p:spPr>
            <a:xfrm>
              <a:off x="691750" y="4241025"/>
              <a:ext cx="22525" cy="72800"/>
            </a:xfrm>
            <a:custGeom>
              <a:rect b="b" l="l" r="r" t="t"/>
              <a:pathLst>
                <a:path extrusionOk="0" h="2912" w="901">
                  <a:moveTo>
                    <a:pt x="800" y="263"/>
                  </a:moveTo>
                  <a:cubicBezTo>
                    <a:pt x="213" y="900"/>
                    <a:pt x="263" y="1937"/>
                    <a:pt x="463" y="2724"/>
                  </a:cubicBezTo>
                  <a:cubicBezTo>
                    <a:pt x="488" y="2837"/>
                    <a:pt x="325" y="2912"/>
                    <a:pt x="263" y="2812"/>
                  </a:cubicBezTo>
                  <a:cubicBezTo>
                    <a:pt x="0" y="2387"/>
                    <a:pt x="38" y="1687"/>
                    <a:pt x="100" y="1225"/>
                  </a:cubicBezTo>
                  <a:cubicBezTo>
                    <a:pt x="150" y="800"/>
                    <a:pt x="350" y="413"/>
                    <a:pt x="638" y="100"/>
                  </a:cubicBezTo>
                  <a:cubicBezTo>
                    <a:pt x="750" y="0"/>
                    <a:pt x="900" y="163"/>
                    <a:pt x="800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29"/>
            <p:cNvSpPr/>
            <p:nvPr/>
          </p:nvSpPr>
          <p:spPr>
            <a:xfrm>
              <a:off x="697675" y="4242575"/>
              <a:ext cx="23450" cy="70625"/>
            </a:xfrm>
            <a:custGeom>
              <a:rect b="b" l="l" r="r" t="t"/>
              <a:pathLst>
                <a:path extrusionOk="0" h="2825" w="938">
                  <a:moveTo>
                    <a:pt x="76" y="2612"/>
                  </a:moveTo>
                  <a:cubicBezTo>
                    <a:pt x="763" y="2063"/>
                    <a:pt x="501" y="888"/>
                    <a:pt x="388" y="176"/>
                  </a:cubicBezTo>
                  <a:cubicBezTo>
                    <a:pt x="376" y="76"/>
                    <a:pt x="501" y="1"/>
                    <a:pt x="563" y="101"/>
                  </a:cubicBezTo>
                  <a:cubicBezTo>
                    <a:pt x="938" y="800"/>
                    <a:pt x="875" y="2238"/>
                    <a:pt x="188" y="2750"/>
                  </a:cubicBezTo>
                  <a:cubicBezTo>
                    <a:pt x="113" y="2825"/>
                    <a:pt x="1" y="2675"/>
                    <a:pt x="76" y="26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29"/>
            <p:cNvSpPr/>
            <p:nvPr/>
          </p:nvSpPr>
          <p:spPr>
            <a:xfrm>
              <a:off x="649250" y="4142600"/>
              <a:ext cx="56900" cy="18150"/>
            </a:xfrm>
            <a:custGeom>
              <a:rect b="b" l="l" r="r" t="t"/>
              <a:pathLst>
                <a:path extrusionOk="0" h="726" w="2276">
                  <a:moveTo>
                    <a:pt x="126" y="238"/>
                  </a:moveTo>
                  <a:cubicBezTo>
                    <a:pt x="800" y="1"/>
                    <a:pt x="1550" y="88"/>
                    <a:pt x="2163" y="476"/>
                  </a:cubicBezTo>
                  <a:cubicBezTo>
                    <a:pt x="2275" y="538"/>
                    <a:pt x="2175" y="726"/>
                    <a:pt x="2050" y="663"/>
                  </a:cubicBezTo>
                  <a:cubicBezTo>
                    <a:pt x="1475" y="326"/>
                    <a:pt x="800" y="238"/>
                    <a:pt x="176" y="413"/>
                  </a:cubicBezTo>
                  <a:cubicBezTo>
                    <a:pt x="51" y="438"/>
                    <a:pt x="1" y="263"/>
                    <a:pt x="126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29"/>
            <p:cNvSpPr/>
            <p:nvPr/>
          </p:nvSpPr>
          <p:spPr>
            <a:xfrm>
              <a:off x="649575" y="4149800"/>
              <a:ext cx="56250" cy="21250"/>
            </a:xfrm>
            <a:custGeom>
              <a:rect b="b" l="l" r="r" t="t"/>
              <a:pathLst>
                <a:path extrusionOk="0" h="850" w="2250">
                  <a:moveTo>
                    <a:pt x="2112" y="400"/>
                  </a:moveTo>
                  <a:cubicBezTo>
                    <a:pt x="1762" y="538"/>
                    <a:pt x="0" y="850"/>
                    <a:pt x="125" y="63"/>
                  </a:cubicBezTo>
                  <a:cubicBezTo>
                    <a:pt x="125" y="25"/>
                    <a:pt x="175" y="0"/>
                    <a:pt x="213" y="13"/>
                  </a:cubicBezTo>
                  <a:cubicBezTo>
                    <a:pt x="463" y="113"/>
                    <a:pt x="638" y="250"/>
                    <a:pt x="912" y="300"/>
                  </a:cubicBezTo>
                  <a:cubicBezTo>
                    <a:pt x="1300" y="363"/>
                    <a:pt x="1687" y="313"/>
                    <a:pt x="2062" y="188"/>
                  </a:cubicBezTo>
                  <a:cubicBezTo>
                    <a:pt x="2200" y="138"/>
                    <a:pt x="2250" y="338"/>
                    <a:pt x="2112" y="4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29"/>
            <p:cNvSpPr/>
            <p:nvPr/>
          </p:nvSpPr>
          <p:spPr>
            <a:xfrm>
              <a:off x="710800" y="3810500"/>
              <a:ext cx="26575" cy="82825"/>
            </a:xfrm>
            <a:custGeom>
              <a:rect b="b" l="l" r="r" t="t"/>
              <a:pathLst>
                <a:path extrusionOk="0" h="3313" w="1063">
                  <a:moveTo>
                    <a:pt x="363" y="151"/>
                  </a:moveTo>
                  <a:cubicBezTo>
                    <a:pt x="300" y="713"/>
                    <a:pt x="338" y="1275"/>
                    <a:pt x="475" y="1813"/>
                  </a:cubicBezTo>
                  <a:cubicBezTo>
                    <a:pt x="600" y="2300"/>
                    <a:pt x="888" y="2713"/>
                    <a:pt x="1050" y="3175"/>
                  </a:cubicBezTo>
                  <a:cubicBezTo>
                    <a:pt x="1063" y="3262"/>
                    <a:pt x="975" y="3312"/>
                    <a:pt x="913" y="3262"/>
                  </a:cubicBezTo>
                  <a:cubicBezTo>
                    <a:pt x="138" y="2500"/>
                    <a:pt x="1" y="1138"/>
                    <a:pt x="150" y="126"/>
                  </a:cubicBezTo>
                  <a:cubicBezTo>
                    <a:pt x="163" y="1"/>
                    <a:pt x="375" y="26"/>
                    <a:pt x="363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29"/>
            <p:cNvSpPr/>
            <p:nvPr/>
          </p:nvSpPr>
          <p:spPr>
            <a:xfrm>
              <a:off x="715475" y="3792700"/>
              <a:ext cx="30975" cy="100625"/>
            </a:xfrm>
            <a:custGeom>
              <a:rect b="b" l="l" r="r" t="t"/>
              <a:pathLst>
                <a:path extrusionOk="0" h="4025" w="1239">
                  <a:moveTo>
                    <a:pt x="788" y="3824"/>
                  </a:moveTo>
                  <a:cubicBezTo>
                    <a:pt x="901" y="3150"/>
                    <a:pt x="1013" y="2450"/>
                    <a:pt x="851" y="1775"/>
                  </a:cubicBezTo>
                  <a:cubicBezTo>
                    <a:pt x="713" y="1225"/>
                    <a:pt x="401" y="738"/>
                    <a:pt x="88" y="263"/>
                  </a:cubicBezTo>
                  <a:cubicBezTo>
                    <a:pt x="1" y="125"/>
                    <a:pt x="226" y="0"/>
                    <a:pt x="313" y="138"/>
                  </a:cubicBezTo>
                  <a:cubicBezTo>
                    <a:pt x="688" y="700"/>
                    <a:pt x="1038" y="1288"/>
                    <a:pt x="1138" y="1975"/>
                  </a:cubicBezTo>
                  <a:cubicBezTo>
                    <a:pt x="1238" y="2612"/>
                    <a:pt x="1113" y="3262"/>
                    <a:pt x="1001" y="3887"/>
                  </a:cubicBezTo>
                  <a:cubicBezTo>
                    <a:pt x="976" y="4024"/>
                    <a:pt x="776" y="3962"/>
                    <a:pt x="788" y="38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29"/>
            <p:cNvSpPr/>
            <p:nvPr/>
          </p:nvSpPr>
          <p:spPr>
            <a:xfrm>
              <a:off x="894500" y="4197600"/>
              <a:ext cx="8475" cy="8150"/>
            </a:xfrm>
            <a:custGeom>
              <a:rect b="b" l="l" r="r" t="t"/>
              <a:pathLst>
                <a:path extrusionOk="0" h="326" w="339">
                  <a:moveTo>
                    <a:pt x="238" y="313"/>
                  </a:moveTo>
                  <a:cubicBezTo>
                    <a:pt x="151" y="325"/>
                    <a:pt x="76" y="288"/>
                    <a:pt x="26" y="213"/>
                  </a:cubicBezTo>
                  <a:cubicBezTo>
                    <a:pt x="1" y="200"/>
                    <a:pt x="1" y="163"/>
                    <a:pt x="1" y="138"/>
                  </a:cubicBezTo>
                  <a:lnTo>
                    <a:pt x="38" y="50"/>
                  </a:lnTo>
                  <a:cubicBezTo>
                    <a:pt x="38" y="13"/>
                    <a:pt x="101" y="0"/>
                    <a:pt x="126" y="38"/>
                  </a:cubicBezTo>
                  <a:lnTo>
                    <a:pt x="263" y="175"/>
                  </a:lnTo>
                  <a:cubicBezTo>
                    <a:pt x="338" y="200"/>
                    <a:pt x="326" y="325"/>
                    <a:pt x="238" y="3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29"/>
            <p:cNvSpPr/>
            <p:nvPr/>
          </p:nvSpPr>
          <p:spPr>
            <a:xfrm>
              <a:off x="900450" y="4190725"/>
              <a:ext cx="59050" cy="15025"/>
            </a:xfrm>
            <a:custGeom>
              <a:rect b="b" l="l" r="r" t="t"/>
              <a:pathLst>
                <a:path extrusionOk="0" h="601" w="2362">
                  <a:moveTo>
                    <a:pt x="63" y="475"/>
                  </a:moveTo>
                  <a:cubicBezTo>
                    <a:pt x="737" y="138"/>
                    <a:pt x="1537" y="0"/>
                    <a:pt x="2274" y="225"/>
                  </a:cubicBezTo>
                  <a:cubicBezTo>
                    <a:pt x="2362" y="250"/>
                    <a:pt x="2349" y="413"/>
                    <a:pt x="2249" y="400"/>
                  </a:cubicBezTo>
                  <a:cubicBezTo>
                    <a:pt x="1500" y="313"/>
                    <a:pt x="825" y="313"/>
                    <a:pt x="113" y="588"/>
                  </a:cubicBezTo>
                  <a:cubicBezTo>
                    <a:pt x="50" y="600"/>
                    <a:pt x="0" y="500"/>
                    <a:pt x="63" y="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29"/>
            <p:cNvSpPr/>
            <p:nvPr/>
          </p:nvSpPr>
          <p:spPr>
            <a:xfrm>
              <a:off x="934175" y="4183525"/>
              <a:ext cx="25325" cy="16900"/>
            </a:xfrm>
            <a:custGeom>
              <a:rect b="b" l="l" r="r" t="t"/>
              <a:pathLst>
                <a:path extrusionOk="0" h="676" w="1013">
                  <a:moveTo>
                    <a:pt x="825" y="613"/>
                  </a:moveTo>
                  <a:cubicBezTo>
                    <a:pt x="613" y="351"/>
                    <a:pt x="376" y="276"/>
                    <a:pt x="76" y="163"/>
                  </a:cubicBezTo>
                  <a:cubicBezTo>
                    <a:pt x="1" y="126"/>
                    <a:pt x="13" y="1"/>
                    <a:pt x="101" y="1"/>
                  </a:cubicBezTo>
                  <a:cubicBezTo>
                    <a:pt x="451" y="26"/>
                    <a:pt x="763" y="201"/>
                    <a:pt x="963" y="501"/>
                  </a:cubicBezTo>
                  <a:cubicBezTo>
                    <a:pt x="1013" y="576"/>
                    <a:pt x="888" y="676"/>
                    <a:pt x="825" y="6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29"/>
            <p:cNvSpPr/>
            <p:nvPr/>
          </p:nvSpPr>
          <p:spPr>
            <a:xfrm>
              <a:off x="893875" y="4145425"/>
              <a:ext cx="26575" cy="55325"/>
            </a:xfrm>
            <a:custGeom>
              <a:rect b="b" l="l" r="r" t="t"/>
              <a:pathLst>
                <a:path extrusionOk="0" h="2213" w="1063">
                  <a:moveTo>
                    <a:pt x="38" y="2075"/>
                  </a:moveTo>
                  <a:cubicBezTo>
                    <a:pt x="213" y="1775"/>
                    <a:pt x="363" y="1462"/>
                    <a:pt x="488" y="1125"/>
                  </a:cubicBezTo>
                  <a:cubicBezTo>
                    <a:pt x="600" y="775"/>
                    <a:pt x="538" y="475"/>
                    <a:pt x="488" y="125"/>
                  </a:cubicBezTo>
                  <a:cubicBezTo>
                    <a:pt x="475" y="25"/>
                    <a:pt x="613" y="0"/>
                    <a:pt x="638" y="75"/>
                  </a:cubicBezTo>
                  <a:cubicBezTo>
                    <a:pt x="1063" y="775"/>
                    <a:pt x="600" y="1612"/>
                    <a:pt x="126" y="2162"/>
                  </a:cubicBezTo>
                  <a:cubicBezTo>
                    <a:pt x="76" y="2212"/>
                    <a:pt x="1" y="2137"/>
                    <a:pt x="26" y="20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29"/>
            <p:cNvSpPr/>
            <p:nvPr/>
          </p:nvSpPr>
          <p:spPr>
            <a:xfrm>
              <a:off x="904500" y="4144175"/>
              <a:ext cx="16900" cy="34700"/>
            </a:xfrm>
            <a:custGeom>
              <a:rect b="b" l="l" r="r" t="t"/>
              <a:pathLst>
                <a:path extrusionOk="0" h="1388" w="676">
                  <a:moveTo>
                    <a:pt x="300" y="138"/>
                  </a:moveTo>
                  <a:cubicBezTo>
                    <a:pt x="563" y="450"/>
                    <a:pt x="675" y="875"/>
                    <a:pt x="625" y="1287"/>
                  </a:cubicBezTo>
                  <a:cubicBezTo>
                    <a:pt x="600" y="1387"/>
                    <a:pt x="463" y="1350"/>
                    <a:pt x="450" y="1262"/>
                  </a:cubicBezTo>
                  <a:cubicBezTo>
                    <a:pt x="425" y="875"/>
                    <a:pt x="375" y="575"/>
                    <a:pt x="100" y="288"/>
                  </a:cubicBezTo>
                  <a:cubicBezTo>
                    <a:pt x="1" y="150"/>
                    <a:pt x="188" y="0"/>
                    <a:pt x="300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29"/>
            <p:cNvSpPr/>
            <p:nvPr/>
          </p:nvSpPr>
          <p:spPr>
            <a:xfrm>
              <a:off x="915425" y="4169150"/>
              <a:ext cx="22525" cy="11275"/>
            </a:xfrm>
            <a:custGeom>
              <a:rect b="b" l="l" r="r" t="t"/>
              <a:pathLst>
                <a:path extrusionOk="0" h="451" w="901">
                  <a:moveTo>
                    <a:pt x="113" y="238"/>
                  </a:moveTo>
                  <a:cubicBezTo>
                    <a:pt x="338" y="176"/>
                    <a:pt x="538" y="76"/>
                    <a:pt x="763" y="26"/>
                  </a:cubicBezTo>
                  <a:cubicBezTo>
                    <a:pt x="851" y="1"/>
                    <a:pt x="901" y="113"/>
                    <a:pt x="826" y="163"/>
                  </a:cubicBezTo>
                  <a:cubicBezTo>
                    <a:pt x="626" y="288"/>
                    <a:pt x="401" y="376"/>
                    <a:pt x="163" y="426"/>
                  </a:cubicBezTo>
                  <a:cubicBezTo>
                    <a:pt x="51" y="451"/>
                    <a:pt x="1" y="276"/>
                    <a:pt x="113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29"/>
            <p:cNvSpPr/>
            <p:nvPr/>
          </p:nvSpPr>
          <p:spPr>
            <a:xfrm>
              <a:off x="922925" y="4169150"/>
              <a:ext cx="15975" cy="19725"/>
            </a:xfrm>
            <a:custGeom>
              <a:rect b="b" l="l" r="r" t="t"/>
              <a:pathLst>
                <a:path extrusionOk="0" h="789" w="639">
                  <a:moveTo>
                    <a:pt x="588" y="226"/>
                  </a:moveTo>
                  <a:cubicBezTo>
                    <a:pt x="488" y="413"/>
                    <a:pt x="363" y="588"/>
                    <a:pt x="213" y="726"/>
                  </a:cubicBezTo>
                  <a:cubicBezTo>
                    <a:pt x="138" y="788"/>
                    <a:pt x="1" y="701"/>
                    <a:pt x="51" y="613"/>
                  </a:cubicBezTo>
                  <a:cubicBezTo>
                    <a:pt x="163" y="438"/>
                    <a:pt x="288" y="288"/>
                    <a:pt x="401" y="126"/>
                  </a:cubicBezTo>
                  <a:cubicBezTo>
                    <a:pt x="463" y="1"/>
                    <a:pt x="638" y="101"/>
                    <a:pt x="576" y="2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29"/>
            <p:cNvSpPr/>
            <p:nvPr/>
          </p:nvSpPr>
          <p:spPr>
            <a:xfrm>
              <a:off x="924500" y="4181650"/>
              <a:ext cx="17525" cy="6900"/>
            </a:xfrm>
            <a:custGeom>
              <a:rect b="b" l="l" r="r" t="t"/>
              <a:pathLst>
                <a:path extrusionOk="0" h="276" w="701">
                  <a:moveTo>
                    <a:pt x="125" y="51"/>
                  </a:moveTo>
                  <a:cubicBezTo>
                    <a:pt x="288" y="1"/>
                    <a:pt x="463" y="26"/>
                    <a:pt x="613" y="113"/>
                  </a:cubicBezTo>
                  <a:cubicBezTo>
                    <a:pt x="700" y="163"/>
                    <a:pt x="638" y="276"/>
                    <a:pt x="550" y="251"/>
                  </a:cubicBezTo>
                  <a:lnTo>
                    <a:pt x="175" y="238"/>
                  </a:lnTo>
                  <a:cubicBezTo>
                    <a:pt x="50" y="263"/>
                    <a:pt x="0" y="88"/>
                    <a:pt x="125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29"/>
            <p:cNvSpPr/>
            <p:nvPr/>
          </p:nvSpPr>
          <p:spPr>
            <a:xfrm>
              <a:off x="933250" y="4149475"/>
              <a:ext cx="28750" cy="23450"/>
            </a:xfrm>
            <a:custGeom>
              <a:rect b="b" l="l" r="r" t="t"/>
              <a:pathLst>
                <a:path extrusionOk="0" h="938" w="1150">
                  <a:moveTo>
                    <a:pt x="513" y="788"/>
                  </a:moveTo>
                  <a:cubicBezTo>
                    <a:pt x="0" y="675"/>
                    <a:pt x="288" y="1"/>
                    <a:pt x="713" y="101"/>
                  </a:cubicBezTo>
                  <a:cubicBezTo>
                    <a:pt x="1150" y="201"/>
                    <a:pt x="1025" y="938"/>
                    <a:pt x="525" y="788"/>
                  </a:cubicBezTo>
                  <a:cubicBezTo>
                    <a:pt x="413" y="750"/>
                    <a:pt x="425" y="588"/>
                    <a:pt x="550" y="600"/>
                  </a:cubicBezTo>
                  <a:lnTo>
                    <a:pt x="550" y="613"/>
                  </a:lnTo>
                  <a:cubicBezTo>
                    <a:pt x="663" y="650"/>
                    <a:pt x="613" y="813"/>
                    <a:pt x="500" y="7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29"/>
            <p:cNvSpPr/>
            <p:nvPr/>
          </p:nvSpPr>
          <p:spPr>
            <a:xfrm>
              <a:off x="3701275" y="1305225"/>
              <a:ext cx="111550" cy="104375"/>
            </a:xfrm>
            <a:custGeom>
              <a:rect b="b" l="l" r="r" t="t"/>
              <a:pathLst>
                <a:path extrusionOk="0" h="4175" w="4462">
                  <a:moveTo>
                    <a:pt x="1812" y="288"/>
                  </a:moveTo>
                  <a:cubicBezTo>
                    <a:pt x="3374" y="101"/>
                    <a:pt x="4461" y="1900"/>
                    <a:pt x="3337" y="3125"/>
                  </a:cubicBezTo>
                  <a:cubicBezTo>
                    <a:pt x="2450" y="4062"/>
                    <a:pt x="987" y="3612"/>
                    <a:pt x="88" y="2962"/>
                  </a:cubicBezTo>
                  <a:cubicBezTo>
                    <a:pt x="50" y="2937"/>
                    <a:pt x="0" y="3000"/>
                    <a:pt x="38" y="3025"/>
                  </a:cubicBezTo>
                  <a:cubicBezTo>
                    <a:pt x="1050" y="3962"/>
                    <a:pt x="2987" y="4175"/>
                    <a:pt x="3712" y="2787"/>
                  </a:cubicBezTo>
                  <a:cubicBezTo>
                    <a:pt x="4424" y="1438"/>
                    <a:pt x="3249" y="1"/>
                    <a:pt x="1812" y="176"/>
                  </a:cubicBezTo>
                  <a:cubicBezTo>
                    <a:pt x="1737" y="188"/>
                    <a:pt x="1737" y="288"/>
                    <a:pt x="1812" y="2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29"/>
            <p:cNvSpPr/>
            <p:nvPr/>
          </p:nvSpPr>
          <p:spPr>
            <a:xfrm>
              <a:off x="3442900" y="1237425"/>
              <a:ext cx="263700" cy="147175"/>
            </a:xfrm>
            <a:custGeom>
              <a:rect b="b" l="l" r="r" t="t"/>
              <a:pathLst>
                <a:path extrusionOk="0" h="5887" w="10548">
                  <a:moveTo>
                    <a:pt x="10523" y="5812"/>
                  </a:moveTo>
                  <a:cubicBezTo>
                    <a:pt x="9198" y="3937"/>
                    <a:pt x="7998" y="1513"/>
                    <a:pt x="5686" y="738"/>
                  </a:cubicBezTo>
                  <a:cubicBezTo>
                    <a:pt x="3949" y="151"/>
                    <a:pt x="1475" y="1"/>
                    <a:pt x="25" y="1263"/>
                  </a:cubicBezTo>
                  <a:cubicBezTo>
                    <a:pt x="0" y="1288"/>
                    <a:pt x="38" y="1338"/>
                    <a:pt x="75" y="1313"/>
                  </a:cubicBezTo>
                  <a:cubicBezTo>
                    <a:pt x="1700" y="113"/>
                    <a:pt x="4462" y="288"/>
                    <a:pt x="6224" y="1138"/>
                  </a:cubicBezTo>
                  <a:cubicBezTo>
                    <a:pt x="8136" y="2063"/>
                    <a:pt x="9248" y="4175"/>
                    <a:pt x="10448" y="5849"/>
                  </a:cubicBezTo>
                  <a:cubicBezTo>
                    <a:pt x="10485" y="5887"/>
                    <a:pt x="10548" y="5849"/>
                    <a:pt x="10523" y="58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29"/>
            <p:cNvSpPr/>
            <p:nvPr/>
          </p:nvSpPr>
          <p:spPr>
            <a:xfrm>
              <a:off x="3410100" y="1277100"/>
              <a:ext cx="100300" cy="85325"/>
            </a:xfrm>
            <a:custGeom>
              <a:rect b="b" l="l" r="r" t="t"/>
              <a:pathLst>
                <a:path extrusionOk="0" h="3413" w="4012">
                  <a:moveTo>
                    <a:pt x="1087" y="51"/>
                  </a:moveTo>
                  <a:cubicBezTo>
                    <a:pt x="575" y="913"/>
                    <a:pt x="388" y="2100"/>
                    <a:pt x="1225" y="2838"/>
                  </a:cubicBezTo>
                  <a:cubicBezTo>
                    <a:pt x="1700" y="3263"/>
                    <a:pt x="2837" y="3412"/>
                    <a:pt x="3387" y="2988"/>
                  </a:cubicBezTo>
                  <a:cubicBezTo>
                    <a:pt x="4012" y="2513"/>
                    <a:pt x="3924" y="1363"/>
                    <a:pt x="3187" y="1026"/>
                  </a:cubicBezTo>
                  <a:cubicBezTo>
                    <a:pt x="2749" y="826"/>
                    <a:pt x="2237" y="851"/>
                    <a:pt x="1812" y="1101"/>
                  </a:cubicBezTo>
                  <a:cubicBezTo>
                    <a:pt x="1175" y="1463"/>
                    <a:pt x="775" y="2425"/>
                    <a:pt x="25" y="2538"/>
                  </a:cubicBezTo>
                  <a:cubicBezTo>
                    <a:pt x="0" y="2538"/>
                    <a:pt x="0" y="2588"/>
                    <a:pt x="25" y="2588"/>
                  </a:cubicBezTo>
                  <a:cubicBezTo>
                    <a:pt x="438" y="2575"/>
                    <a:pt x="675" y="2300"/>
                    <a:pt x="950" y="2013"/>
                  </a:cubicBezTo>
                  <a:cubicBezTo>
                    <a:pt x="1225" y="1725"/>
                    <a:pt x="1512" y="1351"/>
                    <a:pt x="1862" y="1201"/>
                  </a:cubicBezTo>
                  <a:cubicBezTo>
                    <a:pt x="2724" y="838"/>
                    <a:pt x="3724" y="1088"/>
                    <a:pt x="3587" y="2200"/>
                  </a:cubicBezTo>
                  <a:cubicBezTo>
                    <a:pt x="3662" y="2550"/>
                    <a:pt x="3524" y="2775"/>
                    <a:pt x="3174" y="2850"/>
                  </a:cubicBezTo>
                  <a:cubicBezTo>
                    <a:pt x="3087" y="2975"/>
                    <a:pt x="2949" y="3063"/>
                    <a:pt x="2799" y="3063"/>
                  </a:cubicBezTo>
                  <a:cubicBezTo>
                    <a:pt x="2737" y="3063"/>
                    <a:pt x="2675" y="3063"/>
                    <a:pt x="2612" y="3063"/>
                  </a:cubicBezTo>
                  <a:cubicBezTo>
                    <a:pt x="2362" y="3100"/>
                    <a:pt x="2100" y="3088"/>
                    <a:pt x="1850" y="3038"/>
                  </a:cubicBezTo>
                  <a:cubicBezTo>
                    <a:pt x="488" y="2688"/>
                    <a:pt x="613" y="1038"/>
                    <a:pt x="1150" y="88"/>
                  </a:cubicBezTo>
                  <a:cubicBezTo>
                    <a:pt x="1175" y="38"/>
                    <a:pt x="1112" y="1"/>
                    <a:pt x="1087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29"/>
            <p:cNvSpPr/>
            <p:nvPr/>
          </p:nvSpPr>
          <p:spPr>
            <a:xfrm>
              <a:off x="3347925" y="1331775"/>
              <a:ext cx="55325" cy="13775"/>
            </a:xfrm>
            <a:custGeom>
              <a:rect b="b" l="l" r="r" t="t"/>
              <a:pathLst>
                <a:path extrusionOk="0" h="551" w="2213">
                  <a:moveTo>
                    <a:pt x="2162" y="401"/>
                  </a:moveTo>
                  <a:cubicBezTo>
                    <a:pt x="1387" y="476"/>
                    <a:pt x="775" y="251"/>
                    <a:pt x="50" y="13"/>
                  </a:cubicBezTo>
                  <a:cubicBezTo>
                    <a:pt x="13" y="1"/>
                    <a:pt x="0" y="63"/>
                    <a:pt x="25" y="76"/>
                  </a:cubicBezTo>
                  <a:cubicBezTo>
                    <a:pt x="625" y="501"/>
                    <a:pt x="1475" y="551"/>
                    <a:pt x="2162" y="476"/>
                  </a:cubicBezTo>
                  <a:cubicBezTo>
                    <a:pt x="2212" y="476"/>
                    <a:pt x="2212" y="401"/>
                    <a:pt x="2162" y="4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29"/>
            <p:cNvSpPr/>
            <p:nvPr/>
          </p:nvSpPr>
          <p:spPr>
            <a:xfrm>
              <a:off x="3593475" y="1301475"/>
              <a:ext cx="82500" cy="96575"/>
            </a:xfrm>
            <a:custGeom>
              <a:rect b="b" l="l" r="r" t="t"/>
              <a:pathLst>
                <a:path extrusionOk="0" h="3863" w="3300">
                  <a:moveTo>
                    <a:pt x="2200" y="76"/>
                  </a:moveTo>
                  <a:cubicBezTo>
                    <a:pt x="2725" y="738"/>
                    <a:pt x="3187" y="1563"/>
                    <a:pt x="2938" y="2450"/>
                  </a:cubicBezTo>
                  <a:cubicBezTo>
                    <a:pt x="2813" y="2912"/>
                    <a:pt x="2488" y="3287"/>
                    <a:pt x="2050" y="3500"/>
                  </a:cubicBezTo>
                  <a:cubicBezTo>
                    <a:pt x="1775" y="3662"/>
                    <a:pt x="1463" y="3737"/>
                    <a:pt x="1138" y="3737"/>
                  </a:cubicBezTo>
                  <a:cubicBezTo>
                    <a:pt x="413" y="3725"/>
                    <a:pt x="263" y="3300"/>
                    <a:pt x="688" y="2475"/>
                  </a:cubicBezTo>
                  <a:cubicBezTo>
                    <a:pt x="726" y="2512"/>
                    <a:pt x="788" y="2475"/>
                    <a:pt x="763" y="2425"/>
                  </a:cubicBezTo>
                  <a:cubicBezTo>
                    <a:pt x="476" y="2063"/>
                    <a:pt x="138" y="2475"/>
                    <a:pt x="88" y="2812"/>
                  </a:cubicBezTo>
                  <a:cubicBezTo>
                    <a:pt x="1" y="3487"/>
                    <a:pt x="676" y="3862"/>
                    <a:pt x="1263" y="3837"/>
                  </a:cubicBezTo>
                  <a:cubicBezTo>
                    <a:pt x="2063" y="3812"/>
                    <a:pt x="2838" y="3250"/>
                    <a:pt x="3050" y="2475"/>
                  </a:cubicBezTo>
                  <a:cubicBezTo>
                    <a:pt x="3300" y="1563"/>
                    <a:pt x="2825" y="700"/>
                    <a:pt x="2238" y="26"/>
                  </a:cubicBezTo>
                  <a:cubicBezTo>
                    <a:pt x="2213" y="1"/>
                    <a:pt x="2175" y="38"/>
                    <a:pt x="2200" y="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29"/>
            <p:cNvSpPr/>
            <p:nvPr/>
          </p:nvSpPr>
          <p:spPr>
            <a:xfrm>
              <a:off x="3666275" y="1329600"/>
              <a:ext cx="22825" cy="110925"/>
            </a:xfrm>
            <a:custGeom>
              <a:rect b="b" l="l" r="r" t="t"/>
              <a:pathLst>
                <a:path extrusionOk="0" h="4437" w="913">
                  <a:moveTo>
                    <a:pt x="38" y="113"/>
                  </a:moveTo>
                  <a:cubicBezTo>
                    <a:pt x="888" y="1113"/>
                    <a:pt x="913" y="3249"/>
                    <a:pt x="338" y="4374"/>
                  </a:cubicBezTo>
                  <a:cubicBezTo>
                    <a:pt x="325" y="4412"/>
                    <a:pt x="363" y="4437"/>
                    <a:pt x="388" y="4399"/>
                  </a:cubicBezTo>
                  <a:cubicBezTo>
                    <a:pt x="913" y="3712"/>
                    <a:pt x="825" y="2725"/>
                    <a:pt x="738" y="1925"/>
                  </a:cubicBezTo>
                  <a:cubicBezTo>
                    <a:pt x="663" y="1250"/>
                    <a:pt x="550" y="563"/>
                    <a:pt x="100" y="50"/>
                  </a:cubicBezTo>
                  <a:cubicBezTo>
                    <a:pt x="63" y="0"/>
                    <a:pt x="1" y="63"/>
                    <a:pt x="38" y="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29"/>
            <p:cNvSpPr/>
            <p:nvPr/>
          </p:nvSpPr>
          <p:spPr>
            <a:xfrm>
              <a:off x="3666600" y="1439875"/>
              <a:ext cx="12200" cy="12225"/>
            </a:xfrm>
            <a:custGeom>
              <a:rect b="b" l="l" r="r" t="t"/>
              <a:pathLst>
                <a:path extrusionOk="0" h="489" w="488">
                  <a:moveTo>
                    <a:pt x="350" y="38"/>
                  </a:moveTo>
                  <a:cubicBezTo>
                    <a:pt x="262" y="1"/>
                    <a:pt x="162" y="13"/>
                    <a:pt x="87" y="88"/>
                  </a:cubicBezTo>
                  <a:cubicBezTo>
                    <a:pt x="25" y="151"/>
                    <a:pt x="0" y="238"/>
                    <a:pt x="25" y="326"/>
                  </a:cubicBezTo>
                  <a:cubicBezTo>
                    <a:pt x="25" y="363"/>
                    <a:pt x="38" y="388"/>
                    <a:pt x="50" y="413"/>
                  </a:cubicBezTo>
                  <a:cubicBezTo>
                    <a:pt x="87" y="438"/>
                    <a:pt x="125" y="451"/>
                    <a:pt x="162" y="463"/>
                  </a:cubicBezTo>
                  <a:cubicBezTo>
                    <a:pt x="287" y="488"/>
                    <a:pt x="412" y="413"/>
                    <a:pt x="462" y="288"/>
                  </a:cubicBezTo>
                  <a:cubicBezTo>
                    <a:pt x="487" y="163"/>
                    <a:pt x="375" y="38"/>
                    <a:pt x="250" y="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29"/>
            <p:cNvSpPr/>
            <p:nvPr/>
          </p:nvSpPr>
          <p:spPr>
            <a:xfrm>
              <a:off x="3665025" y="1437700"/>
              <a:ext cx="17825" cy="16275"/>
            </a:xfrm>
            <a:custGeom>
              <a:rect b="b" l="l" r="r" t="t"/>
              <a:pathLst>
                <a:path extrusionOk="0" h="651" w="713">
                  <a:moveTo>
                    <a:pt x="438" y="63"/>
                  </a:moveTo>
                  <a:cubicBezTo>
                    <a:pt x="263" y="0"/>
                    <a:pt x="88" y="100"/>
                    <a:pt x="38" y="263"/>
                  </a:cubicBezTo>
                  <a:cubicBezTo>
                    <a:pt x="1" y="425"/>
                    <a:pt x="51" y="575"/>
                    <a:pt x="225" y="600"/>
                  </a:cubicBezTo>
                  <a:cubicBezTo>
                    <a:pt x="625" y="650"/>
                    <a:pt x="713" y="88"/>
                    <a:pt x="313" y="88"/>
                  </a:cubicBezTo>
                  <a:cubicBezTo>
                    <a:pt x="263" y="88"/>
                    <a:pt x="250" y="163"/>
                    <a:pt x="300" y="175"/>
                  </a:cubicBezTo>
                  <a:cubicBezTo>
                    <a:pt x="413" y="500"/>
                    <a:pt x="400" y="575"/>
                    <a:pt x="250" y="388"/>
                  </a:cubicBezTo>
                  <a:cubicBezTo>
                    <a:pt x="76" y="288"/>
                    <a:pt x="125" y="213"/>
                    <a:pt x="400" y="188"/>
                  </a:cubicBezTo>
                  <a:cubicBezTo>
                    <a:pt x="475" y="213"/>
                    <a:pt x="513" y="88"/>
                    <a:pt x="438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29"/>
            <p:cNvSpPr/>
            <p:nvPr/>
          </p:nvSpPr>
          <p:spPr>
            <a:xfrm>
              <a:off x="3437900" y="1271800"/>
              <a:ext cx="2825" cy="3150"/>
            </a:xfrm>
            <a:custGeom>
              <a:rect b="b" l="l" r="r" t="t"/>
              <a:pathLst>
                <a:path extrusionOk="0" h="126" w="113">
                  <a:moveTo>
                    <a:pt x="25" y="63"/>
                  </a:moveTo>
                  <a:lnTo>
                    <a:pt x="25" y="100"/>
                  </a:lnTo>
                  <a:cubicBezTo>
                    <a:pt x="38" y="125"/>
                    <a:pt x="75" y="125"/>
                    <a:pt x="88" y="100"/>
                  </a:cubicBezTo>
                  <a:lnTo>
                    <a:pt x="88" y="63"/>
                  </a:lnTo>
                  <a:cubicBezTo>
                    <a:pt x="113" y="0"/>
                    <a:pt x="0" y="0"/>
                    <a:pt x="13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29"/>
            <p:cNvSpPr/>
            <p:nvPr/>
          </p:nvSpPr>
          <p:spPr>
            <a:xfrm>
              <a:off x="3308550" y="1315225"/>
              <a:ext cx="42200" cy="17825"/>
            </a:xfrm>
            <a:custGeom>
              <a:rect b="b" l="l" r="r" t="t"/>
              <a:pathLst>
                <a:path extrusionOk="0" h="713" w="1688">
                  <a:moveTo>
                    <a:pt x="1650" y="613"/>
                  </a:moveTo>
                  <a:cubicBezTo>
                    <a:pt x="1463" y="88"/>
                    <a:pt x="501" y="0"/>
                    <a:pt x="51" y="150"/>
                  </a:cubicBezTo>
                  <a:cubicBezTo>
                    <a:pt x="1" y="163"/>
                    <a:pt x="1" y="250"/>
                    <a:pt x="63" y="250"/>
                  </a:cubicBezTo>
                  <a:cubicBezTo>
                    <a:pt x="301" y="200"/>
                    <a:pt x="551" y="200"/>
                    <a:pt x="801" y="238"/>
                  </a:cubicBezTo>
                  <a:cubicBezTo>
                    <a:pt x="1038" y="275"/>
                    <a:pt x="1450" y="388"/>
                    <a:pt x="1550" y="650"/>
                  </a:cubicBezTo>
                  <a:cubicBezTo>
                    <a:pt x="1575" y="713"/>
                    <a:pt x="1688" y="688"/>
                    <a:pt x="1663" y="6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29"/>
            <p:cNvSpPr/>
            <p:nvPr/>
          </p:nvSpPr>
          <p:spPr>
            <a:xfrm>
              <a:off x="3308250" y="1317725"/>
              <a:ext cx="42200" cy="19700"/>
            </a:xfrm>
            <a:custGeom>
              <a:rect b="b" l="l" r="r" t="t"/>
              <a:pathLst>
                <a:path extrusionOk="0" h="788" w="1688">
                  <a:moveTo>
                    <a:pt x="38" y="113"/>
                  </a:moveTo>
                  <a:cubicBezTo>
                    <a:pt x="400" y="475"/>
                    <a:pt x="1112" y="788"/>
                    <a:pt x="1625" y="650"/>
                  </a:cubicBezTo>
                  <a:cubicBezTo>
                    <a:pt x="1687" y="625"/>
                    <a:pt x="1662" y="550"/>
                    <a:pt x="1600" y="550"/>
                  </a:cubicBezTo>
                  <a:cubicBezTo>
                    <a:pt x="1050" y="600"/>
                    <a:pt x="513" y="425"/>
                    <a:pt x="113" y="50"/>
                  </a:cubicBezTo>
                  <a:cubicBezTo>
                    <a:pt x="63" y="0"/>
                    <a:pt x="0" y="75"/>
                    <a:pt x="38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29"/>
            <p:cNvSpPr/>
            <p:nvPr/>
          </p:nvSpPr>
          <p:spPr>
            <a:xfrm>
              <a:off x="3377600" y="1341475"/>
              <a:ext cx="33150" cy="30000"/>
            </a:xfrm>
            <a:custGeom>
              <a:rect b="b" l="l" r="r" t="t"/>
              <a:pathLst>
                <a:path extrusionOk="0" h="1200" w="1326">
                  <a:moveTo>
                    <a:pt x="1275" y="25"/>
                  </a:moveTo>
                  <a:cubicBezTo>
                    <a:pt x="938" y="0"/>
                    <a:pt x="663" y="188"/>
                    <a:pt x="400" y="388"/>
                  </a:cubicBezTo>
                  <a:cubicBezTo>
                    <a:pt x="163" y="563"/>
                    <a:pt x="1" y="850"/>
                    <a:pt x="1" y="1162"/>
                  </a:cubicBezTo>
                  <a:cubicBezTo>
                    <a:pt x="1" y="1200"/>
                    <a:pt x="63" y="1200"/>
                    <a:pt x="76" y="1162"/>
                  </a:cubicBezTo>
                  <a:cubicBezTo>
                    <a:pt x="88" y="887"/>
                    <a:pt x="238" y="625"/>
                    <a:pt x="463" y="450"/>
                  </a:cubicBezTo>
                  <a:cubicBezTo>
                    <a:pt x="700" y="263"/>
                    <a:pt x="950" y="88"/>
                    <a:pt x="1275" y="100"/>
                  </a:cubicBezTo>
                  <a:cubicBezTo>
                    <a:pt x="1325" y="100"/>
                    <a:pt x="1325" y="25"/>
                    <a:pt x="1275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29"/>
            <p:cNvSpPr/>
            <p:nvPr/>
          </p:nvSpPr>
          <p:spPr>
            <a:xfrm>
              <a:off x="3376975" y="1342100"/>
              <a:ext cx="33150" cy="29375"/>
            </a:xfrm>
            <a:custGeom>
              <a:rect b="b" l="l" r="r" t="t"/>
              <a:pathLst>
                <a:path extrusionOk="0" h="1175" w="1326">
                  <a:moveTo>
                    <a:pt x="63" y="1175"/>
                  </a:moveTo>
                  <a:cubicBezTo>
                    <a:pt x="625" y="1087"/>
                    <a:pt x="1200" y="688"/>
                    <a:pt x="1313" y="100"/>
                  </a:cubicBezTo>
                  <a:cubicBezTo>
                    <a:pt x="1325" y="38"/>
                    <a:pt x="1250" y="0"/>
                    <a:pt x="1213" y="63"/>
                  </a:cubicBezTo>
                  <a:cubicBezTo>
                    <a:pt x="1075" y="300"/>
                    <a:pt x="1013" y="525"/>
                    <a:pt x="775" y="713"/>
                  </a:cubicBezTo>
                  <a:cubicBezTo>
                    <a:pt x="563" y="875"/>
                    <a:pt x="313" y="1012"/>
                    <a:pt x="38" y="1100"/>
                  </a:cubicBezTo>
                  <a:cubicBezTo>
                    <a:pt x="1" y="1112"/>
                    <a:pt x="13" y="1175"/>
                    <a:pt x="63" y="11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29"/>
            <p:cNvSpPr/>
            <p:nvPr/>
          </p:nvSpPr>
          <p:spPr>
            <a:xfrm>
              <a:off x="3680025" y="1349275"/>
              <a:ext cx="38450" cy="86875"/>
            </a:xfrm>
            <a:custGeom>
              <a:rect b="b" l="l" r="r" t="t"/>
              <a:pathLst>
                <a:path extrusionOk="0" h="3475" w="1538">
                  <a:moveTo>
                    <a:pt x="38" y="88"/>
                  </a:moveTo>
                  <a:cubicBezTo>
                    <a:pt x="738" y="1075"/>
                    <a:pt x="1213" y="2213"/>
                    <a:pt x="1437" y="3412"/>
                  </a:cubicBezTo>
                  <a:cubicBezTo>
                    <a:pt x="1450" y="3475"/>
                    <a:pt x="1537" y="3450"/>
                    <a:pt x="1537" y="3387"/>
                  </a:cubicBezTo>
                  <a:cubicBezTo>
                    <a:pt x="1313" y="2175"/>
                    <a:pt x="825" y="1038"/>
                    <a:pt x="88" y="38"/>
                  </a:cubicBezTo>
                  <a:cubicBezTo>
                    <a:pt x="63" y="1"/>
                    <a:pt x="0" y="38"/>
                    <a:pt x="25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29"/>
            <p:cNvSpPr/>
            <p:nvPr/>
          </p:nvSpPr>
          <p:spPr>
            <a:xfrm>
              <a:off x="3711275" y="1433625"/>
              <a:ext cx="17500" cy="16275"/>
            </a:xfrm>
            <a:custGeom>
              <a:rect b="b" l="l" r="r" t="t"/>
              <a:pathLst>
                <a:path extrusionOk="0" h="651" w="700">
                  <a:moveTo>
                    <a:pt x="187" y="88"/>
                  </a:moveTo>
                  <a:cubicBezTo>
                    <a:pt x="0" y="301"/>
                    <a:pt x="225" y="651"/>
                    <a:pt x="462" y="451"/>
                  </a:cubicBezTo>
                  <a:cubicBezTo>
                    <a:pt x="700" y="251"/>
                    <a:pt x="362" y="1"/>
                    <a:pt x="150" y="101"/>
                  </a:cubicBezTo>
                  <a:cubicBezTo>
                    <a:pt x="113" y="113"/>
                    <a:pt x="138" y="176"/>
                    <a:pt x="175" y="176"/>
                  </a:cubicBezTo>
                  <a:cubicBezTo>
                    <a:pt x="212" y="176"/>
                    <a:pt x="250" y="176"/>
                    <a:pt x="287" y="176"/>
                  </a:cubicBezTo>
                  <a:cubicBezTo>
                    <a:pt x="375" y="188"/>
                    <a:pt x="362" y="176"/>
                    <a:pt x="250" y="151"/>
                  </a:cubicBezTo>
                  <a:cubicBezTo>
                    <a:pt x="287" y="101"/>
                    <a:pt x="225" y="38"/>
                    <a:pt x="187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29"/>
            <p:cNvSpPr/>
            <p:nvPr/>
          </p:nvSpPr>
          <p:spPr>
            <a:xfrm>
              <a:off x="3642850" y="1338025"/>
              <a:ext cx="30325" cy="81875"/>
            </a:xfrm>
            <a:custGeom>
              <a:rect b="b" l="l" r="r" t="t"/>
              <a:pathLst>
                <a:path extrusionOk="0" h="3275" w="1213">
                  <a:moveTo>
                    <a:pt x="988" y="63"/>
                  </a:moveTo>
                  <a:cubicBezTo>
                    <a:pt x="1125" y="1275"/>
                    <a:pt x="800" y="2288"/>
                    <a:pt x="13" y="3212"/>
                  </a:cubicBezTo>
                  <a:cubicBezTo>
                    <a:pt x="0" y="3250"/>
                    <a:pt x="38" y="3275"/>
                    <a:pt x="63" y="3262"/>
                  </a:cubicBezTo>
                  <a:cubicBezTo>
                    <a:pt x="1000" y="2538"/>
                    <a:pt x="1212" y="1163"/>
                    <a:pt x="1087" y="63"/>
                  </a:cubicBezTo>
                  <a:cubicBezTo>
                    <a:pt x="1087" y="1"/>
                    <a:pt x="988" y="1"/>
                    <a:pt x="988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29"/>
            <p:cNvSpPr/>
            <p:nvPr/>
          </p:nvSpPr>
          <p:spPr>
            <a:xfrm>
              <a:off x="3633475" y="1414575"/>
              <a:ext cx="12825" cy="15025"/>
            </a:xfrm>
            <a:custGeom>
              <a:rect b="b" l="l" r="r" t="t"/>
              <a:pathLst>
                <a:path extrusionOk="0" h="601" w="513">
                  <a:moveTo>
                    <a:pt x="25" y="263"/>
                  </a:moveTo>
                  <a:cubicBezTo>
                    <a:pt x="0" y="563"/>
                    <a:pt x="450" y="600"/>
                    <a:pt x="475" y="300"/>
                  </a:cubicBezTo>
                  <a:cubicBezTo>
                    <a:pt x="513" y="0"/>
                    <a:pt x="75" y="25"/>
                    <a:pt x="75" y="313"/>
                  </a:cubicBezTo>
                  <a:cubicBezTo>
                    <a:pt x="88" y="350"/>
                    <a:pt x="125" y="363"/>
                    <a:pt x="150" y="338"/>
                  </a:cubicBezTo>
                  <a:cubicBezTo>
                    <a:pt x="200" y="275"/>
                    <a:pt x="188" y="250"/>
                    <a:pt x="100" y="263"/>
                  </a:cubicBezTo>
                  <a:cubicBezTo>
                    <a:pt x="100" y="213"/>
                    <a:pt x="25" y="213"/>
                    <a:pt x="25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29"/>
            <p:cNvSpPr/>
            <p:nvPr/>
          </p:nvSpPr>
          <p:spPr>
            <a:xfrm>
              <a:off x="3232325" y="1254625"/>
              <a:ext cx="237475" cy="60300"/>
            </a:xfrm>
            <a:custGeom>
              <a:rect b="b" l="l" r="r" t="t"/>
              <a:pathLst>
                <a:path extrusionOk="0" h="2412" w="9499">
                  <a:moveTo>
                    <a:pt x="9448" y="13"/>
                  </a:moveTo>
                  <a:cubicBezTo>
                    <a:pt x="6136" y="1262"/>
                    <a:pt x="3437" y="2412"/>
                    <a:pt x="113" y="375"/>
                  </a:cubicBezTo>
                  <a:cubicBezTo>
                    <a:pt x="51" y="338"/>
                    <a:pt x="1" y="438"/>
                    <a:pt x="63" y="475"/>
                  </a:cubicBezTo>
                  <a:cubicBezTo>
                    <a:pt x="1475" y="1425"/>
                    <a:pt x="2737" y="1825"/>
                    <a:pt x="4449" y="1662"/>
                  </a:cubicBezTo>
                  <a:cubicBezTo>
                    <a:pt x="6374" y="1475"/>
                    <a:pt x="7686" y="762"/>
                    <a:pt x="9461" y="75"/>
                  </a:cubicBezTo>
                  <a:cubicBezTo>
                    <a:pt x="9498" y="63"/>
                    <a:pt x="9486" y="0"/>
                    <a:pt x="9448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29"/>
            <p:cNvSpPr/>
            <p:nvPr/>
          </p:nvSpPr>
          <p:spPr>
            <a:xfrm>
              <a:off x="3717200" y="1309300"/>
              <a:ext cx="31900" cy="49700"/>
            </a:xfrm>
            <a:custGeom>
              <a:rect b="b" l="l" r="r" t="t"/>
              <a:pathLst>
                <a:path extrusionOk="0" h="1988" w="1276">
                  <a:moveTo>
                    <a:pt x="1213" y="13"/>
                  </a:moveTo>
                  <a:cubicBezTo>
                    <a:pt x="650" y="113"/>
                    <a:pt x="113" y="450"/>
                    <a:pt x="50" y="1062"/>
                  </a:cubicBezTo>
                  <a:cubicBezTo>
                    <a:pt x="0" y="1550"/>
                    <a:pt x="375" y="1975"/>
                    <a:pt x="863" y="1987"/>
                  </a:cubicBezTo>
                  <a:cubicBezTo>
                    <a:pt x="938" y="1975"/>
                    <a:pt x="938" y="1862"/>
                    <a:pt x="863" y="1875"/>
                  </a:cubicBezTo>
                  <a:cubicBezTo>
                    <a:pt x="288" y="1850"/>
                    <a:pt x="13" y="1275"/>
                    <a:pt x="238" y="775"/>
                  </a:cubicBezTo>
                  <a:cubicBezTo>
                    <a:pt x="425" y="362"/>
                    <a:pt x="813" y="163"/>
                    <a:pt x="1238" y="75"/>
                  </a:cubicBezTo>
                  <a:cubicBezTo>
                    <a:pt x="1275" y="63"/>
                    <a:pt x="1250" y="0"/>
                    <a:pt x="1213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29"/>
            <p:cNvSpPr/>
            <p:nvPr/>
          </p:nvSpPr>
          <p:spPr>
            <a:xfrm>
              <a:off x="3471650" y="1283975"/>
              <a:ext cx="62800" cy="31575"/>
            </a:xfrm>
            <a:custGeom>
              <a:rect b="b" l="l" r="r" t="t"/>
              <a:pathLst>
                <a:path extrusionOk="0" h="1263" w="2512">
                  <a:moveTo>
                    <a:pt x="63" y="738"/>
                  </a:moveTo>
                  <a:cubicBezTo>
                    <a:pt x="687" y="713"/>
                    <a:pt x="1187" y="1263"/>
                    <a:pt x="1825" y="1051"/>
                  </a:cubicBezTo>
                  <a:cubicBezTo>
                    <a:pt x="2237" y="901"/>
                    <a:pt x="2512" y="501"/>
                    <a:pt x="2499" y="51"/>
                  </a:cubicBezTo>
                  <a:cubicBezTo>
                    <a:pt x="2499" y="13"/>
                    <a:pt x="2437" y="1"/>
                    <a:pt x="2424" y="51"/>
                  </a:cubicBezTo>
                  <a:cubicBezTo>
                    <a:pt x="2312" y="838"/>
                    <a:pt x="1637" y="1151"/>
                    <a:pt x="937" y="851"/>
                  </a:cubicBezTo>
                  <a:cubicBezTo>
                    <a:pt x="662" y="701"/>
                    <a:pt x="362" y="638"/>
                    <a:pt x="63" y="651"/>
                  </a:cubicBezTo>
                  <a:cubicBezTo>
                    <a:pt x="13" y="651"/>
                    <a:pt x="0" y="738"/>
                    <a:pt x="63" y="7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29"/>
            <p:cNvSpPr/>
            <p:nvPr/>
          </p:nvSpPr>
          <p:spPr>
            <a:xfrm>
              <a:off x="3504750" y="1268675"/>
              <a:ext cx="30950" cy="21275"/>
            </a:xfrm>
            <a:custGeom>
              <a:rect b="b" l="l" r="r" t="t"/>
              <a:pathLst>
                <a:path extrusionOk="0" h="851" w="1238">
                  <a:moveTo>
                    <a:pt x="1125" y="813"/>
                  </a:moveTo>
                  <a:cubicBezTo>
                    <a:pt x="1238" y="525"/>
                    <a:pt x="1063" y="275"/>
                    <a:pt x="788" y="163"/>
                  </a:cubicBezTo>
                  <a:cubicBezTo>
                    <a:pt x="563" y="63"/>
                    <a:pt x="163" y="0"/>
                    <a:pt x="26" y="238"/>
                  </a:cubicBezTo>
                  <a:cubicBezTo>
                    <a:pt x="1" y="263"/>
                    <a:pt x="38" y="313"/>
                    <a:pt x="63" y="288"/>
                  </a:cubicBezTo>
                  <a:cubicBezTo>
                    <a:pt x="388" y="38"/>
                    <a:pt x="1238" y="275"/>
                    <a:pt x="1050" y="800"/>
                  </a:cubicBezTo>
                  <a:cubicBezTo>
                    <a:pt x="1038" y="838"/>
                    <a:pt x="1100" y="850"/>
                    <a:pt x="1125" y="8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" name="Google Shape;630;p29"/>
            <p:cNvSpPr/>
            <p:nvPr/>
          </p:nvSpPr>
          <p:spPr>
            <a:xfrm>
              <a:off x="3694400" y="1371450"/>
              <a:ext cx="81250" cy="56275"/>
            </a:xfrm>
            <a:custGeom>
              <a:rect b="b" l="l" r="r" t="t"/>
              <a:pathLst>
                <a:path extrusionOk="0" h="2251" w="3250">
                  <a:moveTo>
                    <a:pt x="25" y="88"/>
                  </a:moveTo>
                  <a:cubicBezTo>
                    <a:pt x="825" y="1051"/>
                    <a:pt x="1787" y="2250"/>
                    <a:pt x="3187" y="1963"/>
                  </a:cubicBezTo>
                  <a:cubicBezTo>
                    <a:pt x="3249" y="1950"/>
                    <a:pt x="3224" y="1863"/>
                    <a:pt x="3162" y="1863"/>
                  </a:cubicBezTo>
                  <a:cubicBezTo>
                    <a:pt x="1775" y="2050"/>
                    <a:pt x="887" y="988"/>
                    <a:pt x="88" y="38"/>
                  </a:cubicBezTo>
                  <a:cubicBezTo>
                    <a:pt x="50" y="1"/>
                    <a:pt x="0" y="51"/>
                    <a:pt x="25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29"/>
            <p:cNvSpPr/>
            <p:nvPr/>
          </p:nvSpPr>
          <p:spPr>
            <a:xfrm>
              <a:off x="3515075" y="1320225"/>
              <a:ext cx="30950" cy="15325"/>
            </a:xfrm>
            <a:custGeom>
              <a:rect b="b" l="l" r="r" t="t"/>
              <a:pathLst>
                <a:path extrusionOk="0" h="613" w="1238">
                  <a:moveTo>
                    <a:pt x="63" y="113"/>
                  </a:moveTo>
                  <a:cubicBezTo>
                    <a:pt x="475" y="125"/>
                    <a:pt x="862" y="288"/>
                    <a:pt x="1150" y="575"/>
                  </a:cubicBezTo>
                  <a:cubicBezTo>
                    <a:pt x="1187" y="613"/>
                    <a:pt x="1237" y="563"/>
                    <a:pt x="1212" y="525"/>
                  </a:cubicBezTo>
                  <a:cubicBezTo>
                    <a:pt x="1087" y="363"/>
                    <a:pt x="912" y="238"/>
                    <a:pt x="712" y="163"/>
                  </a:cubicBezTo>
                  <a:cubicBezTo>
                    <a:pt x="512" y="50"/>
                    <a:pt x="288" y="0"/>
                    <a:pt x="63" y="25"/>
                  </a:cubicBezTo>
                  <a:cubicBezTo>
                    <a:pt x="13" y="25"/>
                    <a:pt x="0" y="113"/>
                    <a:pt x="63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" name="Google Shape;632;p29"/>
            <p:cNvSpPr/>
            <p:nvPr/>
          </p:nvSpPr>
          <p:spPr>
            <a:xfrm>
              <a:off x="3512250" y="1319900"/>
              <a:ext cx="34075" cy="21900"/>
            </a:xfrm>
            <a:custGeom>
              <a:rect b="b" l="l" r="r" t="t"/>
              <a:pathLst>
                <a:path extrusionOk="0" h="876" w="1363">
                  <a:moveTo>
                    <a:pt x="1263" y="551"/>
                  </a:moveTo>
                  <a:cubicBezTo>
                    <a:pt x="825" y="751"/>
                    <a:pt x="313" y="463"/>
                    <a:pt x="126" y="51"/>
                  </a:cubicBezTo>
                  <a:cubicBezTo>
                    <a:pt x="101" y="1"/>
                    <a:pt x="1" y="38"/>
                    <a:pt x="26" y="88"/>
                  </a:cubicBezTo>
                  <a:cubicBezTo>
                    <a:pt x="226" y="576"/>
                    <a:pt x="825" y="876"/>
                    <a:pt x="1313" y="626"/>
                  </a:cubicBezTo>
                  <a:cubicBezTo>
                    <a:pt x="1363" y="601"/>
                    <a:pt x="1313" y="526"/>
                    <a:pt x="1263" y="5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p29"/>
            <p:cNvSpPr/>
            <p:nvPr/>
          </p:nvSpPr>
          <p:spPr>
            <a:xfrm>
              <a:off x="3177975" y="1278975"/>
              <a:ext cx="132175" cy="60025"/>
            </a:xfrm>
            <a:custGeom>
              <a:rect b="b" l="l" r="r" t="t"/>
              <a:pathLst>
                <a:path extrusionOk="0" h="2401" w="5287">
                  <a:moveTo>
                    <a:pt x="5236" y="576"/>
                  </a:moveTo>
                  <a:cubicBezTo>
                    <a:pt x="3649" y="263"/>
                    <a:pt x="213" y="1"/>
                    <a:pt x="0" y="2350"/>
                  </a:cubicBezTo>
                  <a:cubicBezTo>
                    <a:pt x="0" y="2400"/>
                    <a:pt x="63" y="2388"/>
                    <a:pt x="63" y="2350"/>
                  </a:cubicBezTo>
                  <a:cubicBezTo>
                    <a:pt x="363" y="63"/>
                    <a:pt x="3674" y="363"/>
                    <a:pt x="5211" y="651"/>
                  </a:cubicBezTo>
                  <a:cubicBezTo>
                    <a:pt x="5261" y="663"/>
                    <a:pt x="5286" y="588"/>
                    <a:pt x="5236" y="5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" name="Google Shape;634;p29"/>
            <p:cNvSpPr/>
            <p:nvPr/>
          </p:nvSpPr>
          <p:spPr>
            <a:xfrm>
              <a:off x="3184525" y="1311175"/>
              <a:ext cx="61575" cy="65000"/>
            </a:xfrm>
            <a:custGeom>
              <a:rect b="b" l="l" r="r" t="t"/>
              <a:pathLst>
                <a:path extrusionOk="0" h="2600" w="2463">
                  <a:moveTo>
                    <a:pt x="950" y="25"/>
                  </a:moveTo>
                  <a:cubicBezTo>
                    <a:pt x="275" y="350"/>
                    <a:pt x="1" y="1187"/>
                    <a:pt x="450" y="1825"/>
                  </a:cubicBezTo>
                  <a:cubicBezTo>
                    <a:pt x="850" y="2412"/>
                    <a:pt x="1913" y="2599"/>
                    <a:pt x="2412" y="2025"/>
                  </a:cubicBezTo>
                  <a:cubicBezTo>
                    <a:pt x="2462" y="1975"/>
                    <a:pt x="2387" y="1900"/>
                    <a:pt x="2337" y="1950"/>
                  </a:cubicBezTo>
                  <a:cubicBezTo>
                    <a:pt x="1875" y="2474"/>
                    <a:pt x="900" y="2312"/>
                    <a:pt x="525" y="1762"/>
                  </a:cubicBezTo>
                  <a:cubicBezTo>
                    <a:pt x="126" y="1175"/>
                    <a:pt x="338" y="375"/>
                    <a:pt x="988" y="75"/>
                  </a:cubicBezTo>
                  <a:cubicBezTo>
                    <a:pt x="1025" y="63"/>
                    <a:pt x="988" y="0"/>
                    <a:pt x="963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" name="Google Shape;635;p29"/>
            <p:cNvSpPr/>
            <p:nvPr/>
          </p:nvSpPr>
          <p:spPr>
            <a:xfrm>
              <a:off x="3219825" y="1318975"/>
              <a:ext cx="35950" cy="46575"/>
            </a:xfrm>
            <a:custGeom>
              <a:rect b="b" l="l" r="r" t="t"/>
              <a:pathLst>
                <a:path extrusionOk="0" h="1863" w="1438">
                  <a:moveTo>
                    <a:pt x="751" y="1850"/>
                  </a:moveTo>
                  <a:cubicBezTo>
                    <a:pt x="1213" y="1663"/>
                    <a:pt x="1438" y="1138"/>
                    <a:pt x="1238" y="675"/>
                  </a:cubicBezTo>
                  <a:cubicBezTo>
                    <a:pt x="1050" y="213"/>
                    <a:pt x="513" y="0"/>
                    <a:pt x="51" y="200"/>
                  </a:cubicBezTo>
                  <a:cubicBezTo>
                    <a:pt x="1" y="225"/>
                    <a:pt x="38" y="300"/>
                    <a:pt x="88" y="288"/>
                  </a:cubicBezTo>
                  <a:cubicBezTo>
                    <a:pt x="513" y="163"/>
                    <a:pt x="963" y="288"/>
                    <a:pt x="1138" y="713"/>
                  </a:cubicBezTo>
                  <a:cubicBezTo>
                    <a:pt x="1300" y="1138"/>
                    <a:pt x="1113" y="1600"/>
                    <a:pt x="713" y="1787"/>
                  </a:cubicBezTo>
                  <a:cubicBezTo>
                    <a:pt x="676" y="1812"/>
                    <a:pt x="713" y="1862"/>
                    <a:pt x="751" y="18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29"/>
            <p:cNvSpPr/>
            <p:nvPr/>
          </p:nvSpPr>
          <p:spPr>
            <a:xfrm>
              <a:off x="3208275" y="1322725"/>
              <a:ext cx="17200" cy="30650"/>
            </a:xfrm>
            <a:custGeom>
              <a:rect b="b" l="l" r="r" t="t"/>
              <a:pathLst>
                <a:path extrusionOk="0" h="1226" w="688">
                  <a:moveTo>
                    <a:pt x="650" y="38"/>
                  </a:moveTo>
                  <a:cubicBezTo>
                    <a:pt x="300" y="0"/>
                    <a:pt x="63" y="375"/>
                    <a:pt x="63" y="688"/>
                  </a:cubicBezTo>
                  <a:cubicBezTo>
                    <a:pt x="50" y="988"/>
                    <a:pt x="350" y="1213"/>
                    <a:pt x="638" y="1125"/>
                  </a:cubicBezTo>
                  <a:cubicBezTo>
                    <a:pt x="688" y="1100"/>
                    <a:pt x="663" y="1013"/>
                    <a:pt x="613" y="1038"/>
                  </a:cubicBezTo>
                  <a:cubicBezTo>
                    <a:pt x="0" y="1225"/>
                    <a:pt x="63" y="75"/>
                    <a:pt x="650" y="113"/>
                  </a:cubicBezTo>
                  <a:cubicBezTo>
                    <a:pt x="688" y="113"/>
                    <a:pt x="688" y="38"/>
                    <a:pt x="650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29"/>
            <p:cNvSpPr/>
            <p:nvPr/>
          </p:nvSpPr>
          <p:spPr>
            <a:xfrm>
              <a:off x="3454150" y="1312425"/>
              <a:ext cx="55325" cy="71550"/>
            </a:xfrm>
            <a:custGeom>
              <a:rect b="b" l="l" r="r" t="t"/>
              <a:pathLst>
                <a:path extrusionOk="0" h="2862" w="2213">
                  <a:moveTo>
                    <a:pt x="1750" y="75"/>
                  </a:moveTo>
                  <a:cubicBezTo>
                    <a:pt x="2112" y="1387"/>
                    <a:pt x="1300" y="2474"/>
                    <a:pt x="38" y="2799"/>
                  </a:cubicBezTo>
                  <a:cubicBezTo>
                    <a:pt x="0" y="2812"/>
                    <a:pt x="13" y="2862"/>
                    <a:pt x="38" y="2862"/>
                  </a:cubicBezTo>
                  <a:cubicBezTo>
                    <a:pt x="1425" y="2762"/>
                    <a:pt x="2212" y="1325"/>
                    <a:pt x="1825" y="50"/>
                  </a:cubicBezTo>
                  <a:cubicBezTo>
                    <a:pt x="1812" y="0"/>
                    <a:pt x="1725" y="13"/>
                    <a:pt x="1750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29"/>
            <p:cNvSpPr/>
            <p:nvPr/>
          </p:nvSpPr>
          <p:spPr>
            <a:xfrm>
              <a:off x="3796875" y="1305225"/>
              <a:ext cx="111550" cy="104375"/>
            </a:xfrm>
            <a:custGeom>
              <a:rect b="b" l="l" r="r" t="t"/>
              <a:pathLst>
                <a:path extrusionOk="0" h="4175" w="4462">
                  <a:moveTo>
                    <a:pt x="2662" y="176"/>
                  </a:moveTo>
                  <a:cubicBezTo>
                    <a:pt x="1212" y="1"/>
                    <a:pt x="38" y="1438"/>
                    <a:pt x="750" y="2787"/>
                  </a:cubicBezTo>
                  <a:cubicBezTo>
                    <a:pt x="1475" y="4175"/>
                    <a:pt x="3424" y="3950"/>
                    <a:pt x="4424" y="3025"/>
                  </a:cubicBezTo>
                  <a:cubicBezTo>
                    <a:pt x="4461" y="2987"/>
                    <a:pt x="4411" y="2937"/>
                    <a:pt x="4386" y="2962"/>
                  </a:cubicBezTo>
                  <a:cubicBezTo>
                    <a:pt x="3474" y="3612"/>
                    <a:pt x="2012" y="4062"/>
                    <a:pt x="1137" y="3125"/>
                  </a:cubicBezTo>
                  <a:cubicBezTo>
                    <a:pt x="0" y="1900"/>
                    <a:pt x="1075" y="88"/>
                    <a:pt x="2662" y="276"/>
                  </a:cubicBezTo>
                  <a:cubicBezTo>
                    <a:pt x="2724" y="288"/>
                    <a:pt x="2724" y="176"/>
                    <a:pt x="2662" y="1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29"/>
            <p:cNvSpPr/>
            <p:nvPr/>
          </p:nvSpPr>
          <p:spPr>
            <a:xfrm>
              <a:off x="3903100" y="1237750"/>
              <a:ext cx="263700" cy="146850"/>
            </a:xfrm>
            <a:custGeom>
              <a:rect b="b" l="l" r="r" t="t"/>
              <a:pathLst>
                <a:path extrusionOk="0" h="5874" w="10548">
                  <a:moveTo>
                    <a:pt x="100" y="5836"/>
                  </a:moveTo>
                  <a:cubicBezTo>
                    <a:pt x="1300" y="4162"/>
                    <a:pt x="2412" y="2062"/>
                    <a:pt x="4324" y="1138"/>
                  </a:cubicBezTo>
                  <a:cubicBezTo>
                    <a:pt x="6086" y="275"/>
                    <a:pt x="8848" y="100"/>
                    <a:pt x="10485" y="1312"/>
                  </a:cubicBezTo>
                  <a:cubicBezTo>
                    <a:pt x="10510" y="1325"/>
                    <a:pt x="10547" y="1275"/>
                    <a:pt x="10522" y="1262"/>
                  </a:cubicBezTo>
                  <a:cubicBezTo>
                    <a:pt x="9073" y="0"/>
                    <a:pt x="6586" y="138"/>
                    <a:pt x="4861" y="725"/>
                  </a:cubicBezTo>
                  <a:cubicBezTo>
                    <a:pt x="2549" y="1512"/>
                    <a:pt x="1350" y="3924"/>
                    <a:pt x="25" y="5799"/>
                  </a:cubicBezTo>
                  <a:cubicBezTo>
                    <a:pt x="0" y="5836"/>
                    <a:pt x="63" y="5874"/>
                    <a:pt x="88" y="58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29"/>
            <p:cNvSpPr/>
            <p:nvPr/>
          </p:nvSpPr>
          <p:spPr>
            <a:xfrm>
              <a:off x="4098975" y="1277425"/>
              <a:ext cx="100925" cy="84375"/>
            </a:xfrm>
            <a:custGeom>
              <a:rect b="b" l="l" r="r" t="t"/>
              <a:pathLst>
                <a:path extrusionOk="0" h="3375" w="4037">
                  <a:moveTo>
                    <a:pt x="2875" y="88"/>
                  </a:moveTo>
                  <a:cubicBezTo>
                    <a:pt x="3412" y="1025"/>
                    <a:pt x="3525" y="2400"/>
                    <a:pt x="2375" y="2950"/>
                  </a:cubicBezTo>
                  <a:cubicBezTo>
                    <a:pt x="2087" y="3062"/>
                    <a:pt x="1775" y="3100"/>
                    <a:pt x="1475" y="3062"/>
                  </a:cubicBezTo>
                  <a:cubicBezTo>
                    <a:pt x="1400" y="3050"/>
                    <a:pt x="1325" y="3075"/>
                    <a:pt x="1250" y="3062"/>
                  </a:cubicBezTo>
                  <a:cubicBezTo>
                    <a:pt x="488" y="2937"/>
                    <a:pt x="513" y="2737"/>
                    <a:pt x="438" y="2200"/>
                  </a:cubicBezTo>
                  <a:cubicBezTo>
                    <a:pt x="325" y="1300"/>
                    <a:pt x="938" y="963"/>
                    <a:pt x="1713" y="1113"/>
                  </a:cubicBezTo>
                  <a:cubicBezTo>
                    <a:pt x="2300" y="1225"/>
                    <a:pt x="2600" y="1512"/>
                    <a:pt x="3000" y="1925"/>
                  </a:cubicBezTo>
                  <a:cubicBezTo>
                    <a:pt x="3300" y="2237"/>
                    <a:pt x="3550" y="2562"/>
                    <a:pt x="3999" y="2575"/>
                  </a:cubicBezTo>
                  <a:cubicBezTo>
                    <a:pt x="4024" y="2575"/>
                    <a:pt x="4037" y="2537"/>
                    <a:pt x="3999" y="2537"/>
                  </a:cubicBezTo>
                  <a:cubicBezTo>
                    <a:pt x="3287" y="2425"/>
                    <a:pt x="2900" y="1525"/>
                    <a:pt x="2312" y="1150"/>
                  </a:cubicBezTo>
                  <a:cubicBezTo>
                    <a:pt x="1875" y="850"/>
                    <a:pt x="1325" y="800"/>
                    <a:pt x="838" y="1025"/>
                  </a:cubicBezTo>
                  <a:cubicBezTo>
                    <a:pt x="113" y="1350"/>
                    <a:pt x="0" y="2487"/>
                    <a:pt x="638" y="2987"/>
                  </a:cubicBezTo>
                  <a:cubicBezTo>
                    <a:pt x="1163" y="3375"/>
                    <a:pt x="2237" y="3250"/>
                    <a:pt x="2712" y="2887"/>
                  </a:cubicBezTo>
                  <a:cubicBezTo>
                    <a:pt x="3650" y="2187"/>
                    <a:pt x="3462" y="925"/>
                    <a:pt x="2937" y="38"/>
                  </a:cubicBezTo>
                  <a:cubicBezTo>
                    <a:pt x="2912" y="0"/>
                    <a:pt x="2837" y="38"/>
                    <a:pt x="2875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29"/>
            <p:cNvSpPr/>
            <p:nvPr/>
          </p:nvSpPr>
          <p:spPr>
            <a:xfrm>
              <a:off x="4206450" y="1331775"/>
              <a:ext cx="55625" cy="13775"/>
            </a:xfrm>
            <a:custGeom>
              <a:rect b="b" l="l" r="r" t="t"/>
              <a:pathLst>
                <a:path extrusionOk="0" h="551" w="2225">
                  <a:moveTo>
                    <a:pt x="50" y="476"/>
                  </a:moveTo>
                  <a:cubicBezTo>
                    <a:pt x="750" y="551"/>
                    <a:pt x="1600" y="501"/>
                    <a:pt x="2187" y="76"/>
                  </a:cubicBezTo>
                  <a:cubicBezTo>
                    <a:pt x="2225" y="63"/>
                    <a:pt x="2200" y="1"/>
                    <a:pt x="2162" y="13"/>
                  </a:cubicBezTo>
                  <a:cubicBezTo>
                    <a:pt x="1437" y="251"/>
                    <a:pt x="838" y="476"/>
                    <a:pt x="50" y="401"/>
                  </a:cubicBezTo>
                  <a:cubicBezTo>
                    <a:pt x="0" y="401"/>
                    <a:pt x="0" y="476"/>
                    <a:pt x="50" y="4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" name="Google Shape;642;p29"/>
            <p:cNvSpPr/>
            <p:nvPr/>
          </p:nvSpPr>
          <p:spPr>
            <a:xfrm>
              <a:off x="3934650" y="1301475"/>
              <a:ext cx="81250" cy="96575"/>
            </a:xfrm>
            <a:custGeom>
              <a:rect b="b" l="l" r="r" t="t"/>
              <a:pathLst>
                <a:path extrusionOk="0" h="3863" w="3250">
                  <a:moveTo>
                    <a:pt x="1025" y="26"/>
                  </a:moveTo>
                  <a:cubicBezTo>
                    <a:pt x="463" y="675"/>
                    <a:pt x="0" y="1488"/>
                    <a:pt x="188" y="2375"/>
                  </a:cubicBezTo>
                  <a:cubicBezTo>
                    <a:pt x="363" y="3200"/>
                    <a:pt x="1162" y="3800"/>
                    <a:pt x="2000" y="3837"/>
                  </a:cubicBezTo>
                  <a:cubicBezTo>
                    <a:pt x="2587" y="3862"/>
                    <a:pt x="3249" y="3475"/>
                    <a:pt x="3174" y="2812"/>
                  </a:cubicBezTo>
                  <a:cubicBezTo>
                    <a:pt x="3137" y="2475"/>
                    <a:pt x="2799" y="2050"/>
                    <a:pt x="2512" y="2425"/>
                  </a:cubicBezTo>
                  <a:cubicBezTo>
                    <a:pt x="2475" y="2462"/>
                    <a:pt x="2550" y="2500"/>
                    <a:pt x="2575" y="2462"/>
                  </a:cubicBezTo>
                  <a:cubicBezTo>
                    <a:pt x="3012" y="3300"/>
                    <a:pt x="2862" y="3725"/>
                    <a:pt x="2125" y="3737"/>
                  </a:cubicBezTo>
                  <a:cubicBezTo>
                    <a:pt x="1800" y="3737"/>
                    <a:pt x="1487" y="3650"/>
                    <a:pt x="1212" y="3500"/>
                  </a:cubicBezTo>
                  <a:cubicBezTo>
                    <a:pt x="775" y="3287"/>
                    <a:pt x="463" y="2900"/>
                    <a:pt x="325" y="2437"/>
                  </a:cubicBezTo>
                  <a:cubicBezTo>
                    <a:pt x="75" y="1563"/>
                    <a:pt x="538" y="738"/>
                    <a:pt x="1062" y="63"/>
                  </a:cubicBezTo>
                  <a:cubicBezTo>
                    <a:pt x="1087" y="38"/>
                    <a:pt x="1050" y="1"/>
                    <a:pt x="1025" y="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29"/>
            <p:cNvSpPr/>
            <p:nvPr/>
          </p:nvSpPr>
          <p:spPr>
            <a:xfrm>
              <a:off x="3920275" y="1329900"/>
              <a:ext cx="23150" cy="110625"/>
            </a:xfrm>
            <a:custGeom>
              <a:rect b="b" l="l" r="r" t="t"/>
              <a:pathLst>
                <a:path extrusionOk="0" h="4425" w="926">
                  <a:moveTo>
                    <a:pt x="825" y="38"/>
                  </a:moveTo>
                  <a:cubicBezTo>
                    <a:pt x="375" y="551"/>
                    <a:pt x="263" y="1238"/>
                    <a:pt x="188" y="1913"/>
                  </a:cubicBezTo>
                  <a:cubicBezTo>
                    <a:pt x="100" y="2725"/>
                    <a:pt x="13" y="3712"/>
                    <a:pt x="538" y="4400"/>
                  </a:cubicBezTo>
                  <a:cubicBezTo>
                    <a:pt x="563" y="4425"/>
                    <a:pt x="600" y="4400"/>
                    <a:pt x="588" y="4362"/>
                  </a:cubicBezTo>
                  <a:cubicBezTo>
                    <a:pt x="0" y="3250"/>
                    <a:pt x="38" y="1101"/>
                    <a:pt x="888" y="101"/>
                  </a:cubicBezTo>
                  <a:cubicBezTo>
                    <a:pt x="925" y="63"/>
                    <a:pt x="863" y="1"/>
                    <a:pt x="825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p29"/>
            <p:cNvSpPr/>
            <p:nvPr/>
          </p:nvSpPr>
          <p:spPr>
            <a:xfrm>
              <a:off x="3931200" y="1439875"/>
              <a:ext cx="11900" cy="11900"/>
            </a:xfrm>
            <a:custGeom>
              <a:rect b="b" l="l" r="r" t="t"/>
              <a:pathLst>
                <a:path extrusionOk="0" h="476" w="476">
                  <a:moveTo>
                    <a:pt x="126" y="38"/>
                  </a:moveTo>
                  <a:cubicBezTo>
                    <a:pt x="213" y="1"/>
                    <a:pt x="313" y="13"/>
                    <a:pt x="388" y="88"/>
                  </a:cubicBezTo>
                  <a:cubicBezTo>
                    <a:pt x="451" y="151"/>
                    <a:pt x="476" y="238"/>
                    <a:pt x="451" y="326"/>
                  </a:cubicBezTo>
                  <a:cubicBezTo>
                    <a:pt x="451" y="363"/>
                    <a:pt x="438" y="388"/>
                    <a:pt x="413" y="413"/>
                  </a:cubicBezTo>
                  <a:cubicBezTo>
                    <a:pt x="388" y="438"/>
                    <a:pt x="351" y="451"/>
                    <a:pt x="313" y="463"/>
                  </a:cubicBezTo>
                  <a:cubicBezTo>
                    <a:pt x="188" y="476"/>
                    <a:pt x="63" y="413"/>
                    <a:pt x="13" y="288"/>
                  </a:cubicBezTo>
                  <a:cubicBezTo>
                    <a:pt x="1" y="163"/>
                    <a:pt x="101" y="51"/>
                    <a:pt x="238" y="51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29"/>
            <p:cNvSpPr/>
            <p:nvPr/>
          </p:nvSpPr>
          <p:spPr>
            <a:xfrm>
              <a:off x="3926825" y="1437075"/>
              <a:ext cx="22225" cy="17200"/>
            </a:xfrm>
            <a:custGeom>
              <a:rect b="b" l="l" r="r" t="t"/>
              <a:pathLst>
                <a:path extrusionOk="0" h="688" w="889">
                  <a:moveTo>
                    <a:pt x="313" y="213"/>
                  </a:moveTo>
                  <a:cubicBezTo>
                    <a:pt x="588" y="238"/>
                    <a:pt x="651" y="313"/>
                    <a:pt x="476" y="413"/>
                  </a:cubicBezTo>
                  <a:cubicBezTo>
                    <a:pt x="313" y="600"/>
                    <a:pt x="301" y="525"/>
                    <a:pt x="413" y="200"/>
                  </a:cubicBezTo>
                  <a:cubicBezTo>
                    <a:pt x="451" y="175"/>
                    <a:pt x="451" y="113"/>
                    <a:pt x="401" y="113"/>
                  </a:cubicBezTo>
                  <a:cubicBezTo>
                    <a:pt x="1" y="113"/>
                    <a:pt x="88" y="688"/>
                    <a:pt x="488" y="625"/>
                  </a:cubicBezTo>
                  <a:cubicBezTo>
                    <a:pt x="888" y="563"/>
                    <a:pt x="663" y="0"/>
                    <a:pt x="276" y="88"/>
                  </a:cubicBezTo>
                  <a:cubicBezTo>
                    <a:pt x="213" y="113"/>
                    <a:pt x="238" y="213"/>
                    <a:pt x="313" y="2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29"/>
            <p:cNvSpPr/>
            <p:nvPr/>
          </p:nvSpPr>
          <p:spPr>
            <a:xfrm>
              <a:off x="4168650" y="1271800"/>
              <a:ext cx="2825" cy="3150"/>
            </a:xfrm>
            <a:custGeom>
              <a:rect b="b" l="l" r="r" t="t"/>
              <a:pathLst>
                <a:path extrusionOk="0" h="126" w="113">
                  <a:moveTo>
                    <a:pt x="25" y="63"/>
                  </a:moveTo>
                  <a:lnTo>
                    <a:pt x="38" y="100"/>
                  </a:lnTo>
                  <a:cubicBezTo>
                    <a:pt x="50" y="125"/>
                    <a:pt x="88" y="125"/>
                    <a:pt x="100" y="100"/>
                  </a:cubicBezTo>
                  <a:lnTo>
                    <a:pt x="100" y="63"/>
                  </a:lnTo>
                  <a:cubicBezTo>
                    <a:pt x="113" y="0"/>
                    <a:pt x="0" y="0"/>
                    <a:pt x="13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29"/>
            <p:cNvSpPr/>
            <p:nvPr/>
          </p:nvSpPr>
          <p:spPr>
            <a:xfrm>
              <a:off x="4259250" y="1315225"/>
              <a:ext cx="41875" cy="17825"/>
            </a:xfrm>
            <a:custGeom>
              <a:rect b="b" l="l" r="r" t="t"/>
              <a:pathLst>
                <a:path extrusionOk="0" h="713" w="1675">
                  <a:moveTo>
                    <a:pt x="125" y="650"/>
                  </a:moveTo>
                  <a:cubicBezTo>
                    <a:pt x="225" y="388"/>
                    <a:pt x="650" y="275"/>
                    <a:pt x="875" y="238"/>
                  </a:cubicBezTo>
                  <a:cubicBezTo>
                    <a:pt x="1125" y="200"/>
                    <a:pt x="1375" y="200"/>
                    <a:pt x="1612" y="250"/>
                  </a:cubicBezTo>
                  <a:cubicBezTo>
                    <a:pt x="1675" y="250"/>
                    <a:pt x="1675" y="163"/>
                    <a:pt x="1625" y="150"/>
                  </a:cubicBezTo>
                  <a:cubicBezTo>
                    <a:pt x="1175" y="0"/>
                    <a:pt x="225" y="88"/>
                    <a:pt x="25" y="613"/>
                  </a:cubicBezTo>
                  <a:cubicBezTo>
                    <a:pt x="0" y="675"/>
                    <a:pt x="100" y="713"/>
                    <a:pt x="125" y="6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29"/>
            <p:cNvSpPr/>
            <p:nvPr/>
          </p:nvSpPr>
          <p:spPr>
            <a:xfrm>
              <a:off x="4259250" y="1317725"/>
              <a:ext cx="42200" cy="19700"/>
            </a:xfrm>
            <a:custGeom>
              <a:rect b="b" l="l" r="r" t="t"/>
              <a:pathLst>
                <a:path extrusionOk="0" h="788" w="1688">
                  <a:moveTo>
                    <a:pt x="1587" y="50"/>
                  </a:moveTo>
                  <a:cubicBezTo>
                    <a:pt x="1175" y="425"/>
                    <a:pt x="638" y="600"/>
                    <a:pt x="88" y="550"/>
                  </a:cubicBezTo>
                  <a:cubicBezTo>
                    <a:pt x="25" y="550"/>
                    <a:pt x="0" y="625"/>
                    <a:pt x="63" y="650"/>
                  </a:cubicBezTo>
                  <a:cubicBezTo>
                    <a:pt x="575" y="788"/>
                    <a:pt x="1287" y="475"/>
                    <a:pt x="1650" y="113"/>
                  </a:cubicBezTo>
                  <a:cubicBezTo>
                    <a:pt x="1687" y="75"/>
                    <a:pt x="1625" y="0"/>
                    <a:pt x="1587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29"/>
            <p:cNvSpPr/>
            <p:nvPr/>
          </p:nvSpPr>
          <p:spPr>
            <a:xfrm>
              <a:off x="4198950" y="1341475"/>
              <a:ext cx="33450" cy="30325"/>
            </a:xfrm>
            <a:custGeom>
              <a:rect b="b" l="l" r="r" t="t"/>
              <a:pathLst>
                <a:path extrusionOk="0" h="1213" w="1338">
                  <a:moveTo>
                    <a:pt x="50" y="100"/>
                  </a:moveTo>
                  <a:cubicBezTo>
                    <a:pt x="363" y="88"/>
                    <a:pt x="625" y="263"/>
                    <a:pt x="863" y="450"/>
                  </a:cubicBezTo>
                  <a:cubicBezTo>
                    <a:pt x="1088" y="625"/>
                    <a:pt x="1238" y="887"/>
                    <a:pt x="1250" y="1162"/>
                  </a:cubicBezTo>
                  <a:cubicBezTo>
                    <a:pt x="1250" y="1212"/>
                    <a:pt x="1338" y="1200"/>
                    <a:pt x="1325" y="1162"/>
                  </a:cubicBezTo>
                  <a:cubicBezTo>
                    <a:pt x="1325" y="850"/>
                    <a:pt x="1175" y="563"/>
                    <a:pt x="925" y="388"/>
                  </a:cubicBezTo>
                  <a:cubicBezTo>
                    <a:pt x="663" y="188"/>
                    <a:pt x="400" y="0"/>
                    <a:pt x="50" y="25"/>
                  </a:cubicBezTo>
                  <a:cubicBezTo>
                    <a:pt x="0" y="25"/>
                    <a:pt x="0" y="113"/>
                    <a:pt x="50" y="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" name="Google Shape;650;p29"/>
            <p:cNvSpPr/>
            <p:nvPr/>
          </p:nvSpPr>
          <p:spPr>
            <a:xfrm>
              <a:off x="4199250" y="1342100"/>
              <a:ext cx="33475" cy="29375"/>
            </a:xfrm>
            <a:custGeom>
              <a:rect b="b" l="l" r="r" t="t"/>
              <a:pathLst>
                <a:path extrusionOk="0" h="1175" w="1339">
                  <a:moveTo>
                    <a:pt x="1288" y="1100"/>
                  </a:moveTo>
                  <a:cubicBezTo>
                    <a:pt x="1026" y="1012"/>
                    <a:pt x="776" y="887"/>
                    <a:pt x="551" y="713"/>
                  </a:cubicBezTo>
                  <a:cubicBezTo>
                    <a:pt x="313" y="538"/>
                    <a:pt x="263" y="288"/>
                    <a:pt x="113" y="63"/>
                  </a:cubicBezTo>
                  <a:cubicBezTo>
                    <a:pt x="76" y="0"/>
                    <a:pt x="1" y="38"/>
                    <a:pt x="13" y="100"/>
                  </a:cubicBezTo>
                  <a:cubicBezTo>
                    <a:pt x="126" y="688"/>
                    <a:pt x="713" y="1087"/>
                    <a:pt x="1263" y="1175"/>
                  </a:cubicBezTo>
                  <a:cubicBezTo>
                    <a:pt x="1313" y="1175"/>
                    <a:pt x="1338" y="1112"/>
                    <a:pt x="1288" y="1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29"/>
            <p:cNvSpPr/>
            <p:nvPr/>
          </p:nvSpPr>
          <p:spPr>
            <a:xfrm>
              <a:off x="3890900" y="1349275"/>
              <a:ext cx="38775" cy="86875"/>
            </a:xfrm>
            <a:custGeom>
              <a:rect b="b" l="l" r="r" t="t"/>
              <a:pathLst>
                <a:path extrusionOk="0" h="3475" w="1551">
                  <a:moveTo>
                    <a:pt x="1450" y="51"/>
                  </a:moveTo>
                  <a:cubicBezTo>
                    <a:pt x="725" y="1038"/>
                    <a:pt x="238" y="2175"/>
                    <a:pt x="13" y="3387"/>
                  </a:cubicBezTo>
                  <a:cubicBezTo>
                    <a:pt x="1" y="3450"/>
                    <a:pt x="101" y="3475"/>
                    <a:pt x="113" y="3412"/>
                  </a:cubicBezTo>
                  <a:cubicBezTo>
                    <a:pt x="338" y="2213"/>
                    <a:pt x="813" y="1075"/>
                    <a:pt x="1513" y="88"/>
                  </a:cubicBezTo>
                  <a:cubicBezTo>
                    <a:pt x="1550" y="38"/>
                    <a:pt x="1475" y="1"/>
                    <a:pt x="1450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29"/>
            <p:cNvSpPr/>
            <p:nvPr/>
          </p:nvSpPr>
          <p:spPr>
            <a:xfrm>
              <a:off x="3880600" y="1433625"/>
              <a:ext cx="18150" cy="16600"/>
            </a:xfrm>
            <a:custGeom>
              <a:rect b="b" l="l" r="r" t="t"/>
              <a:pathLst>
                <a:path extrusionOk="0" h="664" w="726">
                  <a:moveTo>
                    <a:pt x="475" y="151"/>
                  </a:moveTo>
                  <a:cubicBezTo>
                    <a:pt x="363" y="176"/>
                    <a:pt x="350" y="188"/>
                    <a:pt x="438" y="176"/>
                  </a:cubicBezTo>
                  <a:cubicBezTo>
                    <a:pt x="475" y="163"/>
                    <a:pt x="513" y="163"/>
                    <a:pt x="550" y="176"/>
                  </a:cubicBezTo>
                  <a:cubicBezTo>
                    <a:pt x="588" y="176"/>
                    <a:pt x="600" y="113"/>
                    <a:pt x="563" y="101"/>
                  </a:cubicBezTo>
                  <a:cubicBezTo>
                    <a:pt x="350" y="1"/>
                    <a:pt x="0" y="238"/>
                    <a:pt x="250" y="451"/>
                  </a:cubicBezTo>
                  <a:cubicBezTo>
                    <a:pt x="513" y="663"/>
                    <a:pt x="725" y="288"/>
                    <a:pt x="538" y="88"/>
                  </a:cubicBezTo>
                  <a:cubicBezTo>
                    <a:pt x="500" y="38"/>
                    <a:pt x="450" y="101"/>
                    <a:pt x="475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29"/>
            <p:cNvSpPr/>
            <p:nvPr/>
          </p:nvSpPr>
          <p:spPr>
            <a:xfrm>
              <a:off x="3936525" y="1338025"/>
              <a:ext cx="30325" cy="81875"/>
            </a:xfrm>
            <a:custGeom>
              <a:rect b="b" l="l" r="r" t="t"/>
              <a:pathLst>
                <a:path extrusionOk="0" h="3275" w="1213">
                  <a:moveTo>
                    <a:pt x="125" y="63"/>
                  </a:moveTo>
                  <a:cubicBezTo>
                    <a:pt x="0" y="1163"/>
                    <a:pt x="213" y="2538"/>
                    <a:pt x="1150" y="3262"/>
                  </a:cubicBezTo>
                  <a:cubicBezTo>
                    <a:pt x="1175" y="3275"/>
                    <a:pt x="1212" y="3250"/>
                    <a:pt x="1187" y="3212"/>
                  </a:cubicBezTo>
                  <a:cubicBezTo>
                    <a:pt x="413" y="2275"/>
                    <a:pt x="88" y="1275"/>
                    <a:pt x="225" y="63"/>
                  </a:cubicBezTo>
                  <a:cubicBezTo>
                    <a:pt x="225" y="1"/>
                    <a:pt x="138" y="1"/>
                    <a:pt x="125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29"/>
            <p:cNvSpPr/>
            <p:nvPr/>
          </p:nvSpPr>
          <p:spPr>
            <a:xfrm>
              <a:off x="3963375" y="1414575"/>
              <a:ext cx="13475" cy="15650"/>
            </a:xfrm>
            <a:custGeom>
              <a:rect b="b" l="l" r="r" t="t"/>
              <a:pathLst>
                <a:path extrusionOk="0" h="626" w="539">
                  <a:moveTo>
                    <a:pt x="413" y="263"/>
                  </a:moveTo>
                  <a:cubicBezTo>
                    <a:pt x="326" y="263"/>
                    <a:pt x="313" y="275"/>
                    <a:pt x="363" y="338"/>
                  </a:cubicBezTo>
                  <a:cubicBezTo>
                    <a:pt x="388" y="363"/>
                    <a:pt x="426" y="350"/>
                    <a:pt x="438" y="313"/>
                  </a:cubicBezTo>
                  <a:cubicBezTo>
                    <a:pt x="438" y="25"/>
                    <a:pt x="1" y="0"/>
                    <a:pt x="38" y="300"/>
                  </a:cubicBezTo>
                  <a:cubicBezTo>
                    <a:pt x="38" y="625"/>
                    <a:pt x="538" y="575"/>
                    <a:pt x="488" y="263"/>
                  </a:cubicBezTo>
                  <a:cubicBezTo>
                    <a:pt x="476" y="225"/>
                    <a:pt x="426" y="225"/>
                    <a:pt x="413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29"/>
            <p:cNvSpPr/>
            <p:nvPr/>
          </p:nvSpPr>
          <p:spPr>
            <a:xfrm>
              <a:off x="4139900" y="1254625"/>
              <a:ext cx="237775" cy="60000"/>
            </a:xfrm>
            <a:custGeom>
              <a:rect b="b" l="l" r="r" t="t"/>
              <a:pathLst>
                <a:path extrusionOk="0" h="2400" w="9511">
                  <a:moveTo>
                    <a:pt x="38" y="75"/>
                  </a:moveTo>
                  <a:cubicBezTo>
                    <a:pt x="1813" y="762"/>
                    <a:pt x="3137" y="1475"/>
                    <a:pt x="5049" y="1662"/>
                  </a:cubicBezTo>
                  <a:cubicBezTo>
                    <a:pt x="6774" y="1837"/>
                    <a:pt x="8023" y="1437"/>
                    <a:pt x="9448" y="475"/>
                  </a:cubicBezTo>
                  <a:cubicBezTo>
                    <a:pt x="9511" y="438"/>
                    <a:pt x="9448" y="338"/>
                    <a:pt x="9386" y="375"/>
                  </a:cubicBezTo>
                  <a:cubicBezTo>
                    <a:pt x="6061" y="2400"/>
                    <a:pt x="3387" y="1262"/>
                    <a:pt x="63" y="13"/>
                  </a:cubicBezTo>
                  <a:cubicBezTo>
                    <a:pt x="26" y="0"/>
                    <a:pt x="1" y="50"/>
                    <a:pt x="38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29"/>
            <p:cNvSpPr/>
            <p:nvPr/>
          </p:nvSpPr>
          <p:spPr>
            <a:xfrm>
              <a:off x="3860900" y="1309600"/>
              <a:ext cx="31900" cy="49400"/>
            </a:xfrm>
            <a:custGeom>
              <a:rect b="b" l="l" r="r" t="t"/>
              <a:pathLst>
                <a:path extrusionOk="0" h="1976" w="1276">
                  <a:moveTo>
                    <a:pt x="38" y="63"/>
                  </a:moveTo>
                  <a:cubicBezTo>
                    <a:pt x="451" y="151"/>
                    <a:pt x="851" y="350"/>
                    <a:pt x="1026" y="763"/>
                  </a:cubicBezTo>
                  <a:cubicBezTo>
                    <a:pt x="1251" y="1263"/>
                    <a:pt x="976" y="1838"/>
                    <a:pt x="401" y="1863"/>
                  </a:cubicBezTo>
                  <a:cubicBezTo>
                    <a:pt x="326" y="1850"/>
                    <a:pt x="326" y="1963"/>
                    <a:pt x="401" y="1975"/>
                  </a:cubicBezTo>
                  <a:cubicBezTo>
                    <a:pt x="901" y="1963"/>
                    <a:pt x="1276" y="1538"/>
                    <a:pt x="1213" y="1050"/>
                  </a:cubicBezTo>
                  <a:cubicBezTo>
                    <a:pt x="1163" y="438"/>
                    <a:pt x="613" y="101"/>
                    <a:pt x="63" y="1"/>
                  </a:cubicBezTo>
                  <a:cubicBezTo>
                    <a:pt x="26" y="1"/>
                    <a:pt x="1" y="51"/>
                    <a:pt x="51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29"/>
            <p:cNvSpPr/>
            <p:nvPr/>
          </p:nvSpPr>
          <p:spPr>
            <a:xfrm>
              <a:off x="4075225" y="1283975"/>
              <a:ext cx="62825" cy="31575"/>
            </a:xfrm>
            <a:custGeom>
              <a:rect b="b" l="l" r="r" t="t"/>
              <a:pathLst>
                <a:path extrusionOk="0" h="1263" w="2513">
                  <a:moveTo>
                    <a:pt x="2450" y="651"/>
                  </a:moveTo>
                  <a:cubicBezTo>
                    <a:pt x="2150" y="638"/>
                    <a:pt x="1850" y="701"/>
                    <a:pt x="1588" y="851"/>
                  </a:cubicBezTo>
                  <a:cubicBezTo>
                    <a:pt x="888" y="1151"/>
                    <a:pt x="201" y="851"/>
                    <a:pt x="88" y="51"/>
                  </a:cubicBezTo>
                  <a:cubicBezTo>
                    <a:pt x="88" y="1"/>
                    <a:pt x="13" y="13"/>
                    <a:pt x="26" y="51"/>
                  </a:cubicBezTo>
                  <a:cubicBezTo>
                    <a:pt x="1" y="501"/>
                    <a:pt x="276" y="901"/>
                    <a:pt x="701" y="1051"/>
                  </a:cubicBezTo>
                  <a:cubicBezTo>
                    <a:pt x="1325" y="1263"/>
                    <a:pt x="1825" y="713"/>
                    <a:pt x="2450" y="738"/>
                  </a:cubicBezTo>
                  <a:cubicBezTo>
                    <a:pt x="2513" y="738"/>
                    <a:pt x="2513" y="651"/>
                    <a:pt x="2450" y="6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" name="Google Shape;658;p29"/>
            <p:cNvSpPr/>
            <p:nvPr/>
          </p:nvSpPr>
          <p:spPr>
            <a:xfrm>
              <a:off x="4073975" y="1268675"/>
              <a:ext cx="30950" cy="21275"/>
            </a:xfrm>
            <a:custGeom>
              <a:rect b="b" l="l" r="r" t="t"/>
              <a:pathLst>
                <a:path extrusionOk="0" h="851" w="1238">
                  <a:moveTo>
                    <a:pt x="188" y="800"/>
                  </a:moveTo>
                  <a:cubicBezTo>
                    <a:pt x="1" y="275"/>
                    <a:pt x="851" y="38"/>
                    <a:pt x="1175" y="288"/>
                  </a:cubicBezTo>
                  <a:cubicBezTo>
                    <a:pt x="1200" y="313"/>
                    <a:pt x="1238" y="263"/>
                    <a:pt x="1225" y="238"/>
                  </a:cubicBezTo>
                  <a:cubicBezTo>
                    <a:pt x="1063" y="0"/>
                    <a:pt x="676" y="63"/>
                    <a:pt x="451" y="163"/>
                  </a:cubicBezTo>
                  <a:cubicBezTo>
                    <a:pt x="176" y="275"/>
                    <a:pt x="1" y="525"/>
                    <a:pt x="113" y="813"/>
                  </a:cubicBezTo>
                  <a:cubicBezTo>
                    <a:pt x="138" y="850"/>
                    <a:pt x="201" y="838"/>
                    <a:pt x="188" y="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29"/>
            <p:cNvSpPr/>
            <p:nvPr/>
          </p:nvSpPr>
          <p:spPr>
            <a:xfrm>
              <a:off x="3834050" y="1371450"/>
              <a:ext cx="81250" cy="56275"/>
            </a:xfrm>
            <a:custGeom>
              <a:rect b="b" l="l" r="r" t="t"/>
              <a:pathLst>
                <a:path extrusionOk="0" h="2251" w="3250">
                  <a:moveTo>
                    <a:pt x="3162" y="38"/>
                  </a:moveTo>
                  <a:cubicBezTo>
                    <a:pt x="2362" y="988"/>
                    <a:pt x="1475" y="2063"/>
                    <a:pt x="88" y="1875"/>
                  </a:cubicBezTo>
                  <a:cubicBezTo>
                    <a:pt x="25" y="1863"/>
                    <a:pt x="0" y="1950"/>
                    <a:pt x="63" y="1963"/>
                  </a:cubicBezTo>
                  <a:cubicBezTo>
                    <a:pt x="1462" y="2250"/>
                    <a:pt x="2425" y="1051"/>
                    <a:pt x="3224" y="88"/>
                  </a:cubicBezTo>
                  <a:cubicBezTo>
                    <a:pt x="3249" y="51"/>
                    <a:pt x="3199" y="1"/>
                    <a:pt x="3162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" name="Google Shape;660;p29"/>
            <p:cNvSpPr/>
            <p:nvPr/>
          </p:nvSpPr>
          <p:spPr>
            <a:xfrm>
              <a:off x="4063675" y="1320225"/>
              <a:ext cx="30950" cy="15025"/>
            </a:xfrm>
            <a:custGeom>
              <a:rect b="b" l="l" r="r" t="t"/>
              <a:pathLst>
                <a:path extrusionOk="0" h="601" w="1238">
                  <a:moveTo>
                    <a:pt x="1175" y="13"/>
                  </a:moveTo>
                  <a:cubicBezTo>
                    <a:pt x="950" y="0"/>
                    <a:pt x="725" y="50"/>
                    <a:pt x="525" y="163"/>
                  </a:cubicBezTo>
                  <a:cubicBezTo>
                    <a:pt x="325" y="225"/>
                    <a:pt x="150" y="350"/>
                    <a:pt x="25" y="513"/>
                  </a:cubicBezTo>
                  <a:cubicBezTo>
                    <a:pt x="0" y="563"/>
                    <a:pt x="50" y="600"/>
                    <a:pt x="100" y="575"/>
                  </a:cubicBezTo>
                  <a:cubicBezTo>
                    <a:pt x="388" y="288"/>
                    <a:pt x="763" y="125"/>
                    <a:pt x="1175" y="100"/>
                  </a:cubicBezTo>
                  <a:cubicBezTo>
                    <a:pt x="1238" y="100"/>
                    <a:pt x="1225" y="13"/>
                    <a:pt x="1175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1" name="Google Shape;661;p29"/>
            <p:cNvSpPr/>
            <p:nvPr/>
          </p:nvSpPr>
          <p:spPr>
            <a:xfrm>
              <a:off x="4063350" y="1319900"/>
              <a:ext cx="34075" cy="21900"/>
            </a:xfrm>
            <a:custGeom>
              <a:rect b="b" l="l" r="r" t="t"/>
              <a:pathLst>
                <a:path extrusionOk="0" h="876" w="1363">
                  <a:moveTo>
                    <a:pt x="51" y="638"/>
                  </a:moveTo>
                  <a:cubicBezTo>
                    <a:pt x="538" y="876"/>
                    <a:pt x="1151" y="576"/>
                    <a:pt x="1338" y="88"/>
                  </a:cubicBezTo>
                  <a:cubicBezTo>
                    <a:pt x="1363" y="38"/>
                    <a:pt x="1276" y="1"/>
                    <a:pt x="1251" y="51"/>
                  </a:cubicBezTo>
                  <a:cubicBezTo>
                    <a:pt x="1051" y="463"/>
                    <a:pt x="538" y="763"/>
                    <a:pt x="101" y="551"/>
                  </a:cubicBezTo>
                  <a:cubicBezTo>
                    <a:pt x="51" y="526"/>
                    <a:pt x="1" y="601"/>
                    <a:pt x="51" y="6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2" name="Google Shape;662;p29"/>
            <p:cNvSpPr/>
            <p:nvPr/>
          </p:nvSpPr>
          <p:spPr>
            <a:xfrm>
              <a:off x="4299850" y="1278975"/>
              <a:ext cx="132500" cy="60025"/>
            </a:xfrm>
            <a:custGeom>
              <a:rect b="b" l="l" r="r" t="t"/>
              <a:pathLst>
                <a:path extrusionOk="0" h="2401" w="5300">
                  <a:moveTo>
                    <a:pt x="63" y="651"/>
                  </a:moveTo>
                  <a:cubicBezTo>
                    <a:pt x="1600" y="363"/>
                    <a:pt x="4912" y="51"/>
                    <a:pt x="5224" y="2350"/>
                  </a:cubicBezTo>
                  <a:cubicBezTo>
                    <a:pt x="5224" y="2388"/>
                    <a:pt x="5299" y="2400"/>
                    <a:pt x="5287" y="2350"/>
                  </a:cubicBezTo>
                  <a:cubicBezTo>
                    <a:pt x="5075" y="1"/>
                    <a:pt x="1638" y="276"/>
                    <a:pt x="51" y="576"/>
                  </a:cubicBezTo>
                  <a:cubicBezTo>
                    <a:pt x="1" y="588"/>
                    <a:pt x="26" y="663"/>
                    <a:pt x="76" y="6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" name="Google Shape;663;p29"/>
            <p:cNvSpPr/>
            <p:nvPr/>
          </p:nvSpPr>
          <p:spPr>
            <a:xfrm>
              <a:off x="4363900" y="1311175"/>
              <a:ext cx="60950" cy="65000"/>
            </a:xfrm>
            <a:custGeom>
              <a:rect b="b" l="l" r="r" t="t"/>
              <a:pathLst>
                <a:path extrusionOk="0" h="2600" w="2438">
                  <a:moveTo>
                    <a:pt x="1463" y="75"/>
                  </a:moveTo>
                  <a:cubicBezTo>
                    <a:pt x="2088" y="400"/>
                    <a:pt x="2350" y="1175"/>
                    <a:pt x="1938" y="1762"/>
                  </a:cubicBezTo>
                  <a:cubicBezTo>
                    <a:pt x="1550" y="2299"/>
                    <a:pt x="588" y="2474"/>
                    <a:pt x="113" y="1950"/>
                  </a:cubicBezTo>
                  <a:cubicBezTo>
                    <a:pt x="76" y="1900"/>
                    <a:pt x="1" y="1975"/>
                    <a:pt x="38" y="2025"/>
                  </a:cubicBezTo>
                  <a:cubicBezTo>
                    <a:pt x="538" y="2599"/>
                    <a:pt x="1600" y="2412"/>
                    <a:pt x="2013" y="1825"/>
                  </a:cubicBezTo>
                  <a:cubicBezTo>
                    <a:pt x="2438" y="1187"/>
                    <a:pt x="2200" y="325"/>
                    <a:pt x="1500" y="13"/>
                  </a:cubicBezTo>
                  <a:cubicBezTo>
                    <a:pt x="1463" y="0"/>
                    <a:pt x="1438" y="50"/>
                    <a:pt x="1475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4" name="Google Shape;664;p29"/>
            <p:cNvSpPr/>
            <p:nvPr/>
          </p:nvSpPr>
          <p:spPr>
            <a:xfrm>
              <a:off x="4353900" y="1318975"/>
              <a:ext cx="35950" cy="46575"/>
            </a:xfrm>
            <a:custGeom>
              <a:rect b="b" l="l" r="r" t="t"/>
              <a:pathLst>
                <a:path extrusionOk="0" h="1863" w="1438">
                  <a:moveTo>
                    <a:pt x="726" y="1787"/>
                  </a:moveTo>
                  <a:cubicBezTo>
                    <a:pt x="326" y="1600"/>
                    <a:pt x="138" y="1138"/>
                    <a:pt x="301" y="725"/>
                  </a:cubicBezTo>
                  <a:cubicBezTo>
                    <a:pt x="476" y="275"/>
                    <a:pt x="926" y="163"/>
                    <a:pt x="1363" y="288"/>
                  </a:cubicBezTo>
                  <a:cubicBezTo>
                    <a:pt x="1400" y="300"/>
                    <a:pt x="1438" y="225"/>
                    <a:pt x="1388" y="200"/>
                  </a:cubicBezTo>
                  <a:cubicBezTo>
                    <a:pt x="938" y="0"/>
                    <a:pt x="401" y="213"/>
                    <a:pt x="201" y="675"/>
                  </a:cubicBezTo>
                  <a:cubicBezTo>
                    <a:pt x="1" y="1138"/>
                    <a:pt x="226" y="1675"/>
                    <a:pt x="688" y="1850"/>
                  </a:cubicBezTo>
                  <a:cubicBezTo>
                    <a:pt x="738" y="1862"/>
                    <a:pt x="763" y="1812"/>
                    <a:pt x="726" y="17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5" name="Google Shape;665;p29"/>
            <p:cNvSpPr/>
            <p:nvPr/>
          </p:nvSpPr>
          <p:spPr>
            <a:xfrm>
              <a:off x="4384200" y="1322725"/>
              <a:ext cx="17225" cy="30650"/>
            </a:xfrm>
            <a:custGeom>
              <a:rect b="b" l="l" r="r" t="t"/>
              <a:pathLst>
                <a:path extrusionOk="0" h="1226" w="689">
                  <a:moveTo>
                    <a:pt x="51" y="113"/>
                  </a:moveTo>
                  <a:cubicBezTo>
                    <a:pt x="638" y="75"/>
                    <a:pt x="688" y="1225"/>
                    <a:pt x="76" y="1038"/>
                  </a:cubicBezTo>
                  <a:cubicBezTo>
                    <a:pt x="26" y="1013"/>
                    <a:pt x="1" y="1100"/>
                    <a:pt x="63" y="1125"/>
                  </a:cubicBezTo>
                  <a:cubicBezTo>
                    <a:pt x="351" y="1213"/>
                    <a:pt x="638" y="988"/>
                    <a:pt x="626" y="688"/>
                  </a:cubicBezTo>
                  <a:cubicBezTo>
                    <a:pt x="626" y="375"/>
                    <a:pt x="388" y="0"/>
                    <a:pt x="38" y="38"/>
                  </a:cubicBezTo>
                  <a:cubicBezTo>
                    <a:pt x="1" y="38"/>
                    <a:pt x="1" y="113"/>
                    <a:pt x="51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29"/>
            <p:cNvSpPr/>
            <p:nvPr/>
          </p:nvSpPr>
          <p:spPr>
            <a:xfrm>
              <a:off x="4100225" y="1312425"/>
              <a:ext cx="55325" cy="71550"/>
            </a:xfrm>
            <a:custGeom>
              <a:rect b="b" l="l" r="r" t="t"/>
              <a:pathLst>
                <a:path extrusionOk="0" h="2862" w="2213">
                  <a:moveTo>
                    <a:pt x="375" y="50"/>
                  </a:moveTo>
                  <a:cubicBezTo>
                    <a:pt x="0" y="1325"/>
                    <a:pt x="775" y="2762"/>
                    <a:pt x="2175" y="2862"/>
                  </a:cubicBezTo>
                  <a:cubicBezTo>
                    <a:pt x="2200" y="2862"/>
                    <a:pt x="2212" y="2812"/>
                    <a:pt x="2175" y="2812"/>
                  </a:cubicBezTo>
                  <a:cubicBezTo>
                    <a:pt x="913" y="2474"/>
                    <a:pt x="100" y="1400"/>
                    <a:pt x="450" y="75"/>
                  </a:cubicBezTo>
                  <a:cubicBezTo>
                    <a:pt x="463" y="25"/>
                    <a:pt x="388" y="0"/>
                    <a:pt x="375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29"/>
            <p:cNvSpPr/>
            <p:nvPr/>
          </p:nvSpPr>
          <p:spPr>
            <a:xfrm>
              <a:off x="3780925" y="1389575"/>
              <a:ext cx="20025" cy="15350"/>
            </a:xfrm>
            <a:custGeom>
              <a:rect b="b" l="l" r="r" t="t"/>
              <a:pathLst>
                <a:path extrusionOk="0" h="614" w="801">
                  <a:moveTo>
                    <a:pt x="676" y="51"/>
                  </a:moveTo>
                  <a:cubicBezTo>
                    <a:pt x="538" y="276"/>
                    <a:pt x="301" y="438"/>
                    <a:pt x="38" y="501"/>
                  </a:cubicBezTo>
                  <a:cubicBezTo>
                    <a:pt x="1" y="526"/>
                    <a:pt x="1" y="613"/>
                    <a:pt x="63" y="601"/>
                  </a:cubicBezTo>
                  <a:cubicBezTo>
                    <a:pt x="363" y="563"/>
                    <a:pt x="626" y="376"/>
                    <a:pt x="763" y="101"/>
                  </a:cubicBezTo>
                  <a:cubicBezTo>
                    <a:pt x="801" y="51"/>
                    <a:pt x="713" y="1"/>
                    <a:pt x="676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8" name="Google Shape;668;p29"/>
            <p:cNvSpPr/>
            <p:nvPr/>
          </p:nvSpPr>
          <p:spPr>
            <a:xfrm>
              <a:off x="3780300" y="1402400"/>
              <a:ext cx="16900" cy="5950"/>
            </a:xfrm>
            <a:custGeom>
              <a:rect b="b" l="l" r="r" t="t"/>
              <a:pathLst>
                <a:path extrusionOk="0" h="238" w="676">
                  <a:moveTo>
                    <a:pt x="63" y="125"/>
                  </a:moveTo>
                  <a:cubicBezTo>
                    <a:pt x="238" y="213"/>
                    <a:pt x="426" y="238"/>
                    <a:pt x="613" y="213"/>
                  </a:cubicBezTo>
                  <a:cubicBezTo>
                    <a:pt x="676" y="200"/>
                    <a:pt x="651" y="100"/>
                    <a:pt x="601" y="100"/>
                  </a:cubicBezTo>
                  <a:cubicBezTo>
                    <a:pt x="426" y="100"/>
                    <a:pt x="263" y="75"/>
                    <a:pt x="101" y="25"/>
                  </a:cubicBezTo>
                  <a:cubicBezTo>
                    <a:pt x="26" y="0"/>
                    <a:pt x="1" y="100"/>
                    <a:pt x="63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9" name="Google Shape;669;p29"/>
            <p:cNvSpPr/>
            <p:nvPr/>
          </p:nvSpPr>
          <p:spPr>
            <a:xfrm>
              <a:off x="3799050" y="1384900"/>
              <a:ext cx="9400" cy="7525"/>
            </a:xfrm>
            <a:custGeom>
              <a:rect b="b" l="l" r="r" t="t"/>
              <a:pathLst>
                <a:path extrusionOk="0" h="301" w="376">
                  <a:moveTo>
                    <a:pt x="113" y="225"/>
                  </a:moveTo>
                  <a:cubicBezTo>
                    <a:pt x="163" y="188"/>
                    <a:pt x="238" y="213"/>
                    <a:pt x="276" y="263"/>
                  </a:cubicBezTo>
                  <a:cubicBezTo>
                    <a:pt x="301" y="300"/>
                    <a:pt x="376" y="263"/>
                    <a:pt x="351" y="213"/>
                  </a:cubicBezTo>
                  <a:cubicBezTo>
                    <a:pt x="301" y="63"/>
                    <a:pt x="126" y="0"/>
                    <a:pt x="38" y="163"/>
                  </a:cubicBezTo>
                  <a:cubicBezTo>
                    <a:pt x="1" y="213"/>
                    <a:pt x="76" y="263"/>
                    <a:pt x="113" y="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0" name="Google Shape;670;p29"/>
            <p:cNvSpPr/>
            <p:nvPr/>
          </p:nvSpPr>
          <p:spPr>
            <a:xfrm>
              <a:off x="3806550" y="1390200"/>
              <a:ext cx="20025" cy="15650"/>
            </a:xfrm>
            <a:custGeom>
              <a:rect b="b" l="l" r="r" t="t"/>
              <a:pathLst>
                <a:path extrusionOk="0" h="626" w="801">
                  <a:moveTo>
                    <a:pt x="26" y="88"/>
                  </a:moveTo>
                  <a:cubicBezTo>
                    <a:pt x="188" y="338"/>
                    <a:pt x="450" y="626"/>
                    <a:pt x="763" y="563"/>
                  </a:cubicBezTo>
                  <a:cubicBezTo>
                    <a:pt x="800" y="551"/>
                    <a:pt x="800" y="488"/>
                    <a:pt x="763" y="476"/>
                  </a:cubicBezTo>
                  <a:cubicBezTo>
                    <a:pt x="488" y="413"/>
                    <a:pt x="250" y="263"/>
                    <a:pt x="101" y="38"/>
                  </a:cubicBezTo>
                  <a:cubicBezTo>
                    <a:pt x="63" y="1"/>
                    <a:pt x="1" y="51"/>
                    <a:pt x="26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1" name="Google Shape;671;p29"/>
            <p:cNvSpPr/>
            <p:nvPr/>
          </p:nvSpPr>
          <p:spPr>
            <a:xfrm>
              <a:off x="3801875" y="1399900"/>
              <a:ext cx="24375" cy="10325"/>
            </a:xfrm>
            <a:custGeom>
              <a:rect b="b" l="l" r="r" t="t"/>
              <a:pathLst>
                <a:path extrusionOk="0" h="413" w="975">
                  <a:moveTo>
                    <a:pt x="862" y="125"/>
                  </a:moveTo>
                  <a:cubicBezTo>
                    <a:pt x="612" y="288"/>
                    <a:pt x="362" y="225"/>
                    <a:pt x="138" y="50"/>
                  </a:cubicBezTo>
                  <a:cubicBezTo>
                    <a:pt x="88" y="0"/>
                    <a:pt x="0" y="88"/>
                    <a:pt x="63" y="138"/>
                  </a:cubicBezTo>
                  <a:cubicBezTo>
                    <a:pt x="288" y="375"/>
                    <a:pt x="662" y="412"/>
                    <a:pt x="925" y="200"/>
                  </a:cubicBezTo>
                  <a:cubicBezTo>
                    <a:pt x="975" y="163"/>
                    <a:pt x="912" y="88"/>
                    <a:pt x="862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2" name="Google Shape;672;p29"/>
            <p:cNvSpPr/>
            <p:nvPr/>
          </p:nvSpPr>
          <p:spPr>
            <a:xfrm>
              <a:off x="3791550" y="1399900"/>
              <a:ext cx="13475" cy="7825"/>
            </a:xfrm>
            <a:custGeom>
              <a:rect b="b" l="l" r="r" t="t"/>
              <a:pathLst>
                <a:path extrusionOk="0" h="313" w="539">
                  <a:moveTo>
                    <a:pt x="413" y="50"/>
                  </a:moveTo>
                  <a:cubicBezTo>
                    <a:pt x="313" y="138"/>
                    <a:pt x="188" y="200"/>
                    <a:pt x="63" y="213"/>
                  </a:cubicBezTo>
                  <a:cubicBezTo>
                    <a:pt x="1" y="213"/>
                    <a:pt x="26" y="300"/>
                    <a:pt x="76" y="300"/>
                  </a:cubicBezTo>
                  <a:cubicBezTo>
                    <a:pt x="238" y="313"/>
                    <a:pt x="388" y="250"/>
                    <a:pt x="501" y="138"/>
                  </a:cubicBezTo>
                  <a:cubicBezTo>
                    <a:pt x="538" y="75"/>
                    <a:pt x="476" y="0"/>
                    <a:pt x="413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29"/>
            <p:cNvSpPr/>
            <p:nvPr/>
          </p:nvSpPr>
          <p:spPr>
            <a:xfrm>
              <a:off x="3796550" y="1409275"/>
              <a:ext cx="14400" cy="12500"/>
            </a:xfrm>
            <a:custGeom>
              <a:rect b="b" l="l" r="r" t="t"/>
              <a:pathLst>
                <a:path extrusionOk="0" h="500" w="576">
                  <a:moveTo>
                    <a:pt x="301" y="25"/>
                  </a:moveTo>
                  <a:cubicBezTo>
                    <a:pt x="176" y="37"/>
                    <a:pt x="38" y="75"/>
                    <a:pt x="26" y="212"/>
                  </a:cubicBezTo>
                  <a:cubicBezTo>
                    <a:pt x="1" y="337"/>
                    <a:pt x="101" y="437"/>
                    <a:pt x="213" y="437"/>
                  </a:cubicBezTo>
                  <a:cubicBezTo>
                    <a:pt x="513" y="500"/>
                    <a:pt x="575" y="37"/>
                    <a:pt x="276" y="13"/>
                  </a:cubicBezTo>
                  <a:cubicBezTo>
                    <a:pt x="201" y="0"/>
                    <a:pt x="188" y="125"/>
                    <a:pt x="263" y="137"/>
                  </a:cubicBezTo>
                  <a:lnTo>
                    <a:pt x="301" y="150"/>
                  </a:lnTo>
                  <a:cubicBezTo>
                    <a:pt x="376" y="150"/>
                    <a:pt x="376" y="25"/>
                    <a:pt x="301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29"/>
            <p:cNvSpPr/>
            <p:nvPr/>
          </p:nvSpPr>
          <p:spPr>
            <a:xfrm>
              <a:off x="3796550" y="4276950"/>
              <a:ext cx="111875" cy="104375"/>
            </a:xfrm>
            <a:custGeom>
              <a:rect b="b" l="l" r="r" t="t"/>
              <a:pathLst>
                <a:path extrusionOk="0" h="4175" w="4475">
                  <a:moveTo>
                    <a:pt x="2675" y="3887"/>
                  </a:moveTo>
                  <a:cubicBezTo>
                    <a:pt x="1100" y="4074"/>
                    <a:pt x="1" y="2275"/>
                    <a:pt x="1150" y="1050"/>
                  </a:cubicBezTo>
                  <a:cubicBezTo>
                    <a:pt x="2025" y="113"/>
                    <a:pt x="3487" y="563"/>
                    <a:pt x="4399" y="1212"/>
                  </a:cubicBezTo>
                  <a:cubicBezTo>
                    <a:pt x="4424" y="1237"/>
                    <a:pt x="4474" y="1175"/>
                    <a:pt x="4437" y="1150"/>
                  </a:cubicBezTo>
                  <a:cubicBezTo>
                    <a:pt x="3425" y="213"/>
                    <a:pt x="1488" y="0"/>
                    <a:pt x="763" y="1375"/>
                  </a:cubicBezTo>
                  <a:cubicBezTo>
                    <a:pt x="51" y="2725"/>
                    <a:pt x="1225" y="4174"/>
                    <a:pt x="2675" y="3999"/>
                  </a:cubicBezTo>
                  <a:cubicBezTo>
                    <a:pt x="2737" y="3999"/>
                    <a:pt x="2737" y="3874"/>
                    <a:pt x="2675" y="38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29"/>
            <p:cNvSpPr/>
            <p:nvPr/>
          </p:nvSpPr>
          <p:spPr>
            <a:xfrm>
              <a:off x="3903400" y="4301950"/>
              <a:ext cx="263400" cy="146850"/>
            </a:xfrm>
            <a:custGeom>
              <a:rect b="b" l="l" r="r" t="t"/>
              <a:pathLst>
                <a:path extrusionOk="0" h="5874" w="10536">
                  <a:moveTo>
                    <a:pt x="26" y="75"/>
                  </a:moveTo>
                  <a:cubicBezTo>
                    <a:pt x="1338" y="1950"/>
                    <a:pt x="2537" y="4361"/>
                    <a:pt x="4862" y="5136"/>
                  </a:cubicBezTo>
                  <a:cubicBezTo>
                    <a:pt x="6586" y="5724"/>
                    <a:pt x="9073" y="5873"/>
                    <a:pt x="10510" y="4611"/>
                  </a:cubicBezTo>
                  <a:cubicBezTo>
                    <a:pt x="10535" y="4586"/>
                    <a:pt x="10510" y="4536"/>
                    <a:pt x="10473" y="4561"/>
                  </a:cubicBezTo>
                  <a:cubicBezTo>
                    <a:pt x="8848" y="5761"/>
                    <a:pt x="6074" y="5586"/>
                    <a:pt x="4324" y="4736"/>
                  </a:cubicBezTo>
                  <a:cubicBezTo>
                    <a:pt x="2412" y="3812"/>
                    <a:pt x="1300" y="1700"/>
                    <a:pt x="88" y="38"/>
                  </a:cubicBezTo>
                  <a:cubicBezTo>
                    <a:pt x="63" y="0"/>
                    <a:pt x="1" y="38"/>
                    <a:pt x="26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29"/>
            <p:cNvSpPr/>
            <p:nvPr/>
          </p:nvSpPr>
          <p:spPr>
            <a:xfrm>
              <a:off x="4099600" y="4324125"/>
              <a:ext cx="100300" cy="85000"/>
            </a:xfrm>
            <a:custGeom>
              <a:rect b="b" l="l" r="r" t="t"/>
              <a:pathLst>
                <a:path extrusionOk="0" h="3400" w="4012">
                  <a:moveTo>
                    <a:pt x="2925" y="3362"/>
                  </a:moveTo>
                  <a:cubicBezTo>
                    <a:pt x="3425" y="2500"/>
                    <a:pt x="3612" y="1312"/>
                    <a:pt x="2787" y="575"/>
                  </a:cubicBezTo>
                  <a:cubicBezTo>
                    <a:pt x="2312" y="150"/>
                    <a:pt x="1175" y="0"/>
                    <a:pt x="625" y="413"/>
                  </a:cubicBezTo>
                  <a:cubicBezTo>
                    <a:pt x="0" y="900"/>
                    <a:pt x="88" y="2050"/>
                    <a:pt x="813" y="2375"/>
                  </a:cubicBezTo>
                  <a:cubicBezTo>
                    <a:pt x="1263" y="2575"/>
                    <a:pt x="1775" y="2550"/>
                    <a:pt x="2187" y="2300"/>
                  </a:cubicBezTo>
                  <a:cubicBezTo>
                    <a:pt x="2837" y="1937"/>
                    <a:pt x="3237" y="975"/>
                    <a:pt x="3987" y="863"/>
                  </a:cubicBezTo>
                  <a:cubicBezTo>
                    <a:pt x="4012" y="863"/>
                    <a:pt x="3999" y="825"/>
                    <a:pt x="3987" y="825"/>
                  </a:cubicBezTo>
                  <a:cubicBezTo>
                    <a:pt x="3575" y="838"/>
                    <a:pt x="3337" y="1100"/>
                    <a:pt x="3062" y="1387"/>
                  </a:cubicBezTo>
                  <a:cubicBezTo>
                    <a:pt x="2787" y="1675"/>
                    <a:pt x="2500" y="2050"/>
                    <a:pt x="2137" y="2200"/>
                  </a:cubicBezTo>
                  <a:cubicBezTo>
                    <a:pt x="1275" y="2575"/>
                    <a:pt x="288" y="2325"/>
                    <a:pt x="425" y="1200"/>
                  </a:cubicBezTo>
                  <a:cubicBezTo>
                    <a:pt x="350" y="850"/>
                    <a:pt x="488" y="638"/>
                    <a:pt x="838" y="550"/>
                  </a:cubicBezTo>
                  <a:cubicBezTo>
                    <a:pt x="913" y="425"/>
                    <a:pt x="1050" y="338"/>
                    <a:pt x="1213" y="338"/>
                  </a:cubicBezTo>
                  <a:cubicBezTo>
                    <a:pt x="1275" y="338"/>
                    <a:pt x="1325" y="338"/>
                    <a:pt x="1388" y="338"/>
                  </a:cubicBezTo>
                  <a:cubicBezTo>
                    <a:pt x="1650" y="313"/>
                    <a:pt x="1900" y="325"/>
                    <a:pt x="2150" y="375"/>
                  </a:cubicBezTo>
                  <a:cubicBezTo>
                    <a:pt x="3525" y="713"/>
                    <a:pt x="3387" y="2375"/>
                    <a:pt x="2850" y="3312"/>
                  </a:cubicBezTo>
                  <a:cubicBezTo>
                    <a:pt x="2825" y="3362"/>
                    <a:pt x="2900" y="3399"/>
                    <a:pt x="2925" y="33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29"/>
            <p:cNvSpPr/>
            <p:nvPr/>
          </p:nvSpPr>
          <p:spPr>
            <a:xfrm>
              <a:off x="4206450" y="4341000"/>
              <a:ext cx="55325" cy="13450"/>
            </a:xfrm>
            <a:custGeom>
              <a:rect b="b" l="l" r="r" t="t"/>
              <a:pathLst>
                <a:path extrusionOk="0" h="538" w="2213">
                  <a:moveTo>
                    <a:pt x="50" y="150"/>
                  </a:moveTo>
                  <a:cubicBezTo>
                    <a:pt x="838" y="75"/>
                    <a:pt x="1437" y="300"/>
                    <a:pt x="2162" y="525"/>
                  </a:cubicBezTo>
                  <a:cubicBezTo>
                    <a:pt x="2200" y="537"/>
                    <a:pt x="2212" y="488"/>
                    <a:pt x="2187" y="475"/>
                  </a:cubicBezTo>
                  <a:cubicBezTo>
                    <a:pt x="1600" y="50"/>
                    <a:pt x="750" y="0"/>
                    <a:pt x="50" y="75"/>
                  </a:cubicBezTo>
                  <a:cubicBezTo>
                    <a:pt x="0" y="75"/>
                    <a:pt x="0" y="150"/>
                    <a:pt x="50" y="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29"/>
            <p:cNvSpPr/>
            <p:nvPr/>
          </p:nvSpPr>
          <p:spPr>
            <a:xfrm>
              <a:off x="3933700" y="4288500"/>
              <a:ext cx="82500" cy="96575"/>
            </a:xfrm>
            <a:custGeom>
              <a:rect b="b" l="l" r="r" t="t"/>
              <a:pathLst>
                <a:path extrusionOk="0" h="3863" w="3300">
                  <a:moveTo>
                    <a:pt x="1100" y="3787"/>
                  </a:moveTo>
                  <a:cubicBezTo>
                    <a:pt x="576" y="3125"/>
                    <a:pt x="113" y="2300"/>
                    <a:pt x="363" y="1413"/>
                  </a:cubicBezTo>
                  <a:cubicBezTo>
                    <a:pt x="501" y="950"/>
                    <a:pt x="813" y="563"/>
                    <a:pt x="1250" y="363"/>
                  </a:cubicBezTo>
                  <a:cubicBezTo>
                    <a:pt x="1525" y="201"/>
                    <a:pt x="1838" y="126"/>
                    <a:pt x="2163" y="126"/>
                  </a:cubicBezTo>
                  <a:cubicBezTo>
                    <a:pt x="2887" y="138"/>
                    <a:pt x="3037" y="563"/>
                    <a:pt x="2613" y="1388"/>
                  </a:cubicBezTo>
                  <a:cubicBezTo>
                    <a:pt x="2588" y="1350"/>
                    <a:pt x="2513" y="1388"/>
                    <a:pt x="2550" y="1438"/>
                  </a:cubicBezTo>
                  <a:cubicBezTo>
                    <a:pt x="2837" y="1800"/>
                    <a:pt x="3175" y="1388"/>
                    <a:pt x="3212" y="1050"/>
                  </a:cubicBezTo>
                  <a:cubicBezTo>
                    <a:pt x="3300" y="376"/>
                    <a:pt x="2625" y="1"/>
                    <a:pt x="2038" y="26"/>
                  </a:cubicBezTo>
                  <a:cubicBezTo>
                    <a:pt x="1250" y="51"/>
                    <a:pt x="463" y="601"/>
                    <a:pt x="251" y="1388"/>
                  </a:cubicBezTo>
                  <a:cubicBezTo>
                    <a:pt x="1" y="2300"/>
                    <a:pt x="476" y="3162"/>
                    <a:pt x="1063" y="3837"/>
                  </a:cubicBezTo>
                  <a:cubicBezTo>
                    <a:pt x="1088" y="3862"/>
                    <a:pt x="1125" y="3825"/>
                    <a:pt x="1100" y="37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" name="Google Shape;679;p29"/>
            <p:cNvSpPr/>
            <p:nvPr/>
          </p:nvSpPr>
          <p:spPr>
            <a:xfrm>
              <a:off x="3920575" y="4246025"/>
              <a:ext cx="22850" cy="110925"/>
            </a:xfrm>
            <a:custGeom>
              <a:rect b="b" l="l" r="r" t="t"/>
              <a:pathLst>
                <a:path extrusionOk="0" h="4437" w="914">
                  <a:moveTo>
                    <a:pt x="876" y="4324"/>
                  </a:moveTo>
                  <a:cubicBezTo>
                    <a:pt x="26" y="3324"/>
                    <a:pt x="1" y="1187"/>
                    <a:pt x="588" y="63"/>
                  </a:cubicBezTo>
                  <a:cubicBezTo>
                    <a:pt x="588" y="25"/>
                    <a:pt x="551" y="0"/>
                    <a:pt x="526" y="25"/>
                  </a:cubicBezTo>
                  <a:cubicBezTo>
                    <a:pt x="1" y="712"/>
                    <a:pt x="88" y="1712"/>
                    <a:pt x="176" y="2512"/>
                  </a:cubicBezTo>
                  <a:cubicBezTo>
                    <a:pt x="251" y="3187"/>
                    <a:pt x="363" y="3862"/>
                    <a:pt x="826" y="4386"/>
                  </a:cubicBezTo>
                  <a:cubicBezTo>
                    <a:pt x="851" y="4436"/>
                    <a:pt x="913" y="4374"/>
                    <a:pt x="876" y="43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29"/>
            <p:cNvSpPr/>
            <p:nvPr/>
          </p:nvSpPr>
          <p:spPr>
            <a:xfrm>
              <a:off x="3930900" y="4234450"/>
              <a:ext cx="12200" cy="12225"/>
            </a:xfrm>
            <a:custGeom>
              <a:rect b="b" l="l" r="r" t="t"/>
              <a:pathLst>
                <a:path extrusionOk="0" h="489" w="488">
                  <a:moveTo>
                    <a:pt x="138" y="451"/>
                  </a:moveTo>
                  <a:cubicBezTo>
                    <a:pt x="225" y="488"/>
                    <a:pt x="325" y="476"/>
                    <a:pt x="400" y="401"/>
                  </a:cubicBezTo>
                  <a:cubicBezTo>
                    <a:pt x="463" y="338"/>
                    <a:pt x="488" y="251"/>
                    <a:pt x="463" y="163"/>
                  </a:cubicBezTo>
                  <a:cubicBezTo>
                    <a:pt x="463" y="126"/>
                    <a:pt x="450" y="101"/>
                    <a:pt x="425" y="76"/>
                  </a:cubicBezTo>
                  <a:cubicBezTo>
                    <a:pt x="400" y="51"/>
                    <a:pt x="363" y="26"/>
                    <a:pt x="325" y="26"/>
                  </a:cubicBezTo>
                  <a:cubicBezTo>
                    <a:pt x="200" y="1"/>
                    <a:pt x="75" y="76"/>
                    <a:pt x="25" y="188"/>
                  </a:cubicBezTo>
                  <a:cubicBezTo>
                    <a:pt x="0" y="313"/>
                    <a:pt x="113" y="438"/>
                    <a:pt x="238" y="4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29"/>
            <p:cNvSpPr/>
            <p:nvPr/>
          </p:nvSpPr>
          <p:spPr>
            <a:xfrm>
              <a:off x="3926825" y="4232575"/>
              <a:ext cx="18475" cy="15975"/>
            </a:xfrm>
            <a:custGeom>
              <a:rect b="b" l="l" r="r" t="t"/>
              <a:pathLst>
                <a:path extrusionOk="0" h="639" w="739">
                  <a:moveTo>
                    <a:pt x="276" y="588"/>
                  </a:moveTo>
                  <a:cubicBezTo>
                    <a:pt x="451" y="638"/>
                    <a:pt x="626" y="551"/>
                    <a:pt x="676" y="376"/>
                  </a:cubicBezTo>
                  <a:cubicBezTo>
                    <a:pt x="738" y="238"/>
                    <a:pt x="651" y="76"/>
                    <a:pt x="488" y="51"/>
                  </a:cubicBezTo>
                  <a:cubicBezTo>
                    <a:pt x="88" y="1"/>
                    <a:pt x="1" y="563"/>
                    <a:pt x="401" y="563"/>
                  </a:cubicBezTo>
                  <a:cubicBezTo>
                    <a:pt x="451" y="563"/>
                    <a:pt x="463" y="488"/>
                    <a:pt x="413" y="476"/>
                  </a:cubicBezTo>
                  <a:cubicBezTo>
                    <a:pt x="301" y="151"/>
                    <a:pt x="313" y="76"/>
                    <a:pt x="476" y="263"/>
                  </a:cubicBezTo>
                  <a:cubicBezTo>
                    <a:pt x="651" y="363"/>
                    <a:pt x="588" y="438"/>
                    <a:pt x="313" y="463"/>
                  </a:cubicBezTo>
                  <a:cubicBezTo>
                    <a:pt x="238" y="438"/>
                    <a:pt x="201" y="563"/>
                    <a:pt x="276" y="5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29"/>
            <p:cNvSpPr/>
            <p:nvPr/>
          </p:nvSpPr>
          <p:spPr>
            <a:xfrm>
              <a:off x="4169275" y="4411600"/>
              <a:ext cx="2825" cy="3150"/>
            </a:xfrm>
            <a:custGeom>
              <a:rect b="b" l="l" r="r" t="t"/>
              <a:pathLst>
                <a:path extrusionOk="0" h="126" w="113">
                  <a:moveTo>
                    <a:pt x="88" y="63"/>
                  </a:moveTo>
                  <a:cubicBezTo>
                    <a:pt x="88" y="50"/>
                    <a:pt x="88" y="38"/>
                    <a:pt x="88" y="25"/>
                  </a:cubicBezTo>
                  <a:cubicBezTo>
                    <a:pt x="75" y="0"/>
                    <a:pt x="38" y="0"/>
                    <a:pt x="25" y="25"/>
                  </a:cubicBezTo>
                  <a:lnTo>
                    <a:pt x="13" y="63"/>
                  </a:lnTo>
                  <a:cubicBezTo>
                    <a:pt x="0" y="125"/>
                    <a:pt x="113" y="125"/>
                    <a:pt x="88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29"/>
            <p:cNvSpPr/>
            <p:nvPr/>
          </p:nvSpPr>
          <p:spPr>
            <a:xfrm>
              <a:off x="4259250" y="4353500"/>
              <a:ext cx="41875" cy="17825"/>
            </a:xfrm>
            <a:custGeom>
              <a:rect b="b" l="l" r="r" t="t"/>
              <a:pathLst>
                <a:path extrusionOk="0" h="713" w="1675">
                  <a:moveTo>
                    <a:pt x="25" y="100"/>
                  </a:moveTo>
                  <a:cubicBezTo>
                    <a:pt x="213" y="625"/>
                    <a:pt x="1175" y="712"/>
                    <a:pt x="1625" y="562"/>
                  </a:cubicBezTo>
                  <a:cubicBezTo>
                    <a:pt x="1675" y="550"/>
                    <a:pt x="1675" y="462"/>
                    <a:pt x="1612" y="462"/>
                  </a:cubicBezTo>
                  <a:cubicBezTo>
                    <a:pt x="1375" y="512"/>
                    <a:pt x="1125" y="512"/>
                    <a:pt x="875" y="475"/>
                  </a:cubicBezTo>
                  <a:cubicBezTo>
                    <a:pt x="650" y="425"/>
                    <a:pt x="225" y="325"/>
                    <a:pt x="125" y="62"/>
                  </a:cubicBezTo>
                  <a:cubicBezTo>
                    <a:pt x="100" y="0"/>
                    <a:pt x="0" y="25"/>
                    <a:pt x="25" y="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29"/>
            <p:cNvSpPr/>
            <p:nvPr/>
          </p:nvSpPr>
          <p:spPr>
            <a:xfrm>
              <a:off x="4259250" y="4349125"/>
              <a:ext cx="42200" cy="19700"/>
            </a:xfrm>
            <a:custGeom>
              <a:rect b="b" l="l" r="r" t="t"/>
              <a:pathLst>
                <a:path extrusionOk="0" h="788" w="1688">
                  <a:moveTo>
                    <a:pt x="1650" y="675"/>
                  </a:moveTo>
                  <a:cubicBezTo>
                    <a:pt x="1287" y="312"/>
                    <a:pt x="575" y="0"/>
                    <a:pt x="63" y="138"/>
                  </a:cubicBezTo>
                  <a:cubicBezTo>
                    <a:pt x="0" y="163"/>
                    <a:pt x="25" y="237"/>
                    <a:pt x="88" y="237"/>
                  </a:cubicBezTo>
                  <a:cubicBezTo>
                    <a:pt x="638" y="175"/>
                    <a:pt x="1175" y="362"/>
                    <a:pt x="1587" y="737"/>
                  </a:cubicBezTo>
                  <a:cubicBezTo>
                    <a:pt x="1625" y="787"/>
                    <a:pt x="1687" y="712"/>
                    <a:pt x="1650" y="6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29"/>
            <p:cNvSpPr/>
            <p:nvPr/>
          </p:nvSpPr>
          <p:spPr>
            <a:xfrm>
              <a:off x="4198950" y="4314750"/>
              <a:ext cx="33150" cy="30025"/>
            </a:xfrm>
            <a:custGeom>
              <a:rect b="b" l="l" r="r" t="t"/>
              <a:pathLst>
                <a:path extrusionOk="0" h="1201" w="1326">
                  <a:moveTo>
                    <a:pt x="50" y="1188"/>
                  </a:moveTo>
                  <a:cubicBezTo>
                    <a:pt x="400" y="1200"/>
                    <a:pt x="663" y="1025"/>
                    <a:pt x="925" y="825"/>
                  </a:cubicBezTo>
                  <a:cubicBezTo>
                    <a:pt x="1175" y="638"/>
                    <a:pt x="1325" y="363"/>
                    <a:pt x="1325" y="50"/>
                  </a:cubicBezTo>
                  <a:cubicBezTo>
                    <a:pt x="1325" y="13"/>
                    <a:pt x="1263" y="0"/>
                    <a:pt x="1250" y="38"/>
                  </a:cubicBezTo>
                  <a:cubicBezTo>
                    <a:pt x="1238" y="325"/>
                    <a:pt x="1088" y="588"/>
                    <a:pt x="863" y="763"/>
                  </a:cubicBezTo>
                  <a:cubicBezTo>
                    <a:pt x="625" y="950"/>
                    <a:pt x="375" y="1125"/>
                    <a:pt x="50" y="1113"/>
                  </a:cubicBezTo>
                  <a:cubicBezTo>
                    <a:pt x="0" y="1113"/>
                    <a:pt x="0" y="1188"/>
                    <a:pt x="50" y="1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29"/>
            <p:cNvSpPr/>
            <p:nvPr/>
          </p:nvSpPr>
          <p:spPr>
            <a:xfrm>
              <a:off x="4199575" y="4315050"/>
              <a:ext cx="33150" cy="29100"/>
            </a:xfrm>
            <a:custGeom>
              <a:rect b="b" l="l" r="r" t="t"/>
              <a:pathLst>
                <a:path extrusionOk="0" h="1164" w="1326">
                  <a:moveTo>
                    <a:pt x="1250" y="1"/>
                  </a:moveTo>
                  <a:cubicBezTo>
                    <a:pt x="700" y="88"/>
                    <a:pt x="113" y="488"/>
                    <a:pt x="0" y="1076"/>
                  </a:cubicBezTo>
                  <a:cubicBezTo>
                    <a:pt x="0" y="1138"/>
                    <a:pt x="75" y="1163"/>
                    <a:pt x="113" y="1113"/>
                  </a:cubicBezTo>
                  <a:cubicBezTo>
                    <a:pt x="250" y="876"/>
                    <a:pt x="300" y="651"/>
                    <a:pt x="538" y="463"/>
                  </a:cubicBezTo>
                  <a:cubicBezTo>
                    <a:pt x="763" y="288"/>
                    <a:pt x="1013" y="163"/>
                    <a:pt x="1275" y="76"/>
                  </a:cubicBezTo>
                  <a:cubicBezTo>
                    <a:pt x="1325" y="63"/>
                    <a:pt x="1300" y="1"/>
                    <a:pt x="12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29"/>
            <p:cNvSpPr/>
            <p:nvPr/>
          </p:nvSpPr>
          <p:spPr>
            <a:xfrm>
              <a:off x="3891225" y="4250400"/>
              <a:ext cx="38450" cy="86550"/>
            </a:xfrm>
            <a:custGeom>
              <a:rect b="b" l="l" r="r" t="t"/>
              <a:pathLst>
                <a:path extrusionOk="0" h="3462" w="1538">
                  <a:moveTo>
                    <a:pt x="1512" y="3387"/>
                  </a:moveTo>
                  <a:cubicBezTo>
                    <a:pt x="800" y="2399"/>
                    <a:pt x="325" y="1262"/>
                    <a:pt x="100" y="63"/>
                  </a:cubicBezTo>
                  <a:cubicBezTo>
                    <a:pt x="88" y="0"/>
                    <a:pt x="0" y="25"/>
                    <a:pt x="13" y="88"/>
                  </a:cubicBezTo>
                  <a:cubicBezTo>
                    <a:pt x="225" y="1300"/>
                    <a:pt x="712" y="2437"/>
                    <a:pt x="1450" y="3424"/>
                  </a:cubicBezTo>
                  <a:cubicBezTo>
                    <a:pt x="1475" y="3462"/>
                    <a:pt x="1537" y="3424"/>
                    <a:pt x="1512" y="33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29"/>
            <p:cNvSpPr/>
            <p:nvPr/>
          </p:nvSpPr>
          <p:spPr>
            <a:xfrm>
              <a:off x="3880900" y="4236650"/>
              <a:ext cx="17850" cy="16275"/>
            </a:xfrm>
            <a:custGeom>
              <a:rect b="b" l="l" r="r" t="t"/>
              <a:pathLst>
                <a:path extrusionOk="0" h="651" w="714">
                  <a:moveTo>
                    <a:pt x="526" y="563"/>
                  </a:moveTo>
                  <a:cubicBezTo>
                    <a:pt x="713" y="350"/>
                    <a:pt x="488" y="0"/>
                    <a:pt x="238" y="200"/>
                  </a:cubicBezTo>
                  <a:cubicBezTo>
                    <a:pt x="1" y="400"/>
                    <a:pt x="338" y="650"/>
                    <a:pt x="551" y="550"/>
                  </a:cubicBezTo>
                  <a:cubicBezTo>
                    <a:pt x="588" y="538"/>
                    <a:pt x="576" y="475"/>
                    <a:pt x="538" y="475"/>
                  </a:cubicBezTo>
                  <a:cubicBezTo>
                    <a:pt x="501" y="475"/>
                    <a:pt x="463" y="475"/>
                    <a:pt x="426" y="475"/>
                  </a:cubicBezTo>
                  <a:cubicBezTo>
                    <a:pt x="338" y="463"/>
                    <a:pt x="351" y="475"/>
                    <a:pt x="463" y="500"/>
                  </a:cubicBezTo>
                  <a:cubicBezTo>
                    <a:pt x="426" y="538"/>
                    <a:pt x="488" y="600"/>
                    <a:pt x="526" y="5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29"/>
            <p:cNvSpPr/>
            <p:nvPr/>
          </p:nvSpPr>
          <p:spPr>
            <a:xfrm>
              <a:off x="3936525" y="4266325"/>
              <a:ext cx="30625" cy="82200"/>
            </a:xfrm>
            <a:custGeom>
              <a:rect b="b" l="l" r="r" t="t"/>
              <a:pathLst>
                <a:path extrusionOk="0" h="3288" w="1225">
                  <a:moveTo>
                    <a:pt x="225" y="3225"/>
                  </a:moveTo>
                  <a:cubicBezTo>
                    <a:pt x="88" y="2012"/>
                    <a:pt x="413" y="1013"/>
                    <a:pt x="1200" y="75"/>
                  </a:cubicBezTo>
                  <a:cubicBezTo>
                    <a:pt x="1225" y="50"/>
                    <a:pt x="1175" y="0"/>
                    <a:pt x="1150" y="38"/>
                  </a:cubicBezTo>
                  <a:cubicBezTo>
                    <a:pt x="213" y="763"/>
                    <a:pt x="0" y="2125"/>
                    <a:pt x="125" y="3225"/>
                  </a:cubicBezTo>
                  <a:cubicBezTo>
                    <a:pt x="138" y="3287"/>
                    <a:pt x="225" y="3287"/>
                    <a:pt x="225" y="3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29"/>
            <p:cNvSpPr/>
            <p:nvPr/>
          </p:nvSpPr>
          <p:spPr>
            <a:xfrm>
              <a:off x="3963700" y="4258200"/>
              <a:ext cx="13450" cy="13775"/>
            </a:xfrm>
            <a:custGeom>
              <a:rect b="b" l="l" r="r" t="t"/>
              <a:pathLst>
                <a:path extrusionOk="0" h="551" w="538">
                  <a:moveTo>
                    <a:pt x="475" y="288"/>
                  </a:moveTo>
                  <a:cubicBezTo>
                    <a:pt x="538" y="38"/>
                    <a:pt x="13" y="1"/>
                    <a:pt x="25" y="263"/>
                  </a:cubicBezTo>
                  <a:cubicBezTo>
                    <a:pt x="0" y="550"/>
                    <a:pt x="425" y="525"/>
                    <a:pt x="425" y="238"/>
                  </a:cubicBezTo>
                  <a:cubicBezTo>
                    <a:pt x="425" y="200"/>
                    <a:pt x="375" y="188"/>
                    <a:pt x="363" y="225"/>
                  </a:cubicBezTo>
                  <a:cubicBezTo>
                    <a:pt x="300" y="275"/>
                    <a:pt x="313" y="300"/>
                    <a:pt x="413" y="300"/>
                  </a:cubicBezTo>
                  <a:cubicBezTo>
                    <a:pt x="413" y="338"/>
                    <a:pt x="475" y="338"/>
                    <a:pt x="475" y="3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29"/>
            <p:cNvSpPr/>
            <p:nvPr/>
          </p:nvSpPr>
          <p:spPr>
            <a:xfrm>
              <a:off x="4139900" y="4371600"/>
              <a:ext cx="237775" cy="60325"/>
            </a:xfrm>
            <a:custGeom>
              <a:rect b="b" l="l" r="r" t="t"/>
              <a:pathLst>
                <a:path extrusionOk="0" h="2413" w="9511">
                  <a:moveTo>
                    <a:pt x="63" y="2400"/>
                  </a:moveTo>
                  <a:cubicBezTo>
                    <a:pt x="3375" y="1151"/>
                    <a:pt x="6061" y="1"/>
                    <a:pt x="9386" y="2038"/>
                  </a:cubicBezTo>
                  <a:cubicBezTo>
                    <a:pt x="9448" y="2075"/>
                    <a:pt x="9511" y="1975"/>
                    <a:pt x="9448" y="1938"/>
                  </a:cubicBezTo>
                  <a:cubicBezTo>
                    <a:pt x="8023" y="988"/>
                    <a:pt x="6761" y="588"/>
                    <a:pt x="5049" y="751"/>
                  </a:cubicBezTo>
                  <a:cubicBezTo>
                    <a:pt x="3125" y="938"/>
                    <a:pt x="1825" y="1650"/>
                    <a:pt x="38" y="2338"/>
                  </a:cubicBezTo>
                  <a:cubicBezTo>
                    <a:pt x="1" y="2350"/>
                    <a:pt x="26" y="2413"/>
                    <a:pt x="63" y="24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29"/>
            <p:cNvSpPr/>
            <p:nvPr/>
          </p:nvSpPr>
          <p:spPr>
            <a:xfrm>
              <a:off x="3860600" y="4327550"/>
              <a:ext cx="31900" cy="49700"/>
            </a:xfrm>
            <a:custGeom>
              <a:rect b="b" l="l" r="r" t="t"/>
              <a:pathLst>
                <a:path extrusionOk="0" h="1988" w="1276">
                  <a:moveTo>
                    <a:pt x="63" y="1975"/>
                  </a:moveTo>
                  <a:cubicBezTo>
                    <a:pt x="625" y="1875"/>
                    <a:pt x="1163" y="1538"/>
                    <a:pt x="1225" y="926"/>
                  </a:cubicBezTo>
                  <a:cubicBezTo>
                    <a:pt x="1275" y="438"/>
                    <a:pt x="900" y="13"/>
                    <a:pt x="413" y="1"/>
                  </a:cubicBezTo>
                  <a:cubicBezTo>
                    <a:pt x="338" y="1"/>
                    <a:pt x="338" y="113"/>
                    <a:pt x="413" y="113"/>
                  </a:cubicBezTo>
                  <a:cubicBezTo>
                    <a:pt x="988" y="138"/>
                    <a:pt x="1263" y="713"/>
                    <a:pt x="1038" y="1213"/>
                  </a:cubicBezTo>
                  <a:cubicBezTo>
                    <a:pt x="850" y="1613"/>
                    <a:pt x="463" y="1825"/>
                    <a:pt x="38" y="1913"/>
                  </a:cubicBezTo>
                  <a:cubicBezTo>
                    <a:pt x="0" y="1925"/>
                    <a:pt x="25" y="1988"/>
                    <a:pt x="63" y="19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29"/>
            <p:cNvSpPr/>
            <p:nvPr/>
          </p:nvSpPr>
          <p:spPr>
            <a:xfrm>
              <a:off x="4075225" y="4370975"/>
              <a:ext cx="62825" cy="31575"/>
            </a:xfrm>
            <a:custGeom>
              <a:rect b="b" l="l" r="r" t="t"/>
              <a:pathLst>
                <a:path extrusionOk="0" h="1263" w="2513">
                  <a:moveTo>
                    <a:pt x="2450" y="526"/>
                  </a:moveTo>
                  <a:cubicBezTo>
                    <a:pt x="1825" y="551"/>
                    <a:pt x="1338" y="1"/>
                    <a:pt x="701" y="213"/>
                  </a:cubicBezTo>
                  <a:cubicBezTo>
                    <a:pt x="276" y="363"/>
                    <a:pt x="1" y="763"/>
                    <a:pt x="26" y="1213"/>
                  </a:cubicBezTo>
                  <a:cubicBezTo>
                    <a:pt x="26" y="1250"/>
                    <a:pt x="88" y="1263"/>
                    <a:pt x="88" y="1213"/>
                  </a:cubicBezTo>
                  <a:cubicBezTo>
                    <a:pt x="201" y="426"/>
                    <a:pt x="888" y="126"/>
                    <a:pt x="1588" y="413"/>
                  </a:cubicBezTo>
                  <a:cubicBezTo>
                    <a:pt x="1850" y="551"/>
                    <a:pt x="2150" y="626"/>
                    <a:pt x="2450" y="613"/>
                  </a:cubicBezTo>
                  <a:cubicBezTo>
                    <a:pt x="2513" y="613"/>
                    <a:pt x="2513" y="526"/>
                    <a:pt x="2450" y="5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29"/>
            <p:cNvSpPr/>
            <p:nvPr/>
          </p:nvSpPr>
          <p:spPr>
            <a:xfrm>
              <a:off x="4073975" y="4396300"/>
              <a:ext cx="30950" cy="21575"/>
            </a:xfrm>
            <a:custGeom>
              <a:rect b="b" l="l" r="r" t="t"/>
              <a:pathLst>
                <a:path extrusionOk="0" h="863" w="1238">
                  <a:moveTo>
                    <a:pt x="113" y="50"/>
                  </a:moveTo>
                  <a:cubicBezTo>
                    <a:pt x="1" y="337"/>
                    <a:pt x="176" y="587"/>
                    <a:pt x="451" y="700"/>
                  </a:cubicBezTo>
                  <a:cubicBezTo>
                    <a:pt x="676" y="787"/>
                    <a:pt x="1075" y="862"/>
                    <a:pt x="1225" y="612"/>
                  </a:cubicBezTo>
                  <a:cubicBezTo>
                    <a:pt x="1238" y="587"/>
                    <a:pt x="1200" y="550"/>
                    <a:pt x="1175" y="575"/>
                  </a:cubicBezTo>
                  <a:cubicBezTo>
                    <a:pt x="851" y="825"/>
                    <a:pt x="1" y="587"/>
                    <a:pt x="188" y="63"/>
                  </a:cubicBezTo>
                  <a:cubicBezTo>
                    <a:pt x="201" y="25"/>
                    <a:pt x="138" y="0"/>
                    <a:pt x="113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29"/>
            <p:cNvSpPr/>
            <p:nvPr/>
          </p:nvSpPr>
          <p:spPr>
            <a:xfrm>
              <a:off x="3834050" y="4258825"/>
              <a:ext cx="81250" cy="56250"/>
            </a:xfrm>
            <a:custGeom>
              <a:rect b="b" l="l" r="r" t="t"/>
              <a:pathLst>
                <a:path extrusionOk="0" h="2250" w="3250">
                  <a:moveTo>
                    <a:pt x="3224" y="2162"/>
                  </a:moveTo>
                  <a:cubicBezTo>
                    <a:pt x="2437" y="1200"/>
                    <a:pt x="1462" y="0"/>
                    <a:pt x="63" y="288"/>
                  </a:cubicBezTo>
                  <a:cubicBezTo>
                    <a:pt x="0" y="300"/>
                    <a:pt x="25" y="375"/>
                    <a:pt x="88" y="375"/>
                  </a:cubicBezTo>
                  <a:cubicBezTo>
                    <a:pt x="1475" y="188"/>
                    <a:pt x="2362" y="1263"/>
                    <a:pt x="3162" y="2200"/>
                  </a:cubicBezTo>
                  <a:cubicBezTo>
                    <a:pt x="3199" y="2250"/>
                    <a:pt x="3249" y="2187"/>
                    <a:pt x="3224" y="2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" name="Google Shape;696;p29"/>
            <p:cNvSpPr/>
            <p:nvPr/>
          </p:nvSpPr>
          <p:spPr>
            <a:xfrm>
              <a:off x="4063350" y="4351000"/>
              <a:ext cx="31275" cy="15325"/>
            </a:xfrm>
            <a:custGeom>
              <a:rect b="b" l="l" r="r" t="t"/>
              <a:pathLst>
                <a:path extrusionOk="0" h="613" w="1251">
                  <a:moveTo>
                    <a:pt x="1188" y="500"/>
                  </a:moveTo>
                  <a:cubicBezTo>
                    <a:pt x="776" y="487"/>
                    <a:pt x="401" y="312"/>
                    <a:pt x="113" y="38"/>
                  </a:cubicBezTo>
                  <a:cubicBezTo>
                    <a:pt x="63" y="0"/>
                    <a:pt x="1" y="38"/>
                    <a:pt x="38" y="88"/>
                  </a:cubicBezTo>
                  <a:cubicBezTo>
                    <a:pt x="163" y="250"/>
                    <a:pt x="338" y="375"/>
                    <a:pt x="538" y="450"/>
                  </a:cubicBezTo>
                  <a:cubicBezTo>
                    <a:pt x="738" y="562"/>
                    <a:pt x="963" y="612"/>
                    <a:pt x="1188" y="587"/>
                  </a:cubicBezTo>
                  <a:cubicBezTo>
                    <a:pt x="1238" y="587"/>
                    <a:pt x="1251" y="500"/>
                    <a:pt x="1188" y="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29"/>
            <p:cNvSpPr/>
            <p:nvPr/>
          </p:nvSpPr>
          <p:spPr>
            <a:xfrm>
              <a:off x="4063350" y="4344750"/>
              <a:ext cx="34075" cy="21875"/>
            </a:xfrm>
            <a:custGeom>
              <a:rect b="b" l="l" r="r" t="t"/>
              <a:pathLst>
                <a:path extrusionOk="0" h="875" w="1363">
                  <a:moveTo>
                    <a:pt x="101" y="325"/>
                  </a:moveTo>
                  <a:cubicBezTo>
                    <a:pt x="538" y="125"/>
                    <a:pt x="1051" y="412"/>
                    <a:pt x="1251" y="825"/>
                  </a:cubicBezTo>
                  <a:cubicBezTo>
                    <a:pt x="1276" y="875"/>
                    <a:pt x="1363" y="837"/>
                    <a:pt x="1350" y="787"/>
                  </a:cubicBezTo>
                  <a:cubicBezTo>
                    <a:pt x="1138" y="300"/>
                    <a:pt x="538" y="0"/>
                    <a:pt x="51" y="250"/>
                  </a:cubicBezTo>
                  <a:cubicBezTo>
                    <a:pt x="1" y="275"/>
                    <a:pt x="51" y="350"/>
                    <a:pt x="101" y="3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29"/>
            <p:cNvSpPr/>
            <p:nvPr/>
          </p:nvSpPr>
          <p:spPr>
            <a:xfrm>
              <a:off x="4299550" y="4347550"/>
              <a:ext cx="132475" cy="60000"/>
            </a:xfrm>
            <a:custGeom>
              <a:rect b="b" l="l" r="r" t="t"/>
              <a:pathLst>
                <a:path extrusionOk="0" h="2400" w="5299">
                  <a:moveTo>
                    <a:pt x="50" y="1825"/>
                  </a:moveTo>
                  <a:cubicBezTo>
                    <a:pt x="1650" y="2138"/>
                    <a:pt x="5074" y="2400"/>
                    <a:pt x="5299" y="51"/>
                  </a:cubicBezTo>
                  <a:cubicBezTo>
                    <a:pt x="5299" y="1"/>
                    <a:pt x="5224" y="13"/>
                    <a:pt x="5224" y="51"/>
                  </a:cubicBezTo>
                  <a:cubicBezTo>
                    <a:pt x="4924" y="2337"/>
                    <a:pt x="1612" y="2038"/>
                    <a:pt x="63" y="1750"/>
                  </a:cubicBezTo>
                  <a:cubicBezTo>
                    <a:pt x="25" y="1738"/>
                    <a:pt x="0" y="1813"/>
                    <a:pt x="50" y="18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29"/>
            <p:cNvSpPr/>
            <p:nvPr/>
          </p:nvSpPr>
          <p:spPr>
            <a:xfrm>
              <a:off x="4363900" y="4310050"/>
              <a:ext cx="61575" cy="65325"/>
            </a:xfrm>
            <a:custGeom>
              <a:rect b="b" l="l" r="r" t="t"/>
              <a:pathLst>
                <a:path extrusionOk="0" h="2613" w="2463">
                  <a:moveTo>
                    <a:pt x="1500" y="2588"/>
                  </a:moveTo>
                  <a:cubicBezTo>
                    <a:pt x="2175" y="2263"/>
                    <a:pt x="2463" y="1426"/>
                    <a:pt x="2013" y="788"/>
                  </a:cubicBezTo>
                  <a:cubicBezTo>
                    <a:pt x="1600" y="201"/>
                    <a:pt x="538" y="1"/>
                    <a:pt x="38" y="588"/>
                  </a:cubicBezTo>
                  <a:cubicBezTo>
                    <a:pt x="1" y="638"/>
                    <a:pt x="63" y="713"/>
                    <a:pt x="113" y="663"/>
                  </a:cubicBezTo>
                  <a:cubicBezTo>
                    <a:pt x="588" y="138"/>
                    <a:pt x="1550" y="301"/>
                    <a:pt x="1925" y="851"/>
                  </a:cubicBezTo>
                  <a:cubicBezTo>
                    <a:pt x="2338" y="1438"/>
                    <a:pt x="2113" y="2238"/>
                    <a:pt x="1463" y="2538"/>
                  </a:cubicBezTo>
                  <a:cubicBezTo>
                    <a:pt x="1425" y="2550"/>
                    <a:pt x="1463" y="2613"/>
                    <a:pt x="1488" y="25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29"/>
            <p:cNvSpPr/>
            <p:nvPr/>
          </p:nvSpPr>
          <p:spPr>
            <a:xfrm>
              <a:off x="4353900" y="4321000"/>
              <a:ext cx="35950" cy="46575"/>
            </a:xfrm>
            <a:custGeom>
              <a:rect b="b" l="l" r="r" t="t"/>
              <a:pathLst>
                <a:path extrusionOk="0" h="1863" w="1438">
                  <a:moveTo>
                    <a:pt x="688" y="13"/>
                  </a:moveTo>
                  <a:cubicBezTo>
                    <a:pt x="226" y="188"/>
                    <a:pt x="1" y="725"/>
                    <a:pt x="201" y="1188"/>
                  </a:cubicBezTo>
                  <a:cubicBezTo>
                    <a:pt x="401" y="1650"/>
                    <a:pt x="938" y="1862"/>
                    <a:pt x="1388" y="1662"/>
                  </a:cubicBezTo>
                  <a:cubicBezTo>
                    <a:pt x="1438" y="1637"/>
                    <a:pt x="1400" y="1562"/>
                    <a:pt x="1363" y="1575"/>
                  </a:cubicBezTo>
                  <a:cubicBezTo>
                    <a:pt x="938" y="1700"/>
                    <a:pt x="476" y="1575"/>
                    <a:pt x="301" y="1150"/>
                  </a:cubicBezTo>
                  <a:cubicBezTo>
                    <a:pt x="138" y="725"/>
                    <a:pt x="326" y="263"/>
                    <a:pt x="726" y="75"/>
                  </a:cubicBezTo>
                  <a:cubicBezTo>
                    <a:pt x="763" y="50"/>
                    <a:pt x="726" y="0"/>
                    <a:pt x="688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29"/>
            <p:cNvSpPr/>
            <p:nvPr/>
          </p:nvSpPr>
          <p:spPr>
            <a:xfrm>
              <a:off x="4384200" y="4332875"/>
              <a:ext cx="17225" cy="30950"/>
            </a:xfrm>
            <a:custGeom>
              <a:rect b="b" l="l" r="r" t="t"/>
              <a:pathLst>
                <a:path extrusionOk="0" h="1238" w="689">
                  <a:moveTo>
                    <a:pt x="51" y="1200"/>
                  </a:moveTo>
                  <a:cubicBezTo>
                    <a:pt x="388" y="1237"/>
                    <a:pt x="626" y="862"/>
                    <a:pt x="626" y="550"/>
                  </a:cubicBezTo>
                  <a:cubicBezTo>
                    <a:pt x="613" y="238"/>
                    <a:pt x="351" y="0"/>
                    <a:pt x="63" y="113"/>
                  </a:cubicBezTo>
                  <a:cubicBezTo>
                    <a:pt x="1" y="138"/>
                    <a:pt x="26" y="225"/>
                    <a:pt x="76" y="200"/>
                  </a:cubicBezTo>
                  <a:cubicBezTo>
                    <a:pt x="688" y="13"/>
                    <a:pt x="638" y="1162"/>
                    <a:pt x="51" y="1125"/>
                  </a:cubicBezTo>
                  <a:cubicBezTo>
                    <a:pt x="1" y="1125"/>
                    <a:pt x="1" y="1200"/>
                    <a:pt x="51" y="12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p29"/>
            <p:cNvSpPr/>
            <p:nvPr/>
          </p:nvSpPr>
          <p:spPr>
            <a:xfrm>
              <a:off x="4100225" y="4302575"/>
              <a:ext cx="55325" cy="71550"/>
            </a:xfrm>
            <a:custGeom>
              <a:rect b="b" l="l" r="r" t="t"/>
              <a:pathLst>
                <a:path extrusionOk="0" h="2862" w="2213">
                  <a:moveTo>
                    <a:pt x="463" y="2787"/>
                  </a:moveTo>
                  <a:cubicBezTo>
                    <a:pt x="113" y="1462"/>
                    <a:pt x="925" y="387"/>
                    <a:pt x="2175" y="63"/>
                  </a:cubicBezTo>
                  <a:cubicBezTo>
                    <a:pt x="2212" y="50"/>
                    <a:pt x="2200" y="0"/>
                    <a:pt x="2175" y="0"/>
                  </a:cubicBezTo>
                  <a:cubicBezTo>
                    <a:pt x="788" y="100"/>
                    <a:pt x="0" y="1537"/>
                    <a:pt x="388" y="2812"/>
                  </a:cubicBezTo>
                  <a:cubicBezTo>
                    <a:pt x="400" y="2862"/>
                    <a:pt x="488" y="2849"/>
                    <a:pt x="463" y="27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29"/>
            <p:cNvSpPr/>
            <p:nvPr/>
          </p:nvSpPr>
          <p:spPr>
            <a:xfrm>
              <a:off x="3701275" y="4276950"/>
              <a:ext cx="111850" cy="104375"/>
            </a:xfrm>
            <a:custGeom>
              <a:rect b="b" l="l" r="r" t="t"/>
              <a:pathLst>
                <a:path extrusionOk="0" h="4175" w="4474">
                  <a:moveTo>
                    <a:pt x="1812" y="3999"/>
                  </a:moveTo>
                  <a:cubicBezTo>
                    <a:pt x="3249" y="4174"/>
                    <a:pt x="4424" y="2737"/>
                    <a:pt x="3712" y="1387"/>
                  </a:cubicBezTo>
                  <a:cubicBezTo>
                    <a:pt x="2987" y="0"/>
                    <a:pt x="1050" y="213"/>
                    <a:pt x="38" y="1150"/>
                  </a:cubicBezTo>
                  <a:cubicBezTo>
                    <a:pt x="0" y="1187"/>
                    <a:pt x="50" y="1237"/>
                    <a:pt x="88" y="1212"/>
                  </a:cubicBezTo>
                  <a:cubicBezTo>
                    <a:pt x="987" y="563"/>
                    <a:pt x="2450" y="113"/>
                    <a:pt x="3337" y="1050"/>
                  </a:cubicBezTo>
                  <a:cubicBezTo>
                    <a:pt x="4474" y="2275"/>
                    <a:pt x="3387" y="4087"/>
                    <a:pt x="1812" y="3899"/>
                  </a:cubicBezTo>
                  <a:cubicBezTo>
                    <a:pt x="1737" y="3887"/>
                    <a:pt x="1737" y="3999"/>
                    <a:pt x="1812" y="39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29"/>
            <p:cNvSpPr/>
            <p:nvPr/>
          </p:nvSpPr>
          <p:spPr>
            <a:xfrm>
              <a:off x="3442900" y="4301950"/>
              <a:ext cx="263700" cy="146525"/>
            </a:xfrm>
            <a:custGeom>
              <a:rect b="b" l="l" r="r" t="t"/>
              <a:pathLst>
                <a:path extrusionOk="0" h="5861" w="10548">
                  <a:moveTo>
                    <a:pt x="10460" y="38"/>
                  </a:moveTo>
                  <a:cubicBezTo>
                    <a:pt x="9248" y="1712"/>
                    <a:pt x="8136" y="3812"/>
                    <a:pt x="6224" y="4736"/>
                  </a:cubicBezTo>
                  <a:cubicBezTo>
                    <a:pt x="4462" y="5599"/>
                    <a:pt x="1700" y="5774"/>
                    <a:pt x="75" y="4561"/>
                  </a:cubicBezTo>
                  <a:cubicBezTo>
                    <a:pt x="38" y="4549"/>
                    <a:pt x="0" y="4599"/>
                    <a:pt x="38" y="4611"/>
                  </a:cubicBezTo>
                  <a:cubicBezTo>
                    <a:pt x="1475" y="5861"/>
                    <a:pt x="3962" y="5736"/>
                    <a:pt x="5686" y="5149"/>
                  </a:cubicBezTo>
                  <a:cubicBezTo>
                    <a:pt x="7998" y="4349"/>
                    <a:pt x="9198" y="1950"/>
                    <a:pt x="10523" y="75"/>
                  </a:cubicBezTo>
                  <a:cubicBezTo>
                    <a:pt x="10548" y="38"/>
                    <a:pt x="10485" y="0"/>
                    <a:pt x="10460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29"/>
            <p:cNvSpPr/>
            <p:nvPr/>
          </p:nvSpPr>
          <p:spPr>
            <a:xfrm>
              <a:off x="3410100" y="4324750"/>
              <a:ext cx="100625" cy="84375"/>
            </a:xfrm>
            <a:custGeom>
              <a:rect b="b" l="l" r="r" t="t"/>
              <a:pathLst>
                <a:path extrusionOk="0" h="3375" w="4025">
                  <a:moveTo>
                    <a:pt x="1150" y="3287"/>
                  </a:moveTo>
                  <a:cubicBezTo>
                    <a:pt x="613" y="2350"/>
                    <a:pt x="500" y="975"/>
                    <a:pt x="1650" y="425"/>
                  </a:cubicBezTo>
                  <a:cubicBezTo>
                    <a:pt x="1937" y="313"/>
                    <a:pt x="2250" y="263"/>
                    <a:pt x="2550" y="313"/>
                  </a:cubicBezTo>
                  <a:cubicBezTo>
                    <a:pt x="2625" y="325"/>
                    <a:pt x="2699" y="300"/>
                    <a:pt x="2774" y="313"/>
                  </a:cubicBezTo>
                  <a:cubicBezTo>
                    <a:pt x="3537" y="438"/>
                    <a:pt x="3512" y="638"/>
                    <a:pt x="3587" y="1175"/>
                  </a:cubicBezTo>
                  <a:cubicBezTo>
                    <a:pt x="3699" y="2075"/>
                    <a:pt x="3087" y="2412"/>
                    <a:pt x="2312" y="2262"/>
                  </a:cubicBezTo>
                  <a:cubicBezTo>
                    <a:pt x="1725" y="2150"/>
                    <a:pt x="1425" y="1862"/>
                    <a:pt x="1025" y="1450"/>
                  </a:cubicBezTo>
                  <a:cubicBezTo>
                    <a:pt x="725" y="1138"/>
                    <a:pt x="475" y="813"/>
                    <a:pt x="25" y="800"/>
                  </a:cubicBezTo>
                  <a:cubicBezTo>
                    <a:pt x="0" y="800"/>
                    <a:pt x="0" y="838"/>
                    <a:pt x="25" y="838"/>
                  </a:cubicBezTo>
                  <a:cubicBezTo>
                    <a:pt x="738" y="950"/>
                    <a:pt x="1137" y="1850"/>
                    <a:pt x="1725" y="2225"/>
                  </a:cubicBezTo>
                  <a:cubicBezTo>
                    <a:pt x="2150" y="2525"/>
                    <a:pt x="2712" y="2575"/>
                    <a:pt x="3187" y="2350"/>
                  </a:cubicBezTo>
                  <a:cubicBezTo>
                    <a:pt x="3912" y="2025"/>
                    <a:pt x="4024" y="888"/>
                    <a:pt x="3387" y="388"/>
                  </a:cubicBezTo>
                  <a:cubicBezTo>
                    <a:pt x="2874" y="0"/>
                    <a:pt x="1800" y="125"/>
                    <a:pt x="1312" y="488"/>
                  </a:cubicBezTo>
                  <a:cubicBezTo>
                    <a:pt x="388" y="1187"/>
                    <a:pt x="563" y="2450"/>
                    <a:pt x="1087" y="3337"/>
                  </a:cubicBezTo>
                  <a:cubicBezTo>
                    <a:pt x="1112" y="3374"/>
                    <a:pt x="1187" y="3337"/>
                    <a:pt x="1162" y="32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29"/>
            <p:cNvSpPr/>
            <p:nvPr/>
          </p:nvSpPr>
          <p:spPr>
            <a:xfrm>
              <a:off x="3347925" y="4341000"/>
              <a:ext cx="55325" cy="13450"/>
            </a:xfrm>
            <a:custGeom>
              <a:rect b="b" l="l" r="r" t="t"/>
              <a:pathLst>
                <a:path extrusionOk="0" h="538" w="2213">
                  <a:moveTo>
                    <a:pt x="2162" y="75"/>
                  </a:moveTo>
                  <a:cubicBezTo>
                    <a:pt x="1475" y="0"/>
                    <a:pt x="625" y="50"/>
                    <a:pt x="25" y="475"/>
                  </a:cubicBezTo>
                  <a:cubicBezTo>
                    <a:pt x="0" y="488"/>
                    <a:pt x="13" y="537"/>
                    <a:pt x="50" y="525"/>
                  </a:cubicBezTo>
                  <a:cubicBezTo>
                    <a:pt x="775" y="300"/>
                    <a:pt x="1387" y="75"/>
                    <a:pt x="2162" y="150"/>
                  </a:cubicBezTo>
                  <a:cubicBezTo>
                    <a:pt x="2212" y="150"/>
                    <a:pt x="2212" y="75"/>
                    <a:pt x="2162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29"/>
            <p:cNvSpPr/>
            <p:nvPr/>
          </p:nvSpPr>
          <p:spPr>
            <a:xfrm>
              <a:off x="3593800" y="4288500"/>
              <a:ext cx="81250" cy="96575"/>
            </a:xfrm>
            <a:custGeom>
              <a:rect b="b" l="l" r="r" t="t"/>
              <a:pathLst>
                <a:path extrusionOk="0" h="3863" w="3250">
                  <a:moveTo>
                    <a:pt x="2225" y="3837"/>
                  </a:moveTo>
                  <a:cubicBezTo>
                    <a:pt x="2787" y="3187"/>
                    <a:pt x="3249" y="2375"/>
                    <a:pt x="3062" y="1488"/>
                  </a:cubicBezTo>
                  <a:cubicBezTo>
                    <a:pt x="2887" y="663"/>
                    <a:pt x="2087" y="63"/>
                    <a:pt x="1250" y="26"/>
                  </a:cubicBezTo>
                  <a:cubicBezTo>
                    <a:pt x="663" y="1"/>
                    <a:pt x="0" y="376"/>
                    <a:pt x="75" y="1050"/>
                  </a:cubicBezTo>
                  <a:cubicBezTo>
                    <a:pt x="113" y="1388"/>
                    <a:pt x="463" y="1813"/>
                    <a:pt x="750" y="1438"/>
                  </a:cubicBezTo>
                  <a:cubicBezTo>
                    <a:pt x="775" y="1400"/>
                    <a:pt x="713" y="1363"/>
                    <a:pt x="675" y="1400"/>
                  </a:cubicBezTo>
                  <a:cubicBezTo>
                    <a:pt x="238" y="563"/>
                    <a:pt x="388" y="138"/>
                    <a:pt x="1125" y="126"/>
                  </a:cubicBezTo>
                  <a:cubicBezTo>
                    <a:pt x="1450" y="126"/>
                    <a:pt x="1762" y="213"/>
                    <a:pt x="2037" y="363"/>
                  </a:cubicBezTo>
                  <a:cubicBezTo>
                    <a:pt x="2475" y="576"/>
                    <a:pt x="2800" y="950"/>
                    <a:pt x="2925" y="1413"/>
                  </a:cubicBezTo>
                  <a:cubicBezTo>
                    <a:pt x="3174" y="2300"/>
                    <a:pt x="2712" y="3125"/>
                    <a:pt x="2187" y="3800"/>
                  </a:cubicBezTo>
                  <a:cubicBezTo>
                    <a:pt x="2162" y="3825"/>
                    <a:pt x="2200" y="3862"/>
                    <a:pt x="2225" y="38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29"/>
            <p:cNvSpPr/>
            <p:nvPr/>
          </p:nvSpPr>
          <p:spPr>
            <a:xfrm>
              <a:off x="3666275" y="4246025"/>
              <a:ext cx="22825" cy="110600"/>
            </a:xfrm>
            <a:custGeom>
              <a:rect b="b" l="l" r="r" t="t"/>
              <a:pathLst>
                <a:path extrusionOk="0" h="4424" w="913">
                  <a:moveTo>
                    <a:pt x="100" y="4386"/>
                  </a:moveTo>
                  <a:cubicBezTo>
                    <a:pt x="550" y="3862"/>
                    <a:pt x="663" y="3187"/>
                    <a:pt x="738" y="2512"/>
                  </a:cubicBezTo>
                  <a:cubicBezTo>
                    <a:pt x="825" y="1700"/>
                    <a:pt x="913" y="712"/>
                    <a:pt x="388" y="25"/>
                  </a:cubicBezTo>
                  <a:cubicBezTo>
                    <a:pt x="363" y="0"/>
                    <a:pt x="325" y="25"/>
                    <a:pt x="338" y="63"/>
                  </a:cubicBezTo>
                  <a:cubicBezTo>
                    <a:pt x="913" y="1175"/>
                    <a:pt x="888" y="3312"/>
                    <a:pt x="38" y="4324"/>
                  </a:cubicBezTo>
                  <a:cubicBezTo>
                    <a:pt x="1" y="4361"/>
                    <a:pt x="63" y="4424"/>
                    <a:pt x="100" y="43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29"/>
            <p:cNvSpPr/>
            <p:nvPr/>
          </p:nvSpPr>
          <p:spPr>
            <a:xfrm>
              <a:off x="3666600" y="4234450"/>
              <a:ext cx="12200" cy="12225"/>
            </a:xfrm>
            <a:custGeom>
              <a:rect b="b" l="l" r="r" t="t"/>
              <a:pathLst>
                <a:path extrusionOk="0" h="489" w="488">
                  <a:moveTo>
                    <a:pt x="350" y="451"/>
                  </a:moveTo>
                  <a:cubicBezTo>
                    <a:pt x="262" y="488"/>
                    <a:pt x="162" y="476"/>
                    <a:pt x="87" y="401"/>
                  </a:cubicBezTo>
                  <a:cubicBezTo>
                    <a:pt x="25" y="338"/>
                    <a:pt x="0" y="251"/>
                    <a:pt x="25" y="163"/>
                  </a:cubicBezTo>
                  <a:cubicBezTo>
                    <a:pt x="25" y="126"/>
                    <a:pt x="38" y="101"/>
                    <a:pt x="50" y="76"/>
                  </a:cubicBezTo>
                  <a:cubicBezTo>
                    <a:pt x="87" y="51"/>
                    <a:pt x="125" y="26"/>
                    <a:pt x="162" y="26"/>
                  </a:cubicBezTo>
                  <a:cubicBezTo>
                    <a:pt x="287" y="1"/>
                    <a:pt x="412" y="63"/>
                    <a:pt x="462" y="188"/>
                  </a:cubicBezTo>
                  <a:cubicBezTo>
                    <a:pt x="487" y="313"/>
                    <a:pt x="375" y="438"/>
                    <a:pt x="250" y="4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29"/>
            <p:cNvSpPr/>
            <p:nvPr/>
          </p:nvSpPr>
          <p:spPr>
            <a:xfrm>
              <a:off x="3660650" y="4232275"/>
              <a:ext cx="22200" cy="17200"/>
            </a:xfrm>
            <a:custGeom>
              <a:rect b="b" l="l" r="r" t="t"/>
              <a:pathLst>
                <a:path extrusionOk="0" h="688" w="888">
                  <a:moveTo>
                    <a:pt x="575" y="475"/>
                  </a:moveTo>
                  <a:cubicBezTo>
                    <a:pt x="300" y="450"/>
                    <a:pt x="251" y="375"/>
                    <a:pt x="425" y="275"/>
                  </a:cubicBezTo>
                  <a:cubicBezTo>
                    <a:pt x="575" y="88"/>
                    <a:pt x="588" y="163"/>
                    <a:pt x="475" y="488"/>
                  </a:cubicBezTo>
                  <a:cubicBezTo>
                    <a:pt x="425" y="488"/>
                    <a:pt x="438" y="575"/>
                    <a:pt x="488" y="575"/>
                  </a:cubicBezTo>
                  <a:cubicBezTo>
                    <a:pt x="888" y="575"/>
                    <a:pt x="800" y="0"/>
                    <a:pt x="400" y="63"/>
                  </a:cubicBezTo>
                  <a:cubicBezTo>
                    <a:pt x="1" y="125"/>
                    <a:pt x="238" y="688"/>
                    <a:pt x="613" y="600"/>
                  </a:cubicBezTo>
                  <a:cubicBezTo>
                    <a:pt x="688" y="575"/>
                    <a:pt x="650" y="450"/>
                    <a:pt x="575" y="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1" name="Google Shape;711;p29"/>
            <p:cNvSpPr/>
            <p:nvPr/>
          </p:nvSpPr>
          <p:spPr>
            <a:xfrm>
              <a:off x="3438200" y="4411600"/>
              <a:ext cx="2850" cy="3150"/>
            </a:xfrm>
            <a:custGeom>
              <a:rect b="b" l="l" r="r" t="t"/>
              <a:pathLst>
                <a:path extrusionOk="0" h="126" w="114">
                  <a:moveTo>
                    <a:pt x="88" y="63"/>
                  </a:moveTo>
                  <a:lnTo>
                    <a:pt x="76" y="25"/>
                  </a:lnTo>
                  <a:cubicBezTo>
                    <a:pt x="76" y="0"/>
                    <a:pt x="26" y="0"/>
                    <a:pt x="13" y="25"/>
                  </a:cubicBezTo>
                  <a:cubicBezTo>
                    <a:pt x="13" y="38"/>
                    <a:pt x="13" y="50"/>
                    <a:pt x="13" y="63"/>
                  </a:cubicBezTo>
                  <a:cubicBezTo>
                    <a:pt x="1" y="125"/>
                    <a:pt x="113" y="125"/>
                    <a:pt x="101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2" name="Google Shape;712;p29"/>
            <p:cNvSpPr/>
            <p:nvPr/>
          </p:nvSpPr>
          <p:spPr>
            <a:xfrm>
              <a:off x="3308550" y="4353500"/>
              <a:ext cx="42200" cy="17500"/>
            </a:xfrm>
            <a:custGeom>
              <a:rect b="b" l="l" r="r" t="t"/>
              <a:pathLst>
                <a:path extrusionOk="0" h="700" w="1688">
                  <a:moveTo>
                    <a:pt x="1550" y="62"/>
                  </a:moveTo>
                  <a:cubicBezTo>
                    <a:pt x="1463" y="312"/>
                    <a:pt x="1026" y="437"/>
                    <a:pt x="801" y="475"/>
                  </a:cubicBezTo>
                  <a:cubicBezTo>
                    <a:pt x="551" y="512"/>
                    <a:pt x="313" y="512"/>
                    <a:pt x="63" y="462"/>
                  </a:cubicBezTo>
                  <a:cubicBezTo>
                    <a:pt x="1" y="462"/>
                    <a:pt x="1" y="550"/>
                    <a:pt x="51" y="562"/>
                  </a:cubicBezTo>
                  <a:cubicBezTo>
                    <a:pt x="501" y="700"/>
                    <a:pt x="1463" y="625"/>
                    <a:pt x="1663" y="100"/>
                  </a:cubicBezTo>
                  <a:cubicBezTo>
                    <a:pt x="1688" y="37"/>
                    <a:pt x="1575" y="0"/>
                    <a:pt x="1550" y="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29"/>
            <p:cNvSpPr/>
            <p:nvPr/>
          </p:nvSpPr>
          <p:spPr>
            <a:xfrm>
              <a:off x="3308250" y="4349125"/>
              <a:ext cx="42200" cy="19700"/>
            </a:xfrm>
            <a:custGeom>
              <a:rect b="b" l="l" r="r" t="t"/>
              <a:pathLst>
                <a:path extrusionOk="0" h="788" w="1688">
                  <a:moveTo>
                    <a:pt x="113" y="737"/>
                  </a:moveTo>
                  <a:cubicBezTo>
                    <a:pt x="513" y="362"/>
                    <a:pt x="1050" y="175"/>
                    <a:pt x="1600" y="237"/>
                  </a:cubicBezTo>
                  <a:cubicBezTo>
                    <a:pt x="1662" y="237"/>
                    <a:pt x="1687" y="163"/>
                    <a:pt x="1625" y="138"/>
                  </a:cubicBezTo>
                  <a:cubicBezTo>
                    <a:pt x="1112" y="0"/>
                    <a:pt x="400" y="312"/>
                    <a:pt x="38" y="675"/>
                  </a:cubicBezTo>
                  <a:cubicBezTo>
                    <a:pt x="0" y="712"/>
                    <a:pt x="63" y="787"/>
                    <a:pt x="113" y="7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29"/>
            <p:cNvSpPr/>
            <p:nvPr/>
          </p:nvSpPr>
          <p:spPr>
            <a:xfrm>
              <a:off x="3377300" y="4314750"/>
              <a:ext cx="33450" cy="30025"/>
            </a:xfrm>
            <a:custGeom>
              <a:rect b="b" l="l" r="r" t="t"/>
              <a:pathLst>
                <a:path extrusionOk="0" h="1201" w="1338">
                  <a:moveTo>
                    <a:pt x="1287" y="1113"/>
                  </a:moveTo>
                  <a:cubicBezTo>
                    <a:pt x="975" y="1125"/>
                    <a:pt x="712" y="950"/>
                    <a:pt x="475" y="763"/>
                  </a:cubicBezTo>
                  <a:cubicBezTo>
                    <a:pt x="250" y="588"/>
                    <a:pt x="100" y="325"/>
                    <a:pt x="88" y="38"/>
                  </a:cubicBezTo>
                  <a:cubicBezTo>
                    <a:pt x="75" y="0"/>
                    <a:pt x="0" y="13"/>
                    <a:pt x="13" y="50"/>
                  </a:cubicBezTo>
                  <a:cubicBezTo>
                    <a:pt x="13" y="363"/>
                    <a:pt x="175" y="638"/>
                    <a:pt x="412" y="825"/>
                  </a:cubicBezTo>
                  <a:cubicBezTo>
                    <a:pt x="675" y="1025"/>
                    <a:pt x="937" y="1200"/>
                    <a:pt x="1287" y="1188"/>
                  </a:cubicBezTo>
                  <a:cubicBezTo>
                    <a:pt x="1337" y="1188"/>
                    <a:pt x="1337" y="1100"/>
                    <a:pt x="1287" y="1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5" name="Google Shape;715;p29"/>
            <p:cNvSpPr/>
            <p:nvPr/>
          </p:nvSpPr>
          <p:spPr>
            <a:xfrm>
              <a:off x="3376975" y="4315050"/>
              <a:ext cx="33450" cy="29100"/>
            </a:xfrm>
            <a:custGeom>
              <a:rect b="b" l="l" r="r" t="t"/>
              <a:pathLst>
                <a:path extrusionOk="0" h="1164" w="1338">
                  <a:moveTo>
                    <a:pt x="51" y="76"/>
                  </a:moveTo>
                  <a:cubicBezTo>
                    <a:pt x="325" y="163"/>
                    <a:pt x="563" y="288"/>
                    <a:pt x="788" y="463"/>
                  </a:cubicBezTo>
                  <a:cubicBezTo>
                    <a:pt x="1025" y="638"/>
                    <a:pt x="1075" y="876"/>
                    <a:pt x="1225" y="1113"/>
                  </a:cubicBezTo>
                  <a:cubicBezTo>
                    <a:pt x="1263" y="1163"/>
                    <a:pt x="1338" y="1138"/>
                    <a:pt x="1325" y="1076"/>
                  </a:cubicBezTo>
                  <a:cubicBezTo>
                    <a:pt x="1213" y="488"/>
                    <a:pt x="625" y="88"/>
                    <a:pt x="76" y="1"/>
                  </a:cubicBezTo>
                  <a:cubicBezTo>
                    <a:pt x="26" y="1"/>
                    <a:pt x="1" y="63"/>
                    <a:pt x="51" y="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6" name="Google Shape;716;p29"/>
            <p:cNvSpPr/>
            <p:nvPr/>
          </p:nvSpPr>
          <p:spPr>
            <a:xfrm>
              <a:off x="3680325" y="4250400"/>
              <a:ext cx="38450" cy="86550"/>
            </a:xfrm>
            <a:custGeom>
              <a:rect b="b" l="l" r="r" t="t"/>
              <a:pathLst>
                <a:path extrusionOk="0" h="3462" w="1538">
                  <a:moveTo>
                    <a:pt x="88" y="3424"/>
                  </a:moveTo>
                  <a:cubicBezTo>
                    <a:pt x="813" y="2437"/>
                    <a:pt x="1301" y="1300"/>
                    <a:pt x="1525" y="88"/>
                  </a:cubicBezTo>
                  <a:cubicBezTo>
                    <a:pt x="1538" y="25"/>
                    <a:pt x="1438" y="0"/>
                    <a:pt x="1425" y="63"/>
                  </a:cubicBezTo>
                  <a:cubicBezTo>
                    <a:pt x="1213" y="1262"/>
                    <a:pt x="726" y="2399"/>
                    <a:pt x="26" y="3387"/>
                  </a:cubicBezTo>
                  <a:cubicBezTo>
                    <a:pt x="1" y="3437"/>
                    <a:pt x="63" y="3462"/>
                    <a:pt x="88" y="34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29"/>
            <p:cNvSpPr/>
            <p:nvPr/>
          </p:nvSpPr>
          <p:spPr>
            <a:xfrm>
              <a:off x="3710950" y="4236025"/>
              <a:ext cx="18150" cy="16575"/>
            </a:xfrm>
            <a:custGeom>
              <a:rect b="b" l="l" r="r" t="t"/>
              <a:pathLst>
                <a:path extrusionOk="0" h="663" w="726">
                  <a:moveTo>
                    <a:pt x="263" y="525"/>
                  </a:moveTo>
                  <a:cubicBezTo>
                    <a:pt x="363" y="488"/>
                    <a:pt x="375" y="488"/>
                    <a:pt x="288" y="500"/>
                  </a:cubicBezTo>
                  <a:cubicBezTo>
                    <a:pt x="250" y="500"/>
                    <a:pt x="213" y="500"/>
                    <a:pt x="176" y="500"/>
                  </a:cubicBezTo>
                  <a:cubicBezTo>
                    <a:pt x="138" y="500"/>
                    <a:pt x="126" y="550"/>
                    <a:pt x="163" y="563"/>
                  </a:cubicBezTo>
                  <a:cubicBezTo>
                    <a:pt x="375" y="663"/>
                    <a:pt x="725" y="438"/>
                    <a:pt x="475" y="213"/>
                  </a:cubicBezTo>
                  <a:cubicBezTo>
                    <a:pt x="213" y="0"/>
                    <a:pt x="1" y="375"/>
                    <a:pt x="188" y="575"/>
                  </a:cubicBezTo>
                  <a:cubicBezTo>
                    <a:pt x="225" y="625"/>
                    <a:pt x="288" y="563"/>
                    <a:pt x="250" y="5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29"/>
            <p:cNvSpPr/>
            <p:nvPr/>
          </p:nvSpPr>
          <p:spPr>
            <a:xfrm>
              <a:off x="3642525" y="4266325"/>
              <a:ext cx="30650" cy="82200"/>
            </a:xfrm>
            <a:custGeom>
              <a:rect b="b" l="l" r="r" t="t"/>
              <a:pathLst>
                <a:path extrusionOk="0" h="3288" w="1226">
                  <a:moveTo>
                    <a:pt x="1100" y="3225"/>
                  </a:moveTo>
                  <a:cubicBezTo>
                    <a:pt x="1225" y="2125"/>
                    <a:pt x="1013" y="763"/>
                    <a:pt x="76" y="38"/>
                  </a:cubicBezTo>
                  <a:cubicBezTo>
                    <a:pt x="51" y="0"/>
                    <a:pt x="1" y="50"/>
                    <a:pt x="38" y="75"/>
                  </a:cubicBezTo>
                  <a:cubicBezTo>
                    <a:pt x="813" y="1013"/>
                    <a:pt x="1138" y="2012"/>
                    <a:pt x="1013" y="3225"/>
                  </a:cubicBezTo>
                  <a:cubicBezTo>
                    <a:pt x="1013" y="3287"/>
                    <a:pt x="1088" y="3287"/>
                    <a:pt x="1100" y="3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29"/>
            <p:cNvSpPr/>
            <p:nvPr/>
          </p:nvSpPr>
          <p:spPr>
            <a:xfrm>
              <a:off x="3633475" y="4256950"/>
              <a:ext cx="12825" cy="15025"/>
            </a:xfrm>
            <a:custGeom>
              <a:rect b="b" l="l" r="r" t="t"/>
              <a:pathLst>
                <a:path extrusionOk="0" h="601" w="513">
                  <a:moveTo>
                    <a:pt x="100" y="338"/>
                  </a:moveTo>
                  <a:cubicBezTo>
                    <a:pt x="188" y="338"/>
                    <a:pt x="200" y="325"/>
                    <a:pt x="150" y="263"/>
                  </a:cubicBezTo>
                  <a:cubicBezTo>
                    <a:pt x="125" y="238"/>
                    <a:pt x="88" y="250"/>
                    <a:pt x="75" y="288"/>
                  </a:cubicBezTo>
                  <a:cubicBezTo>
                    <a:pt x="75" y="575"/>
                    <a:pt x="513" y="600"/>
                    <a:pt x="475" y="300"/>
                  </a:cubicBezTo>
                  <a:cubicBezTo>
                    <a:pt x="450" y="1"/>
                    <a:pt x="0" y="38"/>
                    <a:pt x="25" y="338"/>
                  </a:cubicBezTo>
                  <a:cubicBezTo>
                    <a:pt x="25" y="388"/>
                    <a:pt x="100" y="388"/>
                    <a:pt x="100" y="3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0" name="Google Shape;720;p29"/>
            <p:cNvSpPr/>
            <p:nvPr/>
          </p:nvSpPr>
          <p:spPr>
            <a:xfrm>
              <a:off x="3232025" y="4371600"/>
              <a:ext cx="237775" cy="60325"/>
            </a:xfrm>
            <a:custGeom>
              <a:rect b="b" l="l" r="r" t="t"/>
              <a:pathLst>
                <a:path extrusionOk="0" h="2413" w="9511">
                  <a:moveTo>
                    <a:pt x="9473" y="2338"/>
                  </a:moveTo>
                  <a:cubicBezTo>
                    <a:pt x="7711" y="1650"/>
                    <a:pt x="6386" y="938"/>
                    <a:pt x="4461" y="751"/>
                  </a:cubicBezTo>
                  <a:cubicBezTo>
                    <a:pt x="2749" y="576"/>
                    <a:pt x="1500" y="976"/>
                    <a:pt x="63" y="1938"/>
                  </a:cubicBezTo>
                  <a:cubicBezTo>
                    <a:pt x="0" y="1975"/>
                    <a:pt x="63" y="2075"/>
                    <a:pt x="125" y="2038"/>
                  </a:cubicBezTo>
                  <a:cubicBezTo>
                    <a:pt x="3462" y="1"/>
                    <a:pt x="6123" y="1151"/>
                    <a:pt x="9460" y="2400"/>
                  </a:cubicBezTo>
                  <a:cubicBezTo>
                    <a:pt x="9498" y="2413"/>
                    <a:pt x="9510" y="2350"/>
                    <a:pt x="9473" y="23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1" name="Google Shape;721;p29"/>
            <p:cNvSpPr/>
            <p:nvPr/>
          </p:nvSpPr>
          <p:spPr>
            <a:xfrm>
              <a:off x="3717200" y="4327550"/>
              <a:ext cx="31575" cy="49400"/>
            </a:xfrm>
            <a:custGeom>
              <a:rect b="b" l="l" r="r" t="t"/>
              <a:pathLst>
                <a:path extrusionOk="0" h="1976" w="1263">
                  <a:moveTo>
                    <a:pt x="1225" y="1913"/>
                  </a:moveTo>
                  <a:cubicBezTo>
                    <a:pt x="813" y="1825"/>
                    <a:pt x="413" y="1625"/>
                    <a:pt x="238" y="1213"/>
                  </a:cubicBezTo>
                  <a:cubicBezTo>
                    <a:pt x="13" y="713"/>
                    <a:pt x="288" y="138"/>
                    <a:pt x="863" y="113"/>
                  </a:cubicBezTo>
                  <a:cubicBezTo>
                    <a:pt x="938" y="113"/>
                    <a:pt x="938" y="1"/>
                    <a:pt x="863" y="1"/>
                  </a:cubicBezTo>
                  <a:cubicBezTo>
                    <a:pt x="375" y="13"/>
                    <a:pt x="0" y="438"/>
                    <a:pt x="50" y="926"/>
                  </a:cubicBezTo>
                  <a:cubicBezTo>
                    <a:pt x="100" y="1525"/>
                    <a:pt x="650" y="1875"/>
                    <a:pt x="1200" y="1975"/>
                  </a:cubicBezTo>
                  <a:cubicBezTo>
                    <a:pt x="1238" y="1975"/>
                    <a:pt x="1263" y="1913"/>
                    <a:pt x="1225" y="19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29"/>
            <p:cNvSpPr/>
            <p:nvPr/>
          </p:nvSpPr>
          <p:spPr>
            <a:xfrm>
              <a:off x="3471650" y="4370975"/>
              <a:ext cx="62800" cy="31575"/>
            </a:xfrm>
            <a:custGeom>
              <a:rect b="b" l="l" r="r" t="t"/>
              <a:pathLst>
                <a:path extrusionOk="0" h="1263" w="2512">
                  <a:moveTo>
                    <a:pt x="63" y="613"/>
                  </a:moveTo>
                  <a:cubicBezTo>
                    <a:pt x="362" y="626"/>
                    <a:pt x="662" y="551"/>
                    <a:pt x="937" y="413"/>
                  </a:cubicBezTo>
                  <a:cubicBezTo>
                    <a:pt x="1637" y="113"/>
                    <a:pt x="2312" y="426"/>
                    <a:pt x="2424" y="1213"/>
                  </a:cubicBezTo>
                  <a:cubicBezTo>
                    <a:pt x="2424" y="1263"/>
                    <a:pt x="2499" y="1250"/>
                    <a:pt x="2499" y="1213"/>
                  </a:cubicBezTo>
                  <a:cubicBezTo>
                    <a:pt x="2512" y="763"/>
                    <a:pt x="2237" y="363"/>
                    <a:pt x="1825" y="213"/>
                  </a:cubicBezTo>
                  <a:cubicBezTo>
                    <a:pt x="1187" y="1"/>
                    <a:pt x="687" y="551"/>
                    <a:pt x="63" y="526"/>
                  </a:cubicBezTo>
                  <a:cubicBezTo>
                    <a:pt x="0" y="526"/>
                    <a:pt x="13" y="613"/>
                    <a:pt x="63" y="6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29"/>
            <p:cNvSpPr/>
            <p:nvPr/>
          </p:nvSpPr>
          <p:spPr>
            <a:xfrm>
              <a:off x="3504750" y="4396300"/>
              <a:ext cx="30650" cy="21575"/>
            </a:xfrm>
            <a:custGeom>
              <a:rect b="b" l="l" r="r" t="t"/>
              <a:pathLst>
                <a:path extrusionOk="0" h="863" w="1226">
                  <a:moveTo>
                    <a:pt x="1050" y="63"/>
                  </a:moveTo>
                  <a:cubicBezTo>
                    <a:pt x="1225" y="587"/>
                    <a:pt x="388" y="825"/>
                    <a:pt x="63" y="575"/>
                  </a:cubicBezTo>
                  <a:cubicBezTo>
                    <a:pt x="38" y="550"/>
                    <a:pt x="1" y="600"/>
                    <a:pt x="13" y="625"/>
                  </a:cubicBezTo>
                  <a:cubicBezTo>
                    <a:pt x="176" y="862"/>
                    <a:pt x="551" y="800"/>
                    <a:pt x="788" y="700"/>
                  </a:cubicBezTo>
                  <a:cubicBezTo>
                    <a:pt x="1063" y="587"/>
                    <a:pt x="1225" y="337"/>
                    <a:pt x="1113" y="50"/>
                  </a:cubicBezTo>
                  <a:cubicBezTo>
                    <a:pt x="1100" y="0"/>
                    <a:pt x="1038" y="25"/>
                    <a:pt x="1050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29"/>
            <p:cNvSpPr/>
            <p:nvPr/>
          </p:nvSpPr>
          <p:spPr>
            <a:xfrm>
              <a:off x="3694400" y="4258825"/>
              <a:ext cx="81250" cy="56575"/>
            </a:xfrm>
            <a:custGeom>
              <a:rect b="b" l="l" r="r" t="t"/>
              <a:pathLst>
                <a:path extrusionOk="0" h="2263" w="3250">
                  <a:moveTo>
                    <a:pt x="88" y="2212"/>
                  </a:moveTo>
                  <a:cubicBezTo>
                    <a:pt x="887" y="1263"/>
                    <a:pt x="1775" y="188"/>
                    <a:pt x="3162" y="375"/>
                  </a:cubicBezTo>
                  <a:cubicBezTo>
                    <a:pt x="3224" y="375"/>
                    <a:pt x="3249" y="300"/>
                    <a:pt x="3187" y="288"/>
                  </a:cubicBezTo>
                  <a:cubicBezTo>
                    <a:pt x="1787" y="0"/>
                    <a:pt x="825" y="1200"/>
                    <a:pt x="25" y="2162"/>
                  </a:cubicBezTo>
                  <a:cubicBezTo>
                    <a:pt x="0" y="2200"/>
                    <a:pt x="50" y="2262"/>
                    <a:pt x="88" y="2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29"/>
            <p:cNvSpPr/>
            <p:nvPr/>
          </p:nvSpPr>
          <p:spPr>
            <a:xfrm>
              <a:off x="3515075" y="4351000"/>
              <a:ext cx="31250" cy="15325"/>
            </a:xfrm>
            <a:custGeom>
              <a:rect b="b" l="l" r="r" t="t"/>
              <a:pathLst>
                <a:path extrusionOk="0" h="613" w="1250">
                  <a:moveTo>
                    <a:pt x="63" y="600"/>
                  </a:moveTo>
                  <a:cubicBezTo>
                    <a:pt x="288" y="612"/>
                    <a:pt x="512" y="562"/>
                    <a:pt x="712" y="450"/>
                  </a:cubicBezTo>
                  <a:cubicBezTo>
                    <a:pt x="912" y="387"/>
                    <a:pt x="1087" y="262"/>
                    <a:pt x="1212" y="88"/>
                  </a:cubicBezTo>
                  <a:cubicBezTo>
                    <a:pt x="1250" y="50"/>
                    <a:pt x="1187" y="0"/>
                    <a:pt x="1150" y="38"/>
                  </a:cubicBezTo>
                  <a:cubicBezTo>
                    <a:pt x="862" y="325"/>
                    <a:pt x="475" y="487"/>
                    <a:pt x="63" y="512"/>
                  </a:cubicBezTo>
                  <a:cubicBezTo>
                    <a:pt x="0" y="512"/>
                    <a:pt x="13" y="587"/>
                    <a:pt x="63" y="6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29"/>
            <p:cNvSpPr/>
            <p:nvPr/>
          </p:nvSpPr>
          <p:spPr>
            <a:xfrm>
              <a:off x="3512250" y="4344750"/>
              <a:ext cx="34075" cy="22200"/>
            </a:xfrm>
            <a:custGeom>
              <a:rect b="b" l="l" r="r" t="t"/>
              <a:pathLst>
                <a:path extrusionOk="0" h="888" w="1363">
                  <a:moveTo>
                    <a:pt x="1313" y="250"/>
                  </a:moveTo>
                  <a:cubicBezTo>
                    <a:pt x="825" y="0"/>
                    <a:pt x="226" y="300"/>
                    <a:pt x="26" y="787"/>
                  </a:cubicBezTo>
                  <a:cubicBezTo>
                    <a:pt x="1" y="837"/>
                    <a:pt x="101" y="887"/>
                    <a:pt x="126" y="825"/>
                  </a:cubicBezTo>
                  <a:cubicBezTo>
                    <a:pt x="313" y="412"/>
                    <a:pt x="825" y="125"/>
                    <a:pt x="1263" y="325"/>
                  </a:cubicBezTo>
                  <a:cubicBezTo>
                    <a:pt x="1325" y="350"/>
                    <a:pt x="1363" y="275"/>
                    <a:pt x="1313" y="2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7" name="Google Shape;727;p29"/>
            <p:cNvSpPr/>
            <p:nvPr/>
          </p:nvSpPr>
          <p:spPr>
            <a:xfrm>
              <a:off x="3177650" y="4347550"/>
              <a:ext cx="132500" cy="60000"/>
            </a:xfrm>
            <a:custGeom>
              <a:rect b="b" l="l" r="r" t="t"/>
              <a:pathLst>
                <a:path extrusionOk="0" h="2400" w="5300">
                  <a:moveTo>
                    <a:pt x="5224" y="1750"/>
                  </a:moveTo>
                  <a:cubicBezTo>
                    <a:pt x="3687" y="2038"/>
                    <a:pt x="388" y="2350"/>
                    <a:pt x="76" y="51"/>
                  </a:cubicBezTo>
                  <a:cubicBezTo>
                    <a:pt x="76" y="13"/>
                    <a:pt x="1" y="1"/>
                    <a:pt x="13" y="51"/>
                  </a:cubicBezTo>
                  <a:cubicBezTo>
                    <a:pt x="226" y="2400"/>
                    <a:pt x="3662" y="2125"/>
                    <a:pt x="5249" y="1825"/>
                  </a:cubicBezTo>
                  <a:cubicBezTo>
                    <a:pt x="5299" y="1813"/>
                    <a:pt x="5274" y="1738"/>
                    <a:pt x="5224" y="17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8" name="Google Shape;728;p29"/>
            <p:cNvSpPr/>
            <p:nvPr/>
          </p:nvSpPr>
          <p:spPr>
            <a:xfrm>
              <a:off x="3184850" y="4310375"/>
              <a:ext cx="60925" cy="65000"/>
            </a:xfrm>
            <a:custGeom>
              <a:rect b="b" l="l" r="r" t="t"/>
              <a:pathLst>
                <a:path extrusionOk="0" h="2600" w="2437">
                  <a:moveTo>
                    <a:pt x="975" y="2525"/>
                  </a:moveTo>
                  <a:cubicBezTo>
                    <a:pt x="350" y="2200"/>
                    <a:pt x="88" y="1425"/>
                    <a:pt x="512" y="838"/>
                  </a:cubicBezTo>
                  <a:cubicBezTo>
                    <a:pt x="887" y="300"/>
                    <a:pt x="1850" y="125"/>
                    <a:pt x="2324" y="650"/>
                  </a:cubicBezTo>
                  <a:cubicBezTo>
                    <a:pt x="2362" y="700"/>
                    <a:pt x="2437" y="625"/>
                    <a:pt x="2399" y="575"/>
                  </a:cubicBezTo>
                  <a:cubicBezTo>
                    <a:pt x="1900" y="0"/>
                    <a:pt x="837" y="188"/>
                    <a:pt x="425" y="775"/>
                  </a:cubicBezTo>
                  <a:cubicBezTo>
                    <a:pt x="0" y="1400"/>
                    <a:pt x="238" y="2262"/>
                    <a:pt x="937" y="2575"/>
                  </a:cubicBezTo>
                  <a:cubicBezTo>
                    <a:pt x="975" y="2600"/>
                    <a:pt x="1012" y="2537"/>
                    <a:pt x="975" y="25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29"/>
            <p:cNvSpPr/>
            <p:nvPr/>
          </p:nvSpPr>
          <p:spPr>
            <a:xfrm>
              <a:off x="3219825" y="4320675"/>
              <a:ext cx="35950" cy="46900"/>
            </a:xfrm>
            <a:custGeom>
              <a:rect b="b" l="l" r="r" t="t"/>
              <a:pathLst>
                <a:path extrusionOk="0" h="1876" w="1438">
                  <a:moveTo>
                    <a:pt x="713" y="88"/>
                  </a:moveTo>
                  <a:cubicBezTo>
                    <a:pt x="1113" y="276"/>
                    <a:pt x="1300" y="738"/>
                    <a:pt x="1138" y="1151"/>
                  </a:cubicBezTo>
                  <a:cubicBezTo>
                    <a:pt x="963" y="1588"/>
                    <a:pt x="513" y="1713"/>
                    <a:pt x="88" y="1588"/>
                  </a:cubicBezTo>
                  <a:cubicBezTo>
                    <a:pt x="38" y="1575"/>
                    <a:pt x="1" y="1650"/>
                    <a:pt x="51" y="1663"/>
                  </a:cubicBezTo>
                  <a:cubicBezTo>
                    <a:pt x="513" y="1875"/>
                    <a:pt x="1050" y="1663"/>
                    <a:pt x="1238" y="1201"/>
                  </a:cubicBezTo>
                  <a:cubicBezTo>
                    <a:pt x="1438" y="738"/>
                    <a:pt x="1213" y="201"/>
                    <a:pt x="751" y="26"/>
                  </a:cubicBezTo>
                  <a:cubicBezTo>
                    <a:pt x="713" y="1"/>
                    <a:pt x="676" y="63"/>
                    <a:pt x="713" y="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29"/>
            <p:cNvSpPr/>
            <p:nvPr/>
          </p:nvSpPr>
          <p:spPr>
            <a:xfrm>
              <a:off x="3208275" y="4332875"/>
              <a:ext cx="17200" cy="30950"/>
            </a:xfrm>
            <a:custGeom>
              <a:rect b="b" l="l" r="r" t="t"/>
              <a:pathLst>
                <a:path extrusionOk="0" h="1238" w="688">
                  <a:moveTo>
                    <a:pt x="650" y="1125"/>
                  </a:moveTo>
                  <a:cubicBezTo>
                    <a:pt x="63" y="1162"/>
                    <a:pt x="0" y="13"/>
                    <a:pt x="613" y="200"/>
                  </a:cubicBezTo>
                  <a:cubicBezTo>
                    <a:pt x="663" y="225"/>
                    <a:pt x="688" y="138"/>
                    <a:pt x="638" y="113"/>
                  </a:cubicBezTo>
                  <a:cubicBezTo>
                    <a:pt x="338" y="0"/>
                    <a:pt x="75" y="263"/>
                    <a:pt x="63" y="550"/>
                  </a:cubicBezTo>
                  <a:cubicBezTo>
                    <a:pt x="63" y="837"/>
                    <a:pt x="300" y="1237"/>
                    <a:pt x="650" y="1200"/>
                  </a:cubicBezTo>
                  <a:cubicBezTo>
                    <a:pt x="688" y="1200"/>
                    <a:pt x="688" y="1125"/>
                    <a:pt x="650" y="1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29"/>
            <p:cNvSpPr/>
            <p:nvPr/>
          </p:nvSpPr>
          <p:spPr>
            <a:xfrm>
              <a:off x="3454450" y="4302575"/>
              <a:ext cx="55025" cy="71550"/>
            </a:xfrm>
            <a:custGeom>
              <a:rect b="b" l="l" r="r" t="t"/>
              <a:pathLst>
                <a:path extrusionOk="0" h="2862" w="2201">
                  <a:moveTo>
                    <a:pt x="1825" y="2812"/>
                  </a:moveTo>
                  <a:cubicBezTo>
                    <a:pt x="2200" y="1537"/>
                    <a:pt x="1425" y="100"/>
                    <a:pt x="38" y="0"/>
                  </a:cubicBezTo>
                  <a:cubicBezTo>
                    <a:pt x="1" y="0"/>
                    <a:pt x="1" y="50"/>
                    <a:pt x="38" y="50"/>
                  </a:cubicBezTo>
                  <a:cubicBezTo>
                    <a:pt x="1300" y="375"/>
                    <a:pt x="2100" y="1462"/>
                    <a:pt x="1750" y="2787"/>
                  </a:cubicBezTo>
                  <a:cubicBezTo>
                    <a:pt x="1738" y="2837"/>
                    <a:pt x="1813" y="2862"/>
                    <a:pt x="1838" y="27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29"/>
            <p:cNvSpPr/>
            <p:nvPr/>
          </p:nvSpPr>
          <p:spPr>
            <a:xfrm>
              <a:off x="3809050" y="4281625"/>
              <a:ext cx="20025" cy="15350"/>
            </a:xfrm>
            <a:custGeom>
              <a:rect b="b" l="l" r="r" t="t"/>
              <a:pathLst>
                <a:path extrusionOk="0" h="614" w="801">
                  <a:moveTo>
                    <a:pt x="113" y="563"/>
                  </a:moveTo>
                  <a:cubicBezTo>
                    <a:pt x="250" y="326"/>
                    <a:pt x="488" y="163"/>
                    <a:pt x="750" y="101"/>
                  </a:cubicBezTo>
                  <a:cubicBezTo>
                    <a:pt x="800" y="88"/>
                    <a:pt x="788" y="1"/>
                    <a:pt x="738" y="1"/>
                  </a:cubicBezTo>
                  <a:cubicBezTo>
                    <a:pt x="425" y="38"/>
                    <a:pt x="163" y="226"/>
                    <a:pt x="26" y="501"/>
                  </a:cubicBezTo>
                  <a:cubicBezTo>
                    <a:pt x="1" y="563"/>
                    <a:pt x="75" y="613"/>
                    <a:pt x="113" y="5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29"/>
            <p:cNvSpPr/>
            <p:nvPr/>
          </p:nvSpPr>
          <p:spPr>
            <a:xfrm>
              <a:off x="3812475" y="4278200"/>
              <a:ext cx="16900" cy="5950"/>
            </a:xfrm>
            <a:custGeom>
              <a:rect b="b" l="l" r="r" t="t"/>
              <a:pathLst>
                <a:path extrusionOk="0" h="238" w="676">
                  <a:moveTo>
                    <a:pt x="613" y="113"/>
                  </a:moveTo>
                  <a:cubicBezTo>
                    <a:pt x="438" y="25"/>
                    <a:pt x="251" y="0"/>
                    <a:pt x="63" y="25"/>
                  </a:cubicBezTo>
                  <a:cubicBezTo>
                    <a:pt x="1" y="38"/>
                    <a:pt x="26" y="138"/>
                    <a:pt x="76" y="138"/>
                  </a:cubicBezTo>
                  <a:cubicBezTo>
                    <a:pt x="251" y="138"/>
                    <a:pt x="413" y="163"/>
                    <a:pt x="576" y="213"/>
                  </a:cubicBezTo>
                  <a:cubicBezTo>
                    <a:pt x="651" y="238"/>
                    <a:pt x="676" y="138"/>
                    <a:pt x="613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29"/>
            <p:cNvSpPr/>
            <p:nvPr/>
          </p:nvSpPr>
          <p:spPr>
            <a:xfrm>
              <a:off x="3801250" y="4294125"/>
              <a:ext cx="9375" cy="7850"/>
            </a:xfrm>
            <a:custGeom>
              <a:rect b="b" l="l" r="r" t="t"/>
              <a:pathLst>
                <a:path extrusionOk="0" h="314" w="375">
                  <a:moveTo>
                    <a:pt x="263" y="88"/>
                  </a:moveTo>
                  <a:cubicBezTo>
                    <a:pt x="213" y="113"/>
                    <a:pt x="138" y="88"/>
                    <a:pt x="113" y="38"/>
                  </a:cubicBezTo>
                  <a:cubicBezTo>
                    <a:pt x="75" y="1"/>
                    <a:pt x="0" y="38"/>
                    <a:pt x="13" y="88"/>
                  </a:cubicBezTo>
                  <a:cubicBezTo>
                    <a:pt x="75" y="238"/>
                    <a:pt x="250" y="313"/>
                    <a:pt x="338" y="151"/>
                  </a:cubicBezTo>
                  <a:cubicBezTo>
                    <a:pt x="375" y="101"/>
                    <a:pt x="300" y="38"/>
                    <a:pt x="263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29"/>
            <p:cNvSpPr/>
            <p:nvPr/>
          </p:nvSpPr>
          <p:spPr>
            <a:xfrm>
              <a:off x="3783125" y="4280700"/>
              <a:ext cx="20025" cy="15650"/>
            </a:xfrm>
            <a:custGeom>
              <a:rect b="b" l="l" r="r" t="t"/>
              <a:pathLst>
                <a:path extrusionOk="0" h="626" w="801">
                  <a:moveTo>
                    <a:pt x="775" y="538"/>
                  </a:moveTo>
                  <a:cubicBezTo>
                    <a:pt x="625" y="288"/>
                    <a:pt x="350" y="0"/>
                    <a:pt x="38" y="63"/>
                  </a:cubicBezTo>
                  <a:cubicBezTo>
                    <a:pt x="0" y="75"/>
                    <a:pt x="0" y="138"/>
                    <a:pt x="38" y="150"/>
                  </a:cubicBezTo>
                  <a:cubicBezTo>
                    <a:pt x="313" y="213"/>
                    <a:pt x="550" y="363"/>
                    <a:pt x="700" y="588"/>
                  </a:cubicBezTo>
                  <a:cubicBezTo>
                    <a:pt x="738" y="625"/>
                    <a:pt x="800" y="575"/>
                    <a:pt x="775" y="5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29"/>
            <p:cNvSpPr/>
            <p:nvPr/>
          </p:nvSpPr>
          <p:spPr>
            <a:xfrm>
              <a:off x="3783425" y="4276325"/>
              <a:ext cx="24400" cy="10325"/>
            </a:xfrm>
            <a:custGeom>
              <a:rect b="b" l="l" r="r" t="t"/>
              <a:pathLst>
                <a:path extrusionOk="0" h="413" w="976">
                  <a:moveTo>
                    <a:pt x="113" y="288"/>
                  </a:moveTo>
                  <a:cubicBezTo>
                    <a:pt x="363" y="125"/>
                    <a:pt x="613" y="188"/>
                    <a:pt x="838" y="363"/>
                  </a:cubicBezTo>
                  <a:cubicBezTo>
                    <a:pt x="888" y="413"/>
                    <a:pt x="976" y="325"/>
                    <a:pt x="913" y="275"/>
                  </a:cubicBezTo>
                  <a:cubicBezTo>
                    <a:pt x="688" y="25"/>
                    <a:pt x="313" y="0"/>
                    <a:pt x="51" y="213"/>
                  </a:cubicBezTo>
                  <a:cubicBezTo>
                    <a:pt x="1" y="250"/>
                    <a:pt x="63" y="325"/>
                    <a:pt x="113" y="2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29"/>
            <p:cNvSpPr/>
            <p:nvPr/>
          </p:nvSpPr>
          <p:spPr>
            <a:xfrm>
              <a:off x="3804375" y="4278500"/>
              <a:ext cx="13750" cy="8150"/>
            </a:xfrm>
            <a:custGeom>
              <a:rect b="b" l="l" r="r" t="t"/>
              <a:pathLst>
                <a:path extrusionOk="0" h="326" w="550">
                  <a:moveTo>
                    <a:pt x="138" y="276"/>
                  </a:moveTo>
                  <a:cubicBezTo>
                    <a:pt x="238" y="188"/>
                    <a:pt x="362" y="126"/>
                    <a:pt x="487" y="113"/>
                  </a:cubicBezTo>
                  <a:cubicBezTo>
                    <a:pt x="550" y="113"/>
                    <a:pt x="525" y="26"/>
                    <a:pt x="475" y="13"/>
                  </a:cubicBezTo>
                  <a:cubicBezTo>
                    <a:pt x="312" y="1"/>
                    <a:pt x="163" y="76"/>
                    <a:pt x="50" y="188"/>
                  </a:cubicBezTo>
                  <a:cubicBezTo>
                    <a:pt x="0" y="238"/>
                    <a:pt x="88" y="326"/>
                    <a:pt x="138" y="2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29"/>
            <p:cNvSpPr/>
            <p:nvPr/>
          </p:nvSpPr>
          <p:spPr>
            <a:xfrm>
              <a:off x="3798750" y="4264450"/>
              <a:ext cx="14375" cy="12525"/>
            </a:xfrm>
            <a:custGeom>
              <a:rect b="b" l="l" r="r" t="t"/>
              <a:pathLst>
                <a:path extrusionOk="0" h="501" w="575">
                  <a:moveTo>
                    <a:pt x="275" y="475"/>
                  </a:moveTo>
                  <a:cubicBezTo>
                    <a:pt x="400" y="463"/>
                    <a:pt x="537" y="425"/>
                    <a:pt x="550" y="288"/>
                  </a:cubicBezTo>
                  <a:cubicBezTo>
                    <a:pt x="575" y="163"/>
                    <a:pt x="475" y="63"/>
                    <a:pt x="363" y="63"/>
                  </a:cubicBezTo>
                  <a:cubicBezTo>
                    <a:pt x="63" y="0"/>
                    <a:pt x="0" y="463"/>
                    <a:pt x="300" y="488"/>
                  </a:cubicBezTo>
                  <a:cubicBezTo>
                    <a:pt x="375" y="500"/>
                    <a:pt x="400" y="375"/>
                    <a:pt x="325" y="363"/>
                  </a:cubicBezTo>
                  <a:lnTo>
                    <a:pt x="275" y="350"/>
                  </a:lnTo>
                  <a:cubicBezTo>
                    <a:pt x="200" y="350"/>
                    <a:pt x="200" y="475"/>
                    <a:pt x="275" y="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29"/>
            <p:cNvSpPr/>
            <p:nvPr/>
          </p:nvSpPr>
          <p:spPr>
            <a:xfrm>
              <a:off x="6793275" y="2739850"/>
              <a:ext cx="104675" cy="111550"/>
            </a:xfrm>
            <a:custGeom>
              <a:rect b="b" l="l" r="r" t="t"/>
              <a:pathLst>
                <a:path extrusionOk="0" h="4462" w="4187">
                  <a:moveTo>
                    <a:pt x="3899" y="1800"/>
                  </a:moveTo>
                  <a:cubicBezTo>
                    <a:pt x="4087" y="3375"/>
                    <a:pt x="2275" y="4462"/>
                    <a:pt x="1062" y="3325"/>
                  </a:cubicBezTo>
                  <a:cubicBezTo>
                    <a:pt x="125" y="2450"/>
                    <a:pt x="563" y="988"/>
                    <a:pt x="1212" y="75"/>
                  </a:cubicBezTo>
                  <a:cubicBezTo>
                    <a:pt x="1237" y="38"/>
                    <a:pt x="1187" y="0"/>
                    <a:pt x="1150" y="25"/>
                  </a:cubicBezTo>
                  <a:cubicBezTo>
                    <a:pt x="213" y="1038"/>
                    <a:pt x="0" y="2975"/>
                    <a:pt x="1387" y="3712"/>
                  </a:cubicBezTo>
                  <a:cubicBezTo>
                    <a:pt x="2737" y="4424"/>
                    <a:pt x="4187" y="3237"/>
                    <a:pt x="3999" y="1800"/>
                  </a:cubicBezTo>
                  <a:cubicBezTo>
                    <a:pt x="3999" y="1738"/>
                    <a:pt x="3887" y="1738"/>
                    <a:pt x="3899" y="1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29"/>
            <p:cNvSpPr/>
            <p:nvPr/>
          </p:nvSpPr>
          <p:spPr>
            <a:xfrm>
              <a:off x="6818575" y="2481475"/>
              <a:ext cx="146850" cy="263400"/>
            </a:xfrm>
            <a:custGeom>
              <a:rect b="b" l="l" r="r" t="t"/>
              <a:pathLst>
                <a:path extrusionOk="0" h="10536" w="5874">
                  <a:moveTo>
                    <a:pt x="75" y="10510"/>
                  </a:moveTo>
                  <a:cubicBezTo>
                    <a:pt x="1950" y="9186"/>
                    <a:pt x="4362" y="7986"/>
                    <a:pt x="5137" y="5674"/>
                  </a:cubicBezTo>
                  <a:cubicBezTo>
                    <a:pt x="5724" y="3950"/>
                    <a:pt x="5874" y="1463"/>
                    <a:pt x="4612" y="26"/>
                  </a:cubicBezTo>
                  <a:cubicBezTo>
                    <a:pt x="4587" y="1"/>
                    <a:pt x="4537" y="38"/>
                    <a:pt x="4562" y="63"/>
                  </a:cubicBezTo>
                  <a:cubicBezTo>
                    <a:pt x="5761" y="1700"/>
                    <a:pt x="5586" y="4462"/>
                    <a:pt x="4737" y="6224"/>
                  </a:cubicBezTo>
                  <a:cubicBezTo>
                    <a:pt x="3812" y="8124"/>
                    <a:pt x="1700" y="9236"/>
                    <a:pt x="38" y="10448"/>
                  </a:cubicBezTo>
                  <a:cubicBezTo>
                    <a:pt x="0" y="10473"/>
                    <a:pt x="38" y="10535"/>
                    <a:pt x="75" y="1051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1" name="Google Shape;741;p29"/>
            <p:cNvSpPr/>
            <p:nvPr/>
          </p:nvSpPr>
          <p:spPr>
            <a:xfrm>
              <a:off x="6840750" y="2448375"/>
              <a:ext cx="85000" cy="100300"/>
            </a:xfrm>
            <a:custGeom>
              <a:rect b="b" l="l" r="r" t="t"/>
              <a:pathLst>
                <a:path extrusionOk="0" h="4012" w="3400">
                  <a:moveTo>
                    <a:pt x="3350" y="1087"/>
                  </a:moveTo>
                  <a:cubicBezTo>
                    <a:pt x="2500" y="587"/>
                    <a:pt x="1313" y="387"/>
                    <a:pt x="576" y="1225"/>
                  </a:cubicBezTo>
                  <a:cubicBezTo>
                    <a:pt x="151" y="1700"/>
                    <a:pt x="1" y="2837"/>
                    <a:pt x="413" y="3387"/>
                  </a:cubicBezTo>
                  <a:cubicBezTo>
                    <a:pt x="900" y="4012"/>
                    <a:pt x="2038" y="3924"/>
                    <a:pt x="2375" y="3187"/>
                  </a:cubicBezTo>
                  <a:cubicBezTo>
                    <a:pt x="2575" y="2749"/>
                    <a:pt x="2550" y="2237"/>
                    <a:pt x="2300" y="1812"/>
                  </a:cubicBezTo>
                  <a:cubicBezTo>
                    <a:pt x="1938" y="1175"/>
                    <a:pt x="975" y="775"/>
                    <a:pt x="863" y="25"/>
                  </a:cubicBezTo>
                  <a:cubicBezTo>
                    <a:pt x="863" y="0"/>
                    <a:pt x="813" y="0"/>
                    <a:pt x="813" y="25"/>
                  </a:cubicBezTo>
                  <a:cubicBezTo>
                    <a:pt x="825" y="437"/>
                    <a:pt x="1100" y="675"/>
                    <a:pt x="1388" y="950"/>
                  </a:cubicBezTo>
                  <a:cubicBezTo>
                    <a:pt x="1675" y="1225"/>
                    <a:pt x="2050" y="1512"/>
                    <a:pt x="2200" y="1862"/>
                  </a:cubicBezTo>
                  <a:cubicBezTo>
                    <a:pt x="2563" y="2724"/>
                    <a:pt x="2313" y="3724"/>
                    <a:pt x="1200" y="3587"/>
                  </a:cubicBezTo>
                  <a:cubicBezTo>
                    <a:pt x="850" y="3649"/>
                    <a:pt x="626" y="3524"/>
                    <a:pt x="551" y="3174"/>
                  </a:cubicBezTo>
                  <a:cubicBezTo>
                    <a:pt x="426" y="3087"/>
                    <a:pt x="338" y="2949"/>
                    <a:pt x="338" y="2799"/>
                  </a:cubicBezTo>
                  <a:cubicBezTo>
                    <a:pt x="338" y="2737"/>
                    <a:pt x="338" y="2674"/>
                    <a:pt x="338" y="2612"/>
                  </a:cubicBezTo>
                  <a:cubicBezTo>
                    <a:pt x="313" y="2362"/>
                    <a:pt x="313" y="2100"/>
                    <a:pt x="363" y="1850"/>
                  </a:cubicBezTo>
                  <a:cubicBezTo>
                    <a:pt x="713" y="487"/>
                    <a:pt x="2375" y="612"/>
                    <a:pt x="3312" y="1150"/>
                  </a:cubicBezTo>
                  <a:cubicBezTo>
                    <a:pt x="3362" y="1175"/>
                    <a:pt x="3400" y="1112"/>
                    <a:pt x="3362" y="10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29"/>
            <p:cNvSpPr/>
            <p:nvPr/>
          </p:nvSpPr>
          <p:spPr>
            <a:xfrm>
              <a:off x="6857625" y="2386200"/>
              <a:ext cx="13450" cy="55325"/>
            </a:xfrm>
            <a:custGeom>
              <a:rect b="b" l="l" r="r" t="t"/>
              <a:pathLst>
                <a:path extrusionOk="0" h="2213" w="538">
                  <a:moveTo>
                    <a:pt x="138" y="2162"/>
                  </a:moveTo>
                  <a:cubicBezTo>
                    <a:pt x="63" y="1387"/>
                    <a:pt x="300" y="775"/>
                    <a:pt x="525" y="50"/>
                  </a:cubicBezTo>
                  <a:cubicBezTo>
                    <a:pt x="538" y="13"/>
                    <a:pt x="488" y="0"/>
                    <a:pt x="463" y="25"/>
                  </a:cubicBezTo>
                  <a:cubicBezTo>
                    <a:pt x="51" y="613"/>
                    <a:pt x="1" y="1475"/>
                    <a:pt x="63" y="2162"/>
                  </a:cubicBezTo>
                  <a:cubicBezTo>
                    <a:pt x="63" y="2212"/>
                    <a:pt x="150" y="2212"/>
                    <a:pt x="138" y="2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29"/>
            <p:cNvSpPr/>
            <p:nvPr/>
          </p:nvSpPr>
          <p:spPr>
            <a:xfrm>
              <a:off x="6804825" y="2632075"/>
              <a:ext cx="96875" cy="82175"/>
            </a:xfrm>
            <a:custGeom>
              <a:rect b="b" l="l" r="r" t="t"/>
              <a:pathLst>
                <a:path extrusionOk="0" h="3287" w="3875">
                  <a:moveTo>
                    <a:pt x="3800" y="2200"/>
                  </a:moveTo>
                  <a:cubicBezTo>
                    <a:pt x="3125" y="2712"/>
                    <a:pt x="2300" y="3174"/>
                    <a:pt x="1425" y="2937"/>
                  </a:cubicBezTo>
                  <a:cubicBezTo>
                    <a:pt x="963" y="2799"/>
                    <a:pt x="575" y="2474"/>
                    <a:pt x="363" y="2050"/>
                  </a:cubicBezTo>
                  <a:cubicBezTo>
                    <a:pt x="213" y="1762"/>
                    <a:pt x="126" y="1450"/>
                    <a:pt x="126" y="1137"/>
                  </a:cubicBezTo>
                  <a:cubicBezTo>
                    <a:pt x="138" y="400"/>
                    <a:pt x="563" y="250"/>
                    <a:pt x="1400" y="687"/>
                  </a:cubicBezTo>
                  <a:cubicBezTo>
                    <a:pt x="1363" y="712"/>
                    <a:pt x="1400" y="787"/>
                    <a:pt x="1438" y="750"/>
                  </a:cubicBezTo>
                  <a:cubicBezTo>
                    <a:pt x="1813" y="463"/>
                    <a:pt x="1400" y="125"/>
                    <a:pt x="1050" y="75"/>
                  </a:cubicBezTo>
                  <a:cubicBezTo>
                    <a:pt x="388" y="0"/>
                    <a:pt x="1" y="675"/>
                    <a:pt x="26" y="1262"/>
                  </a:cubicBezTo>
                  <a:cubicBezTo>
                    <a:pt x="63" y="2050"/>
                    <a:pt x="613" y="2837"/>
                    <a:pt x="1388" y="3049"/>
                  </a:cubicBezTo>
                  <a:cubicBezTo>
                    <a:pt x="2312" y="3287"/>
                    <a:pt x="3162" y="2824"/>
                    <a:pt x="3837" y="2237"/>
                  </a:cubicBezTo>
                  <a:cubicBezTo>
                    <a:pt x="3875" y="2212"/>
                    <a:pt x="3825" y="2175"/>
                    <a:pt x="3800" y="22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29"/>
            <p:cNvSpPr/>
            <p:nvPr/>
          </p:nvSpPr>
          <p:spPr>
            <a:xfrm>
              <a:off x="6762650" y="2704850"/>
              <a:ext cx="110625" cy="22850"/>
            </a:xfrm>
            <a:custGeom>
              <a:rect b="b" l="l" r="r" t="t"/>
              <a:pathLst>
                <a:path extrusionOk="0" h="914" w="4425">
                  <a:moveTo>
                    <a:pt x="4324" y="26"/>
                  </a:moveTo>
                  <a:cubicBezTo>
                    <a:pt x="3325" y="876"/>
                    <a:pt x="1175" y="913"/>
                    <a:pt x="63" y="326"/>
                  </a:cubicBezTo>
                  <a:cubicBezTo>
                    <a:pt x="26" y="313"/>
                    <a:pt x="1" y="363"/>
                    <a:pt x="26" y="388"/>
                  </a:cubicBezTo>
                  <a:cubicBezTo>
                    <a:pt x="713" y="901"/>
                    <a:pt x="1700" y="826"/>
                    <a:pt x="2512" y="738"/>
                  </a:cubicBezTo>
                  <a:cubicBezTo>
                    <a:pt x="3175" y="663"/>
                    <a:pt x="3862" y="538"/>
                    <a:pt x="4387" y="88"/>
                  </a:cubicBezTo>
                  <a:cubicBezTo>
                    <a:pt x="4424" y="51"/>
                    <a:pt x="4374" y="1"/>
                    <a:pt x="4324" y="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29"/>
            <p:cNvSpPr/>
            <p:nvPr/>
          </p:nvSpPr>
          <p:spPr>
            <a:xfrm>
              <a:off x="6751100" y="2705175"/>
              <a:ext cx="12200" cy="11900"/>
            </a:xfrm>
            <a:custGeom>
              <a:rect b="b" l="l" r="r" t="t"/>
              <a:pathLst>
                <a:path extrusionOk="0" h="476" w="488">
                  <a:moveTo>
                    <a:pt x="450" y="350"/>
                  </a:moveTo>
                  <a:cubicBezTo>
                    <a:pt x="488" y="263"/>
                    <a:pt x="463" y="150"/>
                    <a:pt x="400" y="88"/>
                  </a:cubicBezTo>
                  <a:cubicBezTo>
                    <a:pt x="338" y="25"/>
                    <a:pt x="238" y="0"/>
                    <a:pt x="150" y="13"/>
                  </a:cubicBezTo>
                  <a:cubicBezTo>
                    <a:pt x="125" y="13"/>
                    <a:pt x="88" y="25"/>
                    <a:pt x="63" y="50"/>
                  </a:cubicBezTo>
                  <a:cubicBezTo>
                    <a:pt x="38" y="88"/>
                    <a:pt x="25" y="125"/>
                    <a:pt x="25" y="163"/>
                  </a:cubicBezTo>
                  <a:cubicBezTo>
                    <a:pt x="0" y="288"/>
                    <a:pt x="63" y="413"/>
                    <a:pt x="175" y="463"/>
                  </a:cubicBezTo>
                  <a:cubicBezTo>
                    <a:pt x="313" y="475"/>
                    <a:pt x="425" y="375"/>
                    <a:pt x="425" y="2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29"/>
            <p:cNvSpPr/>
            <p:nvPr/>
          </p:nvSpPr>
          <p:spPr>
            <a:xfrm>
              <a:off x="6748900" y="2702675"/>
              <a:ext cx="16275" cy="18450"/>
            </a:xfrm>
            <a:custGeom>
              <a:rect b="b" l="l" r="r" t="t"/>
              <a:pathLst>
                <a:path extrusionOk="0" h="738" w="651">
                  <a:moveTo>
                    <a:pt x="601" y="463"/>
                  </a:moveTo>
                  <a:cubicBezTo>
                    <a:pt x="650" y="300"/>
                    <a:pt x="563" y="113"/>
                    <a:pt x="388" y="63"/>
                  </a:cubicBezTo>
                  <a:cubicBezTo>
                    <a:pt x="251" y="0"/>
                    <a:pt x="76" y="88"/>
                    <a:pt x="63" y="250"/>
                  </a:cubicBezTo>
                  <a:cubicBezTo>
                    <a:pt x="1" y="650"/>
                    <a:pt x="563" y="738"/>
                    <a:pt x="563" y="338"/>
                  </a:cubicBezTo>
                  <a:cubicBezTo>
                    <a:pt x="563" y="288"/>
                    <a:pt x="501" y="275"/>
                    <a:pt x="488" y="325"/>
                  </a:cubicBezTo>
                  <a:cubicBezTo>
                    <a:pt x="163" y="438"/>
                    <a:pt x="88" y="425"/>
                    <a:pt x="263" y="275"/>
                  </a:cubicBezTo>
                  <a:cubicBezTo>
                    <a:pt x="376" y="100"/>
                    <a:pt x="438" y="150"/>
                    <a:pt x="476" y="425"/>
                  </a:cubicBezTo>
                  <a:cubicBezTo>
                    <a:pt x="451" y="513"/>
                    <a:pt x="576" y="538"/>
                    <a:pt x="601" y="4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7" name="Google Shape;747;p29"/>
            <p:cNvSpPr/>
            <p:nvPr/>
          </p:nvSpPr>
          <p:spPr>
            <a:xfrm>
              <a:off x="6927925" y="2476175"/>
              <a:ext cx="3450" cy="2825"/>
            </a:xfrm>
            <a:custGeom>
              <a:rect b="b" l="l" r="r" t="t"/>
              <a:pathLst>
                <a:path extrusionOk="0" h="113" w="138">
                  <a:moveTo>
                    <a:pt x="63" y="25"/>
                  </a:moveTo>
                  <a:lnTo>
                    <a:pt x="38" y="38"/>
                  </a:lnTo>
                  <a:cubicBezTo>
                    <a:pt x="0" y="50"/>
                    <a:pt x="0" y="88"/>
                    <a:pt x="38" y="100"/>
                  </a:cubicBezTo>
                  <a:lnTo>
                    <a:pt x="63" y="100"/>
                  </a:lnTo>
                  <a:cubicBezTo>
                    <a:pt x="125" y="113"/>
                    <a:pt x="138" y="0"/>
                    <a:pt x="63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29"/>
            <p:cNvSpPr/>
            <p:nvPr/>
          </p:nvSpPr>
          <p:spPr>
            <a:xfrm>
              <a:off x="6869800" y="2346825"/>
              <a:ext cx="17850" cy="42200"/>
            </a:xfrm>
            <a:custGeom>
              <a:rect b="b" l="l" r="r" t="t"/>
              <a:pathLst>
                <a:path extrusionOk="0" h="1688" w="714">
                  <a:moveTo>
                    <a:pt x="101" y="1663"/>
                  </a:moveTo>
                  <a:cubicBezTo>
                    <a:pt x="638" y="1463"/>
                    <a:pt x="713" y="513"/>
                    <a:pt x="576" y="51"/>
                  </a:cubicBezTo>
                  <a:cubicBezTo>
                    <a:pt x="551" y="1"/>
                    <a:pt x="463" y="13"/>
                    <a:pt x="476" y="63"/>
                  </a:cubicBezTo>
                  <a:cubicBezTo>
                    <a:pt x="513" y="313"/>
                    <a:pt x="526" y="563"/>
                    <a:pt x="488" y="800"/>
                  </a:cubicBezTo>
                  <a:cubicBezTo>
                    <a:pt x="438" y="1038"/>
                    <a:pt x="326" y="1463"/>
                    <a:pt x="76" y="1550"/>
                  </a:cubicBezTo>
                  <a:cubicBezTo>
                    <a:pt x="1" y="1575"/>
                    <a:pt x="38" y="1688"/>
                    <a:pt x="101" y="16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29"/>
            <p:cNvSpPr/>
            <p:nvPr/>
          </p:nvSpPr>
          <p:spPr>
            <a:xfrm>
              <a:off x="6865425" y="2346525"/>
              <a:ext cx="19725" cy="42200"/>
            </a:xfrm>
            <a:custGeom>
              <a:rect b="b" l="l" r="r" t="t"/>
              <a:pathLst>
                <a:path extrusionOk="0" h="1688" w="789">
                  <a:moveTo>
                    <a:pt x="676" y="50"/>
                  </a:moveTo>
                  <a:cubicBezTo>
                    <a:pt x="313" y="400"/>
                    <a:pt x="1" y="1125"/>
                    <a:pt x="151" y="1625"/>
                  </a:cubicBezTo>
                  <a:cubicBezTo>
                    <a:pt x="163" y="1687"/>
                    <a:pt x="251" y="1662"/>
                    <a:pt x="238" y="1600"/>
                  </a:cubicBezTo>
                  <a:cubicBezTo>
                    <a:pt x="188" y="1062"/>
                    <a:pt x="376" y="513"/>
                    <a:pt x="751" y="113"/>
                  </a:cubicBezTo>
                  <a:cubicBezTo>
                    <a:pt x="788" y="63"/>
                    <a:pt x="726" y="0"/>
                    <a:pt x="676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29"/>
            <p:cNvSpPr/>
            <p:nvPr/>
          </p:nvSpPr>
          <p:spPr>
            <a:xfrm>
              <a:off x="6831375" y="2415875"/>
              <a:ext cx="30025" cy="33150"/>
            </a:xfrm>
            <a:custGeom>
              <a:rect b="b" l="l" r="r" t="t"/>
              <a:pathLst>
                <a:path extrusionOk="0" h="1326" w="1201">
                  <a:moveTo>
                    <a:pt x="1188" y="1275"/>
                  </a:moveTo>
                  <a:cubicBezTo>
                    <a:pt x="1200" y="938"/>
                    <a:pt x="1026" y="663"/>
                    <a:pt x="813" y="413"/>
                  </a:cubicBezTo>
                  <a:cubicBezTo>
                    <a:pt x="638" y="163"/>
                    <a:pt x="351" y="13"/>
                    <a:pt x="51" y="0"/>
                  </a:cubicBezTo>
                  <a:cubicBezTo>
                    <a:pt x="13" y="0"/>
                    <a:pt x="1" y="75"/>
                    <a:pt x="38" y="75"/>
                  </a:cubicBezTo>
                  <a:cubicBezTo>
                    <a:pt x="326" y="100"/>
                    <a:pt x="588" y="238"/>
                    <a:pt x="763" y="463"/>
                  </a:cubicBezTo>
                  <a:cubicBezTo>
                    <a:pt x="951" y="713"/>
                    <a:pt x="1125" y="950"/>
                    <a:pt x="1101" y="1275"/>
                  </a:cubicBezTo>
                  <a:cubicBezTo>
                    <a:pt x="1101" y="1325"/>
                    <a:pt x="1175" y="1325"/>
                    <a:pt x="1188" y="12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1" name="Google Shape;751;p29"/>
            <p:cNvSpPr/>
            <p:nvPr/>
          </p:nvSpPr>
          <p:spPr>
            <a:xfrm>
              <a:off x="6831375" y="2415550"/>
              <a:ext cx="29400" cy="33475"/>
            </a:xfrm>
            <a:custGeom>
              <a:rect b="b" l="l" r="r" t="t"/>
              <a:pathLst>
                <a:path extrusionOk="0" h="1339" w="1176">
                  <a:moveTo>
                    <a:pt x="13" y="63"/>
                  </a:moveTo>
                  <a:cubicBezTo>
                    <a:pt x="101" y="626"/>
                    <a:pt x="501" y="1201"/>
                    <a:pt x="1076" y="1313"/>
                  </a:cubicBezTo>
                  <a:cubicBezTo>
                    <a:pt x="1138" y="1338"/>
                    <a:pt x="1175" y="1251"/>
                    <a:pt x="1125" y="1213"/>
                  </a:cubicBezTo>
                  <a:cubicBezTo>
                    <a:pt x="888" y="1076"/>
                    <a:pt x="651" y="1013"/>
                    <a:pt x="476" y="776"/>
                  </a:cubicBezTo>
                  <a:cubicBezTo>
                    <a:pt x="301" y="563"/>
                    <a:pt x="163" y="313"/>
                    <a:pt x="88" y="38"/>
                  </a:cubicBezTo>
                  <a:cubicBezTo>
                    <a:pt x="76" y="1"/>
                    <a:pt x="1" y="13"/>
                    <a:pt x="13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29"/>
            <p:cNvSpPr/>
            <p:nvPr/>
          </p:nvSpPr>
          <p:spPr>
            <a:xfrm>
              <a:off x="6767025" y="2718300"/>
              <a:ext cx="86575" cy="38750"/>
            </a:xfrm>
            <a:custGeom>
              <a:rect b="b" l="l" r="r" t="t"/>
              <a:pathLst>
                <a:path extrusionOk="0" h="1550" w="3463">
                  <a:moveTo>
                    <a:pt x="3387" y="38"/>
                  </a:moveTo>
                  <a:cubicBezTo>
                    <a:pt x="2387" y="738"/>
                    <a:pt x="1250" y="1225"/>
                    <a:pt x="50" y="1437"/>
                  </a:cubicBezTo>
                  <a:cubicBezTo>
                    <a:pt x="0" y="1450"/>
                    <a:pt x="25" y="1550"/>
                    <a:pt x="88" y="1537"/>
                  </a:cubicBezTo>
                  <a:cubicBezTo>
                    <a:pt x="1288" y="1312"/>
                    <a:pt x="2437" y="825"/>
                    <a:pt x="3425" y="100"/>
                  </a:cubicBezTo>
                  <a:cubicBezTo>
                    <a:pt x="3462" y="75"/>
                    <a:pt x="3425" y="0"/>
                    <a:pt x="3387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3" name="Google Shape;753;p29"/>
            <p:cNvSpPr/>
            <p:nvPr/>
          </p:nvSpPr>
          <p:spPr>
            <a:xfrm>
              <a:off x="6752975" y="2749525"/>
              <a:ext cx="16250" cy="17850"/>
            </a:xfrm>
            <a:custGeom>
              <a:rect b="b" l="l" r="r" t="t"/>
              <a:pathLst>
                <a:path extrusionOk="0" h="714" w="650">
                  <a:moveTo>
                    <a:pt x="575" y="188"/>
                  </a:moveTo>
                  <a:cubicBezTo>
                    <a:pt x="363" y="1"/>
                    <a:pt x="0" y="238"/>
                    <a:pt x="213" y="476"/>
                  </a:cubicBezTo>
                  <a:cubicBezTo>
                    <a:pt x="413" y="713"/>
                    <a:pt x="650" y="376"/>
                    <a:pt x="562" y="163"/>
                  </a:cubicBezTo>
                  <a:cubicBezTo>
                    <a:pt x="537" y="126"/>
                    <a:pt x="487" y="138"/>
                    <a:pt x="487" y="176"/>
                  </a:cubicBezTo>
                  <a:cubicBezTo>
                    <a:pt x="487" y="213"/>
                    <a:pt x="487" y="251"/>
                    <a:pt x="487" y="288"/>
                  </a:cubicBezTo>
                  <a:cubicBezTo>
                    <a:pt x="475" y="376"/>
                    <a:pt x="487" y="363"/>
                    <a:pt x="512" y="263"/>
                  </a:cubicBezTo>
                  <a:cubicBezTo>
                    <a:pt x="550" y="288"/>
                    <a:pt x="612" y="238"/>
                    <a:pt x="575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4" name="Google Shape;754;p29"/>
            <p:cNvSpPr/>
            <p:nvPr/>
          </p:nvSpPr>
          <p:spPr>
            <a:xfrm>
              <a:off x="6783275" y="2681125"/>
              <a:ext cx="81875" cy="30625"/>
            </a:xfrm>
            <a:custGeom>
              <a:rect b="b" l="l" r="r" t="t"/>
              <a:pathLst>
                <a:path extrusionOk="0" h="1225" w="3275">
                  <a:moveTo>
                    <a:pt x="3212" y="1000"/>
                  </a:moveTo>
                  <a:cubicBezTo>
                    <a:pt x="2000" y="1137"/>
                    <a:pt x="988" y="800"/>
                    <a:pt x="63" y="25"/>
                  </a:cubicBezTo>
                  <a:cubicBezTo>
                    <a:pt x="25" y="0"/>
                    <a:pt x="0" y="38"/>
                    <a:pt x="13" y="75"/>
                  </a:cubicBezTo>
                  <a:cubicBezTo>
                    <a:pt x="738" y="1000"/>
                    <a:pt x="2112" y="1225"/>
                    <a:pt x="3212" y="1087"/>
                  </a:cubicBezTo>
                  <a:cubicBezTo>
                    <a:pt x="3274" y="1087"/>
                    <a:pt x="3274" y="987"/>
                    <a:pt x="3212" y="10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5" name="Google Shape;755;p29"/>
            <p:cNvSpPr/>
            <p:nvPr/>
          </p:nvSpPr>
          <p:spPr>
            <a:xfrm>
              <a:off x="6773575" y="2671750"/>
              <a:ext cx="15025" cy="12825"/>
            </a:xfrm>
            <a:custGeom>
              <a:rect b="b" l="l" r="r" t="t"/>
              <a:pathLst>
                <a:path extrusionOk="0" h="513" w="601">
                  <a:moveTo>
                    <a:pt x="338" y="25"/>
                  </a:moveTo>
                  <a:cubicBezTo>
                    <a:pt x="38" y="0"/>
                    <a:pt x="1" y="450"/>
                    <a:pt x="301" y="488"/>
                  </a:cubicBezTo>
                  <a:cubicBezTo>
                    <a:pt x="601" y="513"/>
                    <a:pt x="563" y="75"/>
                    <a:pt x="276" y="88"/>
                  </a:cubicBezTo>
                  <a:cubicBezTo>
                    <a:pt x="238" y="88"/>
                    <a:pt x="226" y="138"/>
                    <a:pt x="263" y="150"/>
                  </a:cubicBezTo>
                  <a:cubicBezTo>
                    <a:pt x="313" y="213"/>
                    <a:pt x="338" y="188"/>
                    <a:pt x="338" y="100"/>
                  </a:cubicBezTo>
                  <a:cubicBezTo>
                    <a:pt x="388" y="100"/>
                    <a:pt x="388" y="25"/>
                    <a:pt x="338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6" name="Google Shape;756;p29"/>
            <p:cNvSpPr/>
            <p:nvPr/>
          </p:nvSpPr>
          <p:spPr>
            <a:xfrm>
              <a:off x="6888250" y="2270600"/>
              <a:ext cx="60000" cy="237450"/>
            </a:xfrm>
            <a:custGeom>
              <a:rect b="b" l="l" r="r" t="t"/>
              <a:pathLst>
                <a:path extrusionOk="0" h="9498" w="2400">
                  <a:moveTo>
                    <a:pt x="2387" y="9448"/>
                  </a:moveTo>
                  <a:cubicBezTo>
                    <a:pt x="1137" y="6136"/>
                    <a:pt x="0" y="3450"/>
                    <a:pt x="2025" y="125"/>
                  </a:cubicBezTo>
                  <a:cubicBezTo>
                    <a:pt x="2062" y="50"/>
                    <a:pt x="1962" y="0"/>
                    <a:pt x="1925" y="63"/>
                  </a:cubicBezTo>
                  <a:cubicBezTo>
                    <a:pt x="975" y="1475"/>
                    <a:pt x="575" y="2750"/>
                    <a:pt x="738" y="4449"/>
                  </a:cubicBezTo>
                  <a:cubicBezTo>
                    <a:pt x="925" y="6386"/>
                    <a:pt x="1637" y="7686"/>
                    <a:pt x="2325" y="9460"/>
                  </a:cubicBezTo>
                  <a:cubicBezTo>
                    <a:pt x="2350" y="9498"/>
                    <a:pt x="2400" y="9485"/>
                    <a:pt x="2387" y="944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7" name="Google Shape;757;p29"/>
            <p:cNvSpPr/>
            <p:nvPr/>
          </p:nvSpPr>
          <p:spPr>
            <a:xfrm>
              <a:off x="6844200" y="2755475"/>
              <a:ext cx="49375" cy="31875"/>
            </a:xfrm>
            <a:custGeom>
              <a:rect b="b" l="l" r="r" t="t"/>
              <a:pathLst>
                <a:path extrusionOk="0" h="1275" w="1975">
                  <a:moveTo>
                    <a:pt x="1962" y="1213"/>
                  </a:moveTo>
                  <a:cubicBezTo>
                    <a:pt x="1875" y="663"/>
                    <a:pt x="1525" y="125"/>
                    <a:pt x="912" y="63"/>
                  </a:cubicBezTo>
                  <a:cubicBezTo>
                    <a:pt x="425" y="0"/>
                    <a:pt x="0" y="375"/>
                    <a:pt x="0" y="875"/>
                  </a:cubicBezTo>
                  <a:cubicBezTo>
                    <a:pt x="0" y="938"/>
                    <a:pt x="113" y="938"/>
                    <a:pt x="113" y="875"/>
                  </a:cubicBezTo>
                  <a:cubicBezTo>
                    <a:pt x="125" y="300"/>
                    <a:pt x="700" y="13"/>
                    <a:pt x="1200" y="250"/>
                  </a:cubicBezTo>
                  <a:cubicBezTo>
                    <a:pt x="1612" y="425"/>
                    <a:pt x="1812" y="813"/>
                    <a:pt x="1900" y="1238"/>
                  </a:cubicBezTo>
                  <a:cubicBezTo>
                    <a:pt x="1912" y="1275"/>
                    <a:pt x="1975" y="1262"/>
                    <a:pt x="1962" y="1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" name="Google Shape;758;p29"/>
            <p:cNvSpPr/>
            <p:nvPr/>
          </p:nvSpPr>
          <p:spPr>
            <a:xfrm>
              <a:off x="6887300" y="2510225"/>
              <a:ext cx="31575" cy="62500"/>
            </a:xfrm>
            <a:custGeom>
              <a:rect b="b" l="l" r="r" t="t"/>
              <a:pathLst>
                <a:path extrusionOk="0" h="2500" w="1263">
                  <a:moveTo>
                    <a:pt x="538" y="50"/>
                  </a:moveTo>
                  <a:cubicBezTo>
                    <a:pt x="563" y="675"/>
                    <a:pt x="1" y="1175"/>
                    <a:pt x="226" y="1812"/>
                  </a:cubicBezTo>
                  <a:cubicBezTo>
                    <a:pt x="376" y="2225"/>
                    <a:pt x="776" y="2500"/>
                    <a:pt x="1213" y="2487"/>
                  </a:cubicBezTo>
                  <a:cubicBezTo>
                    <a:pt x="1250" y="2487"/>
                    <a:pt x="1263" y="2425"/>
                    <a:pt x="1225" y="2412"/>
                  </a:cubicBezTo>
                  <a:cubicBezTo>
                    <a:pt x="438" y="2312"/>
                    <a:pt x="126" y="1625"/>
                    <a:pt x="426" y="925"/>
                  </a:cubicBezTo>
                  <a:cubicBezTo>
                    <a:pt x="563" y="650"/>
                    <a:pt x="626" y="350"/>
                    <a:pt x="626" y="50"/>
                  </a:cubicBezTo>
                  <a:cubicBezTo>
                    <a:pt x="626" y="0"/>
                    <a:pt x="538" y="0"/>
                    <a:pt x="538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9" name="Google Shape;759;p29"/>
            <p:cNvSpPr/>
            <p:nvPr/>
          </p:nvSpPr>
          <p:spPr>
            <a:xfrm>
              <a:off x="6912925" y="2543350"/>
              <a:ext cx="21575" cy="30625"/>
            </a:xfrm>
            <a:custGeom>
              <a:rect b="b" l="l" r="r" t="t"/>
              <a:pathLst>
                <a:path extrusionOk="0" h="1225" w="863">
                  <a:moveTo>
                    <a:pt x="38" y="1112"/>
                  </a:moveTo>
                  <a:cubicBezTo>
                    <a:pt x="338" y="1225"/>
                    <a:pt x="588" y="1062"/>
                    <a:pt x="700" y="775"/>
                  </a:cubicBezTo>
                  <a:cubicBezTo>
                    <a:pt x="788" y="550"/>
                    <a:pt x="863" y="163"/>
                    <a:pt x="613" y="13"/>
                  </a:cubicBezTo>
                  <a:cubicBezTo>
                    <a:pt x="588" y="0"/>
                    <a:pt x="550" y="25"/>
                    <a:pt x="575" y="63"/>
                  </a:cubicBezTo>
                  <a:cubicBezTo>
                    <a:pt x="825" y="387"/>
                    <a:pt x="588" y="1225"/>
                    <a:pt x="63" y="1050"/>
                  </a:cubicBezTo>
                  <a:cubicBezTo>
                    <a:pt x="13" y="1025"/>
                    <a:pt x="0" y="1100"/>
                    <a:pt x="38" y="11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0" name="Google Shape;760;p29"/>
            <p:cNvSpPr/>
            <p:nvPr/>
          </p:nvSpPr>
          <p:spPr>
            <a:xfrm>
              <a:off x="6775150" y="2732675"/>
              <a:ext cx="56575" cy="81250"/>
            </a:xfrm>
            <a:custGeom>
              <a:rect b="b" l="l" r="r" t="t"/>
              <a:pathLst>
                <a:path extrusionOk="0" h="3250" w="2263">
                  <a:moveTo>
                    <a:pt x="2162" y="38"/>
                  </a:moveTo>
                  <a:cubicBezTo>
                    <a:pt x="1213" y="825"/>
                    <a:pt x="0" y="1800"/>
                    <a:pt x="300" y="3199"/>
                  </a:cubicBezTo>
                  <a:cubicBezTo>
                    <a:pt x="313" y="3249"/>
                    <a:pt x="400" y="3224"/>
                    <a:pt x="388" y="3174"/>
                  </a:cubicBezTo>
                  <a:cubicBezTo>
                    <a:pt x="200" y="1787"/>
                    <a:pt x="1275" y="900"/>
                    <a:pt x="2225" y="88"/>
                  </a:cubicBezTo>
                  <a:cubicBezTo>
                    <a:pt x="2262" y="63"/>
                    <a:pt x="2200" y="0"/>
                    <a:pt x="2162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1" name="Google Shape;761;p29"/>
            <p:cNvSpPr/>
            <p:nvPr/>
          </p:nvSpPr>
          <p:spPr>
            <a:xfrm>
              <a:off x="6867625" y="2553650"/>
              <a:ext cx="15025" cy="30950"/>
            </a:xfrm>
            <a:custGeom>
              <a:rect b="b" l="l" r="r" t="t"/>
              <a:pathLst>
                <a:path extrusionOk="0" h="1238" w="601">
                  <a:moveTo>
                    <a:pt x="500" y="63"/>
                  </a:moveTo>
                  <a:cubicBezTo>
                    <a:pt x="475" y="463"/>
                    <a:pt x="313" y="850"/>
                    <a:pt x="25" y="1138"/>
                  </a:cubicBezTo>
                  <a:cubicBezTo>
                    <a:pt x="0" y="1175"/>
                    <a:pt x="38" y="1238"/>
                    <a:pt x="88" y="1213"/>
                  </a:cubicBezTo>
                  <a:cubicBezTo>
                    <a:pt x="250" y="1075"/>
                    <a:pt x="375" y="900"/>
                    <a:pt x="438" y="713"/>
                  </a:cubicBezTo>
                  <a:cubicBezTo>
                    <a:pt x="550" y="513"/>
                    <a:pt x="600" y="288"/>
                    <a:pt x="588" y="63"/>
                  </a:cubicBezTo>
                  <a:cubicBezTo>
                    <a:pt x="588" y="0"/>
                    <a:pt x="488" y="0"/>
                    <a:pt x="488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2" name="Google Shape;762;p29"/>
            <p:cNvSpPr/>
            <p:nvPr/>
          </p:nvSpPr>
          <p:spPr>
            <a:xfrm>
              <a:off x="6861375" y="2550525"/>
              <a:ext cx="21900" cy="34400"/>
            </a:xfrm>
            <a:custGeom>
              <a:rect b="b" l="l" r="r" t="t"/>
              <a:pathLst>
                <a:path extrusionOk="0" h="1376" w="876">
                  <a:moveTo>
                    <a:pt x="325" y="1275"/>
                  </a:moveTo>
                  <a:cubicBezTo>
                    <a:pt x="113" y="825"/>
                    <a:pt x="413" y="313"/>
                    <a:pt x="825" y="125"/>
                  </a:cubicBezTo>
                  <a:cubicBezTo>
                    <a:pt x="875" y="100"/>
                    <a:pt x="838" y="0"/>
                    <a:pt x="775" y="25"/>
                  </a:cubicBezTo>
                  <a:cubicBezTo>
                    <a:pt x="300" y="238"/>
                    <a:pt x="0" y="838"/>
                    <a:pt x="238" y="1325"/>
                  </a:cubicBezTo>
                  <a:cubicBezTo>
                    <a:pt x="275" y="1375"/>
                    <a:pt x="350" y="1325"/>
                    <a:pt x="325" y="12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3" name="Google Shape;763;p29"/>
            <p:cNvSpPr/>
            <p:nvPr/>
          </p:nvSpPr>
          <p:spPr>
            <a:xfrm>
              <a:off x="6864175" y="2216250"/>
              <a:ext cx="60025" cy="132175"/>
            </a:xfrm>
            <a:custGeom>
              <a:rect b="b" l="l" r="r" t="t"/>
              <a:pathLst>
                <a:path extrusionOk="0" h="5287" w="2401">
                  <a:moveTo>
                    <a:pt x="1813" y="5236"/>
                  </a:moveTo>
                  <a:cubicBezTo>
                    <a:pt x="2125" y="3649"/>
                    <a:pt x="2400" y="212"/>
                    <a:pt x="51" y="0"/>
                  </a:cubicBezTo>
                  <a:cubicBezTo>
                    <a:pt x="1" y="0"/>
                    <a:pt x="1" y="62"/>
                    <a:pt x="51" y="75"/>
                  </a:cubicBezTo>
                  <a:cubicBezTo>
                    <a:pt x="2338" y="375"/>
                    <a:pt x="2038" y="3687"/>
                    <a:pt x="1738" y="5211"/>
                  </a:cubicBezTo>
                  <a:cubicBezTo>
                    <a:pt x="1738" y="5261"/>
                    <a:pt x="1813" y="5286"/>
                    <a:pt x="1813" y="52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4" name="Google Shape;764;p29"/>
            <p:cNvSpPr/>
            <p:nvPr/>
          </p:nvSpPr>
          <p:spPr>
            <a:xfrm>
              <a:off x="6826700" y="2222800"/>
              <a:ext cx="65000" cy="61575"/>
            </a:xfrm>
            <a:custGeom>
              <a:rect b="b" l="l" r="r" t="t"/>
              <a:pathLst>
                <a:path extrusionOk="0" h="2463" w="2600">
                  <a:moveTo>
                    <a:pt x="2587" y="963"/>
                  </a:moveTo>
                  <a:cubicBezTo>
                    <a:pt x="2250" y="288"/>
                    <a:pt x="1425" y="0"/>
                    <a:pt x="788" y="450"/>
                  </a:cubicBezTo>
                  <a:cubicBezTo>
                    <a:pt x="200" y="863"/>
                    <a:pt x="0" y="1925"/>
                    <a:pt x="575" y="2425"/>
                  </a:cubicBezTo>
                  <a:cubicBezTo>
                    <a:pt x="638" y="2462"/>
                    <a:pt x="700" y="2387"/>
                    <a:pt x="650" y="2350"/>
                  </a:cubicBezTo>
                  <a:cubicBezTo>
                    <a:pt x="138" y="1875"/>
                    <a:pt x="300" y="900"/>
                    <a:pt x="838" y="525"/>
                  </a:cubicBezTo>
                  <a:cubicBezTo>
                    <a:pt x="1425" y="125"/>
                    <a:pt x="2237" y="350"/>
                    <a:pt x="2537" y="1000"/>
                  </a:cubicBezTo>
                  <a:cubicBezTo>
                    <a:pt x="2550" y="1038"/>
                    <a:pt x="2600" y="1000"/>
                    <a:pt x="2587" y="9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5" name="Google Shape;765;p29"/>
            <p:cNvSpPr/>
            <p:nvPr/>
          </p:nvSpPr>
          <p:spPr>
            <a:xfrm>
              <a:off x="6837325" y="2258100"/>
              <a:ext cx="46875" cy="35950"/>
            </a:xfrm>
            <a:custGeom>
              <a:rect b="b" l="l" r="r" t="t"/>
              <a:pathLst>
                <a:path extrusionOk="0" h="1438" w="1875">
                  <a:moveTo>
                    <a:pt x="25" y="750"/>
                  </a:moveTo>
                  <a:cubicBezTo>
                    <a:pt x="200" y="1213"/>
                    <a:pt x="738" y="1438"/>
                    <a:pt x="1200" y="1250"/>
                  </a:cubicBezTo>
                  <a:cubicBezTo>
                    <a:pt x="1662" y="1050"/>
                    <a:pt x="1875" y="513"/>
                    <a:pt x="1662" y="51"/>
                  </a:cubicBezTo>
                  <a:cubicBezTo>
                    <a:pt x="1650" y="1"/>
                    <a:pt x="1575" y="38"/>
                    <a:pt x="1587" y="88"/>
                  </a:cubicBezTo>
                  <a:cubicBezTo>
                    <a:pt x="1712" y="513"/>
                    <a:pt x="1587" y="963"/>
                    <a:pt x="1150" y="1150"/>
                  </a:cubicBezTo>
                  <a:cubicBezTo>
                    <a:pt x="738" y="1313"/>
                    <a:pt x="263" y="1125"/>
                    <a:pt x="88" y="713"/>
                  </a:cubicBezTo>
                  <a:cubicBezTo>
                    <a:pt x="63" y="675"/>
                    <a:pt x="0" y="713"/>
                    <a:pt x="25" y="7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6" name="Google Shape;766;p29"/>
            <p:cNvSpPr/>
            <p:nvPr/>
          </p:nvSpPr>
          <p:spPr>
            <a:xfrm>
              <a:off x="6849500" y="2246850"/>
              <a:ext cx="30650" cy="17200"/>
            </a:xfrm>
            <a:custGeom>
              <a:rect b="b" l="l" r="r" t="t"/>
              <a:pathLst>
                <a:path extrusionOk="0" h="688" w="1226">
                  <a:moveTo>
                    <a:pt x="1200" y="638"/>
                  </a:moveTo>
                  <a:cubicBezTo>
                    <a:pt x="1225" y="301"/>
                    <a:pt x="863" y="51"/>
                    <a:pt x="550" y="63"/>
                  </a:cubicBezTo>
                  <a:cubicBezTo>
                    <a:pt x="238" y="63"/>
                    <a:pt x="1" y="338"/>
                    <a:pt x="113" y="626"/>
                  </a:cubicBezTo>
                  <a:cubicBezTo>
                    <a:pt x="138" y="676"/>
                    <a:pt x="213" y="663"/>
                    <a:pt x="201" y="601"/>
                  </a:cubicBezTo>
                  <a:cubicBezTo>
                    <a:pt x="13" y="1"/>
                    <a:pt x="1163" y="51"/>
                    <a:pt x="1125" y="638"/>
                  </a:cubicBezTo>
                  <a:cubicBezTo>
                    <a:pt x="1125" y="688"/>
                    <a:pt x="1200" y="688"/>
                    <a:pt x="1200" y="6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7" name="Google Shape;767;p29"/>
            <p:cNvSpPr/>
            <p:nvPr/>
          </p:nvSpPr>
          <p:spPr>
            <a:xfrm>
              <a:off x="6819200" y="2492725"/>
              <a:ext cx="71575" cy="55025"/>
            </a:xfrm>
            <a:custGeom>
              <a:rect b="b" l="l" r="r" t="t"/>
              <a:pathLst>
                <a:path extrusionOk="0" h="2201" w="2863">
                  <a:moveTo>
                    <a:pt x="2787" y="1750"/>
                  </a:moveTo>
                  <a:cubicBezTo>
                    <a:pt x="1463" y="2100"/>
                    <a:pt x="375" y="1288"/>
                    <a:pt x="50" y="26"/>
                  </a:cubicBezTo>
                  <a:cubicBezTo>
                    <a:pt x="50" y="1"/>
                    <a:pt x="0" y="1"/>
                    <a:pt x="0" y="26"/>
                  </a:cubicBezTo>
                  <a:cubicBezTo>
                    <a:pt x="100" y="1425"/>
                    <a:pt x="1538" y="2200"/>
                    <a:pt x="2812" y="1813"/>
                  </a:cubicBezTo>
                  <a:cubicBezTo>
                    <a:pt x="2862" y="1800"/>
                    <a:pt x="2837" y="1725"/>
                    <a:pt x="2787" y="17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8" name="Google Shape;768;p29"/>
            <p:cNvSpPr/>
            <p:nvPr/>
          </p:nvSpPr>
          <p:spPr>
            <a:xfrm>
              <a:off x="6793275" y="2835125"/>
              <a:ext cx="104675" cy="111575"/>
            </a:xfrm>
            <a:custGeom>
              <a:rect b="b" l="l" r="r" t="t"/>
              <a:pathLst>
                <a:path extrusionOk="0" h="4463" w="4187">
                  <a:moveTo>
                    <a:pt x="3999" y="2663"/>
                  </a:moveTo>
                  <a:cubicBezTo>
                    <a:pt x="4187" y="1213"/>
                    <a:pt x="2737" y="38"/>
                    <a:pt x="1387" y="751"/>
                  </a:cubicBezTo>
                  <a:cubicBezTo>
                    <a:pt x="0" y="1488"/>
                    <a:pt x="225" y="3425"/>
                    <a:pt x="1162" y="4437"/>
                  </a:cubicBezTo>
                  <a:cubicBezTo>
                    <a:pt x="1187" y="4462"/>
                    <a:pt x="1237" y="4425"/>
                    <a:pt x="1212" y="4387"/>
                  </a:cubicBezTo>
                  <a:cubicBezTo>
                    <a:pt x="563" y="3488"/>
                    <a:pt x="125" y="2013"/>
                    <a:pt x="1062" y="1138"/>
                  </a:cubicBezTo>
                  <a:cubicBezTo>
                    <a:pt x="2275" y="1"/>
                    <a:pt x="4087" y="1088"/>
                    <a:pt x="3899" y="2663"/>
                  </a:cubicBezTo>
                  <a:cubicBezTo>
                    <a:pt x="3887" y="2738"/>
                    <a:pt x="3999" y="2725"/>
                    <a:pt x="4012" y="26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9" name="Google Shape;769;p29"/>
            <p:cNvSpPr/>
            <p:nvPr/>
          </p:nvSpPr>
          <p:spPr>
            <a:xfrm>
              <a:off x="6818575" y="2941350"/>
              <a:ext cx="146550" cy="263725"/>
            </a:xfrm>
            <a:custGeom>
              <a:rect b="b" l="l" r="r" t="t"/>
              <a:pathLst>
                <a:path extrusionOk="0" h="10549" w="5862">
                  <a:moveTo>
                    <a:pt x="38" y="101"/>
                  </a:moveTo>
                  <a:cubicBezTo>
                    <a:pt x="1700" y="1313"/>
                    <a:pt x="3812" y="2425"/>
                    <a:pt x="4737" y="4325"/>
                  </a:cubicBezTo>
                  <a:cubicBezTo>
                    <a:pt x="5586" y="6087"/>
                    <a:pt x="5761" y="8849"/>
                    <a:pt x="4562" y="10486"/>
                  </a:cubicBezTo>
                  <a:cubicBezTo>
                    <a:pt x="4537" y="10511"/>
                    <a:pt x="4587" y="10548"/>
                    <a:pt x="4612" y="10523"/>
                  </a:cubicBezTo>
                  <a:cubicBezTo>
                    <a:pt x="5861" y="9086"/>
                    <a:pt x="5724" y="6587"/>
                    <a:pt x="5137" y="4875"/>
                  </a:cubicBezTo>
                  <a:cubicBezTo>
                    <a:pt x="4349" y="2550"/>
                    <a:pt x="1950" y="1363"/>
                    <a:pt x="75" y="26"/>
                  </a:cubicBezTo>
                  <a:cubicBezTo>
                    <a:pt x="38" y="1"/>
                    <a:pt x="0" y="63"/>
                    <a:pt x="38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0" name="Google Shape;770;p29"/>
            <p:cNvSpPr/>
            <p:nvPr/>
          </p:nvSpPr>
          <p:spPr>
            <a:xfrm>
              <a:off x="6841075" y="3137250"/>
              <a:ext cx="84375" cy="100925"/>
            </a:xfrm>
            <a:custGeom>
              <a:rect b="b" l="l" r="r" t="t"/>
              <a:pathLst>
                <a:path extrusionOk="0" h="4037" w="3375">
                  <a:moveTo>
                    <a:pt x="3299" y="2875"/>
                  </a:moveTo>
                  <a:cubicBezTo>
                    <a:pt x="2362" y="3412"/>
                    <a:pt x="987" y="3537"/>
                    <a:pt x="438" y="2375"/>
                  </a:cubicBezTo>
                  <a:cubicBezTo>
                    <a:pt x="313" y="2100"/>
                    <a:pt x="275" y="1787"/>
                    <a:pt x="325" y="1487"/>
                  </a:cubicBezTo>
                  <a:cubicBezTo>
                    <a:pt x="325" y="1412"/>
                    <a:pt x="313" y="1325"/>
                    <a:pt x="325" y="1250"/>
                  </a:cubicBezTo>
                  <a:cubicBezTo>
                    <a:pt x="450" y="488"/>
                    <a:pt x="650" y="513"/>
                    <a:pt x="1175" y="450"/>
                  </a:cubicBezTo>
                  <a:cubicBezTo>
                    <a:pt x="2075" y="338"/>
                    <a:pt x="2425" y="938"/>
                    <a:pt x="2275" y="1725"/>
                  </a:cubicBezTo>
                  <a:cubicBezTo>
                    <a:pt x="2162" y="2300"/>
                    <a:pt x="1875" y="2600"/>
                    <a:pt x="1462" y="3000"/>
                  </a:cubicBezTo>
                  <a:cubicBezTo>
                    <a:pt x="1150" y="3299"/>
                    <a:pt x="825" y="3549"/>
                    <a:pt x="800" y="3999"/>
                  </a:cubicBezTo>
                  <a:cubicBezTo>
                    <a:pt x="800" y="4024"/>
                    <a:pt x="850" y="4037"/>
                    <a:pt x="850" y="3999"/>
                  </a:cubicBezTo>
                  <a:cubicBezTo>
                    <a:pt x="950" y="3287"/>
                    <a:pt x="1862" y="2900"/>
                    <a:pt x="2225" y="2312"/>
                  </a:cubicBezTo>
                  <a:cubicBezTo>
                    <a:pt x="2525" y="1875"/>
                    <a:pt x="2575" y="1325"/>
                    <a:pt x="2362" y="850"/>
                  </a:cubicBezTo>
                  <a:cubicBezTo>
                    <a:pt x="2025" y="113"/>
                    <a:pt x="887" y="0"/>
                    <a:pt x="400" y="650"/>
                  </a:cubicBezTo>
                  <a:cubicBezTo>
                    <a:pt x="0" y="1163"/>
                    <a:pt x="138" y="2237"/>
                    <a:pt x="500" y="2725"/>
                  </a:cubicBezTo>
                  <a:cubicBezTo>
                    <a:pt x="1200" y="3662"/>
                    <a:pt x="2450" y="3462"/>
                    <a:pt x="3337" y="2950"/>
                  </a:cubicBezTo>
                  <a:cubicBezTo>
                    <a:pt x="3374" y="2912"/>
                    <a:pt x="3337" y="2850"/>
                    <a:pt x="3299" y="28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1" name="Google Shape;771;p29"/>
            <p:cNvSpPr/>
            <p:nvPr/>
          </p:nvSpPr>
          <p:spPr>
            <a:xfrm>
              <a:off x="6857325" y="3245025"/>
              <a:ext cx="13750" cy="55325"/>
            </a:xfrm>
            <a:custGeom>
              <a:rect b="b" l="l" r="r" t="t"/>
              <a:pathLst>
                <a:path extrusionOk="0" h="2213" w="550">
                  <a:moveTo>
                    <a:pt x="75" y="51"/>
                  </a:moveTo>
                  <a:cubicBezTo>
                    <a:pt x="0" y="738"/>
                    <a:pt x="63" y="1588"/>
                    <a:pt x="475" y="2188"/>
                  </a:cubicBezTo>
                  <a:cubicBezTo>
                    <a:pt x="500" y="2213"/>
                    <a:pt x="550" y="2200"/>
                    <a:pt x="537" y="2163"/>
                  </a:cubicBezTo>
                  <a:cubicBezTo>
                    <a:pt x="300" y="1438"/>
                    <a:pt x="75" y="825"/>
                    <a:pt x="150" y="51"/>
                  </a:cubicBezTo>
                  <a:cubicBezTo>
                    <a:pt x="150" y="1"/>
                    <a:pt x="87" y="1"/>
                    <a:pt x="75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2" name="Google Shape;772;p29"/>
            <p:cNvSpPr/>
            <p:nvPr/>
          </p:nvSpPr>
          <p:spPr>
            <a:xfrm>
              <a:off x="6805150" y="2972925"/>
              <a:ext cx="96550" cy="81550"/>
            </a:xfrm>
            <a:custGeom>
              <a:rect b="b" l="l" r="r" t="t"/>
              <a:pathLst>
                <a:path extrusionOk="0" h="3262" w="3862">
                  <a:moveTo>
                    <a:pt x="3824" y="1025"/>
                  </a:moveTo>
                  <a:cubicBezTo>
                    <a:pt x="3187" y="475"/>
                    <a:pt x="2362" y="0"/>
                    <a:pt x="1487" y="187"/>
                  </a:cubicBezTo>
                  <a:cubicBezTo>
                    <a:pt x="662" y="375"/>
                    <a:pt x="50" y="1175"/>
                    <a:pt x="25" y="2012"/>
                  </a:cubicBezTo>
                  <a:cubicBezTo>
                    <a:pt x="0" y="2587"/>
                    <a:pt x="375" y="3262"/>
                    <a:pt x="1037" y="3187"/>
                  </a:cubicBezTo>
                  <a:cubicBezTo>
                    <a:pt x="1387" y="3149"/>
                    <a:pt x="1812" y="2799"/>
                    <a:pt x="1437" y="2512"/>
                  </a:cubicBezTo>
                  <a:cubicBezTo>
                    <a:pt x="1387" y="2487"/>
                    <a:pt x="1350" y="2549"/>
                    <a:pt x="1387" y="2587"/>
                  </a:cubicBezTo>
                  <a:cubicBezTo>
                    <a:pt x="562" y="3012"/>
                    <a:pt x="138" y="2862"/>
                    <a:pt x="125" y="2124"/>
                  </a:cubicBezTo>
                  <a:cubicBezTo>
                    <a:pt x="125" y="1812"/>
                    <a:pt x="200" y="1500"/>
                    <a:pt x="362" y="1225"/>
                  </a:cubicBezTo>
                  <a:cubicBezTo>
                    <a:pt x="562" y="787"/>
                    <a:pt x="950" y="462"/>
                    <a:pt x="1412" y="325"/>
                  </a:cubicBezTo>
                  <a:cubicBezTo>
                    <a:pt x="2299" y="88"/>
                    <a:pt x="3124" y="550"/>
                    <a:pt x="3787" y="1075"/>
                  </a:cubicBezTo>
                  <a:cubicBezTo>
                    <a:pt x="3824" y="1087"/>
                    <a:pt x="3862" y="1050"/>
                    <a:pt x="3837" y="10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3" name="Google Shape;773;p29"/>
            <p:cNvSpPr/>
            <p:nvPr/>
          </p:nvSpPr>
          <p:spPr>
            <a:xfrm>
              <a:off x="6762350" y="2958850"/>
              <a:ext cx="110600" cy="22825"/>
            </a:xfrm>
            <a:custGeom>
              <a:rect b="b" l="l" r="r" t="t"/>
              <a:pathLst>
                <a:path extrusionOk="0" h="913" w="4424">
                  <a:moveTo>
                    <a:pt x="4399" y="825"/>
                  </a:moveTo>
                  <a:cubicBezTo>
                    <a:pt x="3874" y="376"/>
                    <a:pt x="3187" y="251"/>
                    <a:pt x="2524" y="176"/>
                  </a:cubicBezTo>
                  <a:cubicBezTo>
                    <a:pt x="1700" y="88"/>
                    <a:pt x="725" y="1"/>
                    <a:pt x="38" y="526"/>
                  </a:cubicBezTo>
                  <a:cubicBezTo>
                    <a:pt x="0" y="551"/>
                    <a:pt x="25" y="601"/>
                    <a:pt x="63" y="588"/>
                  </a:cubicBezTo>
                  <a:cubicBezTo>
                    <a:pt x="1187" y="1"/>
                    <a:pt x="3324" y="38"/>
                    <a:pt x="4324" y="875"/>
                  </a:cubicBezTo>
                  <a:cubicBezTo>
                    <a:pt x="4374" y="913"/>
                    <a:pt x="4424" y="863"/>
                    <a:pt x="4386" y="8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4" name="Google Shape;774;p29"/>
            <p:cNvSpPr/>
            <p:nvPr/>
          </p:nvSpPr>
          <p:spPr>
            <a:xfrm>
              <a:off x="6751100" y="2969475"/>
              <a:ext cx="12200" cy="11900"/>
            </a:xfrm>
            <a:custGeom>
              <a:rect b="b" l="l" r="r" t="t"/>
              <a:pathLst>
                <a:path extrusionOk="0" h="476" w="488">
                  <a:moveTo>
                    <a:pt x="450" y="126"/>
                  </a:moveTo>
                  <a:cubicBezTo>
                    <a:pt x="488" y="213"/>
                    <a:pt x="463" y="313"/>
                    <a:pt x="400" y="388"/>
                  </a:cubicBezTo>
                  <a:cubicBezTo>
                    <a:pt x="338" y="450"/>
                    <a:pt x="238" y="475"/>
                    <a:pt x="150" y="463"/>
                  </a:cubicBezTo>
                  <a:cubicBezTo>
                    <a:pt x="125" y="450"/>
                    <a:pt x="88" y="438"/>
                    <a:pt x="63" y="425"/>
                  </a:cubicBezTo>
                  <a:cubicBezTo>
                    <a:pt x="38" y="388"/>
                    <a:pt x="25" y="350"/>
                    <a:pt x="25" y="313"/>
                  </a:cubicBezTo>
                  <a:cubicBezTo>
                    <a:pt x="0" y="188"/>
                    <a:pt x="63" y="63"/>
                    <a:pt x="175" y="13"/>
                  </a:cubicBezTo>
                  <a:cubicBezTo>
                    <a:pt x="313" y="1"/>
                    <a:pt x="425" y="101"/>
                    <a:pt x="425" y="2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5" name="Google Shape;775;p29"/>
            <p:cNvSpPr/>
            <p:nvPr/>
          </p:nvSpPr>
          <p:spPr>
            <a:xfrm>
              <a:off x="6748600" y="2965425"/>
              <a:ext cx="17200" cy="22200"/>
            </a:xfrm>
            <a:custGeom>
              <a:rect b="b" l="l" r="r" t="t"/>
              <a:pathLst>
                <a:path extrusionOk="0" h="888" w="688">
                  <a:moveTo>
                    <a:pt x="475" y="300"/>
                  </a:moveTo>
                  <a:cubicBezTo>
                    <a:pt x="450" y="587"/>
                    <a:pt x="375" y="637"/>
                    <a:pt x="275" y="462"/>
                  </a:cubicBezTo>
                  <a:cubicBezTo>
                    <a:pt x="100" y="300"/>
                    <a:pt x="163" y="288"/>
                    <a:pt x="488" y="413"/>
                  </a:cubicBezTo>
                  <a:cubicBezTo>
                    <a:pt x="488" y="450"/>
                    <a:pt x="575" y="438"/>
                    <a:pt x="575" y="400"/>
                  </a:cubicBezTo>
                  <a:cubicBezTo>
                    <a:pt x="575" y="0"/>
                    <a:pt x="0" y="88"/>
                    <a:pt x="63" y="487"/>
                  </a:cubicBezTo>
                  <a:cubicBezTo>
                    <a:pt x="125" y="887"/>
                    <a:pt x="687" y="650"/>
                    <a:pt x="600" y="275"/>
                  </a:cubicBezTo>
                  <a:cubicBezTo>
                    <a:pt x="575" y="200"/>
                    <a:pt x="475" y="238"/>
                    <a:pt x="475" y="3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6" name="Google Shape;776;p29"/>
            <p:cNvSpPr/>
            <p:nvPr/>
          </p:nvSpPr>
          <p:spPr>
            <a:xfrm>
              <a:off x="6927925" y="3207225"/>
              <a:ext cx="3450" cy="2850"/>
            </a:xfrm>
            <a:custGeom>
              <a:rect b="b" l="l" r="r" t="t"/>
              <a:pathLst>
                <a:path extrusionOk="0" h="114" w="138">
                  <a:moveTo>
                    <a:pt x="63" y="13"/>
                  </a:moveTo>
                  <a:lnTo>
                    <a:pt x="38" y="26"/>
                  </a:lnTo>
                  <a:cubicBezTo>
                    <a:pt x="0" y="38"/>
                    <a:pt x="0" y="76"/>
                    <a:pt x="38" y="88"/>
                  </a:cubicBezTo>
                  <a:lnTo>
                    <a:pt x="63" y="101"/>
                  </a:lnTo>
                  <a:cubicBezTo>
                    <a:pt x="125" y="113"/>
                    <a:pt x="138" y="1"/>
                    <a:pt x="63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7" name="Google Shape;777;p29"/>
            <p:cNvSpPr/>
            <p:nvPr/>
          </p:nvSpPr>
          <p:spPr>
            <a:xfrm>
              <a:off x="6870125" y="3297525"/>
              <a:ext cx="17525" cy="42200"/>
            </a:xfrm>
            <a:custGeom>
              <a:rect b="b" l="l" r="r" t="t"/>
              <a:pathLst>
                <a:path extrusionOk="0" h="1688" w="701">
                  <a:moveTo>
                    <a:pt x="63" y="138"/>
                  </a:moveTo>
                  <a:cubicBezTo>
                    <a:pt x="313" y="225"/>
                    <a:pt x="425" y="662"/>
                    <a:pt x="475" y="887"/>
                  </a:cubicBezTo>
                  <a:cubicBezTo>
                    <a:pt x="513" y="1125"/>
                    <a:pt x="500" y="1375"/>
                    <a:pt x="463" y="1625"/>
                  </a:cubicBezTo>
                  <a:cubicBezTo>
                    <a:pt x="463" y="1675"/>
                    <a:pt x="550" y="1687"/>
                    <a:pt x="563" y="1637"/>
                  </a:cubicBezTo>
                  <a:cubicBezTo>
                    <a:pt x="700" y="1175"/>
                    <a:pt x="625" y="225"/>
                    <a:pt x="100" y="25"/>
                  </a:cubicBezTo>
                  <a:cubicBezTo>
                    <a:pt x="25" y="0"/>
                    <a:pt x="0" y="113"/>
                    <a:pt x="63" y="1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8" name="Google Shape;778;p29"/>
            <p:cNvSpPr/>
            <p:nvPr/>
          </p:nvSpPr>
          <p:spPr>
            <a:xfrm>
              <a:off x="6865425" y="3297825"/>
              <a:ext cx="19725" cy="42200"/>
            </a:xfrm>
            <a:custGeom>
              <a:rect b="b" l="l" r="r" t="t"/>
              <a:pathLst>
                <a:path extrusionOk="0" h="1688" w="789">
                  <a:moveTo>
                    <a:pt x="751" y="1575"/>
                  </a:moveTo>
                  <a:cubicBezTo>
                    <a:pt x="376" y="1175"/>
                    <a:pt x="188" y="625"/>
                    <a:pt x="238" y="88"/>
                  </a:cubicBezTo>
                  <a:cubicBezTo>
                    <a:pt x="238" y="26"/>
                    <a:pt x="163" y="1"/>
                    <a:pt x="151" y="63"/>
                  </a:cubicBezTo>
                  <a:cubicBezTo>
                    <a:pt x="1" y="563"/>
                    <a:pt x="313" y="1288"/>
                    <a:pt x="676" y="1638"/>
                  </a:cubicBezTo>
                  <a:cubicBezTo>
                    <a:pt x="726" y="1688"/>
                    <a:pt x="788" y="1613"/>
                    <a:pt x="751" y="1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9" name="Google Shape;779;p29"/>
            <p:cNvSpPr/>
            <p:nvPr/>
          </p:nvSpPr>
          <p:spPr>
            <a:xfrm>
              <a:off x="6831375" y="3237525"/>
              <a:ext cx="30025" cy="33150"/>
            </a:xfrm>
            <a:custGeom>
              <a:rect b="b" l="l" r="r" t="t"/>
              <a:pathLst>
                <a:path extrusionOk="0" h="1326" w="1201">
                  <a:moveTo>
                    <a:pt x="1101" y="51"/>
                  </a:moveTo>
                  <a:cubicBezTo>
                    <a:pt x="1125" y="363"/>
                    <a:pt x="951" y="613"/>
                    <a:pt x="763" y="863"/>
                  </a:cubicBezTo>
                  <a:cubicBezTo>
                    <a:pt x="588" y="1088"/>
                    <a:pt x="326" y="1225"/>
                    <a:pt x="38" y="1250"/>
                  </a:cubicBezTo>
                  <a:cubicBezTo>
                    <a:pt x="1" y="1250"/>
                    <a:pt x="13" y="1325"/>
                    <a:pt x="51" y="1325"/>
                  </a:cubicBezTo>
                  <a:cubicBezTo>
                    <a:pt x="351" y="1313"/>
                    <a:pt x="638" y="1163"/>
                    <a:pt x="813" y="913"/>
                  </a:cubicBezTo>
                  <a:cubicBezTo>
                    <a:pt x="1013" y="663"/>
                    <a:pt x="1200" y="388"/>
                    <a:pt x="1188" y="51"/>
                  </a:cubicBezTo>
                  <a:cubicBezTo>
                    <a:pt x="1188" y="1"/>
                    <a:pt x="1101" y="1"/>
                    <a:pt x="1101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0" name="Google Shape;780;p29"/>
            <p:cNvSpPr/>
            <p:nvPr/>
          </p:nvSpPr>
          <p:spPr>
            <a:xfrm>
              <a:off x="6831700" y="3237850"/>
              <a:ext cx="29075" cy="33125"/>
            </a:xfrm>
            <a:custGeom>
              <a:rect b="b" l="l" r="r" t="t"/>
              <a:pathLst>
                <a:path extrusionOk="0" h="1325" w="1163">
                  <a:moveTo>
                    <a:pt x="75" y="1275"/>
                  </a:moveTo>
                  <a:cubicBezTo>
                    <a:pt x="150" y="1012"/>
                    <a:pt x="288" y="763"/>
                    <a:pt x="463" y="538"/>
                  </a:cubicBezTo>
                  <a:cubicBezTo>
                    <a:pt x="638" y="313"/>
                    <a:pt x="875" y="250"/>
                    <a:pt x="1112" y="113"/>
                  </a:cubicBezTo>
                  <a:cubicBezTo>
                    <a:pt x="1162" y="75"/>
                    <a:pt x="1125" y="0"/>
                    <a:pt x="1063" y="13"/>
                  </a:cubicBezTo>
                  <a:cubicBezTo>
                    <a:pt x="488" y="125"/>
                    <a:pt x="88" y="700"/>
                    <a:pt x="0" y="1262"/>
                  </a:cubicBezTo>
                  <a:cubicBezTo>
                    <a:pt x="0" y="1300"/>
                    <a:pt x="63" y="1325"/>
                    <a:pt x="75" y="12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" name="Google Shape;781;p29"/>
            <p:cNvSpPr/>
            <p:nvPr/>
          </p:nvSpPr>
          <p:spPr>
            <a:xfrm>
              <a:off x="6767025" y="2929475"/>
              <a:ext cx="86575" cy="38475"/>
            </a:xfrm>
            <a:custGeom>
              <a:rect b="b" l="l" r="r" t="t"/>
              <a:pathLst>
                <a:path extrusionOk="0" h="1539" w="3463">
                  <a:moveTo>
                    <a:pt x="3425" y="1451"/>
                  </a:moveTo>
                  <a:cubicBezTo>
                    <a:pt x="2437" y="713"/>
                    <a:pt x="1288" y="226"/>
                    <a:pt x="88" y="13"/>
                  </a:cubicBezTo>
                  <a:cubicBezTo>
                    <a:pt x="25" y="1"/>
                    <a:pt x="0" y="88"/>
                    <a:pt x="50" y="101"/>
                  </a:cubicBezTo>
                  <a:cubicBezTo>
                    <a:pt x="1250" y="326"/>
                    <a:pt x="2387" y="801"/>
                    <a:pt x="3387" y="1513"/>
                  </a:cubicBezTo>
                  <a:cubicBezTo>
                    <a:pt x="3425" y="1538"/>
                    <a:pt x="3462" y="1476"/>
                    <a:pt x="3425" y="14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2" name="Google Shape;782;p29"/>
            <p:cNvSpPr/>
            <p:nvPr/>
          </p:nvSpPr>
          <p:spPr>
            <a:xfrm>
              <a:off x="6752650" y="2919175"/>
              <a:ext cx="16575" cy="17825"/>
            </a:xfrm>
            <a:custGeom>
              <a:rect b="b" l="l" r="r" t="t"/>
              <a:pathLst>
                <a:path extrusionOk="0" h="713" w="663">
                  <a:moveTo>
                    <a:pt x="525" y="463"/>
                  </a:moveTo>
                  <a:cubicBezTo>
                    <a:pt x="488" y="363"/>
                    <a:pt x="488" y="351"/>
                    <a:pt x="500" y="425"/>
                  </a:cubicBezTo>
                  <a:cubicBezTo>
                    <a:pt x="500" y="463"/>
                    <a:pt x="500" y="500"/>
                    <a:pt x="500" y="538"/>
                  </a:cubicBezTo>
                  <a:cubicBezTo>
                    <a:pt x="500" y="575"/>
                    <a:pt x="550" y="600"/>
                    <a:pt x="563" y="563"/>
                  </a:cubicBezTo>
                  <a:cubicBezTo>
                    <a:pt x="663" y="338"/>
                    <a:pt x="438" y="1"/>
                    <a:pt x="213" y="238"/>
                  </a:cubicBezTo>
                  <a:cubicBezTo>
                    <a:pt x="1" y="488"/>
                    <a:pt x="376" y="713"/>
                    <a:pt x="575" y="525"/>
                  </a:cubicBezTo>
                  <a:cubicBezTo>
                    <a:pt x="625" y="488"/>
                    <a:pt x="563" y="425"/>
                    <a:pt x="513" y="4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3" name="Google Shape;783;p29"/>
            <p:cNvSpPr/>
            <p:nvPr/>
          </p:nvSpPr>
          <p:spPr>
            <a:xfrm>
              <a:off x="6783275" y="2974800"/>
              <a:ext cx="81875" cy="30325"/>
            </a:xfrm>
            <a:custGeom>
              <a:rect b="b" l="l" r="r" t="t"/>
              <a:pathLst>
                <a:path extrusionOk="0" h="1213" w="3275">
                  <a:moveTo>
                    <a:pt x="3212" y="137"/>
                  </a:moveTo>
                  <a:cubicBezTo>
                    <a:pt x="2112" y="0"/>
                    <a:pt x="738" y="225"/>
                    <a:pt x="13" y="1150"/>
                  </a:cubicBezTo>
                  <a:cubicBezTo>
                    <a:pt x="0" y="1187"/>
                    <a:pt x="25" y="1212"/>
                    <a:pt x="63" y="1200"/>
                  </a:cubicBezTo>
                  <a:cubicBezTo>
                    <a:pt x="1000" y="412"/>
                    <a:pt x="2000" y="87"/>
                    <a:pt x="3212" y="225"/>
                  </a:cubicBezTo>
                  <a:cubicBezTo>
                    <a:pt x="3274" y="225"/>
                    <a:pt x="3274" y="137"/>
                    <a:pt x="3212" y="1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" name="Google Shape;784;p29"/>
            <p:cNvSpPr/>
            <p:nvPr/>
          </p:nvSpPr>
          <p:spPr>
            <a:xfrm>
              <a:off x="6773575" y="3001650"/>
              <a:ext cx="14725" cy="13150"/>
            </a:xfrm>
            <a:custGeom>
              <a:rect b="b" l="l" r="r" t="t"/>
              <a:pathLst>
                <a:path extrusionOk="0" h="526" w="589">
                  <a:moveTo>
                    <a:pt x="338" y="426"/>
                  </a:moveTo>
                  <a:cubicBezTo>
                    <a:pt x="338" y="326"/>
                    <a:pt x="313" y="313"/>
                    <a:pt x="263" y="376"/>
                  </a:cubicBezTo>
                  <a:cubicBezTo>
                    <a:pt x="226" y="388"/>
                    <a:pt x="238" y="438"/>
                    <a:pt x="276" y="438"/>
                  </a:cubicBezTo>
                  <a:cubicBezTo>
                    <a:pt x="563" y="438"/>
                    <a:pt x="588" y="1"/>
                    <a:pt x="301" y="38"/>
                  </a:cubicBezTo>
                  <a:cubicBezTo>
                    <a:pt x="1" y="63"/>
                    <a:pt x="38" y="526"/>
                    <a:pt x="338" y="488"/>
                  </a:cubicBezTo>
                  <a:cubicBezTo>
                    <a:pt x="376" y="488"/>
                    <a:pt x="376" y="426"/>
                    <a:pt x="338" y="4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5" name="Google Shape;785;p29"/>
            <p:cNvSpPr/>
            <p:nvPr/>
          </p:nvSpPr>
          <p:spPr>
            <a:xfrm>
              <a:off x="6888250" y="3178475"/>
              <a:ext cx="60325" cy="237475"/>
            </a:xfrm>
            <a:custGeom>
              <a:rect b="b" l="l" r="r" t="t"/>
              <a:pathLst>
                <a:path extrusionOk="0" h="9499" w="2413">
                  <a:moveTo>
                    <a:pt x="2337" y="38"/>
                  </a:moveTo>
                  <a:cubicBezTo>
                    <a:pt x="1650" y="1800"/>
                    <a:pt x="925" y="3125"/>
                    <a:pt x="738" y="5050"/>
                  </a:cubicBezTo>
                  <a:cubicBezTo>
                    <a:pt x="575" y="6762"/>
                    <a:pt x="975" y="8011"/>
                    <a:pt x="1925" y="9436"/>
                  </a:cubicBezTo>
                  <a:cubicBezTo>
                    <a:pt x="1975" y="9498"/>
                    <a:pt x="2075" y="9436"/>
                    <a:pt x="2037" y="9373"/>
                  </a:cubicBezTo>
                  <a:cubicBezTo>
                    <a:pt x="0" y="6049"/>
                    <a:pt x="1137" y="3375"/>
                    <a:pt x="2400" y="51"/>
                  </a:cubicBezTo>
                  <a:cubicBezTo>
                    <a:pt x="2412" y="13"/>
                    <a:pt x="2350" y="1"/>
                    <a:pt x="2337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p29"/>
            <p:cNvSpPr/>
            <p:nvPr/>
          </p:nvSpPr>
          <p:spPr>
            <a:xfrm>
              <a:off x="6844200" y="2899500"/>
              <a:ext cx="49375" cy="31575"/>
            </a:xfrm>
            <a:custGeom>
              <a:rect b="b" l="l" r="r" t="t"/>
              <a:pathLst>
                <a:path extrusionOk="0" h="1263" w="1975">
                  <a:moveTo>
                    <a:pt x="1912" y="25"/>
                  </a:moveTo>
                  <a:cubicBezTo>
                    <a:pt x="1825" y="450"/>
                    <a:pt x="1612" y="838"/>
                    <a:pt x="1212" y="1025"/>
                  </a:cubicBezTo>
                  <a:cubicBezTo>
                    <a:pt x="712" y="1237"/>
                    <a:pt x="125" y="975"/>
                    <a:pt x="113" y="400"/>
                  </a:cubicBezTo>
                  <a:cubicBezTo>
                    <a:pt x="113" y="325"/>
                    <a:pt x="0" y="325"/>
                    <a:pt x="0" y="400"/>
                  </a:cubicBezTo>
                  <a:cubicBezTo>
                    <a:pt x="0" y="888"/>
                    <a:pt x="438" y="1262"/>
                    <a:pt x="925" y="1212"/>
                  </a:cubicBezTo>
                  <a:cubicBezTo>
                    <a:pt x="1525" y="1150"/>
                    <a:pt x="1875" y="613"/>
                    <a:pt x="1975" y="50"/>
                  </a:cubicBezTo>
                  <a:cubicBezTo>
                    <a:pt x="1975" y="13"/>
                    <a:pt x="1912" y="0"/>
                    <a:pt x="1912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29"/>
            <p:cNvSpPr/>
            <p:nvPr/>
          </p:nvSpPr>
          <p:spPr>
            <a:xfrm>
              <a:off x="6887300" y="3113825"/>
              <a:ext cx="31575" cy="62500"/>
            </a:xfrm>
            <a:custGeom>
              <a:rect b="b" l="l" r="r" t="t"/>
              <a:pathLst>
                <a:path extrusionOk="0" h="2500" w="1263">
                  <a:moveTo>
                    <a:pt x="626" y="2449"/>
                  </a:moveTo>
                  <a:cubicBezTo>
                    <a:pt x="626" y="2149"/>
                    <a:pt x="563" y="1850"/>
                    <a:pt x="426" y="1575"/>
                  </a:cubicBezTo>
                  <a:cubicBezTo>
                    <a:pt x="126" y="875"/>
                    <a:pt x="426" y="200"/>
                    <a:pt x="1225" y="88"/>
                  </a:cubicBezTo>
                  <a:cubicBezTo>
                    <a:pt x="1263" y="88"/>
                    <a:pt x="1250" y="13"/>
                    <a:pt x="1213" y="13"/>
                  </a:cubicBezTo>
                  <a:cubicBezTo>
                    <a:pt x="776" y="0"/>
                    <a:pt x="376" y="275"/>
                    <a:pt x="226" y="687"/>
                  </a:cubicBezTo>
                  <a:cubicBezTo>
                    <a:pt x="1" y="1325"/>
                    <a:pt x="563" y="1825"/>
                    <a:pt x="538" y="2449"/>
                  </a:cubicBezTo>
                  <a:cubicBezTo>
                    <a:pt x="538" y="2499"/>
                    <a:pt x="613" y="2499"/>
                    <a:pt x="626" y="244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29"/>
            <p:cNvSpPr/>
            <p:nvPr/>
          </p:nvSpPr>
          <p:spPr>
            <a:xfrm>
              <a:off x="6912925" y="3112575"/>
              <a:ext cx="21575" cy="30625"/>
            </a:xfrm>
            <a:custGeom>
              <a:rect b="b" l="l" r="r" t="t"/>
              <a:pathLst>
                <a:path extrusionOk="0" h="1225" w="863">
                  <a:moveTo>
                    <a:pt x="63" y="175"/>
                  </a:moveTo>
                  <a:cubicBezTo>
                    <a:pt x="588" y="0"/>
                    <a:pt x="825" y="837"/>
                    <a:pt x="575" y="1162"/>
                  </a:cubicBezTo>
                  <a:cubicBezTo>
                    <a:pt x="550" y="1200"/>
                    <a:pt x="588" y="1225"/>
                    <a:pt x="613" y="1212"/>
                  </a:cubicBezTo>
                  <a:cubicBezTo>
                    <a:pt x="863" y="1062"/>
                    <a:pt x="788" y="675"/>
                    <a:pt x="700" y="437"/>
                  </a:cubicBezTo>
                  <a:cubicBezTo>
                    <a:pt x="588" y="163"/>
                    <a:pt x="338" y="0"/>
                    <a:pt x="38" y="113"/>
                  </a:cubicBezTo>
                  <a:cubicBezTo>
                    <a:pt x="0" y="125"/>
                    <a:pt x="13" y="200"/>
                    <a:pt x="63" y="1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29"/>
            <p:cNvSpPr/>
            <p:nvPr/>
          </p:nvSpPr>
          <p:spPr>
            <a:xfrm>
              <a:off x="6775450" y="2872625"/>
              <a:ext cx="56575" cy="81250"/>
            </a:xfrm>
            <a:custGeom>
              <a:rect b="b" l="l" r="r" t="t"/>
              <a:pathLst>
                <a:path extrusionOk="0" h="3250" w="2263">
                  <a:moveTo>
                    <a:pt x="2213" y="3162"/>
                  </a:moveTo>
                  <a:cubicBezTo>
                    <a:pt x="1263" y="2350"/>
                    <a:pt x="201" y="1463"/>
                    <a:pt x="388" y="76"/>
                  </a:cubicBezTo>
                  <a:cubicBezTo>
                    <a:pt x="388" y="26"/>
                    <a:pt x="301" y="1"/>
                    <a:pt x="288" y="51"/>
                  </a:cubicBezTo>
                  <a:cubicBezTo>
                    <a:pt x="1" y="1450"/>
                    <a:pt x="1213" y="2425"/>
                    <a:pt x="2163" y="3212"/>
                  </a:cubicBezTo>
                  <a:cubicBezTo>
                    <a:pt x="2200" y="3250"/>
                    <a:pt x="2263" y="3187"/>
                    <a:pt x="2213" y="3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0" name="Google Shape;790;p29"/>
            <p:cNvSpPr/>
            <p:nvPr/>
          </p:nvSpPr>
          <p:spPr>
            <a:xfrm>
              <a:off x="6867625" y="3101950"/>
              <a:ext cx="15325" cy="30950"/>
            </a:xfrm>
            <a:custGeom>
              <a:rect b="b" l="l" r="r" t="t"/>
              <a:pathLst>
                <a:path extrusionOk="0" h="1238" w="613">
                  <a:moveTo>
                    <a:pt x="588" y="1175"/>
                  </a:moveTo>
                  <a:cubicBezTo>
                    <a:pt x="613" y="950"/>
                    <a:pt x="563" y="725"/>
                    <a:pt x="450" y="525"/>
                  </a:cubicBezTo>
                  <a:cubicBezTo>
                    <a:pt x="375" y="325"/>
                    <a:pt x="250" y="150"/>
                    <a:pt x="88" y="25"/>
                  </a:cubicBezTo>
                  <a:cubicBezTo>
                    <a:pt x="50" y="0"/>
                    <a:pt x="0" y="63"/>
                    <a:pt x="38" y="100"/>
                  </a:cubicBezTo>
                  <a:cubicBezTo>
                    <a:pt x="313" y="388"/>
                    <a:pt x="488" y="775"/>
                    <a:pt x="500" y="1175"/>
                  </a:cubicBezTo>
                  <a:cubicBezTo>
                    <a:pt x="500" y="1237"/>
                    <a:pt x="588" y="1237"/>
                    <a:pt x="600" y="11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29"/>
            <p:cNvSpPr/>
            <p:nvPr/>
          </p:nvSpPr>
          <p:spPr>
            <a:xfrm>
              <a:off x="6861375" y="3101625"/>
              <a:ext cx="21900" cy="34075"/>
            </a:xfrm>
            <a:custGeom>
              <a:rect b="b" l="l" r="r" t="t"/>
              <a:pathLst>
                <a:path extrusionOk="0" h="1363" w="876">
                  <a:moveTo>
                    <a:pt x="238" y="51"/>
                  </a:moveTo>
                  <a:cubicBezTo>
                    <a:pt x="0" y="538"/>
                    <a:pt x="300" y="1150"/>
                    <a:pt x="775" y="1350"/>
                  </a:cubicBezTo>
                  <a:cubicBezTo>
                    <a:pt x="838" y="1363"/>
                    <a:pt x="875" y="1275"/>
                    <a:pt x="825" y="1250"/>
                  </a:cubicBezTo>
                  <a:cubicBezTo>
                    <a:pt x="413" y="1050"/>
                    <a:pt x="113" y="551"/>
                    <a:pt x="325" y="101"/>
                  </a:cubicBezTo>
                  <a:cubicBezTo>
                    <a:pt x="350" y="51"/>
                    <a:pt x="275" y="1"/>
                    <a:pt x="238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29"/>
            <p:cNvSpPr/>
            <p:nvPr/>
          </p:nvSpPr>
          <p:spPr>
            <a:xfrm>
              <a:off x="6864175" y="3338125"/>
              <a:ext cx="59700" cy="132175"/>
            </a:xfrm>
            <a:custGeom>
              <a:rect b="b" l="l" r="r" t="t"/>
              <a:pathLst>
                <a:path extrusionOk="0" h="5287" w="2388">
                  <a:moveTo>
                    <a:pt x="1738" y="63"/>
                  </a:moveTo>
                  <a:cubicBezTo>
                    <a:pt x="2038" y="1600"/>
                    <a:pt x="2350" y="4912"/>
                    <a:pt x="51" y="5212"/>
                  </a:cubicBezTo>
                  <a:cubicBezTo>
                    <a:pt x="1" y="5212"/>
                    <a:pt x="1" y="5287"/>
                    <a:pt x="51" y="5287"/>
                  </a:cubicBezTo>
                  <a:cubicBezTo>
                    <a:pt x="2388" y="5074"/>
                    <a:pt x="2125" y="1638"/>
                    <a:pt x="1813" y="51"/>
                  </a:cubicBezTo>
                  <a:cubicBezTo>
                    <a:pt x="1813" y="1"/>
                    <a:pt x="1738" y="26"/>
                    <a:pt x="1738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29"/>
            <p:cNvSpPr/>
            <p:nvPr/>
          </p:nvSpPr>
          <p:spPr>
            <a:xfrm>
              <a:off x="6826700" y="3402175"/>
              <a:ext cx="65000" cy="61250"/>
            </a:xfrm>
            <a:custGeom>
              <a:rect b="b" l="l" r="r" t="t"/>
              <a:pathLst>
                <a:path extrusionOk="0" h="2450" w="2600">
                  <a:moveTo>
                    <a:pt x="2537" y="1475"/>
                  </a:moveTo>
                  <a:cubicBezTo>
                    <a:pt x="2212" y="2100"/>
                    <a:pt x="1437" y="2362"/>
                    <a:pt x="838" y="1938"/>
                  </a:cubicBezTo>
                  <a:cubicBezTo>
                    <a:pt x="300" y="1563"/>
                    <a:pt x="138" y="588"/>
                    <a:pt x="650" y="125"/>
                  </a:cubicBezTo>
                  <a:cubicBezTo>
                    <a:pt x="700" y="76"/>
                    <a:pt x="638" y="1"/>
                    <a:pt x="575" y="51"/>
                  </a:cubicBezTo>
                  <a:cubicBezTo>
                    <a:pt x="0" y="538"/>
                    <a:pt x="200" y="1613"/>
                    <a:pt x="788" y="2012"/>
                  </a:cubicBezTo>
                  <a:cubicBezTo>
                    <a:pt x="1412" y="2450"/>
                    <a:pt x="2275" y="2200"/>
                    <a:pt x="2587" y="1500"/>
                  </a:cubicBezTo>
                  <a:cubicBezTo>
                    <a:pt x="2600" y="1475"/>
                    <a:pt x="2550" y="1438"/>
                    <a:pt x="2537" y="1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29"/>
            <p:cNvSpPr/>
            <p:nvPr/>
          </p:nvSpPr>
          <p:spPr>
            <a:xfrm>
              <a:off x="6837325" y="3392175"/>
              <a:ext cx="46575" cy="35950"/>
            </a:xfrm>
            <a:custGeom>
              <a:rect b="b" l="l" r="r" t="t"/>
              <a:pathLst>
                <a:path extrusionOk="0" h="1438" w="1863">
                  <a:moveTo>
                    <a:pt x="75" y="738"/>
                  </a:moveTo>
                  <a:cubicBezTo>
                    <a:pt x="263" y="326"/>
                    <a:pt x="738" y="138"/>
                    <a:pt x="1150" y="301"/>
                  </a:cubicBezTo>
                  <a:cubicBezTo>
                    <a:pt x="1587" y="488"/>
                    <a:pt x="1712" y="938"/>
                    <a:pt x="1575" y="1363"/>
                  </a:cubicBezTo>
                  <a:cubicBezTo>
                    <a:pt x="1562" y="1413"/>
                    <a:pt x="1637" y="1438"/>
                    <a:pt x="1662" y="1400"/>
                  </a:cubicBezTo>
                  <a:cubicBezTo>
                    <a:pt x="1862" y="938"/>
                    <a:pt x="1650" y="401"/>
                    <a:pt x="1200" y="201"/>
                  </a:cubicBezTo>
                  <a:cubicBezTo>
                    <a:pt x="738" y="1"/>
                    <a:pt x="200" y="226"/>
                    <a:pt x="13" y="700"/>
                  </a:cubicBezTo>
                  <a:cubicBezTo>
                    <a:pt x="0" y="738"/>
                    <a:pt x="50" y="775"/>
                    <a:pt x="75" y="7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p29"/>
            <p:cNvSpPr/>
            <p:nvPr/>
          </p:nvSpPr>
          <p:spPr>
            <a:xfrm>
              <a:off x="6849500" y="3422475"/>
              <a:ext cx="30950" cy="17525"/>
            </a:xfrm>
            <a:custGeom>
              <a:rect b="b" l="l" r="r" t="t"/>
              <a:pathLst>
                <a:path extrusionOk="0" h="701" w="1238">
                  <a:moveTo>
                    <a:pt x="1125" y="51"/>
                  </a:moveTo>
                  <a:cubicBezTo>
                    <a:pt x="1163" y="638"/>
                    <a:pt x="13" y="701"/>
                    <a:pt x="201" y="88"/>
                  </a:cubicBezTo>
                  <a:cubicBezTo>
                    <a:pt x="226" y="26"/>
                    <a:pt x="138" y="13"/>
                    <a:pt x="113" y="63"/>
                  </a:cubicBezTo>
                  <a:cubicBezTo>
                    <a:pt x="1" y="351"/>
                    <a:pt x="263" y="626"/>
                    <a:pt x="550" y="626"/>
                  </a:cubicBezTo>
                  <a:cubicBezTo>
                    <a:pt x="838" y="626"/>
                    <a:pt x="1238" y="388"/>
                    <a:pt x="1200" y="51"/>
                  </a:cubicBezTo>
                  <a:cubicBezTo>
                    <a:pt x="1200" y="1"/>
                    <a:pt x="1125" y="1"/>
                    <a:pt x="1125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" name="Google Shape;796;p29"/>
            <p:cNvSpPr/>
            <p:nvPr/>
          </p:nvSpPr>
          <p:spPr>
            <a:xfrm>
              <a:off x="6819200" y="3138500"/>
              <a:ext cx="71575" cy="55325"/>
            </a:xfrm>
            <a:custGeom>
              <a:rect b="b" l="l" r="r" t="t"/>
              <a:pathLst>
                <a:path extrusionOk="0" h="2213" w="2863">
                  <a:moveTo>
                    <a:pt x="2812" y="388"/>
                  </a:moveTo>
                  <a:cubicBezTo>
                    <a:pt x="1538" y="0"/>
                    <a:pt x="100" y="788"/>
                    <a:pt x="0" y="2175"/>
                  </a:cubicBezTo>
                  <a:cubicBezTo>
                    <a:pt x="0" y="2212"/>
                    <a:pt x="50" y="2212"/>
                    <a:pt x="50" y="2187"/>
                  </a:cubicBezTo>
                  <a:cubicBezTo>
                    <a:pt x="375" y="925"/>
                    <a:pt x="1463" y="113"/>
                    <a:pt x="2787" y="463"/>
                  </a:cubicBezTo>
                  <a:cubicBezTo>
                    <a:pt x="2837" y="475"/>
                    <a:pt x="2862" y="400"/>
                    <a:pt x="2800" y="3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29"/>
            <p:cNvSpPr/>
            <p:nvPr/>
          </p:nvSpPr>
          <p:spPr>
            <a:xfrm>
              <a:off x="6798275" y="2819200"/>
              <a:ext cx="15325" cy="20025"/>
            </a:xfrm>
            <a:custGeom>
              <a:rect b="b" l="l" r="r" t="t"/>
              <a:pathLst>
                <a:path extrusionOk="0" h="801" w="613">
                  <a:moveTo>
                    <a:pt x="550" y="688"/>
                  </a:moveTo>
                  <a:cubicBezTo>
                    <a:pt x="325" y="538"/>
                    <a:pt x="163" y="313"/>
                    <a:pt x="100" y="51"/>
                  </a:cubicBezTo>
                  <a:cubicBezTo>
                    <a:pt x="88" y="1"/>
                    <a:pt x="0" y="1"/>
                    <a:pt x="0" y="63"/>
                  </a:cubicBezTo>
                  <a:cubicBezTo>
                    <a:pt x="50" y="363"/>
                    <a:pt x="238" y="625"/>
                    <a:pt x="513" y="775"/>
                  </a:cubicBezTo>
                  <a:cubicBezTo>
                    <a:pt x="562" y="800"/>
                    <a:pt x="612" y="713"/>
                    <a:pt x="550" y="6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29"/>
            <p:cNvSpPr/>
            <p:nvPr/>
          </p:nvSpPr>
          <p:spPr>
            <a:xfrm>
              <a:off x="6794825" y="2818575"/>
              <a:ext cx="5975" cy="16900"/>
            </a:xfrm>
            <a:custGeom>
              <a:rect b="b" l="l" r="r" t="t"/>
              <a:pathLst>
                <a:path extrusionOk="0" h="676" w="239">
                  <a:moveTo>
                    <a:pt x="101" y="76"/>
                  </a:moveTo>
                  <a:cubicBezTo>
                    <a:pt x="26" y="238"/>
                    <a:pt x="1" y="426"/>
                    <a:pt x="26" y="613"/>
                  </a:cubicBezTo>
                  <a:cubicBezTo>
                    <a:pt x="38" y="675"/>
                    <a:pt x="138" y="663"/>
                    <a:pt x="138" y="601"/>
                  </a:cubicBezTo>
                  <a:cubicBezTo>
                    <a:pt x="138" y="426"/>
                    <a:pt x="163" y="263"/>
                    <a:pt x="213" y="101"/>
                  </a:cubicBezTo>
                  <a:cubicBezTo>
                    <a:pt x="238" y="26"/>
                    <a:pt x="126" y="1"/>
                    <a:pt x="101" y="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29"/>
            <p:cNvSpPr/>
            <p:nvPr/>
          </p:nvSpPr>
          <p:spPr>
            <a:xfrm>
              <a:off x="6810775" y="2837625"/>
              <a:ext cx="7500" cy="9400"/>
            </a:xfrm>
            <a:custGeom>
              <a:rect b="b" l="l" r="r" t="t"/>
              <a:pathLst>
                <a:path extrusionOk="0" h="376" w="300">
                  <a:moveTo>
                    <a:pt x="75" y="101"/>
                  </a:moveTo>
                  <a:cubicBezTo>
                    <a:pt x="112" y="163"/>
                    <a:pt x="87" y="226"/>
                    <a:pt x="38" y="263"/>
                  </a:cubicBezTo>
                  <a:cubicBezTo>
                    <a:pt x="0" y="301"/>
                    <a:pt x="38" y="376"/>
                    <a:pt x="87" y="351"/>
                  </a:cubicBezTo>
                  <a:cubicBezTo>
                    <a:pt x="237" y="288"/>
                    <a:pt x="300" y="113"/>
                    <a:pt x="137" y="26"/>
                  </a:cubicBezTo>
                  <a:cubicBezTo>
                    <a:pt x="87" y="1"/>
                    <a:pt x="38" y="63"/>
                    <a:pt x="75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29"/>
            <p:cNvSpPr/>
            <p:nvPr/>
          </p:nvSpPr>
          <p:spPr>
            <a:xfrm>
              <a:off x="6797325" y="2844825"/>
              <a:ext cx="15650" cy="20325"/>
            </a:xfrm>
            <a:custGeom>
              <a:rect b="b" l="l" r="r" t="t"/>
              <a:pathLst>
                <a:path extrusionOk="0" h="813" w="626">
                  <a:moveTo>
                    <a:pt x="526" y="25"/>
                  </a:moveTo>
                  <a:cubicBezTo>
                    <a:pt x="288" y="188"/>
                    <a:pt x="1" y="450"/>
                    <a:pt x="63" y="763"/>
                  </a:cubicBezTo>
                  <a:cubicBezTo>
                    <a:pt x="76" y="813"/>
                    <a:pt x="138" y="813"/>
                    <a:pt x="151" y="763"/>
                  </a:cubicBezTo>
                  <a:cubicBezTo>
                    <a:pt x="201" y="500"/>
                    <a:pt x="363" y="263"/>
                    <a:pt x="588" y="100"/>
                  </a:cubicBezTo>
                  <a:cubicBezTo>
                    <a:pt x="625" y="63"/>
                    <a:pt x="576" y="0"/>
                    <a:pt x="526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29"/>
            <p:cNvSpPr/>
            <p:nvPr/>
          </p:nvSpPr>
          <p:spPr>
            <a:xfrm>
              <a:off x="6792950" y="2840450"/>
              <a:ext cx="10025" cy="24075"/>
            </a:xfrm>
            <a:custGeom>
              <a:rect b="b" l="l" r="r" t="t"/>
              <a:pathLst>
                <a:path extrusionOk="0" h="963" w="401">
                  <a:moveTo>
                    <a:pt x="288" y="850"/>
                  </a:moveTo>
                  <a:cubicBezTo>
                    <a:pt x="113" y="613"/>
                    <a:pt x="188" y="350"/>
                    <a:pt x="351" y="138"/>
                  </a:cubicBezTo>
                  <a:cubicBezTo>
                    <a:pt x="401" y="75"/>
                    <a:pt x="326" y="0"/>
                    <a:pt x="276" y="50"/>
                  </a:cubicBezTo>
                  <a:cubicBezTo>
                    <a:pt x="26" y="275"/>
                    <a:pt x="1" y="663"/>
                    <a:pt x="201" y="925"/>
                  </a:cubicBezTo>
                  <a:cubicBezTo>
                    <a:pt x="238" y="963"/>
                    <a:pt x="326" y="900"/>
                    <a:pt x="288" y="8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2" name="Google Shape;802;p29"/>
            <p:cNvSpPr/>
            <p:nvPr/>
          </p:nvSpPr>
          <p:spPr>
            <a:xfrm>
              <a:off x="6795150" y="2829825"/>
              <a:ext cx="8150" cy="14075"/>
            </a:xfrm>
            <a:custGeom>
              <a:rect b="b" l="l" r="r" t="t"/>
              <a:pathLst>
                <a:path extrusionOk="0" h="563" w="326">
                  <a:moveTo>
                    <a:pt x="263" y="425"/>
                  </a:moveTo>
                  <a:cubicBezTo>
                    <a:pt x="175" y="325"/>
                    <a:pt x="125" y="200"/>
                    <a:pt x="113" y="63"/>
                  </a:cubicBezTo>
                  <a:cubicBezTo>
                    <a:pt x="100" y="1"/>
                    <a:pt x="13" y="26"/>
                    <a:pt x="13" y="76"/>
                  </a:cubicBezTo>
                  <a:cubicBezTo>
                    <a:pt x="0" y="238"/>
                    <a:pt x="63" y="400"/>
                    <a:pt x="188" y="500"/>
                  </a:cubicBezTo>
                  <a:cubicBezTo>
                    <a:pt x="238" y="563"/>
                    <a:pt x="325" y="475"/>
                    <a:pt x="263" y="4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3" name="Google Shape;803;p29"/>
            <p:cNvSpPr/>
            <p:nvPr/>
          </p:nvSpPr>
          <p:spPr>
            <a:xfrm>
              <a:off x="6781075" y="2835125"/>
              <a:ext cx="12525" cy="14400"/>
            </a:xfrm>
            <a:custGeom>
              <a:rect b="b" l="l" r="r" t="t"/>
              <a:pathLst>
                <a:path extrusionOk="0" h="576" w="501">
                  <a:moveTo>
                    <a:pt x="476" y="288"/>
                  </a:moveTo>
                  <a:cubicBezTo>
                    <a:pt x="463" y="163"/>
                    <a:pt x="426" y="38"/>
                    <a:pt x="288" y="13"/>
                  </a:cubicBezTo>
                  <a:cubicBezTo>
                    <a:pt x="163" y="1"/>
                    <a:pt x="63" y="88"/>
                    <a:pt x="63" y="213"/>
                  </a:cubicBezTo>
                  <a:cubicBezTo>
                    <a:pt x="1" y="501"/>
                    <a:pt x="463" y="576"/>
                    <a:pt x="488" y="263"/>
                  </a:cubicBezTo>
                  <a:cubicBezTo>
                    <a:pt x="501" y="188"/>
                    <a:pt x="376" y="176"/>
                    <a:pt x="363" y="251"/>
                  </a:cubicBezTo>
                  <a:cubicBezTo>
                    <a:pt x="363" y="263"/>
                    <a:pt x="363" y="276"/>
                    <a:pt x="351" y="288"/>
                  </a:cubicBezTo>
                  <a:cubicBezTo>
                    <a:pt x="351" y="376"/>
                    <a:pt x="488" y="376"/>
                    <a:pt x="476" y="2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29"/>
            <p:cNvSpPr/>
            <p:nvPr/>
          </p:nvSpPr>
          <p:spPr>
            <a:xfrm>
              <a:off x="695500" y="2835450"/>
              <a:ext cx="104675" cy="111250"/>
            </a:xfrm>
            <a:custGeom>
              <a:rect b="b" l="l" r="r" t="t"/>
              <a:pathLst>
                <a:path extrusionOk="0" h="4450" w="4187">
                  <a:moveTo>
                    <a:pt x="288" y="2650"/>
                  </a:moveTo>
                  <a:cubicBezTo>
                    <a:pt x="100" y="1075"/>
                    <a:pt x="1912" y="0"/>
                    <a:pt x="3124" y="1125"/>
                  </a:cubicBezTo>
                  <a:cubicBezTo>
                    <a:pt x="4062" y="2000"/>
                    <a:pt x="3624" y="3475"/>
                    <a:pt x="2974" y="4374"/>
                  </a:cubicBezTo>
                  <a:cubicBezTo>
                    <a:pt x="2949" y="4412"/>
                    <a:pt x="2999" y="4449"/>
                    <a:pt x="3037" y="4424"/>
                  </a:cubicBezTo>
                  <a:cubicBezTo>
                    <a:pt x="3974" y="3412"/>
                    <a:pt x="4187" y="1475"/>
                    <a:pt x="2799" y="738"/>
                  </a:cubicBezTo>
                  <a:cubicBezTo>
                    <a:pt x="1450" y="25"/>
                    <a:pt x="0" y="1213"/>
                    <a:pt x="188" y="2650"/>
                  </a:cubicBezTo>
                  <a:cubicBezTo>
                    <a:pt x="188" y="2712"/>
                    <a:pt x="300" y="2725"/>
                    <a:pt x="288" y="2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29"/>
            <p:cNvSpPr/>
            <p:nvPr/>
          </p:nvSpPr>
          <p:spPr>
            <a:xfrm>
              <a:off x="628000" y="2941675"/>
              <a:ext cx="146875" cy="263700"/>
            </a:xfrm>
            <a:custGeom>
              <a:rect b="b" l="l" r="r" t="t"/>
              <a:pathLst>
                <a:path extrusionOk="0" h="10548" w="5875">
                  <a:moveTo>
                    <a:pt x="5812" y="25"/>
                  </a:moveTo>
                  <a:cubicBezTo>
                    <a:pt x="3937" y="1350"/>
                    <a:pt x="1513" y="2550"/>
                    <a:pt x="738" y="4862"/>
                  </a:cubicBezTo>
                  <a:cubicBezTo>
                    <a:pt x="151" y="6599"/>
                    <a:pt x="1" y="9073"/>
                    <a:pt x="1263" y="10523"/>
                  </a:cubicBezTo>
                  <a:cubicBezTo>
                    <a:pt x="1288" y="10548"/>
                    <a:pt x="1338" y="10510"/>
                    <a:pt x="1313" y="10485"/>
                  </a:cubicBezTo>
                  <a:cubicBezTo>
                    <a:pt x="113" y="8848"/>
                    <a:pt x="288" y="6086"/>
                    <a:pt x="1138" y="4324"/>
                  </a:cubicBezTo>
                  <a:cubicBezTo>
                    <a:pt x="2063" y="2412"/>
                    <a:pt x="4175" y="1300"/>
                    <a:pt x="5837" y="100"/>
                  </a:cubicBezTo>
                  <a:cubicBezTo>
                    <a:pt x="5874" y="63"/>
                    <a:pt x="5837" y="0"/>
                    <a:pt x="5799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" name="Google Shape;806;p29"/>
            <p:cNvSpPr/>
            <p:nvPr/>
          </p:nvSpPr>
          <p:spPr>
            <a:xfrm>
              <a:off x="668000" y="3137875"/>
              <a:ext cx="85000" cy="100300"/>
            </a:xfrm>
            <a:custGeom>
              <a:rect b="b" l="l" r="r" t="t"/>
              <a:pathLst>
                <a:path extrusionOk="0" h="4012" w="3400">
                  <a:moveTo>
                    <a:pt x="38" y="2925"/>
                  </a:moveTo>
                  <a:cubicBezTo>
                    <a:pt x="900" y="3424"/>
                    <a:pt x="2075" y="3624"/>
                    <a:pt x="2812" y="2787"/>
                  </a:cubicBezTo>
                  <a:cubicBezTo>
                    <a:pt x="3237" y="2312"/>
                    <a:pt x="3400" y="1175"/>
                    <a:pt x="2975" y="625"/>
                  </a:cubicBezTo>
                  <a:cubicBezTo>
                    <a:pt x="2500" y="0"/>
                    <a:pt x="1350" y="88"/>
                    <a:pt x="1025" y="825"/>
                  </a:cubicBezTo>
                  <a:cubicBezTo>
                    <a:pt x="813" y="1262"/>
                    <a:pt x="838" y="1775"/>
                    <a:pt x="1088" y="2200"/>
                  </a:cubicBezTo>
                  <a:cubicBezTo>
                    <a:pt x="1450" y="2837"/>
                    <a:pt x="2425" y="3237"/>
                    <a:pt x="2537" y="3987"/>
                  </a:cubicBezTo>
                  <a:cubicBezTo>
                    <a:pt x="2537" y="4012"/>
                    <a:pt x="2575" y="4012"/>
                    <a:pt x="2575" y="3987"/>
                  </a:cubicBezTo>
                  <a:cubicBezTo>
                    <a:pt x="2562" y="3574"/>
                    <a:pt x="2287" y="3337"/>
                    <a:pt x="2000" y="3062"/>
                  </a:cubicBezTo>
                  <a:cubicBezTo>
                    <a:pt x="1713" y="2787"/>
                    <a:pt x="1350" y="2500"/>
                    <a:pt x="1188" y="2150"/>
                  </a:cubicBezTo>
                  <a:cubicBezTo>
                    <a:pt x="825" y="1287"/>
                    <a:pt x="1075" y="288"/>
                    <a:pt x="2200" y="425"/>
                  </a:cubicBezTo>
                  <a:cubicBezTo>
                    <a:pt x="2550" y="350"/>
                    <a:pt x="2762" y="488"/>
                    <a:pt x="2837" y="838"/>
                  </a:cubicBezTo>
                  <a:cubicBezTo>
                    <a:pt x="2975" y="913"/>
                    <a:pt x="3050" y="1063"/>
                    <a:pt x="3050" y="1212"/>
                  </a:cubicBezTo>
                  <a:cubicBezTo>
                    <a:pt x="3062" y="1275"/>
                    <a:pt x="3062" y="1337"/>
                    <a:pt x="3050" y="1400"/>
                  </a:cubicBezTo>
                  <a:cubicBezTo>
                    <a:pt x="3087" y="1650"/>
                    <a:pt x="3075" y="1912"/>
                    <a:pt x="3025" y="2162"/>
                  </a:cubicBezTo>
                  <a:cubicBezTo>
                    <a:pt x="2687" y="3524"/>
                    <a:pt x="1025" y="3399"/>
                    <a:pt x="75" y="2862"/>
                  </a:cubicBezTo>
                  <a:cubicBezTo>
                    <a:pt x="38" y="2837"/>
                    <a:pt x="0" y="2900"/>
                    <a:pt x="38" y="29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29"/>
            <p:cNvSpPr/>
            <p:nvPr/>
          </p:nvSpPr>
          <p:spPr>
            <a:xfrm>
              <a:off x="722350" y="3245025"/>
              <a:ext cx="13775" cy="55325"/>
            </a:xfrm>
            <a:custGeom>
              <a:rect b="b" l="l" r="r" t="t"/>
              <a:pathLst>
                <a:path extrusionOk="0" h="2213" w="551">
                  <a:moveTo>
                    <a:pt x="401" y="51"/>
                  </a:moveTo>
                  <a:cubicBezTo>
                    <a:pt x="476" y="825"/>
                    <a:pt x="238" y="1438"/>
                    <a:pt x="13" y="2163"/>
                  </a:cubicBezTo>
                  <a:cubicBezTo>
                    <a:pt x="1" y="2200"/>
                    <a:pt x="51" y="2213"/>
                    <a:pt x="76" y="2188"/>
                  </a:cubicBezTo>
                  <a:cubicBezTo>
                    <a:pt x="488" y="1588"/>
                    <a:pt x="551" y="738"/>
                    <a:pt x="476" y="51"/>
                  </a:cubicBezTo>
                  <a:cubicBezTo>
                    <a:pt x="476" y="1"/>
                    <a:pt x="388" y="1"/>
                    <a:pt x="401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29"/>
            <p:cNvSpPr/>
            <p:nvPr/>
          </p:nvSpPr>
          <p:spPr>
            <a:xfrm>
              <a:off x="692050" y="2972300"/>
              <a:ext cx="96575" cy="82175"/>
            </a:xfrm>
            <a:custGeom>
              <a:rect b="b" l="l" r="r" t="t"/>
              <a:pathLst>
                <a:path extrusionOk="0" h="3287" w="3863">
                  <a:moveTo>
                    <a:pt x="63" y="1100"/>
                  </a:moveTo>
                  <a:cubicBezTo>
                    <a:pt x="738" y="575"/>
                    <a:pt x="1563" y="113"/>
                    <a:pt x="2450" y="350"/>
                  </a:cubicBezTo>
                  <a:cubicBezTo>
                    <a:pt x="2900" y="487"/>
                    <a:pt x="3287" y="812"/>
                    <a:pt x="3500" y="1250"/>
                  </a:cubicBezTo>
                  <a:cubicBezTo>
                    <a:pt x="3650" y="1525"/>
                    <a:pt x="3737" y="1837"/>
                    <a:pt x="3737" y="2149"/>
                  </a:cubicBezTo>
                  <a:cubicBezTo>
                    <a:pt x="3725" y="2887"/>
                    <a:pt x="3300" y="3037"/>
                    <a:pt x="2463" y="2612"/>
                  </a:cubicBezTo>
                  <a:cubicBezTo>
                    <a:pt x="2500" y="2574"/>
                    <a:pt x="2463" y="2512"/>
                    <a:pt x="2425" y="2537"/>
                  </a:cubicBezTo>
                  <a:cubicBezTo>
                    <a:pt x="2050" y="2824"/>
                    <a:pt x="2463" y="3162"/>
                    <a:pt x="2812" y="3212"/>
                  </a:cubicBezTo>
                  <a:cubicBezTo>
                    <a:pt x="3475" y="3287"/>
                    <a:pt x="3862" y="2612"/>
                    <a:pt x="3837" y="2037"/>
                  </a:cubicBezTo>
                  <a:cubicBezTo>
                    <a:pt x="3812" y="1237"/>
                    <a:pt x="3250" y="450"/>
                    <a:pt x="2475" y="250"/>
                  </a:cubicBezTo>
                  <a:cubicBezTo>
                    <a:pt x="1550" y="0"/>
                    <a:pt x="701" y="475"/>
                    <a:pt x="26" y="1050"/>
                  </a:cubicBezTo>
                  <a:cubicBezTo>
                    <a:pt x="1" y="1075"/>
                    <a:pt x="38" y="1112"/>
                    <a:pt x="63" y="1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29"/>
            <p:cNvSpPr/>
            <p:nvPr/>
          </p:nvSpPr>
          <p:spPr>
            <a:xfrm>
              <a:off x="720175" y="2958850"/>
              <a:ext cx="110625" cy="22825"/>
            </a:xfrm>
            <a:custGeom>
              <a:rect b="b" l="l" r="r" t="t"/>
              <a:pathLst>
                <a:path extrusionOk="0" h="913" w="4425">
                  <a:moveTo>
                    <a:pt x="100" y="875"/>
                  </a:moveTo>
                  <a:cubicBezTo>
                    <a:pt x="1100" y="38"/>
                    <a:pt x="3250" y="1"/>
                    <a:pt x="4362" y="588"/>
                  </a:cubicBezTo>
                  <a:cubicBezTo>
                    <a:pt x="4399" y="601"/>
                    <a:pt x="4424" y="551"/>
                    <a:pt x="4399" y="526"/>
                  </a:cubicBezTo>
                  <a:cubicBezTo>
                    <a:pt x="3712" y="1"/>
                    <a:pt x="2725" y="88"/>
                    <a:pt x="1912" y="176"/>
                  </a:cubicBezTo>
                  <a:cubicBezTo>
                    <a:pt x="1250" y="251"/>
                    <a:pt x="563" y="376"/>
                    <a:pt x="38" y="825"/>
                  </a:cubicBezTo>
                  <a:cubicBezTo>
                    <a:pt x="0" y="863"/>
                    <a:pt x="63" y="913"/>
                    <a:pt x="100" y="8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29"/>
            <p:cNvSpPr/>
            <p:nvPr/>
          </p:nvSpPr>
          <p:spPr>
            <a:xfrm>
              <a:off x="830150" y="2969475"/>
              <a:ext cx="12200" cy="11900"/>
            </a:xfrm>
            <a:custGeom>
              <a:rect b="b" l="l" r="r" t="t"/>
              <a:pathLst>
                <a:path extrusionOk="0" h="476" w="488">
                  <a:moveTo>
                    <a:pt x="50" y="126"/>
                  </a:moveTo>
                  <a:cubicBezTo>
                    <a:pt x="0" y="213"/>
                    <a:pt x="25" y="325"/>
                    <a:pt x="88" y="388"/>
                  </a:cubicBezTo>
                  <a:cubicBezTo>
                    <a:pt x="163" y="450"/>
                    <a:pt x="250" y="475"/>
                    <a:pt x="338" y="463"/>
                  </a:cubicBezTo>
                  <a:cubicBezTo>
                    <a:pt x="375" y="450"/>
                    <a:pt x="400" y="438"/>
                    <a:pt x="425" y="425"/>
                  </a:cubicBezTo>
                  <a:cubicBezTo>
                    <a:pt x="450" y="388"/>
                    <a:pt x="463" y="350"/>
                    <a:pt x="463" y="313"/>
                  </a:cubicBezTo>
                  <a:cubicBezTo>
                    <a:pt x="488" y="188"/>
                    <a:pt x="425" y="63"/>
                    <a:pt x="300" y="13"/>
                  </a:cubicBezTo>
                  <a:cubicBezTo>
                    <a:pt x="175" y="1"/>
                    <a:pt x="50" y="101"/>
                    <a:pt x="50" y="2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29"/>
            <p:cNvSpPr/>
            <p:nvPr/>
          </p:nvSpPr>
          <p:spPr>
            <a:xfrm>
              <a:off x="828275" y="2965425"/>
              <a:ext cx="16275" cy="17825"/>
            </a:xfrm>
            <a:custGeom>
              <a:rect b="b" l="l" r="r" t="t"/>
              <a:pathLst>
                <a:path extrusionOk="0" h="713" w="651">
                  <a:moveTo>
                    <a:pt x="63" y="275"/>
                  </a:moveTo>
                  <a:cubicBezTo>
                    <a:pt x="0" y="438"/>
                    <a:pt x="88" y="625"/>
                    <a:pt x="263" y="675"/>
                  </a:cubicBezTo>
                  <a:cubicBezTo>
                    <a:pt x="425" y="712"/>
                    <a:pt x="575" y="650"/>
                    <a:pt x="588" y="487"/>
                  </a:cubicBezTo>
                  <a:cubicBezTo>
                    <a:pt x="650" y="88"/>
                    <a:pt x="88" y="0"/>
                    <a:pt x="88" y="400"/>
                  </a:cubicBezTo>
                  <a:cubicBezTo>
                    <a:pt x="88" y="438"/>
                    <a:pt x="163" y="450"/>
                    <a:pt x="163" y="413"/>
                  </a:cubicBezTo>
                  <a:cubicBezTo>
                    <a:pt x="488" y="288"/>
                    <a:pt x="563" y="313"/>
                    <a:pt x="388" y="462"/>
                  </a:cubicBezTo>
                  <a:cubicBezTo>
                    <a:pt x="275" y="637"/>
                    <a:pt x="213" y="587"/>
                    <a:pt x="175" y="300"/>
                  </a:cubicBezTo>
                  <a:cubicBezTo>
                    <a:pt x="188" y="238"/>
                    <a:pt x="88" y="200"/>
                    <a:pt x="63" y="2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p29"/>
            <p:cNvSpPr/>
            <p:nvPr/>
          </p:nvSpPr>
          <p:spPr>
            <a:xfrm>
              <a:off x="662375" y="3207225"/>
              <a:ext cx="3150" cy="2850"/>
            </a:xfrm>
            <a:custGeom>
              <a:rect b="b" l="l" r="r" t="t"/>
              <a:pathLst>
                <a:path extrusionOk="0" h="114" w="126">
                  <a:moveTo>
                    <a:pt x="63" y="101"/>
                  </a:moveTo>
                  <a:lnTo>
                    <a:pt x="88" y="88"/>
                  </a:lnTo>
                  <a:cubicBezTo>
                    <a:pt x="126" y="76"/>
                    <a:pt x="126" y="38"/>
                    <a:pt x="88" y="26"/>
                  </a:cubicBezTo>
                  <a:lnTo>
                    <a:pt x="63" y="13"/>
                  </a:lnTo>
                  <a:cubicBezTo>
                    <a:pt x="1" y="1"/>
                    <a:pt x="1" y="113"/>
                    <a:pt x="63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29"/>
            <p:cNvSpPr/>
            <p:nvPr/>
          </p:nvSpPr>
          <p:spPr>
            <a:xfrm>
              <a:off x="705800" y="3297525"/>
              <a:ext cx="17525" cy="42200"/>
            </a:xfrm>
            <a:custGeom>
              <a:rect b="b" l="l" r="r" t="t"/>
              <a:pathLst>
                <a:path extrusionOk="0" h="1688" w="701">
                  <a:moveTo>
                    <a:pt x="613" y="25"/>
                  </a:moveTo>
                  <a:cubicBezTo>
                    <a:pt x="76" y="225"/>
                    <a:pt x="1" y="1175"/>
                    <a:pt x="138" y="1637"/>
                  </a:cubicBezTo>
                  <a:cubicBezTo>
                    <a:pt x="163" y="1687"/>
                    <a:pt x="251" y="1675"/>
                    <a:pt x="238" y="1612"/>
                  </a:cubicBezTo>
                  <a:cubicBezTo>
                    <a:pt x="201" y="1375"/>
                    <a:pt x="188" y="1125"/>
                    <a:pt x="226" y="887"/>
                  </a:cubicBezTo>
                  <a:cubicBezTo>
                    <a:pt x="263" y="650"/>
                    <a:pt x="375" y="225"/>
                    <a:pt x="638" y="125"/>
                  </a:cubicBezTo>
                  <a:cubicBezTo>
                    <a:pt x="700" y="100"/>
                    <a:pt x="675" y="0"/>
                    <a:pt x="600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29"/>
            <p:cNvSpPr/>
            <p:nvPr/>
          </p:nvSpPr>
          <p:spPr>
            <a:xfrm>
              <a:off x="708300" y="3297825"/>
              <a:ext cx="19700" cy="42200"/>
            </a:xfrm>
            <a:custGeom>
              <a:rect b="b" l="l" r="r" t="t"/>
              <a:pathLst>
                <a:path extrusionOk="0" h="1688" w="788">
                  <a:moveTo>
                    <a:pt x="113" y="1638"/>
                  </a:moveTo>
                  <a:cubicBezTo>
                    <a:pt x="475" y="1288"/>
                    <a:pt x="788" y="563"/>
                    <a:pt x="638" y="63"/>
                  </a:cubicBezTo>
                  <a:cubicBezTo>
                    <a:pt x="625" y="1"/>
                    <a:pt x="538" y="26"/>
                    <a:pt x="550" y="88"/>
                  </a:cubicBezTo>
                  <a:cubicBezTo>
                    <a:pt x="600" y="625"/>
                    <a:pt x="413" y="1175"/>
                    <a:pt x="38" y="1575"/>
                  </a:cubicBezTo>
                  <a:cubicBezTo>
                    <a:pt x="1" y="1613"/>
                    <a:pt x="63" y="1688"/>
                    <a:pt x="113" y="16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29"/>
            <p:cNvSpPr/>
            <p:nvPr/>
          </p:nvSpPr>
          <p:spPr>
            <a:xfrm>
              <a:off x="732050" y="3237525"/>
              <a:ext cx="30000" cy="33150"/>
            </a:xfrm>
            <a:custGeom>
              <a:rect b="b" l="l" r="r" t="t"/>
              <a:pathLst>
                <a:path extrusionOk="0" h="1326" w="1200">
                  <a:moveTo>
                    <a:pt x="25" y="51"/>
                  </a:moveTo>
                  <a:cubicBezTo>
                    <a:pt x="0" y="388"/>
                    <a:pt x="175" y="663"/>
                    <a:pt x="388" y="913"/>
                  </a:cubicBezTo>
                  <a:cubicBezTo>
                    <a:pt x="563" y="1163"/>
                    <a:pt x="850" y="1313"/>
                    <a:pt x="1150" y="1325"/>
                  </a:cubicBezTo>
                  <a:cubicBezTo>
                    <a:pt x="1200" y="1325"/>
                    <a:pt x="1200" y="1250"/>
                    <a:pt x="1163" y="1250"/>
                  </a:cubicBezTo>
                  <a:cubicBezTo>
                    <a:pt x="875" y="1225"/>
                    <a:pt x="613" y="1088"/>
                    <a:pt x="450" y="863"/>
                  </a:cubicBezTo>
                  <a:cubicBezTo>
                    <a:pt x="263" y="613"/>
                    <a:pt x="88" y="363"/>
                    <a:pt x="100" y="51"/>
                  </a:cubicBezTo>
                  <a:cubicBezTo>
                    <a:pt x="100" y="1"/>
                    <a:pt x="25" y="1"/>
                    <a:pt x="25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6" name="Google Shape;816;p29"/>
            <p:cNvSpPr/>
            <p:nvPr/>
          </p:nvSpPr>
          <p:spPr>
            <a:xfrm>
              <a:off x="732675" y="3237850"/>
              <a:ext cx="29375" cy="33125"/>
            </a:xfrm>
            <a:custGeom>
              <a:rect b="b" l="l" r="r" t="t"/>
              <a:pathLst>
                <a:path extrusionOk="0" h="1325" w="1175">
                  <a:moveTo>
                    <a:pt x="1163" y="1262"/>
                  </a:moveTo>
                  <a:cubicBezTo>
                    <a:pt x="1088" y="700"/>
                    <a:pt x="675" y="125"/>
                    <a:pt x="100" y="13"/>
                  </a:cubicBezTo>
                  <a:cubicBezTo>
                    <a:pt x="38" y="0"/>
                    <a:pt x="0" y="75"/>
                    <a:pt x="50" y="113"/>
                  </a:cubicBezTo>
                  <a:cubicBezTo>
                    <a:pt x="288" y="250"/>
                    <a:pt x="525" y="313"/>
                    <a:pt x="700" y="550"/>
                  </a:cubicBezTo>
                  <a:cubicBezTo>
                    <a:pt x="875" y="763"/>
                    <a:pt x="1013" y="1012"/>
                    <a:pt x="1100" y="1287"/>
                  </a:cubicBezTo>
                  <a:cubicBezTo>
                    <a:pt x="1113" y="1325"/>
                    <a:pt x="1175" y="1312"/>
                    <a:pt x="1163" y="12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7" name="Google Shape;817;p29"/>
            <p:cNvSpPr/>
            <p:nvPr/>
          </p:nvSpPr>
          <p:spPr>
            <a:xfrm>
              <a:off x="739850" y="2929475"/>
              <a:ext cx="86875" cy="38475"/>
            </a:xfrm>
            <a:custGeom>
              <a:rect b="b" l="l" r="r" t="t"/>
              <a:pathLst>
                <a:path extrusionOk="0" h="1539" w="3475">
                  <a:moveTo>
                    <a:pt x="76" y="1513"/>
                  </a:moveTo>
                  <a:cubicBezTo>
                    <a:pt x="1075" y="801"/>
                    <a:pt x="2213" y="326"/>
                    <a:pt x="3412" y="101"/>
                  </a:cubicBezTo>
                  <a:cubicBezTo>
                    <a:pt x="3475" y="88"/>
                    <a:pt x="3450" y="1"/>
                    <a:pt x="3387" y="13"/>
                  </a:cubicBezTo>
                  <a:cubicBezTo>
                    <a:pt x="2175" y="226"/>
                    <a:pt x="1025" y="726"/>
                    <a:pt x="38" y="1451"/>
                  </a:cubicBezTo>
                  <a:cubicBezTo>
                    <a:pt x="1" y="1476"/>
                    <a:pt x="38" y="1538"/>
                    <a:pt x="76" y="15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8" name="Google Shape;818;p29"/>
            <p:cNvSpPr/>
            <p:nvPr/>
          </p:nvSpPr>
          <p:spPr>
            <a:xfrm>
              <a:off x="824200" y="2919175"/>
              <a:ext cx="16275" cy="17825"/>
            </a:xfrm>
            <a:custGeom>
              <a:rect b="b" l="l" r="r" t="t"/>
              <a:pathLst>
                <a:path extrusionOk="0" h="713" w="651">
                  <a:moveTo>
                    <a:pt x="88" y="525"/>
                  </a:moveTo>
                  <a:cubicBezTo>
                    <a:pt x="288" y="713"/>
                    <a:pt x="651" y="475"/>
                    <a:pt x="451" y="238"/>
                  </a:cubicBezTo>
                  <a:cubicBezTo>
                    <a:pt x="238" y="1"/>
                    <a:pt x="1" y="338"/>
                    <a:pt x="101" y="563"/>
                  </a:cubicBezTo>
                  <a:cubicBezTo>
                    <a:pt x="113" y="600"/>
                    <a:pt x="176" y="575"/>
                    <a:pt x="176" y="538"/>
                  </a:cubicBezTo>
                  <a:cubicBezTo>
                    <a:pt x="163" y="500"/>
                    <a:pt x="163" y="463"/>
                    <a:pt x="176" y="425"/>
                  </a:cubicBezTo>
                  <a:cubicBezTo>
                    <a:pt x="176" y="351"/>
                    <a:pt x="176" y="351"/>
                    <a:pt x="151" y="463"/>
                  </a:cubicBezTo>
                  <a:cubicBezTo>
                    <a:pt x="101" y="425"/>
                    <a:pt x="38" y="488"/>
                    <a:pt x="88" y="5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29"/>
            <p:cNvSpPr/>
            <p:nvPr/>
          </p:nvSpPr>
          <p:spPr>
            <a:xfrm>
              <a:off x="728300" y="2974800"/>
              <a:ext cx="82175" cy="30625"/>
            </a:xfrm>
            <a:custGeom>
              <a:rect b="b" l="l" r="r" t="t"/>
              <a:pathLst>
                <a:path extrusionOk="0" h="1225" w="3287">
                  <a:moveTo>
                    <a:pt x="63" y="225"/>
                  </a:moveTo>
                  <a:cubicBezTo>
                    <a:pt x="1288" y="87"/>
                    <a:pt x="2287" y="425"/>
                    <a:pt x="3225" y="1200"/>
                  </a:cubicBezTo>
                  <a:cubicBezTo>
                    <a:pt x="3250" y="1225"/>
                    <a:pt x="3287" y="1187"/>
                    <a:pt x="3262" y="1150"/>
                  </a:cubicBezTo>
                  <a:cubicBezTo>
                    <a:pt x="2537" y="212"/>
                    <a:pt x="1163" y="0"/>
                    <a:pt x="63" y="137"/>
                  </a:cubicBezTo>
                  <a:cubicBezTo>
                    <a:pt x="0" y="137"/>
                    <a:pt x="0" y="237"/>
                    <a:pt x="63" y="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29"/>
            <p:cNvSpPr/>
            <p:nvPr/>
          </p:nvSpPr>
          <p:spPr>
            <a:xfrm>
              <a:off x="805150" y="3001975"/>
              <a:ext cx="15025" cy="12825"/>
            </a:xfrm>
            <a:custGeom>
              <a:rect b="b" l="l" r="r" t="t"/>
              <a:pathLst>
                <a:path extrusionOk="0" h="513" w="601">
                  <a:moveTo>
                    <a:pt x="250" y="475"/>
                  </a:moveTo>
                  <a:cubicBezTo>
                    <a:pt x="550" y="513"/>
                    <a:pt x="600" y="50"/>
                    <a:pt x="288" y="25"/>
                  </a:cubicBezTo>
                  <a:cubicBezTo>
                    <a:pt x="1" y="0"/>
                    <a:pt x="26" y="425"/>
                    <a:pt x="313" y="425"/>
                  </a:cubicBezTo>
                  <a:cubicBezTo>
                    <a:pt x="350" y="425"/>
                    <a:pt x="363" y="375"/>
                    <a:pt x="325" y="363"/>
                  </a:cubicBezTo>
                  <a:cubicBezTo>
                    <a:pt x="275" y="300"/>
                    <a:pt x="250" y="325"/>
                    <a:pt x="250" y="413"/>
                  </a:cubicBezTo>
                  <a:cubicBezTo>
                    <a:pt x="213" y="413"/>
                    <a:pt x="213" y="475"/>
                    <a:pt x="250" y="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29"/>
            <p:cNvSpPr/>
            <p:nvPr/>
          </p:nvSpPr>
          <p:spPr>
            <a:xfrm>
              <a:off x="644875" y="3178475"/>
              <a:ext cx="60325" cy="237475"/>
            </a:xfrm>
            <a:custGeom>
              <a:rect b="b" l="l" r="r" t="t"/>
              <a:pathLst>
                <a:path extrusionOk="0" h="9499" w="2413">
                  <a:moveTo>
                    <a:pt x="26" y="51"/>
                  </a:moveTo>
                  <a:cubicBezTo>
                    <a:pt x="1275" y="3362"/>
                    <a:pt x="2413" y="6049"/>
                    <a:pt x="388" y="9373"/>
                  </a:cubicBezTo>
                  <a:cubicBezTo>
                    <a:pt x="338" y="9448"/>
                    <a:pt x="451" y="9498"/>
                    <a:pt x="488" y="9436"/>
                  </a:cubicBezTo>
                  <a:cubicBezTo>
                    <a:pt x="1438" y="8024"/>
                    <a:pt x="1838" y="6749"/>
                    <a:pt x="1675" y="5050"/>
                  </a:cubicBezTo>
                  <a:cubicBezTo>
                    <a:pt x="1488" y="3113"/>
                    <a:pt x="776" y="1813"/>
                    <a:pt x="76" y="38"/>
                  </a:cubicBezTo>
                  <a:cubicBezTo>
                    <a:pt x="63" y="1"/>
                    <a:pt x="1" y="13"/>
                    <a:pt x="26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2" name="Google Shape;822;p29"/>
            <p:cNvSpPr/>
            <p:nvPr/>
          </p:nvSpPr>
          <p:spPr>
            <a:xfrm>
              <a:off x="699875" y="2899175"/>
              <a:ext cx="49375" cy="31900"/>
            </a:xfrm>
            <a:custGeom>
              <a:rect b="b" l="l" r="r" t="t"/>
              <a:pathLst>
                <a:path extrusionOk="0" h="1276" w="1975">
                  <a:moveTo>
                    <a:pt x="13" y="63"/>
                  </a:moveTo>
                  <a:cubicBezTo>
                    <a:pt x="100" y="613"/>
                    <a:pt x="450" y="1151"/>
                    <a:pt x="1062" y="1213"/>
                  </a:cubicBezTo>
                  <a:cubicBezTo>
                    <a:pt x="1550" y="1275"/>
                    <a:pt x="1975" y="888"/>
                    <a:pt x="1975" y="401"/>
                  </a:cubicBezTo>
                  <a:cubicBezTo>
                    <a:pt x="1975" y="326"/>
                    <a:pt x="1862" y="326"/>
                    <a:pt x="1862" y="401"/>
                  </a:cubicBezTo>
                  <a:cubicBezTo>
                    <a:pt x="1850" y="976"/>
                    <a:pt x="1275" y="1263"/>
                    <a:pt x="775" y="1026"/>
                  </a:cubicBezTo>
                  <a:cubicBezTo>
                    <a:pt x="363" y="838"/>
                    <a:pt x="163" y="463"/>
                    <a:pt x="75" y="38"/>
                  </a:cubicBezTo>
                  <a:cubicBezTo>
                    <a:pt x="63" y="1"/>
                    <a:pt x="0" y="13"/>
                    <a:pt x="13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29"/>
            <p:cNvSpPr/>
            <p:nvPr/>
          </p:nvSpPr>
          <p:spPr>
            <a:xfrm>
              <a:off x="674550" y="3113825"/>
              <a:ext cx="31600" cy="62800"/>
            </a:xfrm>
            <a:custGeom>
              <a:rect b="b" l="l" r="r" t="t"/>
              <a:pathLst>
                <a:path extrusionOk="0" h="2512" w="1264">
                  <a:moveTo>
                    <a:pt x="726" y="2449"/>
                  </a:moveTo>
                  <a:cubicBezTo>
                    <a:pt x="713" y="1825"/>
                    <a:pt x="1263" y="1325"/>
                    <a:pt x="1038" y="687"/>
                  </a:cubicBezTo>
                  <a:cubicBezTo>
                    <a:pt x="888" y="275"/>
                    <a:pt x="488" y="0"/>
                    <a:pt x="51" y="13"/>
                  </a:cubicBezTo>
                  <a:cubicBezTo>
                    <a:pt x="13" y="13"/>
                    <a:pt x="1" y="75"/>
                    <a:pt x="38" y="88"/>
                  </a:cubicBezTo>
                  <a:cubicBezTo>
                    <a:pt x="838" y="200"/>
                    <a:pt x="1138" y="875"/>
                    <a:pt x="838" y="1575"/>
                  </a:cubicBezTo>
                  <a:cubicBezTo>
                    <a:pt x="701" y="1850"/>
                    <a:pt x="638" y="2149"/>
                    <a:pt x="651" y="2449"/>
                  </a:cubicBezTo>
                  <a:cubicBezTo>
                    <a:pt x="651" y="2499"/>
                    <a:pt x="726" y="2512"/>
                    <a:pt x="726" y="244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29"/>
            <p:cNvSpPr/>
            <p:nvPr/>
          </p:nvSpPr>
          <p:spPr>
            <a:xfrm>
              <a:off x="658950" y="3112575"/>
              <a:ext cx="21575" cy="30625"/>
            </a:xfrm>
            <a:custGeom>
              <a:rect b="b" l="l" r="r" t="t"/>
              <a:pathLst>
                <a:path extrusionOk="0" h="1225" w="863">
                  <a:moveTo>
                    <a:pt x="825" y="113"/>
                  </a:moveTo>
                  <a:cubicBezTo>
                    <a:pt x="525" y="0"/>
                    <a:pt x="275" y="163"/>
                    <a:pt x="163" y="437"/>
                  </a:cubicBezTo>
                  <a:cubicBezTo>
                    <a:pt x="75" y="675"/>
                    <a:pt x="0" y="1062"/>
                    <a:pt x="250" y="1212"/>
                  </a:cubicBezTo>
                  <a:cubicBezTo>
                    <a:pt x="275" y="1225"/>
                    <a:pt x="313" y="1200"/>
                    <a:pt x="300" y="1162"/>
                  </a:cubicBezTo>
                  <a:cubicBezTo>
                    <a:pt x="50" y="837"/>
                    <a:pt x="275" y="0"/>
                    <a:pt x="800" y="175"/>
                  </a:cubicBezTo>
                  <a:cubicBezTo>
                    <a:pt x="850" y="200"/>
                    <a:pt x="862" y="125"/>
                    <a:pt x="825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29"/>
            <p:cNvSpPr/>
            <p:nvPr/>
          </p:nvSpPr>
          <p:spPr>
            <a:xfrm>
              <a:off x="762050" y="2872625"/>
              <a:ext cx="56250" cy="81250"/>
            </a:xfrm>
            <a:custGeom>
              <a:rect b="b" l="l" r="r" t="t"/>
              <a:pathLst>
                <a:path extrusionOk="0" h="3250" w="2250">
                  <a:moveTo>
                    <a:pt x="87" y="3212"/>
                  </a:moveTo>
                  <a:cubicBezTo>
                    <a:pt x="1037" y="2425"/>
                    <a:pt x="2249" y="1450"/>
                    <a:pt x="1962" y="51"/>
                  </a:cubicBezTo>
                  <a:cubicBezTo>
                    <a:pt x="1949" y="1"/>
                    <a:pt x="1862" y="26"/>
                    <a:pt x="1875" y="76"/>
                  </a:cubicBezTo>
                  <a:cubicBezTo>
                    <a:pt x="2062" y="1463"/>
                    <a:pt x="987" y="2350"/>
                    <a:pt x="37" y="3162"/>
                  </a:cubicBezTo>
                  <a:cubicBezTo>
                    <a:pt x="0" y="3187"/>
                    <a:pt x="62" y="3250"/>
                    <a:pt x="100" y="32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6" name="Google Shape;826;p29"/>
            <p:cNvSpPr/>
            <p:nvPr/>
          </p:nvSpPr>
          <p:spPr>
            <a:xfrm>
              <a:off x="710800" y="3101950"/>
              <a:ext cx="15325" cy="30950"/>
            </a:xfrm>
            <a:custGeom>
              <a:rect b="b" l="l" r="r" t="t"/>
              <a:pathLst>
                <a:path extrusionOk="0" h="1238" w="613">
                  <a:moveTo>
                    <a:pt x="101" y="1175"/>
                  </a:moveTo>
                  <a:cubicBezTo>
                    <a:pt x="126" y="775"/>
                    <a:pt x="288" y="388"/>
                    <a:pt x="575" y="100"/>
                  </a:cubicBezTo>
                  <a:cubicBezTo>
                    <a:pt x="613" y="63"/>
                    <a:pt x="563" y="0"/>
                    <a:pt x="525" y="25"/>
                  </a:cubicBezTo>
                  <a:cubicBezTo>
                    <a:pt x="350" y="150"/>
                    <a:pt x="225" y="325"/>
                    <a:pt x="163" y="525"/>
                  </a:cubicBezTo>
                  <a:cubicBezTo>
                    <a:pt x="51" y="725"/>
                    <a:pt x="1" y="950"/>
                    <a:pt x="13" y="1175"/>
                  </a:cubicBezTo>
                  <a:cubicBezTo>
                    <a:pt x="13" y="1237"/>
                    <a:pt x="113" y="1237"/>
                    <a:pt x="113" y="11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7" name="Google Shape;827;p29"/>
            <p:cNvSpPr/>
            <p:nvPr/>
          </p:nvSpPr>
          <p:spPr>
            <a:xfrm>
              <a:off x="710175" y="3101625"/>
              <a:ext cx="21900" cy="34400"/>
            </a:xfrm>
            <a:custGeom>
              <a:rect b="b" l="l" r="r" t="t"/>
              <a:pathLst>
                <a:path extrusionOk="0" h="1376" w="876">
                  <a:moveTo>
                    <a:pt x="550" y="101"/>
                  </a:moveTo>
                  <a:cubicBezTo>
                    <a:pt x="763" y="538"/>
                    <a:pt x="475" y="1050"/>
                    <a:pt x="51" y="1250"/>
                  </a:cubicBezTo>
                  <a:cubicBezTo>
                    <a:pt x="1" y="1275"/>
                    <a:pt x="38" y="1375"/>
                    <a:pt x="101" y="1350"/>
                  </a:cubicBezTo>
                  <a:cubicBezTo>
                    <a:pt x="575" y="1138"/>
                    <a:pt x="875" y="538"/>
                    <a:pt x="638" y="51"/>
                  </a:cubicBezTo>
                  <a:cubicBezTo>
                    <a:pt x="613" y="1"/>
                    <a:pt x="525" y="51"/>
                    <a:pt x="550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8" name="Google Shape;828;p29"/>
            <p:cNvSpPr/>
            <p:nvPr/>
          </p:nvSpPr>
          <p:spPr>
            <a:xfrm>
              <a:off x="669550" y="3338125"/>
              <a:ext cx="60025" cy="132175"/>
            </a:xfrm>
            <a:custGeom>
              <a:rect b="b" l="l" r="r" t="t"/>
              <a:pathLst>
                <a:path extrusionOk="0" h="5287" w="2401">
                  <a:moveTo>
                    <a:pt x="576" y="51"/>
                  </a:moveTo>
                  <a:cubicBezTo>
                    <a:pt x="263" y="1638"/>
                    <a:pt x="1" y="5074"/>
                    <a:pt x="2350" y="5287"/>
                  </a:cubicBezTo>
                  <a:cubicBezTo>
                    <a:pt x="2400" y="5287"/>
                    <a:pt x="2388" y="5224"/>
                    <a:pt x="2350" y="5212"/>
                  </a:cubicBezTo>
                  <a:cubicBezTo>
                    <a:pt x="63" y="4912"/>
                    <a:pt x="363" y="1600"/>
                    <a:pt x="651" y="63"/>
                  </a:cubicBezTo>
                  <a:cubicBezTo>
                    <a:pt x="663" y="13"/>
                    <a:pt x="588" y="1"/>
                    <a:pt x="576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9" name="Google Shape;829;p29"/>
            <p:cNvSpPr/>
            <p:nvPr/>
          </p:nvSpPr>
          <p:spPr>
            <a:xfrm>
              <a:off x="701750" y="3402175"/>
              <a:ext cx="65000" cy="61575"/>
            </a:xfrm>
            <a:custGeom>
              <a:rect b="b" l="l" r="r" t="t"/>
              <a:pathLst>
                <a:path extrusionOk="0" h="2463" w="2600">
                  <a:moveTo>
                    <a:pt x="13" y="1500"/>
                  </a:moveTo>
                  <a:cubicBezTo>
                    <a:pt x="350" y="2175"/>
                    <a:pt x="1175" y="2462"/>
                    <a:pt x="1825" y="2012"/>
                  </a:cubicBezTo>
                  <a:cubicBezTo>
                    <a:pt x="2400" y="1600"/>
                    <a:pt x="2599" y="538"/>
                    <a:pt x="2025" y="38"/>
                  </a:cubicBezTo>
                  <a:cubicBezTo>
                    <a:pt x="1975" y="1"/>
                    <a:pt x="1900" y="76"/>
                    <a:pt x="1950" y="113"/>
                  </a:cubicBezTo>
                  <a:cubicBezTo>
                    <a:pt x="2462" y="588"/>
                    <a:pt x="2300" y="1563"/>
                    <a:pt x="1762" y="1938"/>
                  </a:cubicBezTo>
                  <a:cubicBezTo>
                    <a:pt x="1150" y="2350"/>
                    <a:pt x="400" y="2112"/>
                    <a:pt x="75" y="1463"/>
                  </a:cubicBezTo>
                  <a:cubicBezTo>
                    <a:pt x="50" y="1425"/>
                    <a:pt x="0" y="1463"/>
                    <a:pt x="13" y="1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" name="Google Shape;830;p29"/>
            <p:cNvSpPr/>
            <p:nvPr/>
          </p:nvSpPr>
          <p:spPr>
            <a:xfrm>
              <a:off x="709550" y="3392175"/>
              <a:ext cx="46575" cy="35950"/>
            </a:xfrm>
            <a:custGeom>
              <a:rect b="b" l="l" r="r" t="t"/>
              <a:pathLst>
                <a:path extrusionOk="0" h="1438" w="1863">
                  <a:moveTo>
                    <a:pt x="1850" y="700"/>
                  </a:moveTo>
                  <a:cubicBezTo>
                    <a:pt x="1663" y="226"/>
                    <a:pt x="1125" y="1"/>
                    <a:pt x="663" y="201"/>
                  </a:cubicBezTo>
                  <a:cubicBezTo>
                    <a:pt x="200" y="401"/>
                    <a:pt x="1" y="938"/>
                    <a:pt x="200" y="1400"/>
                  </a:cubicBezTo>
                  <a:cubicBezTo>
                    <a:pt x="225" y="1438"/>
                    <a:pt x="300" y="1413"/>
                    <a:pt x="288" y="1363"/>
                  </a:cubicBezTo>
                  <a:cubicBezTo>
                    <a:pt x="163" y="938"/>
                    <a:pt x="275" y="488"/>
                    <a:pt x="713" y="301"/>
                  </a:cubicBezTo>
                  <a:cubicBezTo>
                    <a:pt x="1125" y="138"/>
                    <a:pt x="1600" y="326"/>
                    <a:pt x="1788" y="738"/>
                  </a:cubicBezTo>
                  <a:cubicBezTo>
                    <a:pt x="1800" y="775"/>
                    <a:pt x="1863" y="738"/>
                    <a:pt x="1838" y="7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" name="Google Shape;831;p29"/>
            <p:cNvSpPr/>
            <p:nvPr/>
          </p:nvSpPr>
          <p:spPr>
            <a:xfrm>
              <a:off x="713300" y="3422475"/>
              <a:ext cx="30950" cy="17225"/>
            </a:xfrm>
            <a:custGeom>
              <a:rect b="b" l="l" r="r" t="t"/>
              <a:pathLst>
                <a:path extrusionOk="0" h="689" w="1238">
                  <a:moveTo>
                    <a:pt x="26" y="51"/>
                  </a:moveTo>
                  <a:cubicBezTo>
                    <a:pt x="1" y="388"/>
                    <a:pt x="375" y="638"/>
                    <a:pt x="688" y="626"/>
                  </a:cubicBezTo>
                  <a:cubicBezTo>
                    <a:pt x="1000" y="626"/>
                    <a:pt x="1238" y="351"/>
                    <a:pt x="1113" y="63"/>
                  </a:cubicBezTo>
                  <a:cubicBezTo>
                    <a:pt x="1100" y="13"/>
                    <a:pt x="1013" y="26"/>
                    <a:pt x="1025" y="88"/>
                  </a:cubicBezTo>
                  <a:cubicBezTo>
                    <a:pt x="1213" y="688"/>
                    <a:pt x="75" y="638"/>
                    <a:pt x="100" y="51"/>
                  </a:cubicBezTo>
                  <a:cubicBezTo>
                    <a:pt x="100" y="1"/>
                    <a:pt x="38" y="1"/>
                    <a:pt x="26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29"/>
            <p:cNvSpPr/>
            <p:nvPr/>
          </p:nvSpPr>
          <p:spPr>
            <a:xfrm>
              <a:off x="702675" y="3138500"/>
              <a:ext cx="71875" cy="55325"/>
            </a:xfrm>
            <a:custGeom>
              <a:rect b="b" l="l" r="r" t="t"/>
              <a:pathLst>
                <a:path extrusionOk="0" h="2213" w="2875">
                  <a:moveTo>
                    <a:pt x="88" y="463"/>
                  </a:moveTo>
                  <a:cubicBezTo>
                    <a:pt x="1400" y="113"/>
                    <a:pt x="2487" y="925"/>
                    <a:pt x="2812" y="2187"/>
                  </a:cubicBezTo>
                  <a:cubicBezTo>
                    <a:pt x="2812" y="2212"/>
                    <a:pt x="2875" y="2212"/>
                    <a:pt x="2862" y="2175"/>
                  </a:cubicBezTo>
                  <a:cubicBezTo>
                    <a:pt x="2762" y="788"/>
                    <a:pt x="1325" y="0"/>
                    <a:pt x="51" y="388"/>
                  </a:cubicBezTo>
                  <a:cubicBezTo>
                    <a:pt x="1" y="400"/>
                    <a:pt x="26" y="475"/>
                    <a:pt x="76" y="4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29"/>
            <p:cNvSpPr/>
            <p:nvPr/>
          </p:nvSpPr>
          <p:spPr>
            <a:xfrm>
              <a:off x="695500" y="2739850"/>
              <a:ext cx="104675" cy="111550"/>
            </a:xfrm>
            <a:custGeom>
              <a:rect b="b" l="l" r="r" t="t"/>
              <a:pathLst>
                <a:path extrusionOk="0" h="4462" w="4187">
                  <a:moveTo>
                    <a:pt x="188" y="1800"/>
                  </a:moveTo>
                  <a:cubicBezTo>
                    <a:pt x="0" y="3250"/>
                    <a:pt x="1450" y="4424"/>
                    <a:pt x="2799" y="3712"/>
                  </a:cubicBezTo>
                  <a:cubicBezTo>
                    <a:pt x="4187" y="2975"/>
                    <a:pt x="3962" y="1038"/>
                    <a:pt x="3024" y="25"/>
                  </a:cubicBezTo>
                  <a:cubicBezTo>
                    <a:pt x="2999" y="0"/>
                    <a:pt x="2949" y="38"/>
                    <a:pt x="2974" y="75"/>
                  </a:cubicBezTo>
                  <a:cubicBezTo>
                    <a:pt x="3624" y="975"/>
                    <a:pt x="4074" y="2450"/>
                    <a:pt x="3124" y="3325"/>
                  </a:cubicBezTo>
                  <a:cubicBezTo>
                    <a:pt x="1912" y="4462"/>
                    <a:pt x="100" y="3375"/>
                    <a:pt x="288" y="1800"/>
                  </a:cubicBezTo>
                  <a:cubicBezTo>
                    <a:pt x="300" y="1738"/>
                    <a:pt x="188" y="1738"/>
                    <a:pt x="175" y="1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29"/>
            <p:cNvSpPr/>
            <p:nvPr/>
          </p:nvSpPr>
          <p:spPr>
            <a:xfrm>
              <a:off x="628325" y="2481475"/>
              <a:ext cx="146850" cy="263400"/>
            </a:xfrm>
            <a:custGeom>
              <a:rect b="b" l="l" r="r" t="t"/>
              <a:pathLst>
                <a:path extrusionOk="0" h="10536" w="5874">
                  <a:moveTo>
                    <a:pt x="5836" y="10448"/>
                  </a:moveTo>
                  <a:cubicBezTo>
                    <a:pt x="4162" y="9236"/>
                    <a:pt x="2050" y="8124"/>
                    <a:pt x="1125" y="6224"/>
                  </a:cubicBezTo>
                  <a:cubicBezTo>
                    <a:pt x="275" y="4462"/>
                    <a:pt x="100" y="1688"/>
                    <a:pt x="1300" y="63"/>
                  </a:cubicBezTo>
                  <a:cubicBezTo>
                    <a:pt x="1325" y="38"/>
                    <a:pt x="1275" y="1"/>
                    <a:pt x="1250" y="26"/>
                  </a:cubicBezTo>
                  <a:cubicBezTo>
                    <a:pt x="0" y="1463"/>
                    <a:pt x="138" y="3950"/>
                    <a:pt x="725" y="5674"/>
                  </a:cubicBezTo>
                  <a:cubicBezTo>
                    <a:pt x="1513" y="7986"/>
                    <a:pt x="3912" y="9186"/>
                    <a:pt x="5799" y="10510"/>
                  </a:cubicBezTo>
                  <a:cubicBezTo>
                    <a:pt x="5836" y="10535"/>
                    <a:pt x="5874" y="10473"/>
                    <a:pt x="5836" y="1044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29"/>
            <p:cNvSpPr/>
            <p:nvPr/>
          </p:nvSpPr>
          <p:spPr>
            <a:xfrm>
              <a:off x="667675" y="2448375"/>
              <a:ext cx="84700" cy="100925"/>
            </a:xfrm>
            <a:custGeom>
              <a:rect b="b" l="l" r="r" t="t"/>
              <a:pathLst>
                <a:path extrusionOk="0" h="4037" w="3388">
                  <a:moveTo>
                    <a:pt x="88" y="1150"/>
                  </a:moveTo>
                  <a:cubicBezTo>
                    <a:pt x="1026" y="625"/>
                    <a:pt x="2413" y="500"/>
                    <a:pt x="2950" y="1662"/>
                  </a:cubicBezTo>
                  <a:cubicBezTo>
                    <a:pt x="3075" y="1937"/>
                    <a:pt x="3113" y="2249"/>
                    <a:pt x="3075" y="2549"/>
                  </a:cubicBezTo>
                  <a:cubicBezTo>
                    <a:pt x="3063" y="2624"/>
                    <a:pt x="3075" y="2712"/>
                    <a:pt x="3075" y="2774"/>
                  </a:cubicBezTo>
                  <a:cubicBezTo>
                    <a:pt x="2938" y="3549"/>
                    <a:pt x="2738" y="3524"/>
                    <a:pt x="2213" y="3587"/>
                  </a:cubicBezTo>
                  <a:cubicBezTo>
                    <a:pt x="1313" y="3699"/>
                    <a:pt x="976" y="3087"/>
                    <a:pt x="1113" y="2312"/>
                  </a:cubicBezTo>
                  <a:cubicBezTo>
                    <a:pt x="1226" y="1737"/>
                    <a:pt x="1526" y="1425"/>
                    <a:pt x="1938" y="1037"/>
                  </a:cubicBezTo>
                  <a:cubicBezTo>
                    <a:pt x="2250" y="737"/>
                    <a:pt x="2575" y="487"/>
                    <a:pt x="2588" y="25"/>
                  </a:cubicBezTo>
                  <a:cubicBezTo>
                    <a:pt x="2588" y="0"/>
                    <a:pt x="2550" y="0"/>
                    <a:pt x="2538" y="25"/>
                  </a:cubicBezTo>
                  <a:cubicBezTo>
                    <a:pt x="2438" y="750"/>
                    <a:pt x="1538" y="1137"/>
                    <a:pt x="1163" y="1725"/>
                  </a:cubicBezTo>
                  <a:cubicBezTo>
                    <a:pt x="863" y="2149"/>
                    <a:pt x="813" y="2712"/>
                    <a:pt x="1026" y="3187"/>
                  </a:cubicBezTo>
                  <a:cubicBezTo>
                    <a:pt x="1363" y="3912"/>
                    <a:pt x="2500" y="4036"/>
                    <a:pt x="2988" y="3387"/>
                  </a:cubicBezTo>
                  <a:cubicBezTo>
                    <a:pt x="3388" y="2874"/>
                    <a:pt x="3263" y="1800"/>
                    <a:pt x="2900" y="1312"/>
                  </a:cubicBezTo>
                  <a:cubicBezTo>
                    <a:pt x="2200" y="387"/>
                    <a:pt x="938" y="575"/>
                    <a:pt x="51" y="1087"/>
                  </a:cubicBezTo>
                  <a:cubicBezTo>
                    <a:pt x="1" y="1112"/>
                    <a:pt x="51" y="1187"/>
                    <a:pt x="88" y="1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" name="Google Shape;836;p29"/>
            <p:cNvSpPr/>
            <p:nvPr/>
          </p:nvSpPr>
          <p:spPr>
            <a:xfrm>
              <a:off x="722350" y="2386200"/>
              <a:ext cx="13775" cy="55325"/>
            </a:xfrm>
            <a:custGeom>
              <a:rect b="b" l="l" r="r" t="t"/>
              <a:pathLst>
                <a:path extrusionOk="0" h="2213" w="551">
                  <a:moveTo>
                    <a:pt x="476" y="2162"/>
                  </a:moveTo>
                  <a:cubicBezTo>
                    <a:pt x="551" y="1475"/>
                    <a:pt x="488" y="625"/>
                    <a:pt x="76" y="25"/>
                  </a:cubicBezTo>
                  <a:cubicBezTo>
                    <a:pt x="51" y="0"/>
                    <a:pt x="1" y="13"/>
                    <a:pt x="13" y="50"/>
                  </a:cubicBezTo>
                  <a:cubicBezTo>
                    <a:pt x="251" y="775"/>
                    <a:pt x="476" y="1387"/>
                    <a:pt x="401" y="2162"/>
                  </a:cubicBezTo>
                  <a:cubicBezTo>
                    <a:pt x="401" y="2212"/>
                    <a:pt x="476" y="2212"/>
                    <a:pt x="476" y="2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7" name="Google Shape;837;p29"/>
            <p:cNvSpPr/>
            <p:nvPr/>
          </p:nvSpPr>
          <p:spPr>
            <a:xfrm>
              <a:off x="691750" y="2632075"/>
              <a:ext cx="96875" cy="81550"/>
            </a:xfrm>
            <a:custGeom>
              <a:rect b="b" l="l" r="r" t="t"/>
              <a:pathLst>
                <a:path extrusionOk="0" h="3262" w="3875">
                  <a:moveTo>
                    <a:pt x="38" y="2237"/>
                  </a:moveTo>
                  <a:cubicBezTo>
                    <a:pt x="688" y="2787"/>
                    <a:pt x="1500" y="3262"/>
                    <a:pt x="2375" y="3074"/>
                  </a:cubicBezTo>
                  <a:cubicBezTo>
                    <a:pt x="3212" y="2887"/>
                    <a:pt x="3812" y="2087"/>
                    <a:pt x="3849" y="1250"/>
                  </a:cubicBezTo>
                  <a:cubicBezTo>
                    <a:pt x="3874" y="675"/>
                    <a:pt x="3487" y="0"/>
                    <a:pt x="2824" y="75"/>
                  </a:cubicBezTo>
                  <a:cubicBezTo>
                    <a:pt x="2475" y="113"/>
                    <a:pt x="2062" y="463"/>
                    <a:pt x="2437" y="750"/>
                  </a:cubicBezTo>
                  <a:cubicBezTo>
                    <a:pt x="2475" y="775"/>
                    <a:pt x="2512" y="712"/>
                    <a:pt x="2475" y="675"/>
                  </a:cubicBezTo>
                  <a:cubicBezTo>
                    <a:pt x="3299" y="250"/>
                    <a:pt x="3724" y="400"/>
                    <a:pt x="3749" y="1137"/>
                  </a:cubicBezTo>
                  <a:cubicBezTo>
                    <a:pt x="3737" y="1450"/>
                    <a:pt x="3662" y="1762"/>
                    <a:pt x="3499" y="2037"/>
                  </a:cubicBezTo>
                  <a:cubicBezTo>
                    <a:pt x="3299" y="2474"/>
                    <a:pt x="2912" y="2799"/>
                    <a:pt x="2450" y="2937"/>
                  </a:cubicBezTo>
                  <a:cubicBezTo>
                    <a:pt x="1562" y="3174"/>
                    <a:pt x="750" y="2712"/>
                    <a:pt x="75" y="2187"/>
                  </a:cubicBezTo>
                  <a:cubicBezTo>
                    <a:pt x="50" y="2162"/>
                    <a:pt x="0" y="2212"/>
                    <a:pt x="38" y="22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29"/>
            <p:cNvSpPr/>
            <p:nvPr/>
          </p:nvSpPr>
          <p:spPr>
            <a:xfrm>
              <a:off x="720475" y="2704850"/>
              <a:ext cx="110625" cy="22850"/>
            </a:xfrm>
            <a:custGeom>
              <a:rect b="b" l="l" r="r" t="t"/>
              <a:pathLst>
                <a:path extrusionOk="0" h="914" w="4425">
                  <a:moveTo>
                    <a:pt x="38" y="88"/>
                  </a:moveTo>
                  <a:cubicBezTo>
                    <a:pt x="551" y="538"/>
                    <a:pt x="1238" y="663"/>
                    <a:pt x="1913" y="738"/>
                  </a:cubicBezTo>
                  <a:cubicBezTo>
                    <a:pt x="2725" y="826"/>
                    <a:pt x="3712" y="913"/>
                    <a:pt x="4400" y="388"/>
                  </a:cubicBezTo>
                  <a:cubicBezTo>
                    <a:pt x="4425" y="363"/>
                    <a:pt x="4400" y="313"/>
                    <a:pt x="4362" y="326"/>
                  </a:cubicBezTo>
                  <a:cubicBezTo>
                    <a:pt x="3238" y="913"/>
                    <a:pt x="1101" y="876"/>
                    <a:pt x="101" y="26"/>
                  </a:cubicBezTo>
                  <a:cubicBezTo>
                    <a:pt x="63" y="1"/>
                    <a:pt x="1" y="51"/>
                    <a:pt x="38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29"/>
            <p:cNvSpPr/>
            <p:nvPr/>
          </p:nvSpPr>
          <p:spPr>
            <a:xfrm>
              <a:off x="830150" y="2705175"/>
              <a:ext cx="12200" cy="11900"/>
            </a:xfrm>
            <a:custGeom>
              <a:rect b="b" l="l" r="r" t="t"/>
              <a:pathLst>
                <a:path extrusionOk="0" h="476" w="488">
                  <a:moveTo>
                    <a:pt x="50" y="350"/>
                  </a:moveTo>
                  <a:cubicBezTo>
                    <a:pt x="0" y="263"/>
                    <a:pt x="25" y="150"/>
                    <a:pt x="88" y="88"/>
                  </a:cubicBezTo>
                  <a:cubicBezTo>
                    <a:pt x="163" y="25"/>
                    <a:pt x="250" y="0"/>
                    <a:pt x="338" y="13"/>
                  </a:cubicBezTo>
                  <a:cubicBezTo>
                    <a:pt x="375" y="13"/>
                    <a:pt x="400" y="25"/>
                    <a:pt x="425" y="50"/>
                  </a:cubicBezTo>
                  <a:cubicBezTo>
                    <a:pt x="450" y="88"/>
                    <a:pt x="463" y="125"/>
                    <a:pt x="463" y="163"/>
                  </a:cubicBezTo>
                  <a:cubicBezTo>
                    <a:pt x="488" y="288"/>
                    <a:pt x="425" y="413"/>
                    <a:pt x="300" y="463"/>
                  </a:cubicBezTo>
                  <a:cubicBezTo>
                    <a:pt x="175" y="475"/>
                    <a:pt x="50" y="375"/>
                    <a:pt x="50" y="2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0" name="Google Shape;840;p29"/>
            <p:cNvSpPr/>
            <p:nvPr/>
          </p:nvSpPr>
          <p:spPr>
            <a:xfrm>
              <a:off x="827325" y="2698925"/>
              <a:ext cx="17225" cy="22200"/>
            </a:xfrm>
            <a:custGeom>
              <a:rect b="b" l="l" r="r" t="t"/>
              <a:pathLst>
                <a:path extrusionOk="0" h="888" w="689">
                  <a:moveTo>
                    <a:pt x="213" y="588"/>
                  </a:moveTo>
                  <a:cubicBezTo>
                    <a:pt x="251" y="300"/>
                    <a:pt x="313" y="250"/>
                    <a:pt x="426" y="425"/>
                  </a:cubicBezTo>
                  <a:cubicBezTo>
                    <a:pt x="601" y="575"/>
                    <a:pt x="526" y="588"/>
                    <a:pt x="201" y="475"/>
                  </a:cubicBezTo>
                  <a:cubicBezTo>
                    <a:pt x="201" y="438"/>
                    <a:pt x="126" y="450"/>
                    <a:pt x="126" y="488"/>
                  </a:cubicBezTo>
                  <a:cubicBezTo>
                    <a:pt x="126" y="888"/>
                    <a:pt x="688" y="800"/>
                    <a:pt x="626" y="400"/>
                  </a:cubicBezTo>
                  <a:cubicBezTo>
                    <a:pt x="576" y="0"/>
                    <a:pt x="1" y="238"/>
                    <a:pt x="101" y="613"/>
                  </a:cubicBezTo>
                  <a:cubicBezTo>
                    <a:pt x="113" y="700"/>
                    <a:pt x="238" y="663"/>
                    <a:pt x="213" y="5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1" name="Google Shape;841;p29"/>
            <p:cNvSpPr/>
            <p:nvPr/>
          </p:nvSpPr>
          <p:spPr>
            <a:xfrm>
              <a:off x="662375" y="2476475"/>
              <a:ext cx="3150" cy="3150"/>
            </a:xfrm>
            <a:custGeom>
              <a:rect b="b" l="l" r="r" t="t"/>
              <a:pathLst>
                <a:path extrusionOk="0" h="126" w="126">
                  <a:moveTo>
                    <a:pt x="63" y="88"/>
                  </a:moveTo>
                  <a:lnTo>
                    <a:pt x="88" y="88"/>
                  </a:lnTo>
                  <a:cubicBezTo>
                    <a:pt x="126" y="88"/>
                    <a:pt x="126" y="38"/>
                    <a:pt x="88" y="26"/>
                  </a:cubicBezTo>
                  <a:lnTo>
                    <a:pt x="63" y="26"/>
                  </a:lnTo>
                  <a:cubicBezTo>
                    <a:pt x="1" y="1"/>
                    <a:pt x="1" y="126"/>
                    <a:pt x="63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" name="Google Shape;842;p29"/>
            <p:cNvSpPr/>
            <p:nvPr/>
          </p:nvSpPr>
          <p:spPr>
            <a:xfrm>
              <a:off x="705800" y="2346825"/>
              <a:ext cx="17525" cy="42200"/>
            </a:xfrm>
            <a:custGeom>
              <a:rect b="b" l="l" r="r" t="t"/>
              <a:pathLst>
                <a:path extrusionOk="0" h="1688" w="701">
                  <a:moveTo>
                    <a:pt x="638" y="1550"/>
                  </a:moveTo>
                  <a:cubicBezTo>
                    <a:pt x="388" y="1463"/>
                    <a:pt x="276" y="1025"/>
                    <a:pt x="226" y="800"/>
                  </a:cubicBezTo>
                  <a:cubicBezTo>
                    <a:pt x="188" y="563"/>
                    <a:pt x="201" y="313"/>
                    <a:pt x="238" y="63"/>
                  </a:cubicBezTo>
                  <a:cubicBezTo>
                    <a:pt x="238" y="13"/>
                    <a:pt x="163" y="1"/>
                    <a:pt x="138" y="51"/>
                  </a:cubicBezTo>
                  <a:cubicBezTo>
                    <a:pt x="1" y="513"/>
                    <a:pt x="76" y="1463"/>
                    <a:pt x="613" y="1663"/>
                  </a:cubicBezTo>
                  <a:cubicBezTo>
                    <a:pt x="675" y="1688"/>
                    <a:pt x="700" y="1575"/>
                    <a:pt x="638" y="15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" name="Google Shape;843;p29"/>
            <p:cNvSpPr/>
            <p:nvPr/>
          </p:nvSpPr>
          <p:spPr>
            <a:xfrm>
              <a:off x="708300" y="2346525"/>
              <a:ext cx="19700" cy="42200"/>
            </a:xfrm>
            <a:custGeom>
              <a:rect b="b" l="l" r="r" t="t"/>
              <a:pathLst>
                <a:path extrusionOk="0" h="1688" w="788">
                  <a:moveTo>
                    <a:pt x="38" y="113"/>
                  </a:moveTo>
                  <a:cubicBezTo>
                    <a:pt x="413" y="513"/>
                    <a:pt x="600" y="1062"/>
                    <a:pt x="550" y="1600"/>
                  </a:cubicBezTo>
                  <a:cubicBezTo>
                    <a:pt x="550" y="1662"/>
                    <a:pt x="625" y="1687"/>
                    <a:pt x="638" y="1625"/>
                  </a:cubicBezTo>
                  <a:cubicBezTo>
                    <a:pt x="788" y="1125"/>
                    <a:pt x="475" y="400"/>
                    <a:pt x="113" y="50"/>
                  </a:cubicBezTo>
                  <a:cubicBezTo>
                    <a:pt x="63" y="0"/>
                    <a:pt x="1" y="63"/>
                    <a:pt x="38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4" name="Google Shape;844;p29"/>
            <p:cNvSpPr/>
            <p:nvPr/>
          </p:nvSpPr>
          <p:spPr>
            <a:xfrm>
              <a:off x="732050" y="2415875"/>
              <a:ext cx="30000" cy="33150"/>
            </a:xfrm>
            <a:custGeom>
              <a:rect b="b" l="l" r="r" t="t"/>
              <a:pathLst>
                <a:path extrusionOk="0" h="1326" w="1200">
                  <a:moveTo>
                    <a:pt x="100" y="1275"/>
                  </a:moveTo>
                  <a:cubicBezTo>
                    <a:pt x="88" y="963"/>
                    <a:pt x="250" y="713"/>
                    <a:pt x="450" y="463"/>
                  </a:cubicBezTo>
                  <a:cubicBezTo>
                    <a:pt x="613" y="238"/>
                    <a:pt x="875" y="100"/>
                    <a:pt x="1163" y="75"/>
                  </a:cubicBezTo>
                  <a:cubicBezTo>
                    <a:pt x="1200" y="75"/>
                    <a:pt x="1200" y="0"/>
                    <a:pt x="1150" y="0"/>
                  </a:cubicBezTo>
                  <a:cubicBezTo>
                    <a:pt x="850" y="13"/>
                    <a:pt x="563" y="163"/>
                    <a:pt x="388" y="413"/>
                  </a:cubicBezTo>
                  <a:cubicBezTo>
                    <a:pt x="188" y="663"/>
                    <a:pt x="0" y="938"/>
                    <a:pt x="25" y="1275"/>
                  </a:cubicBezTo>
                  <a:cubicBezTo>
                    <a:pt x="25" y="1325"/>
                    <a:pt x="100" y="1325"/>
                    <a:pt x="100" y="12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" name="Google Shape;845;p29"/>
            <p:cNvSpPr/>
            <p:nvPr/>
          </p:nvSpPr>
          <p:spPr>
            <a:xfrm>
              <a:off x="732675" y="2415550"/>
              <a:ext cx="29075" cy="33475"/>
            </a:xfrm>
            <a:custGeom>
              <a:rect b="b" l="l" r="r" t="t"/>
              <a:pathLst>
                <a:path extrusionOk="0" h="1339" w="1163">
                  <a:moveTo>
                    <a:pt x="1100" y="51"/>
                  </a:moveTo>
                  <a:cubicBezTo>
                    <a:pt x="1013" y="313"/>
                    <a:pt x="875" y="563"/>
                    <a:pt x="700" y="788"/>
                  </a:cubicBezTo>
                  <a:cubicBezTo>
                    <a:pt x="525" y="1013"/>
                    <a:pt x="288" y="1076"/>
                    <a:pt x="50" y="1213"/>
                  </a:cubicBezTo>
                  <a:cubicBezTo>
                    <a:pt x="0" y="1251"/>
                    <a:pt x="38" y="1338"/>
                    <a:pt x="100" y="1313"/>
                  </a:cubicBezTo>
                  <a:cubicBezTo>
                    <a:pt x="675" y="1201"/>
                    <a:pt x="1088" y="626"/>
                    <a:pt x="1163" y="63"/>
                  </a:cubicBezTo>
                  <a:cubicBezTo>
                    <a:pt x="1163" y="26"/>
                    <a:pt x="1113" y="1"/>
                    <a:pt x="1100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6" name="Google Shape;846;p29"/>
            <p:cNvSpPr/>
            <p:nvPr/>
          </p:nvSpPr>
          <p:spPr>
            <a:xfrm>
              <a:off x="739850" y="2718600"/>
              <a:ext cx="86875" cy="38450"/>
            </a:xfrm>
            <a:custGeom>
              <a:rect b="b" l="l" r="r" t="t"/>
              <a:pathLst>
                <a:path extrusionOk="0" h="1538" w="3475">
                  <a:moveTo>
                    <a:pt x="38" y="88"/>
                  </a:moveTo>
                  <a:cubicBezTo>
                    <a:pt x="1025" y="813"/>
                    <a:pt x="2175" y="1313"/>
                    <a:pt x="3387" y="1525"/>
                  </a:cubicBezTo>
                  <a:cubicBezTo>
                    <a:pt x="3450" y="1538"/>
                    <a:pt x="3475" y="1450"/>
                    <a:pt x="3412" y="1438"/>
                  </a:cubicBezTo>
                  <a:cubicBezTo>
                    <a:pt x="2213" y="1213"/>
                    <a:pt x="1075" y="738"/>
                    <a:pt x="76" y="26"/>
                  </a:cubicBezTo>
                  <a:cubicBezTo>
                    <a:pt x="38" y="1"/>
                    <a:pt x="1" y="63"/>
                    <a:pt x="38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" name="Google Shape;847;p29"/>
            <p:cNvSpPr/>
            <p:nvPr/>
          </p:nvSpPr>
          <p:spPr>
            <a:xfrm>
              <a:off x="824200" y="2749525"/>
              <a:ext cx="16600" cy="17850"/>
            </a:xfrm>
            <a:custGeom>
              <a:rect b="b" l="l" r="r" t="t"/>
              <a:pathLst>
                <a:path extrusionOk="0" h="714" w="664">
                  <a:moveTo>
                    <a:pt x="151" y="251"/>
                  </a:moveTo>
                  <a:cubicBezTo>
                    <a:pt x="176" y="351"/>
                    <a:pt x="188" y="363"/>
                    <a:pt x="176" y="288"/>
                  </a:cubicBezTo>
                  <a:cubicBezTo>
                    <a:pt x="163" y="251"/>
                    <a:pt x="163" y="213"/>
                    <a:pt x="176" y="176"/>
                  </a:cubicBezTo>
                  <a:cubicBezTo>
                    <a:pt x="176" y="138"/>
                    <a:pt x="113" y="113"/>
                    <a:pt x="101" y="151"/>
                  </a:cubicBezTo>
                  <a:cubicBezTo>
                    <a:pt x="1" y="376"/>
                    <a:pt x="238" y="713"/>
                    <a:pt x="451" y="463"/>
                  </a:cubicBezTo>
                  <a:cubicBezTo>
                    <a:pt x="663" y="213"/>
                    <a:pt x="288" y="1"/>
                    <a:pt x="88" y="176"/>
                  </a:cubicBezTo>
                  <a:cubicBezTo>
                    <a:pt x="38" y="213"/>
                    <a:pt x="101" y="276"/>
                    <a:pt x="151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29"/>
            <p:cNvSpPr/>
            <p:nvPr/>
          </p:nvSpPr>
          <p:spPr>
            <a:xfrm>
              <a:off x="728300" y="2681125"/>
              <a:ext cx="82175" cy="30625"/>
            </a:xfrm>
            <a:custGeom>
              <a:rect b="b" l="l" r="r" t="t"/>
              <a:pathLst>
                <a:path extrusionOk="0" h="1225" w="3287">
                  <a:moveTo>
                    <a:pt x="63" y="1087"/>
                  </a:moveTo>
                  <a:cubicBezTo>
                    <a:pt x="1163" y="1225"/>
                    <a:pt x="2537" y="1000"/>
                    <a:pt x="3262" y="75"/>
                  </a:cubicBezTo>
                  <a:cubicBezTo>
                    <a:pt x="3287" y="38"/>
                    <a:pt x="3250" y="0"/>
                    <a:pt x="3225" y="25"/>
                  </a:cubicBezTo>
                  <a:cubicBezTo>
                    <a:pt x="2287" y="812"/>
                    <a:pt x="1288" y="1137"/>
                    <a:pt x="63" y="1000"/>
                  </a:cubicBezTo>
                  <a:cubicBezTo>
                    <a:pt x="0" y="987"/>
                    <a:pt x="0" y="1087"/>
                    <a:pt x="63" y="10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" name="Google Shape;849;p29"/>
            <p:cNvSpPr/>
            <p:nvPr/>
          </p:nvSpPr>
          <p:spPr>
            <a:xfrm>
              <a:off x="805150" y="2671750"/>
              <a:ext cx="15025" cy="12825"/>
            </a:xfrm>
            <a:custGeom>
              <a:rect b="b" l="l" r="r" t="t"/>
              <a:pathLst>
                <a:path extrusionOk="0" h="513" w="601">
                  <a:moveTo>
                    <a:pt x="250" y="100"/>
                  </a:moveTo>
                  <a:cubicBezTo>
                    <a:pt x="250" y="188"/>
                    <a:pt x="275" y="213"/>
                    <a:pt x="325" y="150"/>
                  </a:cubicBezTo>
                  <a:cubicBezTo>
                    <a:pt x="363" y="138"/>
                    <a:pt x="350" y="88"/>
                    <a:pt x="313" y="88"/>
                  </a:cubicBezTo>
                  <a:cubicBezTo>
                    <a:pt x="26" y="88"/>
                    <a:pt x="1" y="513"/>
                    <a:pt x="288" y="488"/>
                  </a:cubicBezTo>
                  <a:cubicBezTo>
                    <a:pt x="600" y="450"/>
                    <a:pt x="550" y="0"/>
                    <a:pt x="250" y="25"/>
                  </a:cubicBezTo>
                  <a:cubicBezTo>
                    <a:pt x="213" y="25"/>
                    <a:pt x="213" y="100"/>
                    <a:pt x="250" y="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29"/>
            <p:cNvSpPr/>
            <p:nvPr/>
          </p:nvSpPr>
          <p:spPr>
            <a:xfrm>
              <a:off x="644875" y="2270600"/>
              <a:ext cx="60325" cy="237450"/>
            </a:xfrm>
            <a:custGeom>
              <a:rect b="b" l="l" r="r" t="t"/>
              <a:pathLst>
                <a:path extrusionOk="0" h="9498" w="2413">
                  <a:moveTo>
                    <a:pt x="76" y="9473"/>
                  </a:moveTo>
                  <a:cubicBezTo>
                    <a:pt x="776" y="7698"/>
                    <a:pt x="1488" y="6374"/>
                    <a:pt x="1675" y="4462"/>
                  </a:cubicBezTo>
                  <a:cubicBezTo>
                    <a:pt x="1838" y="2737"/>
                    <a:pt x="1438" y="1488"/>
                    <a:pt x="488" y="63"/>
                  </a:cubicBezTo>
                  <a:cubicBezTo>
                    <a:pt x="451" y="0"/>
                    <a:pt x="338" y="63"/>
                    <a:pt x="388" y="125"/>
                  </a:cubicBezTo>
                  <a:cubicBezTo>
                    <a:pt x="2413" y="3450"/>
                    <a:pt x="1275" y="6124"/>
                    <a:pt x="26" y="9448"/>
                  </a:cubicBezTo>
                  <a:cubicBezTo>
                    <a:pt x="1" y="9485"/>
                    <a:pt x="63" y="9498"/>
                    <a:pt x="76" y="947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1" name="Google Shape;851;p29"/>
            <p:cNvSpPr/>
            <p:nvPr/>
          </p:nvSpPr>
          <p:spPr>
            <a:xfrm>
              <a:off x="699875" y="2755475"/>
              <a:ext cx="49375" cy="31875"/>
            </a:xfrm>
            <a:custGeom>
              <a:rect b="b" l="l" r="r" t="t"/>
              <a:pathLst>
                <a:path extrusionOk="0" h="1275" w="1975">
                  <a:moveTo>
                    <a:pt x="75" y="1238"/>
                  </a:moveTo>
                  <a:cubicBezTo>
                    <a:pt x="163" y="813"/>
                    <a:pt x="363" y="425"/>
                    <a:pt x="775" y="238"/>
                  </a:cubicBezTo>
                  <a:cubicBezTo>
                    <a:pt x="1262" y="25"/>
                    <a:pt x="1850" y="288"/>
                    <a:pt x="1862" y="863"/>
                  </a:cubicBezTo>
                  <a:cubicBezTo>
                    <a:pt x="1862" y="938"/>
                    <a:pt x="1975" y="938"/>
                    <a:pt x="1975" y="863"/>
                  </a:cubicBezTo>
                  <a:cubicBezTo>
                    <a:pt x="1975" y="375"/>
                    <a:pt x="1550" y="0"/>
                    <a:pt x="1062" y="50"/>
                  </a:cubicBezTo>
                  <a:cubicBezTo>
                    <a:pt x="450" y="113"/>
                    <a:pt x="100" y="663"/>
                    <a:pt x="13" y="1213"/>
                  </a:cubicBezTo>
                  <a:cubicBezTo>
                    <a:pt x="0" y="1250"/>
                    <a:pt x="63" y="1275"/>
                    <a:pt x="75" y="1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2" name="Google Shape;852;p29"/>
            <p:cNvSpPr/>
            <p:nvPr/>
          </p:nvSpPr>
          <p:spPr>
            <a:xfrm>
              <a:off x="674550" y="2510225"/>
              <a:ext cx="31600" cy="62500"/>
            </a:xfrm>
            <a:custGeom>
              <a:rect b="b" l="l" r="r" t="t"/>
              <a:pathLst>
                <a:path extrusionOk="0" h="2500" w="1264">
                  <a:moveTo>
                    <a:pt x="651" y="50"/>
                  </a:moveTo>
                  <a:cubicBezTo>
                    <a:pt x="638" y="350"/>
                    <a:pt x="701" y="650"/>
                    <a:pt x="838" y="925"/>
                  </a:cubicBezTo>
                  <a:cubicBezTo>
                    <a:pt x="1138" y="1625"/>
                    <a:pt x="838" y="2312"/>
                    <a:pt x="38" y="2412"/>
                  </a:cubicBezTo>
                  <a:cubicBezTo>
                    <a:pt x="1" y="2412"/>
                    <a:pt x="13" y="2487"/>
                    <a:pt x="51" y="2487"/>
                  </a:cubicBezTo>
                  <a:cubicBezTo>
                    <a:pt x="488" y="2500"/>
                    <a:pt x="888" y="2225"/>
                    <a:pt x="1038" y="1812"/>
                  </a:cubicBezTo>
                  <a:cubicBezTo>
                    <a:pt x="1263" y="1175"/>
                    <a:pt x="713" y="675"/>
                    <a:pt x="726" y="50"/>
                  </a:cubicBezTo>
                  <a:cubicBezTo>
                    <a:pt x="726" y="0"/>
                    <a:pt x="651" y="0"/>
                    <a:pt x="651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" name="Google Shape;853;p29"/>
            <p:cNvSpPr/>
            <p:nvPr/>
          </p:nvSpPr>
          <p:spPr>
            <a:xfrm>
              <a:off x="658950" y="2543350"/>
              <a:ext cx="21575" cy="30625"/>
            </a:xfrm>
            <a:custGeom>
              <a:rect b="b" l="l" r="r" t="t"/>
              <a:pathLst>
                <a:path extrusionOk="0" h="1225" w="863">
                  <a:moveTo>
                    <a:pt x="800" y="1050"/>
                  </a:moveTo>
                  <a:cubicBezTo>
                    <a:pt x="288" y="1225"/>
                    <a:pt x="38" y="387"/>
                    <a:pt x="300" y="63"/>
                  </a:cubicBezTo>
                  <a:cubicBezTo>
                    <a:pt x="313" y="25"/>
                    <a:pt x="275" y="0"/>
                    <a:pt x="250" y="13"/>
                  </a:cubicBezTo>
                  <a:cubicBezTo>
                    <a:pt x="0" y="163"/>
                    <a:pt x="75" y="550"/>
                    <a:pt x="163" y="775"/>
                  </a:cubicBezTo>
                  <a:cubicBezTo>
                    <a:pt x="275" y="1062"/>
                    <a:pt x="525" y="1225"/>
                    <a:pt x="825" y="1112"/>
                  </a:cubicBezTo>
                  <a:cubicBezTo>
                    <a:pt x="862" y="1100"/>
                    <a:pt x="850" y="1025"/>
                    <a:pt x="800" y="10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29"/>
            <p:cNvSpPr/>
            <p:nvPr/>
          </p:nvSpPr>
          <p:spPr>
            <a:xfrm>
              <a:off x="761725" y="2732675"/>
              <a:ext cx="56575" cy="81250"/>
            </a:xfrm>
            <a:custGeom>
              <a:rect b="b" l="l" r="r" t="t"/>
              <a:pathLst>
                <a:path extrusionOk="0" h="3250" w="2263">
                  <a:moveTo>
                    <a:pt x="50" y="88"/>
                  </a:moveTo>
                  <a:cubicBezTo>
                    <a:pt x="988" y="900"/>
                    <a:pt x="2062" y="1787"/>
                    <a:pt x="1875" y="3174"/>
                  </a:cubicBezTo>
                  <a:cubicBezTo>
                    <a:pt x="1875" y="3224"/>
                    <a:pt x="1950" y="3249"/>
                    <a:pt x="1962" y="3199"/>
                  </a:cubicBezTo>
                  <a:cubicBezTo>
                    <a:pt x="2262" y="1800"/>
                    <a:pt x="1050" y="825"/>
                    <a:pt x="88" y="38"/>
                  </a:cubicBezTo>
                  <a:cubicBezTo>
                    <a:pt x="50" y="0"/>
                    <a:pt x="1" y="63"/>
                    <a:pt x="38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29"/>
            <p:cNvSpPr/>
            <p:nvPr/>
          </p:nvSpPr>
          <p:spPr>
            <a:xfrm>
              <a:off x="710500" y="2553650"/>
              <a:ext cx="15325" cy="30950"/>
            </a:xfrm>
            <a:custGeom>
              <a:rect b="b" l="l" r="r" t="t"/>
              <a:pathLst>
                <a:path extrusionOk="0" h="1238" w="613">
                  <a:moveTo>
                    <a:pt x="25" y="63"/>
                  </a:moveTo>
                  <a:cubicBezTo>
                    <a:pt x="0" y="288"/>
                    <a:pt x="50" y="513"/>
                    <a:pt x="162" y="713"/>
                  </a:cubicBezTo>
                  <a:cubicBezTo>
                    <a:pt x="237" y="900"/>
                    <a:pt x="362" y="1075"/>
                    <a:pt x="525" y="1213"/>
                  </a:cubicBezTo>
                  <a:cubicBezTo>
                    <a:pt x="575" y="1238"/>
                    <a:pt x="612" y="1175"/>
                    <a:pt x="587" y="1138"/>
                  </a:cubicBezTo>
                  <a:cubicBezTo>
                    <a:pt x="300" y="850"/>
                    <a:pt x="125" y="463"/>
                    <a:pt x="113" y="63"/>
                  </a:cubicBezTo>
                  <a:cubicBezTo>
                    <a:pt x="113" y="0"/>
                    <a:pt x="25" y="0"/>
                    <a:pt x="25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29"/>
            <p:cNvSpPr/>
            <p:nvPr/>
          </p:nvSpPr>
          <p:spPr>
            <a:xfrm>
              <a:off x="710175" y="2550525"/>
              <a:ext cx="21900" cy="34400"/>
            </a:xfrm>
            <a:custGeom>
              <a:rect b="b" l="l" r="r" t="t"/>
              <a:pathLst>
                <a:path extrusionOk="0" h="1376" w="876">
                  <a:moveTo>
                    <a:pt x="638" y="1325"/>
                  </a:moveTo>
                  <a:cubicBezTo>
                    <a:pt x="875" y="838"/>
                    <a:pt x="575" y="225"/>
                    <a:pt x="101" y="25"/>
                  </a:cubicBezTo>
                  <a:cubicBezTo>
                    <a:pt x="38" y="0"/>
                    <a:pt x="1" y="100"/>
                    <a:pt x="51" y="125"/>
                  </a:cubicBezTo>
                  <a:cubicBezTo>
                    <a:pt x="475" y="313"/>
                    <a:pt x="763" y="825"/>
                    <a:pt x="550" y="1275"/>
                  </a:cubicBezTo>
                  <a:cubicBezTo>
                    <a:pt x="525" y="1325"/>
                    <a:pt x="613" y="1375"/>
                    <a:pt x="638" y="13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29"/>
            <p:cNvSpPr/>
            <p:nvPr/>
          </p:nvSpPr>
          <p:spPr>
            <a:xfrm>
              <a:off x="669550" y="2216250"/>
              <a:ext cx="59700" cy="132175"/>
            </a:xfrm>
            <a:custGeom>
              <a:rect b="b" l="l" r="r" t="t"/>
              <a:pathLst>
                <a:path extrusionOk="0" h="5287" w="2388">
                  <a:moveTo>
                    <a:pt x="651" y="5211"/>
                  </a:moveTo>
                  <a:cubicBezTo>
                    <a:pt x="363" y="3674"/>
                    <a:pt x="51" y="375"/>
                    <a:pt x="2338" y="75"/>
                  </a:cubicBezTo>
                  <a:cubicBezTo>
                    <a:pt x="2388" y="75"/>
                    <a:pt x="2388" y="0"/>
                    <a:pt x="2338" y="0"/>
                  </a:cubicBezTo>
                  <a:cubicBezTo>
                    <a:pt x="1" y="212"/>
                    <a:pt x="263" y="3649"/>
                    <a:pt x="576" y="5236"/>
                  </a:cubicBezTo>
                  <a:cubicBezTo>
                    <a:pt x="588" y="5286"/>
                    <a:pt x="663" y="5261"/>
                    <a:pt x="651" y="52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8" name="Google Shape;858;p29"/>
            <p:cNvSpPr/>
            <p:nvPr/>
          </p:nvSpPr>
          <p:spPr>
            <a:xfrm>
              <a:off x="701750" y="2223100"/>
              <a:ext cx="65000" cy="61275"/>
            </a:xfrm>
            <a:custGeom>
              <a:rect b="b" l="l" r="r" t="t"/>
              <a:pathLst>
                <a:path extrusionOk="0" h="2451" w="2600">
                  <a:moveTo>
                    <a:pt x="75" y="976"/>
                  </a:moveTo>
                  <a:cubicBezTo>
                    <a:pt x="400" y="351"/>
                    <a:pt x="1162" y="88"/>
                    <a:pt x="1762" y="513"/>
                  </a:cubicBezTo>
                  <a:cubicBezTo>
                    <a:pt x="2300" y="888"/>
                    <a:pt x="2474" y="1863"/>
                    <a:pt x="1950" y="2325"/>
                  </a:cubicBezTo>
                  <a:cubicBezTo>
                    <a:pt x="1900" y="2375"/>
                    <a:pt x="1975" y="2450"/>
                    <a:pt x="2025" y="2400"/>
                  </a:cubicBezTo>
                  <a:cubicBezTo>
                    <a:pt x="2599" y="1913"/>
                    <a:pt x="2412" y="838"/>
                    <a:pt x="1825" y="438"/>
                  </a:cubicBezTo>
                  <a:cubicBezTo>
                    <a:pt x="1187" y="1"/>
                    <a:pt x="325" y="251"/>
                    <a:pt x="13" y="938"/>
                  </a:cubicBezTo>
                  <a:cubicBezTo>
                    <a:pt x="0" y="976"/>
                    <a:pt x="50" y="1013"/>
                    <a:pt x="75" y="9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9" name="Google Shape;859;p29"/>
            <p:cNvSpPr/>
            <p:nvPr/>
          </p:nvSpPr>
          <p:spPr>
            <a:xfrm>
              <a:off x="709550" y="2258100"/>
              <a:ext cx="46900" cy="35950"/>
            </a:xfrm>
            <a:custGeom>
              <a:rect b="b" l="l" r="r" t="t"/>
              <a:pathLst>
                <a:path extrusionOk="0" h="1438" w="1876">
                  <a:moveTo>
                    <a:pt x="1788" y="713"/>
                  </a:moveTo>
                  <a:cubicBezTo>
                    <a:pt x="1600" y="1125"/>
                    <a:pt x="1138" y="1313"/>
                    <a:pt x="725" y="1150"/>
                  </a:cubicBezTo>
                  <a:cubicBezTo>
                    <a:pt x="288" y="963"/>
                    <a:pt x="163" y="513"/>
                    <a:pt x="288" y="88"/>
                  </a:cubicBezTo>
                  <a:cubicBezTo>
                    <a:pt x="300" y="38"/>
                    <a:pt x="225" y="1"/>
                    <a:pt x="213" y="51"/>
                  </a:cubicBezTo>
                  <a:cubicBezTo>
                    <a:pt x="1" y="513"/>
                    <a:pt x="213" y="1050"/>
                    <a:pt x="675" y="1250"/>
                  </a:cubicBezTo>
                  <a:cubicBezTo>
                    <a:pt x="1138" y="1438"/>
                    <a:pt x="1675" y="1225"/>
                    <a:pt x="1850" y="750"/>
                  </a:cubicBezTo>
                  <a:cubicBezTo>
                    <a:pt x="1875" y="713"/>
                    <a:pt x="1813" y="675"/>
                    <a:pt x="1800" y="7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29"/>
            <p:cNvSpPr/>
            <p:nvPr/>
          </p:nvSpPr>
          <p:spPr>
            <a:xfrm>
              <a:off x="713300" y="2246550"/>
              <a:ext cx="30950" cy="17500"/>
            </a:xfrm>
            <a:custGeom>
              <a:rect b="b" l="l" r="r" t="t"/>
              <a:pathLst>
                <a:path extrusionOk="0" h="700" w="1238">
                  <a:moveTo>
                    <a:pt x="100" y="650"/>
                  </a:moveTo>
                  <a:cubicBezTo>
                    <a:pt x="75" y="63"/>
                    <a:pt x="1213" y="0"/>
                    <a:pt x="1025" y="613"/>
                  </a:cubicBezTo>
                  <a:cubicBezTo>
                    <a:pt x="1013" y="675"/>
                    <a:pt x="1100" y="688"/>
                    <a:pt x="1113" y="638"/>
                  </a:cubicBezTo>
                  <a:cubicBezTo>
                    <a:pt x="1238" y="350"/>
                    <a:pt x="975" y="75"/>
                    <a:pt x="688" y="75"/>
                  </a:cubicBezTo>
                  <a:cubicBezTo>
                    <a:pt x="388" y="75"/>
                    <a:pt x="1" y="313"/>
                    <a:pt x="26" y="650"/>
                  </a:cubicBezTo>
                  <a:cubicBezTo>
                    <a:pt x="26" y="700"/>
                    <a:pt x="113" y="700"/>
                    <a:pt x="100" y="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" name="Google Shape;861;p29"/>
            <p:cNvSpPr/>
            <p:nvPr/>
          </p:nvSpPr>
          <p:spPr>
            <a:xfrm>
              <a:off x="703000" y="2492725"/>
              <a:ext cx="71550" cy="55325"/>
            </a:xfrm>
            <a:custGeom>
              <a:rect b="b" l="l" r="r" t="t"/>
              <a:pathLst>
                <a:path extrusionOk="0" h="2213" w="2862">
                  <a:moveTo>
                    <a:pt x="50" y="1838"/>
                  </a:moveTo>
                  <a:cubicBezTo>
                    <a:pt x="1312" y="2213"/>
                    <a:pt x="2749" y="1438"/>
                    <a:pt x="2862" y="38"/>
                  </a:cubicBezTo>
                  <a:cubicBezTo>
                    <a:pt x="2862" y="13"/>
                    <a:pt x="2812" y="1"/>
                    <a:pt x="2799" y="38"/>
                  </a:cubicBezTo>
                  <a:cubicBezTo>
                    <a:pt x="2474" y="1300"/>
                    <a:pt x="1400" y="2113"/>
                    <a:pt x="75" y="1763"/>
                  </a:cubicBezTo>
                  <a:cubicBezTo>
                    <a:pt x="25" y="1750"/>
                    <a:pt x="0" y="1825"/>
                    <a:pt x="50" y="18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2" name="Google Shape;862;p29"/>
            <p:cNvSpPr/>
            <p:nvPr/>
          </p:nvSpPr>
          <p:spPr>
            <a:xfrm>
              <a:off x="779850" y="2847325"/>
              <a:ext cx="15325" cy="20025"/>
            </a:xfrm>
            <a:custGeom>
              <a:rect b="b" l="l" r="r" t="t"/>
              <a:pathLst>
                <a:path extrusionOk="0" h="801" w="613">
                  <a:moveTo>
                    <a:pt x="63" y="113"/>
                  </a:moveTo>
                  <a:cubicBezTo>
                    <a:pt x="288" y="263"/>
                    <a:pt x="450" y="488"/>
                    <a:pt x="513" y="750"/>
                  </a:cubicBezTo>
                  <a:cubicBezTo>
                    <a:pt x="525" y="800"/>
                    <a:pt x="613" y="800"/>
                    <a:pt x="613" y="738"/>
                  </a:cubicBezTo>
                  <a:cubicBezTo>
                    <a:pt x="575" y="438"/>
                    <a:pt x="388" y="163"/>
                    <a:pt x="113" y="25"/>
                  </a:cubicBezTo>
                  <a:cubicBezTo>
                    <a:pt x="50" y="0"/>
                    <a:pt x="0" y="88"/>
                    <a:pt x="63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3" name="Google Shape;863;p29"/>
            <p:cNvSpPr/>
            <p:nvPr/>
          </p:nvSpPr>
          <p:spPr>
            <a:xfrm>
              <a:off x="792975" y="2850750"/>
              <a:ext cx="5950" cy="16900"/>
            </a:xfrm>
            <a:custGeom>
              <a:rect b="b" l="l" r="r" t="t"/>
              <a:pathLst>
                <a:path extrusionOk="0" h="676" w="238">
                  <a:moveTo>
                    <a:pt x="125" y="613"/>
                  </a:moveTo>
                  <a:cubicBezTo>
                    <a:pt x="200" y="451"/>
                    <a:pt x="238" y="251"/>
                    <a:pt x="200" y="76"/>
                  </a:cubicBezTo>
                  <a:cubicBezTo>
                    <a:pt x="188" y="1"/>
                    <a:pt x="100" y="26"/>
                    <a:pt x="88" y="88"/>
                  </a:cubicBezTo>
                  <a:cubicBezTo>
                    <a:pt x="100" y="251"/>
                    <a:pt x="63" y="426"/>
                    <a:pt x="13" y="588"/>
                  </a:cubicBezTo>
                  <a:cubicBezTo>
                    <a:pt x="0" y="651"/>
                    <a:pt x="100" y="676"/>
                    <a:pt x="125" y="6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" name="Google Shape;864;p29"/>
            <p:cNvSpPr/>
            <p:nvPr/>
          </p:nvSpPr>
          <p:spPr>
            <a:xfrm>
              <a:off x="775150" y="2839500"/>
              <a:ext cx="7525" cy="9400"/>
            </a:xfrm>
            <a:custGeom>
              <a:rect b="b" l="l" r="r" t="t"/>
              <a:pathLst>
                <a:path extrusionOk="0" h="376" w="301">
                  <a:moveTo>
                    <a:pt x="226" y="276"/>
                  </a:moveTo>
                  <a:cubicBezTo>
                    <a:pt x="201" y="213"/>
                    <a:pt x="213" y="151"/>
                    <a:pt x="263" y="113"/>
                  </a:cubicBezTo>
                  <a:cubicBezTo>
                    <a:pt x="301" y="76"/>
                    <a:pt x="263" y="1"/>
                    <a:pt x="213" y="26"/>
                  </a:cubicBezTo>
                  <a:cubicBezTo>
                    <a:pt x="76" y="76"/>
                    <a:pt x="1" y="263"/>
                    <a:pt x="163" y="351"/>
                  </a:cubicBezTo>
                  <a:cubicBezTo>
                    <a:pt x="213" y="376"/>
                    <a:pt x="276" y="313"/>
                    <a:pt x="226" y="2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29"/>
            <p:cNvSpPr/>
            <p:nvPr/>
          </p:nvSpPr>
          <p:spPr>
            <a:xfrm>
              <a:off x="780775" y="2821400"/>
              <a:ext cx="15650" cy="20325"/>
            </a:xfrm>
            <a:custGeom>
              <a:rect b="b" l="l" r="r" t="t"/>
              <a:pathLst>
                <a:path extrusionOk="0" h="813" w="626">
                  <a:moveTo>
                    <a:pt x="88" y="787"/>
                  </a:moveTo>
                  <a:cubicBezTo>
                    <a:pt x="338" y="625"/>
                    <a:pt x="626" y="363"/>
                    <a:pt x="563" y="50"/>
                  </a:cubicBezTo>
                  <a:cubicBezTo>
                    <a:pt x="538" y="0"/>
                    <a:pt x="488" y="0"/>
                    <a:pt x="463" y="50"/>
                  </a:cubicBezTo>
                  <a:cubicBezTo>
                    <a:pt x="413" y="313"/>
                    <a:pt x="263" y="550"/>
                    <a:pt x="38" y="712"/>
                  </a:cubicBezTo>
                  <a:cubicBezTo>
                    <a:pt x="1" y="750"/>
                    <a:pt x="51" y="812"/>
                    <a:pt x="88" y="7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29"/>
            <p:cNvSpPr/>
            <p:nvPr/>
          </p:nvSpPr>
          <p:spPr>
            <a:xfrm>
              <a:off x="790475" y="2821700"/>
              <a:ext cx="10325" cy="24400"/>
            </a:xfrm>
            <a:custGeom>
              <a:rect b="b" l="l" r="r" t="t"/>
              <a:pathLst>
                <a:path extrusionOk="0" h="976" w="413">
                  <a:moveTo>
                    <a:pt x="113" y="126"/>
                  </a:moveTo>
                  <a:cubicBezTo>
                    <a:pt x="288" y="363"/>
                    <a:pt x="225" y="625"/>
                    <a:pt x="50" y="838"/>
                  </a:cubicBezTo>
                  <a:cubicBezTo>
                    <a:pt x="0" y="900"/>
                    <a:pt x="75" y="975"/>
                    <a:pt x="138" y="925"/>
                  </a:cubicBezTo>
                  <a:cubicBezTo>
                    <a:pt x="375" y="700"/>
                    <a:pt x="413" y="313"/>
                    <a:pt x="200" y="51"/>
                  </a:cubicBezTo>
                  <a:cubicBezTo>
                    <a:pt x="163" y="1"/>
                    <a:pt x="75" y="76"/>
                    <a:pt x="113" y="1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29"/>
            <p:cNvSpPr/>
            <p:nvPr/>
          </p:nvSpPr>
          <p:spPr>
            <a:xfrm>
              <a:off x="790150" y="2842625"/>
              <a:ext cx="8150" cy="14100"/>
            </a:xfrm>
            <a:custGeom>
              <a:rect b="b" l="l" r="r" t="t"/>
              <a:pathLst>
                <a:path extrusionOk="0" h="564" w="326">
                  <a:moveTo>
                    <a:pt x="63" y="138"/>
                  </a:moveTo>
                  <a:cubicBezTo>
                    <a:pt x="151" y="238"/>
                    <a:pt x="201" y="363"/>
                    <a:pt x="213" y="501"/>
                  </a:cubicBezTo>
                  <a:cubicBezTo>
                    <a:pt x="226" y="563"/>
                    <a:pt x="313" y="538"/>
                    <a:pt x="313" y="488"/>
                  </a:cubicBezTo>
                  <a:cubicBezTo>
                    <a:pt x="326" y="326"/>
                    <a:pt x="263" y="163"/>
                    <a:pt x="138" y="63"/>
                  </a:cubicBezTo>
                  <a:cubicBezTo>
                    <a:pt x="88" y="1"/>
                    <a:pt x="1" y="88"/>
                    <a:pt x="63" y="1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" name="Google Shape;868;p29"/>
            <p:cNvSpPr/>
            <p:nvPr/>
          </p:nvSpPr>
          <p:spPr>
            <a:xfrm>
              <a:off x="799850" y="2837000"/>
              <a:ext cx="12500" cy="14400"/>
            </a:xfrm>
            <a:custGeom>
              <a:rect b="b" l="l" r="r" t="t"/>
              <a:pathLst>
                <a:path extrusionOk="0" h="576" w="500">
                  <a:moveTo>
                    <a:pt x="25" y="288"/>
                  </a:moveTo>
                  <a:cubicBezTo>
                    <a:pt x="38" y="413"/>
                    <a:pt x="75" y="538"/>
                    <a:pt x="225" y="563"/>
                  </a:cubicBezTo>
                  <a:cubicBezTo>
                    <a:pt x="338" y="576"/>
                    <a:pt x="437" y="488"/>
                    <a:pt x="437" y="363"/>
                  </a:cubicBezTo>
                  <a:cubicBezTo>
                    <a:pt x="500" y="63"/>
                    <a:pt x="38" y="1"/>
                    <a:pt x="13" y="313"/>
                  </a:cubicBezTo>
                  <a:cubicBezTo>
                    <a:pt x="0" y="388"/>
                    <a:pt x="125" y="401"/>
                    <a:pt x="150" y="326"/>
                  </a:cubicBezTo>
                  <a:cubicBezTo>
                    <a:pt x="150" y="313"/>
                    <a:pt x="150" y="301"/>
                    <a:pt x="163" y="288"/>
                  </a:cubicBezTo>
                  <a:cubicBezTo>
                    <a:pt x="163" y="201"/>
                    <a:pt x="25" y="201"/>
                    <a:pt x="25" y="2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0" name="Google Shape;87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71" name="Google Shape;871;p30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872" name="Google Shape;872;p30"/>
            <p:cNvSpPr/>
            <p:nvPr/>
          </p:nvSpPr>
          <p:spPr>
            <a:xfrm>
              <a:off x="246225" y="895325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3" name="Google Shape;873;p30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4" name="Google Shape;874;p30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5" name="Google Shape;875;p30"/>
            <p:cNvSpPr/>
            <p:nvPr/>
          </p:nvSpPr>
          <p:spPr>
            <a:xfrm>
              <a:off x="469300" y="1108400"/>
              <a:ext cx="6669850" cy="3485050"/>
            </a:xfrm>
            <a:custGeom>
              <a:rect b="b" l="l" r="r" t="t"/>
              <a:pathLst>
                <a:path extrusionOk="0" fill="none" h="139402" w="266794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6" name="Google Shape;876;p30"/>
            <p:cNvSpPr/>
            <p:nvPr/>
          </p:nvSpPr>
          <p:spPr>
            <a:xfrm>
              <a:off x="299025" y="955950"/>
              <a:ext cx="7010700" cy="3789950"/>
            </a:xfrm>
            <a:custGeom>
              <a:rect b="b" l="l" r="r" t="t"/>
              <a:pathLst>
                <a:path extrusionOk="0" fill="none" h="151598" w="280428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30"/>
            <p:cNvSpPr/>
            <p:nvPr/>
          </p:nvSpPr>
          <p:spPr>
            <a:xfrm>
              <a:off x="7234100" y="895325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30"/>
            <p:cNvSpPr/>
            <p:nvPr/>
          </p:nvSpPr>
          <p:spPr>
            <a:xfrm>
              <a:off x="246225" y="4678400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9" name="Google Shape;879;p30"/>
            <p:cNvSpPr/>
            <p:nvPr/>
          </p:nvSpPr>
          <p:spPr>
            <a:xfrm>
              <a:off x="7234100" y="4678400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4" name="Google Shape;884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85" name="Google Shape;885;p32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886" name="Google Shape;886;p32"/>
            <p:cNvSpPr/>
            <p:nvPr/>
          </p:nvSpPr>
          <p:spPr>
            <a:xfrm>
              <a:off x="246225" y="895325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7" name="Google Shape;887;p32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8" name="Google Shape;888;p32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9" name="Google Shape;889;p32"/>
            <p:cNvSpPr/>
            <p:nvPr/>
          </p:nvSpPr>
          <p:spPr>
            <a:xfrm>
              <a:off x="469300" y="1108400"/>
              <a:ext cx="6669850" cy="3485050"/>
            </a:xfrm>
            <a:custGeom>
              <a:rect b="b" l="l" r="r" t="t"/>
              <a:pathLst>
                <a:path extrusionOk="0" fill="none" h="139402" w="266794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0" name="Google Shape;890;p32"/>
            <p:cNvSpPr/>
            <p:nvPr/>
          </p:nvSpPr>
          <p:spPr>
            <a:xfrm>
              <a:off x="299025" y="955950"/>
              <a:ext cx="7010700" cy="3789950"/>
            </a:xfrm>
            <a:custGeom>
              <a:rect b="b" l="l" r="r" t="t"/>
              <a:pathLst>
                <a:path extrusionOk="0" fill="none" h="151598" w="280428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1" name="Google Shape;891;p32"/>
            <p:cNvSpPr/>
            <p:nvPr/>
          </p:nvSpPr>
          <p:spPr>
            <a:xfrm>
              <a:off x="7234100" y="895325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32"/>
            <p:cNvSpPr/>
            <p:nvPr/>
          </p:nvSpPr>
          <p:spPr>
            <a:xfrm>
              <a:off x="246225" y="4678400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32"/>
            <p:cNvSpPr/>
            <p:nvPr/>
          </p:nvSpPr>
          <p:spPr>
            <a:xfrm>
              <a:off x="7234100" y="4678400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4" name="Google Shape;894;p32"/>
          <p:cNvSpPr txBox="1"/>
          <p:nvPr>
            <p:ph type="ctrTitle"/>
          </p:nvPr>
        </p:nvSpPr>
        <p:spPr>
          <a:xfrm>
            <a:off x="2361575" y="1453450"/>
            <a:ext cx="4421100" cy="205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895" name="Google Shape;895;p32"/>
          <p:cNvSpPr txBox="1"/>
          <p:nvPr>
            <p:ph idx="1" type="subTitle"/>
          </p:nvPr>
        </p:nvSpPr>
        <p:spPr>
          <a:xfrm>
            <a:off x="2494100" y="3578625"/>
            <a:ext cx="41559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7" name="Google Shape;897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98" name="Google Shape;898;p33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899" name="Google Shape;899;p33"/>
            <p:cNvSpPr/>
            <p:nvPr/>
          </p:nvSpPr>
          <p:spPr>
            <a:xfrm>
              <a:off x="246225" y="895325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0" name="Google Shape;900;p33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" name="Google Shape;901;p33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33"/>
            <p:cNvSpPr/>
            <p:nvPr/>
          </p:nvSpPr>
          <p:spPr>
            <a:xfrm>
              <a:off x="469300" y="1108400"/>
              <a:ext cx="6669850" cy="3485050"/>
            </a:xfrm>
            <a:custGeom>
              <a:rect b="b" l="l" r="r" t="t"/>
              <a:pathLst>
                <a:path extrusionOk="0" fill="none" h="139402" w="266794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33"/>
            <p:cNvSpPr/>
            <p:nvPr/>
          </p:nvSpPr>
          <p:spPr>
            <a:xfrm>
              <a:off x="299025" y="955950"/>
              <a:ext cx="7010700" cy="3789950"/>
            </a:xfrm>
            <a:custGeom>
              <a:rect b="b" l="l" r="r" t="t"/>
              <a:pathLst>
                <a:path extrusionOk="0" fill="none" h="151598" w="280428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p33"/>
            <p:cNvSpPr/>
            <p:nvPr/>
          </p:nvSpPr>
          <p:spPr>
            <a:xfrm>
              <a:off x="7234100" y="895325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33"/>
            <p:cNvSpPr/>
            <p:nvPr/>
          </p:nvSpPr>
          <p:spPr>
            <a:xfrm>
              <a:off x="246225" y="4678400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" name="Google Shape;906;p33"/>
            <p:cNvSpPr/>
            <p:nvPr/>
          </p:nvSpPr>
          <p:spPr>
            <a:xfrm>
              <a:off x="7234100" y="4678400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07" name="Google Shape;907;p33"/>
          <p:cNvSpPr txBox="1"/>
          <p:nvPr>
            <p:ph type="title"/>
          </p:nvPr>
        </p:nvSpPr>
        <p:spPr>
          <a:xfrm>
            <a:off x="2477400" y="2167355"/>
            <a:ext cx="4189200" cy="961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908" name="Google Shape;908;p33"/>
          <p:cNvSpPr txBox="1"/>
          <p:nvPr>
            <p:ph hasCustomPrompt="1" idx="2" type="title"/>
          </p:nvPr>
        </p:nvSpPr>
        <p:spPr>
          <a:xfrm>
            <a:off x="3745950" y="1111621"/>
            <a:ext cx="1652100" cy="915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7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09" name="Google Shape;909;p33"/>
          <p:cNvSpPr txBox="1"/>
          <p:nvPr>
            <p:ph idx="1" type="subTitle"/>
          </p:nvPr>
        </p:nvSpPr>
        <p:spPr>
          <a:xfrm>
            <a:off x="2477400" y="3418375"/>
            <a:ext cx="41892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1" name="Google Shape;911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12" name="Google Shape;912;p34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913" name="Google Shape;913;p34"/>
            <p:cNvSpPr/>
            <p:nvPr/>
          </p:nvSpPr>
          <p:spPr>
            <a:xfrm>
              <a:off x="246225" y="895325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4" name="Google Shape;914;p34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5" name="Google Shape;915;p34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6" name="Google Shape;916;p34"/>
            <p:cNvSpPr/>
            <p:nvPr/>
          </p:nvSpPr>
          <p:spPr>
            <a:xfrm>
              <a:off x="469300" y="1108400"/>
              <a:ext cx="6669850" cy="3485050"/>
            </a:xfrm>
            <a:custGeom>
              <a:rect b="b" l="l" r="r" t="t"/>
              <a:pathLst>
                <a:path extrusionOk="0" fill="none" h="139402" w="266794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7" name="Google Shape;917;p34"/>
            <p:cNvSpPr/>
            <p:nvPr/>
          </p:nvSpPr>
          <p:spPr>
            <a:xfrm>
              <a:off x="299025" y="955950"/>
              <a:ext cx="7010700" cy="3789950"/>
            </a:xfrm>
            <a:custGeom>
              <a:rect b="b" l="l" r="r" t="t"/>
              <a:pathLst>
                <a:path extrusionOk="0" fill="none" h="151598" w="280428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8" name="Google Shape;918;p34"/>
            <p:cNvSpPr/>
            <p:nvPr/>
          </p:nvSpPr>
          <p:spPr>
            <a:xfrm>
              <a:off x="7234100" y="895325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9" name="Google Shape;919;p34"/>
            <p:cNvSpPr/>
            <p:nvPr/>
          </p:nvSpPr>
          <p:spPr>
            <a:xfrm>
              <a:off x="246225" y="4678400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0" name="Google Shape;920;p34"/>
            <p:cNvSpPr/>
            <p:nvPr/>
          </p:nvSpPr>
          <p:spPr>
            <a:xfrm>
              <a:off x="7234100" y="4678400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21" name="Google Shape;921;p34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922" name="Google Shape;922;p34"/>
          <p:cNvSpPr txBox="1"/>
          <p:nvPr>
            <p:ph idx="1" type="body"/>
          </p:nvPr>
        </p:nvSpPr>
        <p:spPr>
          <a:xfrm>
            <a:off x="720000" y="1291951"/>
            <a:ext cx="7704000" cy="35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ctr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4" name="Google Shape;924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25" name="Google Shape;925;p35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926" name="Google Shape;926;p35"/>
            <p:cNvSpPr/>
            <p:nvPr/>
          </p:nvSpPr>
          <p:spPr>
            <a:xfrm>
              <a:off x="246225" y="895325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7" name="Google Shape;927;p35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8" name="Google Shape;928;p35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9" name="Google Shape;929;p35"/>
            <p:cNvSpPr/>
            <p:nvPr/>
          </p:nvSpPr>
          <p:spPr>
            <a:xfrm>
              <a:off x="469300" y="1108400"/>
              <a:ext cx="6669850" cy="3485050"/>
            </a:xfrm>
            <a:custGeom>
              <a:rect b="b" l="l" r="r" t="t"/>
              <a:pathLst>
                <a:path extrusionOk="0" fill="none" h="139402" w="266794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0" name="Google Shape;930;p35"/>
            <p:cNvSpPr/>
            <p:nvPr/>
          </p:nvSpPr>
          <p:spPr>
            <a:xfrm>
              <a:off x="299025" y="955950"/>
              <a:ext cx="7010700" cy="3789950"/>
            </a:xfrm>
            <a:custGeom>
              <a:rect b="b" l="l" r="r" t="t"/>
              <a:pathLst>
                <a:path extrusionOk="0" fill="none" h="151598" w="280428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1" name="Google Shape;931;p35"/>
            <p:cNvSpPr/>
            <p:nvPr/>
          </p:nvSpPr>
          <p:spPr>
            <a:xfrm>
              <a:off x="7234100" y="895325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2" name="Google Shape;932;p35"/>
            <p:cNvSpPr/>
            <p:nvPr/>
          </p:nvSpPr>
          <p:spPr>
            <a:xfrm>
              <a:off x="246225" y="4678400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3" name="Google Shape;933;p35"/>
            <p:cNvSpPr/>
            <p:nvPr/>
          </p:nvSpPr>
          <p:spPr>
            <a:xfrm>
              <a:off x="7234100" y="4678400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4" name="Google Shape;934;p35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935" name="Google Shape;935;p35"/>
          <p:cNvSpPr txBox="1"/>
          <p:nvPr>
            <p:ph idx="1" type="subTitle"/>
          </p:nvPr>
        </p:nvSpPr>
        <p:spPr>
          <a:xfrm>
            <a:off x="5055284" y="3814624"/>
            <a:ext cx="250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936" name="Google Shape;936;p35"/>
          <p:cNvSpPr txBox="1"/>
          <p:nvPr>
            <p:ph idx="2" type="subTitle"/>
          </p:nvPr>
        </p:nvSpPr>
        <p:spPr>
          <a:xfrm>
            <a:off x="1583300" y="3814624"/>
            <a:ext cx="250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937" name="Google Shape;937;p35"/>
          <p:cNvSpPr txBox="1"/>
          <p:nvPr>
            <p:ph idx="3" type="subTitle"/>
          </p:nvPr>
        </p:nvSpPr>
        <p:spPr>
          <a:xfrm>
            <a:off x="5055275" y="3241925"/>
            <a:ext cx="2505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1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938" name="Google Shape;938;p35"/>
          <p:cNvSpPr txBox="1"/>
          <p:nvPr>
            <p:ph idx="4" type="subTitle"/>
          </p:nvPr>
        </p:nvSpPr>
        <p:spPr>
          <a:xfrm>
            <a:off x="1583075" y="3241925"/>
            <a:ext cx="2505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1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0" name="Google Shape;940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41" name="Google Shape;941;p36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942" name="Google Shape;942;p36"/>
            <p:cNvSpPr/>
            <p:nvPr/>
          </p:nvSpPr>
          <p:spPr>
            <a:xfrm>
              <a:off x="246225" y="895325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3" name="Google Shape;943;p36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4" name="Google Shape;944;p36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36"/>
            <p:cNvSpPr/>
            <p:nvPr/>
          </p:nvSpPr>
          <p:spPr>
            <a:xfrm>
              <a:off x="469300" y="1108400"/>
              <a:ext cx="6669850" cy="3485050"/>
            </a:xfrm>
            <a:custGeom>
              <a:rect b="b" l="l" r="r" t="t"/>
              <a:pathLst>
                <a:path extrusionOk="0" fill="none" h="139402" w="266794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6" name="Google Shape;946;p36"/>
            <p:cNvSpPr/>
            <p:nvPr/>
          </p:nvSpPr>
          <p:spPr>
            <a:xfrm>
              <a:off x="299025" y="955950"/>
              <a:ext cx="7010700" cy="3789950"/>
            </a:xfrm>
            <a:custGeom>
              <a:rect b="b" l="l" r="r" t="t"/>
              <a:pathLst>
                <a:path extrusionOk="0" fill="none" h="151598" w="280428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7" name="Google Shape;947;p36"/>
            <p:cNvSpPr/>
            <p:nvPr/>
          </p:nvSpPr>
          <p:spPr>
            <a:xfrm>
              <a:off x="7234100" y="895325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8" name="Google Shape;948;p36"/>
            <p:cNvSpPr/>
            <p:nvPr/>
          </p:nvSpPr>
          <p:spPr>
            <a:xfrm>
              <a:off x="246225" y="4678400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9" name="Google Shape;949;p36"/>
            <p:cNvSpPr/>
            <p:nvPr/>
          </p:nvSpPr>
          <p:spPr>
            <a:xfrm>
              <a:off x="7234100" y="4678400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0" name="Google Shape;950;p36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2" name="Google Shape;952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53" name="Google Shape;953;p37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954" name="Google Shape;954;p37"/>
            <p:cNvSpPr/>
            <p:nvPr/>
          </p:nvSpPr>
          <p:spPr>
            <a:xfrm>
              <a:off x="246225" y="895325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5" name="Google Shape;955;p37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37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7" name="Google Shape;957;p37"/>
            <p:cNvSpPr/>
            <p:nvPr/>
          </p:nvSpPr>
          <p:spPr>
            <a:xfrm>
              <a:off x="469300" y="1108400"/>
              <a:ext cx="6669850" cy="3485050"/>
            </a:xfrm>
            <a:custGeom>
              <a:rect b="b" l="l" r="r" t="t"/>
              <a:pathLst>
                <a:path extrusionOk="0" fill="none" h="139402" w="266794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8" name="Google Shape;958;p37"/>
            <p:cNvSpPr/>
            <p:nvPr/>
          </p:nvSpPr>
          <p:spPr>
            <a:xfrm>
              <a:off x="299025" y="955950"/>
              <a:ext cx="7010700" cy="3789950"/>
            </a:xfrm>
            <a:custGeom>
              <a:rect b="b" l="l" r="r" t="t"/>
              <a:pathLst>
                <a:path extrusionOk="0" fill="none" h="151598" w="280428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9" name="Google Shape;959;p37"/>
            <p:cNvSpPr/>
            <p:nvPr/>
          </p:nvSpPr>
          <p:spPr>
            <a:xfrm>
              <a:off x="7234100" y="895325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37"/>
            <p:cNvSpPr/>
            <p:nvPr/>
          </p:nvSpPr>
          <p:spPr>
            <a:xfrm>
              <a:off x="246225" y="4678400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p37"/>
            <p:cNvSpPr/>
            <p:nvPr/>
          </p:nvSpPr>
          <p:spPr>
            <a:xfrm>
              <a:off x="7234100" y="4678400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62" name="Google Shape;962;p37"/>
          <p:cNvSpPr txBox="1"/>
          <p:nvPr>
            <p:ph type="title"/>
          </p:nvPr>
        </p:nvSpPr>
        <p:spPr>
          <a:xfrm>
            <a:off x="4613575" y="945275"/>
            <a:ext cx="3817200" cy="9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963" name="Google Shape;963;p37"/>
          <p:cNvSpPr txBox="1"/>
          <p:nvPr>
            <p:ph idx="1" type="subTitle"/>
          </p:nvPr>
        </p:nvSpPr>
        <p:spPr>
          <a:xfrm>
            <a:off x="4613575" y="2124600"/>
            <a:ext cx="3817200" cy="229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Source Sans 3 Light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964" name="Google Shape;964;p37"/>
          <p:cNvSpPr/>
          <p:nvPr>
            <p:ph idx="2" type="pic"/>
          </p:nvPr>
        </p:nvSpPr>
        <p:spPr>
          <a:xfrm>
            <a:off x="938600" y="1061400"/>
            <a:ext cx="3020700" cy="3020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965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6" name="Google Shape;966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67" name="Google Shape;967;p38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968" name="Google Shape;968;p38"/>
            <p:cNvSpPr/>
            <p:nvPr/>
          </p:nvSpPr>
          <p:spPr>
            <a:xfrm>
              <a:off x="246225" y="895325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9" name="Google Shape;969;p38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0" name="Google Shape;970;p38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1" name="Google Shape;971;p38"/>
            <p:cNvSpPr/>
            <p:nvPr/>
          </p:nvSpPr>
          <p:spPr>
            <a:xfrm>
              <a:off x="469300" y="1108400"/>
              <a:ext cx="6669850" cy="3485050"/>
            </a:xfrm>
            <a:custGeom>
              <a:rect b="b" l="l" r="r" t="t"/>
              <a:pathLst>
                <a:path extrusionOk="0" fill="none" h="139402" w="266794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2" name="Google Shape;972;p38"/>
            <p:cNvSpPr/>
            <p:nvPr/>
          </p:nvSpPr>
          <p:spPr>
            <a:xfrm>
              <a:off x="299025" y="955950"/>
              <a:ext cx="7010700" cy="3789950"/>
            </a:xfrm>
            <a:custGeom>
              <a:rect b="b" l="l" r="r" t="t"/>
              <a:pathLst>
                <a:path extrusionOk="0" fill="none" h="151598" w="280428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3" name="Google Shape;973;p38"/>
            <p:cNvSpPr/>
            <p:nvPr/>
          </p:nvSpPr>
          <p:spPr>
            <a:xfrm>
              <a:off x="7234100" y="895325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4" name="Google Shape;974;p38"/>
            <p:cNvSpPr/>
            <p:nvPr/>
          </p:nvSpPr>
          <p:spPr>
            <a:xfrm>
              <a:off x="246225" y="4678400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5" name="Google Shape;975;p38"/>
            <p:cNvSpPr/>
            <p:nvPr/>
          </p:nvSpPr>
          <p:spPr>
            <a:xfrm>
              <a:off x="7234100" y="4678400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76" name="Google Shape;976;p38"/>
          <p:cNvSpPr txBox="1"/>
          <p:nvPr>
            <p:ph type="title"/>
          </p:nvPr>
        </p:nvSpPr>
        <p:spPr>
          <a:xfrm>
            <a:off x="1768550" y="1208400"/>
            <a:ext cx="56070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8" name="Google Shape;978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79" name="Google Shape;979;p39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980" name="Google Shape;980;p39"/>
            <p:cNvSpPr/>
            <p:nvPr/>
          </p:nvSpPr>
          <p:spPr>
            <a:xfrm>
              <a:off x="246225" y="895325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1" name="Google Shape;981;p39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2" name="Google Shape;982;p39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3" name="Google Shape;983;p39"/>
            <p:cNvSpPr/>
            <p:nvPr/>
          </p:nvSpPr>
          <p:spPr>
            <a:xfrm>
              <a:off x="469300" y="1108400"/>
              <a:ext cx="6669850" cy="3485050"/>
            </a:xfrm>
            <a:custGeom>
              <a:rect b="b" l="l" r="r" t="t"/>
              <a:pathLst>
                <a:path extrusionOk="0" fill="none" h="139402" w="266794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4" name="Google Shape;984;p39"/>
            <p:cNvSpPr/>
            <p:nvPr/>
          </p:nvSpPr>
          <p:spPr>
            <a:xfrm>
              <a:off x="299025" y="955950"/>
              <a:ext cx="7010700" cy="3789950"/>
            </a:xfrm>
            <a:custGeom>
              <a:rect b="b" l="l" r="r" t="t"/>
              <a:pathLst>
                <a:path extrusionOk="0" fill="none" h="151598" w="280428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5" name="Google Shape;985;p39"/>
            <p:cNvSpPr/>
            <p:nvPr/>
          </p:nvSpPr>
          <p:spPr>
            <a:xfrm>
              <a:off x="7234100" y="895325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6" name="Google Shape;986;p39"/>
            <p:cNvSpPr/>
            <p:nvPr/>
          </p:nvSpPr>
          <p:spPr>
            <a:xfrm>
              <a:off x="246225" y="4678400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7" name="Google Shape;987;p39"/>
            <p:cNvSpPr/>
            <p:nvPr/>
          </p:nvSpPr>
          <p:spPr>
            <a:xfrm>
              <a:off x="7234100" y="4678400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88" name="Google Shape;988;p39"/>
          <p:cNvSpPr txBox="1"/>
          <p:nvPr>
            <p:ph type="title"/>
          </p:nvPr>
        </p:nvSpPr>
        <p:spPr>
          <a:xfrm>
            <a:off x="2135550" y="1412138"/>
            <a:ext cx="4872900" cy="116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6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989" name="Google Shape;989;p39"/>
          <p:cNvSpPr txBox="1"/>
          <p:nvPr>
            <p:ph idx="1" type="subTitle"/>
          </p:nvPr>
        </p:nvSpPr>
        <p:spPr>
          <a:xfrm>
            <a:off x="2135550" y="2816913"/>
            <a:ext cx="48729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0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p40"/>
          <p:cNvSpPr/>
          <p:nvPr>
            <p:ph idx="2" type="pic"/>
          </p:nvPr>
        </p:nvSpPr>
        <p:spPr>
          <a:xfrm>
            <a:off x="-25" y="-13725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992" name="Google Shape;992;p40"/>
          <p:cNvSpPr txBox="1"/>
          <p:nvPr>
            <p:ph type="title"/>
          </p:nvPr>
        </p:nvSpPr>
        <p:spPr>
          <a:xfrm>
            <a:off x="1082575" y="3959850"/>
            <a:ext cx="6978900" cy="6441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93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4" name="Google Shape;994;p4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95" name="Google Shape;995;p41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996" name="Google Shape;996;p41"/>
            <p:cNvSpPr/>
            <p:nvPr/>
          </p:nvSpPr>
          <p:spPr>
            <a:xfrm>
              <a:off x="246225" y="895325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7" name="Google Shape;997;p41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8" name="Google Shape;998;p41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9" name="Google Shape;999;p41"/>
            <p:cNvSpPr/>
            <p:nvPr/>
          </p:nvSpPr>
          <p:spPr>
            <a:xfrm>
              <a:off x="469300" y="1108400"/>
              <a:ext cx="6669850" cy="3485050"/>
            </a:xfrm>
            <a:custGeom>
              <a:rect b="b" l="l" r="r" t="t"/>
              <a:pathLst>
                <a:path extrusionOk="0" fill="none" h="139402" w="266794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0" name="Google Shape;1000;p41"/>
            <p:cNvSpPr/>
            <p:nvPr/>
          </p:nvSpPr>
          <p:spPr>
            <a:xfrm>
              <a:off x="299025" y="955950"/>
              <a:ext cx="7010700" cy="3789950"/>
            </a:xfrm>
            <a:custGeom>
              <a:rect b="b" l="l" r="r" t="t"/>
              <a:pathLst>
                <a:path extrusionOk="0" fill="none" h="151598" w="280428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1" name="Google Shape;1001;p41"/>
            <p:cNvSpPr/>
            <p:nvPr/>
          </p:nvSpPr>
          <p:spPr>
            <a:xfrm>
              <a:off x="7234100" y="895325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2" name="Google Shape;1002;p41"/>
            <p:cNvSpPr/>
            <p:nvPr/>
          </p:nvSpPr>
          <p:spPr>
            <a:xfrm>
              <a:off x="246225" y="4678400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3" name="Google Shape;1003;p41"/>
            <p:cNvSpPr/>
            <p:nvPr/>
          </p:nvSpPr>
          <p:spPr>
            <a:xfrm>
              <a:off x="7234100" y="4678400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04" name="Google Shape;1004;p41"/>
          <p:cNvSpPr txBox="1"/>
          <p:nvPr>
            <p:ph hasCustomPrompt="1" type="title"/>
          </p:nvPr>
        </p:nvSpPr>
        <p:spPr>
          <a:xfrm>
            <a:off x="1958450" y="1463550"/>
            <a:ext cx="5227200" cy="123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005" name="Google Shape;1005;p41"/>
          <p:cNvSpPr txBox="1"/>
          <p:nvPr>
            <p:ph idx="1" type="subTitle"/>
          </p:nvPr>
        </p:nvSpPr>
        <p:spPr>
          <a:xfrm>
            <a:off x="1958450" y="2850300"/>
            <a:ext cx="52272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8" name="Google Shape;1008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09" name="Google Shape;1009;p43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1010" name="Google Shape;1010;p43"/>
            <p:cNvSpPr/>
            <p:nvPr/>
          </p:nvSpPr>
          <p:spPr>
            <a:xfrm>
              <a:off x="246225" y="895325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1" name="Google Shape;1011;p43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2" name="Google Shape;1012;p43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3" name="Google Shape;1013;p43"/>
            <p:cNvSpPr/>
            <p:nvPr/>
          </p:nvSpPr>
          <p:spPr>
            <a:xfrm>
              <a:off x="469300" y="1108400"/>
              <a:ext cx="6669850" cy="3485050"/>
            </a:xfrm>
            <a:custGeom>
              <a:rect b="b" l="l" r="r" t="t"/>
              <a:pathLst>
                <a:path extrusionOk="0" fill="none" h="139402" w="266794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4" name="Google Shape;1014;p43"/>
            <p:cNvSpPr/>
            <p:nvPr/>
          </p:nvSpPr>
          <p:spPr>
            <a:xfrm>
              <a:off x="299025" y="955950"/>
              <a:ext cx="7010700" cy="3789950"/>
            </a:xfrm>
            <a:custGeom>
              <a:rect b="b" l="l" r="r" t="t"/>
              <a:pathLst>
                <a:path extrusionOk="0" fill="none" h="151598" w="280428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5" name="Google Shape;1015;p43"/>
            <p:cNvSpPr/>
            <p:nvPr/>
          </p:nvSpPr>
          <p:spPr>
            <a:xfrm>
              <a:off x="7234100" y="895325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6" name="Google Shape;1016;p43"/>
            <p:cNvSpPr/>
            <p:nvPr/>
          </p:nvSpPr>
          <p:spPr>
            <a:xfrm>
              <a:off x="246225" y="4678400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7" name="Google Shape;1017;p43"/>
            <p:cNvSpPr/>
            <p:nvPr/>
          </p:nvSpPr>
          <p:spPr>
            <a:xfrm>
              <a:off x="7234100" y="4678400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18" name="Google Shape;1018;p43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1019" name="Google Shape;1019;p43"/>
          <p:cNvSpPr txBox="1"/>
          <p:nvPr>
            <p:ph idx="1" type="subTitle"/>
          </p:nvPr>
        </p:nvSpPr>
        <p:spPr>
          <a:xfrm>
            <a:off x="796000" y="2111290"/>
            <a:ext cx="2259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0" name="Google Shape;1020;p43"/>
          <p:cNvSpPr txBox="1"/>
          <p:nvPr>
            <p:ph idx="2" type="subTitle"/>
          </p:nvPr>
        </p:nvSpPr>
        <p:spPr>
          <a:xfrm>
            <a:off x="3442015" y="2111290"/>
            <a:ext cx="2259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1" name="Google Shape;1021;p43"/>
          <p:cNvSpPr txBox="1"/>
          <p:nvPr>
            <p:ph idx="3" type="subTitle"/>
          </p:nvPr>
        </p:nvSpPr>
        <p:spPr>
          <a:xfrm>
            <a:off x="796000" y="3844474"/>
            <a:ext cx="2259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2" name="Google Shape;1022;p43"/>
          <p:cNvSpPr txBox="1"/>
          <p:nvPr>
            <p:ph idx="4" type="subTitle"/>
          </p:nvPr>
        </p:nvSpPr>
        <p:spPr>
          <a:xfrm>
            <a:off x="3442015" y="3844474"/>
            <a:ext cx="2259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3" name="Google Shape;1023;p43"/>
          <p:cNvSpPr txBox="1"/>
          <p:nvPr>
            <p:ph idx="5" type="subTitle"/>
          </p:nvPr>
        </p:nvSpPr>
        <p:spPr>
          <a:xfrm>
            <a:off x="6088037" y="2111290"/>
            <a:ext cx="2259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4" name="Google Shape;1024;p43"/>
          <p:cNvSpPr txBox="1"/>
          <p:nvPr>
            <p:ph idx="6" type="subTitle"/>
          </p:nvPr>
        </p:nvSpPr>
        <p:spPr>
          <a:xfrm>
            <a:off x="6088037" y="3844474"/>
            <a:ext cx="2259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5" name="Google Shape;1025;p43"/>
          <p:cNvSpPr txBox="1"/>
          <p:nvPr>
            <p:ph hasCustomPrompt="1" idx="7" type="title"/>
          </p:nvPr>
        </p:nvSpPr>
        <p:spPr>
          <a:xfrm>
            <a:off x="1565904" y="1332025"/>
            <a:ext cx="7203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26" name="Google Shape;1026;p43"/>
          <p:cNvSpPr txBox="1"/>
          <p:nvPr>
            <p:ph hasCustomPrompt="1" idx="8" type="title"/>
          </p:nvPr>
        </p:nvSpPr>
        <p:spPr>
          <a:xfrm>
            <a:off x="1565904" y="3064624"/>
            <a:ext cx="7203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27" name="Google Shape;1027;p43"/>
          <p:cNvSpPr txBox="1"/>
          <p:nvPr>
            <p:ph hasCustomPrompt="1" idx="9" type="title"/>
          </p:nvPr>
        </p:nvSpPr>
        <p:spPr>
          <a:xfrm>
            <a:off x="4211919" y="1332025"/>
            <a:ext cx="7203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28" name="Google Shape;1028;p43"/>
          <p:cNvSpPr txBox="1"/>
          <p:nvPr>
            <p:ph hasCustomPrompt="1" idx="13" type="title"/>
          </p:nvPr>
        </p:nvSpPr>
        <p:spPr>
          <a:xfrm>
            <a:off x="4211919" y="3064624"/>
            <a:ext cx="7203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29" name="Google Shape;1029;p43"/>
          <p:cNvSpPr txBox="1"/>
          <p:nvPr>
            <p:ph hasCustomPrompt="1" idx="14" type="title"/>
          </p:nvPr>
        </p:nvSpPr>
        <p:spPr>
          <a:xfrm>
            <a:off x="6857941" y="1332025"/>
            <a:ext cx="7203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30" name="Google Shape;1030;p43"/>
          <p:cNvSpPr txBox="1"/>
          <p:nvPr>
            <p:ph hasCustomPrompt="1" idx="15" type="title"/>
          </p:nvPr>
        </p:nvSpPr>
        <p:spPr>
          <a:xfrm>
            <a:off x="6857941" y="3064624"/>
            <a:ext cx="7203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31" name="Google Shape;1031;p43"/>
          <p:cNvSpPr txBox="1"/>
          <p:nvPr>
            <p:ph idx="16" type="subTitle"/>
          </p:nvPr>
        </p:nvSpPr>
        <p:spPr>
          <a:xfrm>
            <a:off x="796000" y="1779408"/>
            <a:ext cx="22599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1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1032" name="Google Shape;1032;p43"/>
          <p:cNvSpPr txBox="1"/>
          <p:nvPr>
            <p:ph idx="17" type="subTitle"/>
          </p:nvPr>
        </p:nvSpPr>
        <p:spPr>
          <a:xfrm>
            <a:off x="3442015" y="1779408"/>
            <a:ext cx="22599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1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1033" name="Google Shape;1033;p43"/>
          <p:cNvSpPr txBox="1"/>
          <p:nvPr>
            <p:ph idx="18" type="subTitle"/>
          </p:nvPr>
        </p:nvSpPr>
        <p:spPr>
          <a:xfrm>
            <a:off x="6088037" y="1779408"/>
            <a:ext cx="22599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1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1034" name="Google Shape;1034;p43"/>
          <p:cNvSpPr txBox="1"/>
          <p:nvPr>
            <p:ph idx="19" type="subTitle"/>
          </p:nvPr>
        </p:nvSpPr>
        <p:spPr>
          <a:xfrm>
            <a:off x="796000" y="3512074"/>
            <a:ext cx="22599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1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1035" name="Google Shape;1035;p43"/>
          <p:cNvSpPr txBox="1"/>
          <p:nvPr>
            <p:ph idx="20" type="subTitle"/>
          </p:nvPr>
        </p:nvSpPr>
        <p:spPr>
          <a:xfrm>
            <a:off x="3442015" y="3512074"/>
            <a:ext cx="22599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1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1036" name="Google Shape;1036;p43"/>
          <p:cNvSpPr txBox="1"/>
          <p:nvPr>
            <p:ph idx="21" type="subTitle"/>
          </p:nvPr>
        </p:nvSpPr>
        <p:spPr>
          <a:xfrm>
            <a:off x="6088037" y="3512074"/>
            <a:ext cx="22599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1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1037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8" name="Google Shape;1038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39" name="Google Shape;1039;p44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1040" name="Google Shape;1040;p44"/>
            <p:cNvSpPr/>
            <p:nvPr/>
          </p:nvSpPr>
          <p:spPr>
            <a:xfrm>
              <a:off x="246225" y="895325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1" name="Google Shape;1041;p44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2" name="Google Shape;1042;p44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3" name="Google Shape;1043;p44"/>
            <p:cNvSpPr/>
            <p:nvPr/>
          </p:nvSpPr>
          <p:spPr>
            <a:xfrm>
              <a:off x="469300" y="1108400"/>
              <a:ext cx="6669850" cy="3485050"/>
            </a:xfrm>
            <a:custGeom>
              <a:rect b="b" l="l" r="r" t="t"/>
              <a:pathLst>
                <a:path extrusionOk="0" fill="none" h="139402" w="266794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4" name="Google Shape;1044;p44"/>
            <p:cNvSpPr/>
            <p:nvPr/>
          </p:nvSpPr>
          <p:spPr>
            <a:xfrm>
              <a:off x="299025" y="955950"/>
              <a:ext cx="7010700" cy="3789950"/>
            </a:xfrm>
            <a:custGeom>
              <a:rect b="b" l="l" r="r" t="t"/>
              <a:pathLst>
                <a:path extrusionOk="0" fill="none" h="151598" w="280428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5" name="Google Shape;1045;p44"/>
            <p:cNvSpPr/>
            <p:nvPr/>
          </p:nvSpPr>
          <p:spPr>
            <a:xfrm>
              <a:off x="7234100" y="895325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6" name="Google Shape;1046;p44"/>
            <p:cNvSpPr/>
            <p:nvPr/>
          </p:nvSpPr>
          <p:spPr>
            <a:xfrm>
              <a:off x="246225" y="4678400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7" name="Google Shape;1047;p44"/>
            <p:cNvSpPr/>
            <p:nvPr/>
          </p:nvSpPr>
          <p:spPr>
            <a:xfrm>
              <a:off x="7234100" y="4678400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48" name="Google Shape;1048;p44"/>
          <p:cNvSpPr txBox="1"/>
          <p:nvPr>
            <p:ph type="title"/>
          </p:nvPr>
        </p:nvSpPr>
        <p:spPr>
          <a:xfrm>
            <a:off x="3065400" y="3370075"/>
            <a:ext cx="3013200" cy="4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7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49" name="Google Shape;1049;p44"/>
          <p:cNvSpPr txBox="1"/>
          <p:nvPr>
            <p:ph idx="1" type="subTitle"/>
          </p:nvPr>
        </p:nvSpPr>
        <p:spPr>
          <a:xfrm>
            <a:off x="1749300" y="1491475"/>
            <a:ext cx="5645400" cy="161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7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1050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1" name="Google Shape;1051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52" name="Google Shape;1052;p45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1053" name="Google Shape;1053;p45"/>
            <p:cNvSpPr/>
            <p:nvPr/>
          </p:nvSpPr>
          <p:spPr>
            <a:xfrm>
              <a:off x="246225" y="895325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4" name="Google Shape;1054;p45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5" name="Google Shape;1055;p45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6" name="Google Shape;1056;p45"/>
            <p:cNvSpPr/>
            <p:nvPr/>
          </p:nvSpPr>
          <p:spPr>
            <a:xfrm>
              <a:off x="469300" y="1108400"/>
              <a:ext cx="6669850" cy="3485050"/>
            </a:xfrm>
            <a:custGeom>
              <a:rect b="b" l="l" r="r" t="t"/>
              <a:pathLst>
                <a:path extrusionOk="0" fill="none" h="139402" w="266794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7" name="Google Shape;1057;p45"/>
            <p:cNvSpPr/>
            <p:nvPr/>
          </p:nvSpPr>
          <p:spPr>
            <a:xfrm>
              <a:off x="299025" y="955950"/>
              <a:ext cx="7010700" cy="3789950"/>
            </a:xfrm>
            <a:custGeom>
              <a:rect b="b" l="l" r="r" t="t"/>
              <a:pathLst>
                <a:path extrusionOk="0" fill="none" h="151598" w="280428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8" name="Google Shape;1058;p45"/>
            <p:cNvSpPr/>
            <p:nvPr/>
          </p:nvSpPr>
          <p:spPr>
            <a:xfrm>
              <a:off x="7234100" y="895325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9" name="Google Shape;1059;p45"/>
            <p:cNvSpPr/>
            <p:nvPr/>
          </p:nvSpPr>
          <p:spPr>
            <a:xfrm>
              <a:off x="246225" y="4678400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0" name="Google Shape;1060;p45"/>
            <p:cNvSpPr/>
            <p:nvPr/>
          </p:nvSpPr>
          <p:spPr>
            <a:xfrm>
              <a:off x="7234100" y="4678400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61" name="Google Shape;1061;p45"/>
          <p:cNvSpPr txBox="1"/>
          <p:nvPr>
            <p:ph type="title"/>
          </p:nvPr>
        </p:nvSpPr>
        <p:spPr>
          <a:xfrm>
            <a:off x="720000" y="1370888"/>
            <a:ext cx="3519600" cy="150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1062" name="Google Shape;1062;p45"/>
          <p:cNvSpPr txBox="1"/>
          <p:nvPr>
            <p:ph idx="1" type="subTitle"/>
          </p:nvPr>
        </p:nvSpPr>
        <p:spPr>
          <a:xfrm>
            <a:off x="720000" y="2875613"/>
            <a:ext cx="3519600" cy="8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3" name="Google Shape;1063;p45"/>
          <p:cNvSpPr/>
          <p:nvPr>
            <p:ph idx="2" type="pic"/>
          </p:nvPr>
        </p:nvSpPr>
        <p:spPr>
          <a:xfrm>
            <a:off x="4931805" y="1000781"/>
            <a:ext cx="3246900" cy="3246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5" name="Google Shape;1065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66" name="Google Shape;1066;p46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1067" name="Google Shape;1067;p46"/>
            <p:cNvSpPr/>
            <p:nvPr/>
          </p:nvSpPr>
          <p:spPr>
            <a:xfrm>
              <a:off x="246225" y="895325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8" name="Google Shape;1068;p46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9" name="Google Shape;1069;p46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0" name="Google Shape;1070;p46"/>
            <p:cNvSpPr/>
            <p:nvPr/>
          </p:nvSpPr>
          <p:spPr>
            <a:xfrm>
              <a:off x="469300" y="1108400"/>
              <a:ext cx="6669850" cy="3485050"/>
            </a:xfrm>
            <a:custGeom>
              <a:rect b="b" l="l" r="r" t="t"/>
              <a:pathLst>
                <a:path extrusionOk="0" fill="none" h="139402" w="266794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1" name="Google Shape;1071;p46"/>
            <p:cNvSpPr/>
            <p:nvPr/>
          </p:nvSpPr>
          <p:spPr>
            <a:xfrm>
              <a:off x="299025" y="955950"/>
              <a:ext cx="7010700" cy="3789950"/>
            </a:xfrm>
            <a:custGeom>
              <a:rect b="b" l="l" r="r" t="t"/>
              <a:pathLst>
                <a:path extrusionOk="0" fill="none" h="151598" w="280428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2" name="Google Shape;1072;p46"/>
            <p:cNvSpPr/>
            <p:nvPr/>
          </p:nvSpPr>
          <p:spPr>
            <a:xfrm>
              <a:off x="7234100" y="895325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3" name="Google Shape;1073;p46"/>
            <p:cNvSpPr/>
            <p:nvPr/>
          </p:nvSpPr>
          <p:spPr>
            <a:xfrm>
              <a:off x="246225" y="4678400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4" name="Google Shape;1074;p46"/>
            <p:cNvSpPr/>
            <p:nvPr/>
          </p:nvSpPr>
          <p:spPr>
            <a:xfrm>
              <a:off x="7234100" y="4678400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75" name="Google Shape;1075;p46"/>
          <p:cNvSpPr txBox="1"/>
          <p:nvPr>
            <p:ph type="title"/>
          </p:nvPr>
        </p:nvSpPr>
        <p:spPr>
          <a:xfrm>
            <a:off x="872400" y="1362425"/>
            <a:ext cx="2638200" cy="106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1076" name="Google Shape;1076;p46"/>
          <p:cNvSpPr txBox="1"/>
          <p:nvPr>
            <p:ph idx="1" type="subTitle"/>
          </p:nvPr>
        </p:nvSpPr>
        <p:spPr>
          <a:xfrm>
            <a:off x="872400" y="2501825"/>
            <a:ext cx="2638200" cy="115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">
    <p:spTree>
      <p:nvGrpSpPr>
        <p:cNvPr id="1077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8" name="Google Shape;1078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79" name="Google Shape;1079;p47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1080" name="Google Shape;1080;p47"/>
            <p:cNvSpPr/>
            <p:nvPr/>
          </p:nvSpPr>
          <p:spPr>
            <a:xfrm>
              <a:off x="246225" y="895325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1" name="Google Shape;1081;p47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2" name="Google Shape;1082;p47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3" name="Google Shape;1083;p47"/>
            <p:cNvSpPr/>
            <p:nvPr/>
          </p:nvSpPr>
          <p:spPr>
            <a:xfrm>
              <a:off x="469300" y="1108400"/>
              <a:ext cx="6669850" cy="3485050"/>
            </a:xfrm>
            <a:custGeom>
              <a:rect b="b" l="l" r="r" t="t"/>
              <a:pathLst>
                <a:path extrusionOk="0" fill="none" h="139402" w="266794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4" name="Google Shape;1084;p47"/>
            <p:cNvSpPr/>
            <p:nvPr/>
          </p:nvSpPr>
          <p:spPr>
            <a:xfrm>
              <a:off x="299025" y="955950"/>
              <a:ext cx="7010700" cy="3789950"/>
            </a:xfrm>
            <a:custGeom>
              <a:rect b="b" l="l" r="r" t="t"/>
              <a:pathLst>
                <a:path extrusionOk="0" fill="none" h="151598" w="280428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5" name="Google Shape;1085;p47"/>
            <p:cNvSpPr/>
            <p:nvPr/>
          </p:nvSpPr>
          <p:spPr>
            <a:xfrm>
              <a:off x="7234100" y="895325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6" name="Google Shape;1086;p47"/>
            <p:cNvSpPr/>
            <p:nvPr/>
          </p:nvSpPr>
          <p:spPr>
            <a:xfrm>
              <a:off x="246225" y="4678400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7" name="Google Shape;1087;p47"/>
            <p:cNvSpPr/>
            <p:nvPr/>
          </p:nvSpPr>
          <p:spPr>
            <a:xfrm>
              <a:off x="7234100" y="4678400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88" name="Google Shape;1088;p47"/>
          <p:cNvSpPr txBox="1"/>
          <p:nvPr>
            <p:ph type="title"/>
          </p:nvPr>
        </p:nvSpPr>
        <p:spPr>
          <a:xfrm>
            <a:off x="5640175" y="1362425"/>
            <a:ext cx="2638200" cy="106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1089" name="Google Shape;1089;p47"/>
          <p:cNvSpPr txBox="1"/>
          <p:nvPr>
            <p:ph idx="1" type="subTitle"/>
          </p:nvPr>
        </p:nvSpPr>
        <p:spPr>
          <a:xfrm>
            <a:off x="5640175" y="2501825"/>
            <a:ext cx="2638200" cy="115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TITLE_AND_BODY_1">
    <p:spTree>
      <p:nvGrpSpPr>
        <p:cNvPr id="1090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1" name="Google Shape;1091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92" name="Google Shape;1092;p48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1093" name="Google Shape;1093;p48"/>
            <p:cNvSpPr/>
            <p:nvPr/>
          </p:nvSpPr>
          <p:spPr>
            <a:xfrm>
              <a:off x="246225" y="895325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4" name="Google Shape;1094;p48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5" name="Google Shape;1095;p48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6" name="Google Shape;1096;p48"/>
            <p:cNvSpPr/>
            <p:nvPr/>
          </p:nvSpPr>
          <p:spPr>
            <a:xfrm>
              <a:off x="469300" y="1108400"/>
              <a:ext cx="6669850" cy="3485050"/>
            </a:xfrm>
            <a:custGeom>
              <a:rect b="b" l="l" r="r" t="t"/>
              <a:pathLst>
                <a:path extrusionOk="0" fill="none" h="139402" w="266794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7" name="Google Shape;1097;p48"/>
            <p:cNvSpPr/>
            <p:nvPr/>
          </p:nvSpPr>
          <p:spPr>
            <a:xfrm>
              <a:off x="299025" y="955950"/>
              <a:ext cx="7010700" cy="3789950"/>
            </a:xfrm>
            <a:custGeom>
              <a:rect b="b" l="l" r="r" t="t"/>
              <a:pathLst>
                <a:path extrusionOk="0" fill="none" h="151598" w="280428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8" name="Google Shape;1098;p48"/>
            <p:cNvSpPr/>
            <p:nvPr/>
          </p:nvSpPr>
          <p:spPr>
            <a:xfrm>
              <a:off x="7234100" y="895325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9" name="Google Shape;1099;p48"/>
            <p:cNvSpPr/>
            <p:nvPr/>
          </p:nvSpPr>
          <p:spPr>
            <a:xfrm>
              <a:off x="246225" y="4678400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0" name="Google Shape;1100;p48"/>
            <p:cNvSpPr/>
            <p:nvPr/>
          </p:nvSpPr>
          <p:spPr>
            <a:xfrm>
              <a:off x="7234100" y="4678400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01" name="Google Shape;1101;p48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1102" name="Google Shape;1102;p48"/>
          <p:cNvSpPr txBox="1"/>
          <p:nvPr>
            <p:ph idx="1" type="body"/>
          </p:nvPr>
        </p:nvSpPr>
        <p:spPr>
          <a:xfrm>
            <a:off x="720000" y="1291938"/>
            <a:ext cx="7704000" cy="331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TITLE_AND_BODY_1_1">
    <p:spTree>
      <p:nvGrpSpPr>
        <p:cNvPr id="1103" name="Shape 1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4" name="Google Shape;1104;p4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05" name="Google Shape;1105;p49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1106" name="Google Shape;1106;p49"/>
            <p:cNvSpPr/>
            <p:nvPr/>
          </p:nvSpPr>
          <p:spPr>
            <a:xfrm>
              <a:off x="246225" y="895325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7" name="Google Shape;1107;p49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8" name="Google Shape;1108;p49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9" name="Google Shape;1109;p49"/>
            <p:cNvSpPr/>
            <p:nvPr/>
          </p:nvSpPr>
          <p:spPr>
            <a:xfrm>
              <a:off x="469300" y="1108400"/>
              <a:ext cx="6669850" cy="3485050"/>
            </a:xfrm>
            <a:custGeom>
              <a:rect b="b" l="l" r="r" t="t"/>
              <a:pathLst>
                <a:path extrusionOk="0" fill="none" h="139402" w="266794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0" name="Google Shape;1110;p49"/>
            <p:cNvSpPr/>
            <p:nvPr/>
          </p:nvSpPr>
          <p:spPr>
            <a:xfrm>
              <a:off x="299025" y="955950"/>
              <a:ext cx="7010700" cy="3789950"/>
            </a:xfrm>
            <a:custGeom>
              <a:rect b="b" l="l" r="r" t="t"/>
              <a:pathLst>
                <a:path extrusionOk="0" fill="none" h="151598" w="280428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1" name="Google Shape;1111;p49"/>
            <p:cNvSpPr/>
            <p:nvPr/>
          </p:nvSpPr>
          <p:spPr>
            <a:xfrm>
              <a:off x="7234100" y="895325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2" name="Google Shape;1112;p49"/>
            <p:cNvSpPr/>
            <p:nvPr/>
          </p:nvSpPr>
          <p:spPr>
            <a:xfrm>
              <a:off x="246225" y="4678400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3" name="Google Shape;1113;p49"/>
            <p:cNvSpPr/>
            <p:nvPr/>
          </p:nvSpPr>
          <p:spPr>
            <a:xfrm>
              <a:off x="7234100" y="4678400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14" name="Google Shape;1114;p49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1115" name="Google Shape;1115;p49"/>
          <p:cNvSpPr txBox="1"/>
          <p:nvPr>
            <p:ph idx="1" type="body"/>
          </p:nvPr>
        </p:nvSpPr>
        <p:spPr>
          <a:xfrm>
            <a:off x="720000" y="1291951"/>
            <a:ext cx="7704000" cy="144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Font typeface="Source Sans 3 Light"/>
              <a:buChar char="●"/>
              <a:defRPr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1116" name="Shape 1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7" name="Google Shape;1117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18" name="Google Shape;1118;p50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1119" name="Google Shape;1119;p50"/>
            <p:cNvSpPr/>
            <p:nvPr/>
          </p:nvSpPr>
          <p:spPr>
            <a:xfrm>
              <a:off x="246225" y="895325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0" name="Google Shape;1120;p50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1" name="Google Shape;1121;p50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2" name="Google Shape;1122;p50"/>
            <p:cNvSpPr/>
            <p:nvPr/>
          </p:nvSpPr>
          <p:spPr>
            <a:xfrm>
              <a:off x="469300" y="1108400"/>
              <a:ext cx="6669850" cy="3485050"/>
            </a:xfrm>
            <a:custGeom>
              <a:rect b="b" l="l" r="r" t="t"/>
              <a:pathLst>
                <a:path extrusionOk="0" fill="none" h="139402" w="266794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3" name="Google Shape;1123;p50"/>
            <p:cNvSpPr/>
            <p:nvPr/>
          </p:nvSpPr>
          <p:spPr>
            <a:xfrm>
              <a:off x="299025" y="955950"/>
              <a:ext cx="7010700" cy="3789950"/>
            </a:xfrm>
            <a:custGeom>
              <a:rect b="b" l="l" r="r" t="t"/>
              <a:pathLst>
                <a:path extrusionOk="0" fill="none" h="151598" w="280428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4" name="Google Shape;1124;p50"/>
            <p:cNvSpPr/>
            <p:nvPr/>
          </p:nvSpPr>
          <p:spPr>
            <a:xfrm>
              <a:off x="7234100" y="895325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5" name="Google Shape;1125;p50"/>
            <p:cNvSpPr/>
            <p:nvPr/>
          </p:nvSpPr>
          <p:spPr>
            <a:xfrm>
              <a:off x="246225" y="4678400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6" name="Google Shape;1126;p50"/>
            <p:cNvSpPr/>
            <p:nvPr/>
          </p:nvSpPr>
          <p:spPr>
            <a:xfrm>
              <a:off x="7234100" y="4678400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27" name="Google Shape;1127;p50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1128" name="Google Shape;1128;p50"/>
          <p:cNvSpPr txBox="1"/>
          <p:nvPr>
            <p:ph idx="1" type="subTitle"/>
          </p:nvPr>
        </p:nvSpPr>
        <p:spPr>
          <a:xfrm>
            <a:off x="4914510" y="3016575"/>
            <a:ext cx="2574900" cy="11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9" name="Google Shape;1129;p50"/>
          <p:cNvSpPr txBox="1"/>
          <p:nvPr>
            <p:ph idx="2" type="subTitle"/>
          </p:nvPr>
        </p:nvSpPr>
        <p:spPr>
          <a:xfrm>
            <a:off x="1654588" y="3016575"/>
            <a:ext cx="2574900" cy="11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0" name="Google Shape;1130;p50"/>
          <p:cNvSpPr txBox="1"/>
          <p:nvPr>
            <p:ph idx="3" type="subTitle"/>
          </p:nvPr>
        </p:nvSpPr>
        <p:spPr>
          <a:xfrm>
            <a:off x="1654588" y="2457675"/>
            <a:ext cx="25749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1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1131" name="Google Shape;1131;p50"/>
          <p:cNvSpPr txBox="1"/>
          <p:nvPr>
            <p:ph idx="4" type="subTitle"/>
          </p:nvPr>
        </p:nvSpPr>
        <p:spPr>
          <a:xfrm>
            <a:off x="4914511" y="2457675"/>
            <a:ext cx="25749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1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">
    <p:spTree>
      <p:nvGrpSpPr>
        <p:cNvPr id="1132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3" name="Google Shape;1133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34" name="Google Shape;1134;p51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1135" name="Google Shape;1135;p51"/>
            <p:cNvSpPr/>
            <p:nvPr/>
          </p:nvSpPr>
          <p:spPr>
            <a:xfrm>
              <a:off x="246225" y="895325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6" name="Google Shape;1136;p51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7" name="Google Shape;1137;p51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8" name="Google Shape;1138;p51"/>
            <p:cNvSpPr/>
            <p:nvPr/>
          </p:nvSpPr>
          <p:spPr>
            <a:xfrm>
              <a:off x="469300" y="1108400"/>
              <a:ext cx="6669850" cy="3485050"/>
            </a:xfrm>
            <a:custGeom>
              <a:rect b="b" l="l" r="r" t="t"/>
              <a:pathLst>
                <a:path extrusionOk="0" fill="none" h="139402" w="266794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9" name="Google Shape;1139;p51"/>
            <p:cNvSpPr/>
            <p:nvPr/>
          </p:nvSpPr>
          <p:spPr>
            <a:xfrm>
              <a:off x="299025" y="955950"/>
              <a:ext cx="7010700" cy="3789950"/>
            </a:xfrm>
            <a:custGeom>
              <a:rect b="b" l="l" r="r" t="t"/>
              <a:pathLst>
                <a:path extrusionOk="0" fill="none" h="151598" w="280428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0" name="Google Shape;1140;p51"/>
            <p:cNvSpPr/>
            <p:nvPr/>
          </p:nvSpPr>
          <p:spPr>
            <a:xfrm>
              <a:off x="7234100" y="895325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1" name="Google Shape;1141;p51"/>
            <p:cNvSpPr/>
            <p:nvPr/>
          </p:nvSpPr>
          <p:spPr>
            <a:xfrm>
              <a:off x="246225" y="4678400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2" name="Google Shape;1142;p51"/>
            <p:cNvSpPr/>
            <p:nvPr/>
          </p:nvSpPr>
          <p:spPr>
            <a:xfrm>
              <a:off x="7234100" y="4678400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43" name="Google Shape;1143;p51"/>
          <p:cNvSpPr txBox="1"/>
          <p:nvPr>
            <p:ph type="title"/>
          </p:nvPr>
        </p:nvSpPr>
        <p:spPr>
          <a:xfrm>
            <a:off x="1144550" y="597425"/>
            <a:ext cx="6855300" cy="97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1144" name="Google Shape;1144;p51"/>
          <p:cNvSpPr txBox="1"/>
          <p:nvPr>
            <p:ph idx="1" type="subTitle"/>
          </p:nvPr>
        </p:nvSpPr>
        <p:spPr>
          <a:xfrm>
            <a:off x="4825664" y="2070950"/>
            <a:ext cx="3174000" cy="189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5" name="Google Shape;1145;p51"/>
          <p:cNvSpPr txBox="1"/>
          <p:nvPr>
            <p:ph idx="2" type="subTitle"/>
          </p:nvPr>
        </p:nvSpPr>
        <p:spPr>
          <a:xfrm>
            <a:off x="1144550" y="2070950"/>
            <a:ext cx="3174000" cy="189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3">
  <p:cSld name="TITLE_AND_BODY_1_1_1">
    <p:spTree>
      <p:nvGrpSpPr>
        <p:cNvPr id="1146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7" name="Google Shape;1147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48" name="Google Shape;1148;p52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1149" name="Google Shape;1149;p52"/>
            <p:cNvSpPr/>
            <p:nvPr/>
          </p:nvSpPr>
          <p:spPr>
            <a:xfrm>
              <a:off x="246225" y="895325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0" name="Google Shape;1150;p52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1" name="Google Shape;1151;p52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2" name="Google Shape;1152;p52"/>
            <p:cNvSpPr/>
            <p:nvPr/>
          </p:nvSpPr>
          <p:spPr>
            <a:xfrm>
              <a:off x="469300" y="1108400"/>
              <a:ext cx="6669850" cy="3485050"/>
            </a:xfrm>
            <a:custGeom>
              <a:rect b="b" l="l" r="r" t="t"/>
              <a:pathLst>
                <a:path extrusionOk="0" fill="none" h="139402" w="266794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3" name="Google Shape;1153;p52"/>
            <p:cNvSpPr/>
            <p:nvPr/>
          </p:nvSpPr>
          <p:spPr>
            <a:xfrm>
              <a:off x="299025" y="955950"/>
              <a:ext cx="7010700" cy="3789950"/>
            </a:xfrm>
            <a:custGeom>
              <a:rect b="b" l="l" r="r" t="t"/>
              <a:pathLst>
                <a:path extrusionOk="0" fill="none" h="151598" w="280428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4" name="Google Shape;1154;p52"/>
            <p:cNvSpPr/>
            <p:nvPr/>
          </p:nvSpPr>
          <p:spPr>
            <a:xfrm>
              <a:off x="7234100" y="895325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5" name="Google Shape;1155;p52"/>
            <p:cNvSpPr/>
            <p:nvPr/>
          </p:nvSpPr>
          <p:spPr>
            <a:xfrm>
              <a:off x="246225" y="4678400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6" name="Google Shape;1156;p52"/>
            <p:cNvSpPr/>
            <p:nvPr/>
          </p:nvSpPr>
          <p:spPr>
            <a:xfrm>
              <a:off x="7234100" y="4678400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57" name="Google Shape;1157;p52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1158" name="Google Shape;1158;p52"/>
          <p:cNvSpPr txBox="1"/>
          <p:nvPr>
            <p:ph idx="1" type="body"/>
          </p:nvPr>
        </p:nvSpPr>
        <p:spPr>
          <a:xfrm>
            <a:off x="1077138" y="2757175"/>
            <a:ext cx="3243600" cy="16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1159" name="Google Shape;1159;p52"/>
          <p:cNvSpPr txBox="1"/>
          <p:nvPr>
            <p:ph idx="2" type="body"/>
          </p:nvPr>
        </p:nvSpPr>
        <p:spPr>
          <a:xfrm>
            <a:off x="4823266" y="2757175"/>
            <a:ext cx="3243600" cy="16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1160" name="Google Shape;1160;p52"/>
          <p:cNvSpPr txBox="1"/>
          <p:nvPr>
            <p:ph idx="3" type="subTitle"/>
          </p:nvPr>
        </p:nvSpPr>
        <p:spPr>
          <a:xfrm>
            <a:off x="1077112" y="2198275"/>
            <a:ext cx="32436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1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1161" name="Google Shape;1161;p52"/>
          <p:cNvSpPr txBox="1"/>
          <p:nvPr>
            <p:ph idx="4" type="subTitle"/>
          </p:nvPr>
        </p:nvSpPr>
        <p:spPr>
          <a:xfrm>
            <a:off x="4823276" y="2198275"/>
            <a:ext cx="32436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1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1162" name="Shape 1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3" name="Google Shape;1163;p5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64" name="Google Shape;1164;p53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1165" name="Google Shape;1165;p53"/>
            <p:cNvSpPr/>
            <p:nvPr/>
          </p:nvSpPr>
          <p:spPr>
            <a:xfrm>
              <a:off x="246225" y="895325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6" name="Google Shape;1166;p53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7" name="Google Shape;1167;p53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8" name="Google Shape;1168;p53"/>
            <p:cNvSpPr/>
            <p:nvPr/>
          </p:nvSpPr>
          <p:spPr>
            <a:xfrm>
              <a:off x="469300" y="1108400"/>
              <a:ext cx="6669850" cy="3485050"/>
            </a:xfrm>
            <a:custGeom>
              <a:rect b="b" l="l" r="r" t="t"/>
              <a:pathLst>
                <a:path extrusionOk="0" fill="none" h="139402" w="266794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9" name="Google Shape;1169;p53"/>
            <p:cNvSpPr/>
            <p:nvPr/>
          </p:nvSpPr>
          <p:spPr>
            <a:xfrm>
              <a:off x="299025" y="955950"/>
              <a:ext cx="7010700" cy="3789950"/>
            </a:xfrm>
            <a:custGeom>
              <a:rect b="b" l="l" r="r" t="t"/>
              <a:pathLst>
                <a:path extrusionOk="0" fill="none" h="151598" w="280428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0" name="Google Shape;1170;p53"/>
            <p:cNvSpPr/>
            <p:nvPr/>
          </p:nvSpPr>
          <p:spPr>
            <a:xfrm>
              <a:off x="7234100" y="895325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1" name="Google Shape;1171;p53"/>
            <p:cNvSpPr/>
            <p:nvPr/>
          </p:nvSpPr>
          <p:spPr>
            <a:xfrm>
              <a:off x="246225" y="4678400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2" name="Google Shape;1172;p53"/>
            <p:cNvSpPr/>
            <p:nvPr/>
          </p:nvSpPr>
          <p:spPr>
            <a:xfrm>
              <a:off x="7234100" y="4678400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73" name="Google Shape;1173;p53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1174" name="Google Shape;1174;p53"/>
          <p:cNvSpPr txBox="1"/>
          <p:nvPr>
            <p:ph idx="1" type="subTitle"/>
          </p:nvPr>
        </p:nvSpPr>
        <p:spPr>
          <a:xfrm>
            <a:off x="937625" y="3117025"/>
            <a:ext cx="2175300" cy="96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5" name="Google Shape;1175;p53"/>
          <p:cNvSpPr txBox="1"/>
          <p:nvPr>
            <p:ph idx="2" type="subTitle"/>
          </p:nvPr>
        </p:nvSpPr>
        <p:spPr>
          <a:xfrm>
            <a:off x="3484347" y="3117025"/>
            <a:ext cx="2175300" cy="96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6" name="Google Shape;1176;p53"/>
          <p:cNvSpPr txBox="1"/>
          <p:nvPr>
            <p:ph idx="3" type="subTitle"/>
          </p:nvPr>
        </p:nvSpPr>
        <p:spPr>
          <a:xfrm>
            <a:off x="6031075" y="3117025"/>
            <a:ext cx="2175300" cy="96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7" name="Google Shape;1177;p53"/>
          <p:cNvSpPr txBox="1"/>
          <p:nvPr>
            <p:ph idx="4" type="subTitle"/>
          </p:nvPr>
        </p:nvSpPr>
        <p:spPr>
          <a:xfrm>
            <a:off x="937625" y="2669922"/>
            <a:ext cx="2175300" cy="44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1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1178" name="Google Shape;1178;p53"/>
          <p:cNvSpPr txBox="1"/>
          <p:nvPr>
            <p:ph idx="5" type="subTitle"/>
          </p:nvPr>
        </p:nvSpPr>
        <p:spPr>
          <a:xfrm>
            <a:off x="3484350" y="2669922"/>
            <a:ext cx="2175300" cy="44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1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1179" name="Google Shape;1179;p53"/>
          <p:cNvSpPr txBox="1"/>
          <p:nvPr>
            <p:ph idx="6" type="subTitle"/>
          </p:nvPr>
        </p:nvSpPr>
        <p:spPr>
          <a:xfrm>
            <a:off x="6031075" y="2669922"/>
            <a:ext cx="2175300" cy="44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1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1180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1" name="Google Shape;1181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82" name="Google Shape;1182;p54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1183" name="Google Shape;1183;p54"/>
            <p:cNvSpPr/>
            <p:nvPr/>
          </p:nvSpPr>
          <p:spPr>
            <a:xfrm>
              <a:off x="246225" y="895325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4" name="Google Shape;1184;p54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5" name="Google Shape;1185;p54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6" name="Google Shape;1186;p54"/>
            <p:cNvSpPr/>
            <p:nvPr/>
          </p:nvSpPr>
          <p:spPr>
            <a:xfrm>
              <a:off x="469300" y="1108400"/>
              <a:ext cx="6669850" cy="3485050"/>
            </a:xfrm>
            <a:custGeom>
              <a:rect b="b" l="l" r="r" t="t"/>
              <a:pathLst>
                <a:path extrusionOk="0" fill="none" h="139402" w="266794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7" name="Google Shape;1187;p54"/>
            <p:cNvSpPr/>
            <p:nvPr/>
          </p:nvSpPr>
          <p:spPr>
            <a:xfrm>
              <a:off x="299025" y="955950"/>
              <a:ext cx="7010700" cy="3789950"/>
            </a:xfrm>
            <a:custGeom>
              <a:rect b="b" l="l" r="r" t="t"/>
              <a:pathLst>
                <a:path extrusionOk="0" fill="none" h="151598" w="280428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8" name="Google Shape;1188;p54"/>
            <p:cNvSpPr/>
            <p:nvPr/>
          </p:nvSpPr>
          <p:spPr>
            <a:xfrm>
              <a:off x="7234100" y="895325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9" name="Google Shape;1189;p54"/>
            <p:cNvSpPr/>
            <p:nvPr/>
          </p:nvSpPr>
          <p:spPr>
            <a:xfrm>
              <a:off x="246225" y="4678400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0" name="Google Shape;1190;p54"/>
            <p:cNvSpPr/>
            <p:nvPr/>
          </p:nvSpPr>
          <p:spPr>
            <a:xfrm>
              <a:off x="7234100" y="4678400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1" name="Google Shape;1191;p54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1192" name="Google Shape;1192;p54"/>
          <p:cNvSpPr txBox="1"/>
          <p:nvPr>
            <p:ph idx="1" type="subTitle"/>
          </p:nvPr>
        </p:nvSpPr>
        <p:spPr>
          <a:xfrm>
            <a:off x="2110300" y="1983750"/>
            <a:ext cx="1978200" cy="58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3" name="Google Shape;1193;p54"/>
          <p:cNvSpPr txBox="1"/>
          <p:nvPr>
            <p:ph idx="2" type="subTitle"/>
          </p:nvPr>
        </p:nvSpPr>
        <p:spPr>
          <a:xfrm>
            <a:off x="5055497" y="1983750"/>
            <a:ext cx="1978200" cy="58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4" name="Google Shape;1194;p54"/>
          <p:cNvSpPr txBox="1"/>
          <p:nvPr>
            <p:ph idx="3" type="subTitle"/>
          </p:nvPr>
        </p:nvSpPr>
        <p:spPr>
          <a:xfrm>
            <a:off x="2110300" y="3424519"/>
            <a:ext cx="1978200" cy="58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5" name="Google Shape;1195;p54"/>
          <p:cNvSpPr txBox="1"/>
          <p:nvPr>
            <p:ph idx="4" type="subTitle"/>
          </p:nvPr>
        </p:nvSpPr>
        <p:spPr>
          <a:xfrm>
            <a:off x="5055497" y="3424519"/>
            <a:ext cx="1978200" cy="58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6" name="Google Shape;1196;p54"/>
          <p:cNvSpPr txBox="1"/>
          <p:nvPr>
            <p:ph idx="5" type="subTitle"/>
          </p:nvPr>
        </p:nvSpPr>
        <p:spPr>
          <a:xfrm>
            <a:off x="2110300" y="1616550"/>
            <a:ext cx="1978200" cy="44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1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1197" name="Google Shape;1197;p54"/>
          <p:cNvSpPr txBox="1"/>
          <p:nvPr>
            <p:ph idx="6" type="subTitle"/>
          </p:nvPr>
        </p:nvSpPr>
        <p:spPr>
          <a:xfrm>
            <a:off x="2110300" y="3057405"/>
            <a:ext cx="1978200" cy="44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1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1198" name="Google Shape;1198;p54"/>
          <p:cNvSpPr txBox="1"/>
          <p:nvPr>
            <p:ph idx="7" type="subTitle"/>
          </p:nvPr>
        </p:nvSpPr>
        <p:spPr>
          <a:xfrm>
            <a:off x="5055493" y="1616550"/>
            <a:ext cx="1978200" cy="44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1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1199" name="Google Shape;1199;p54"/>
          <p:cNvSpPr txBox="1"/>
          <p:nvPr>
            <p:ph idx="8" type="subTitle"/>
          </p:nvPr>
        </p:nvSpPr>
        <p:spPr>
          <a:xfrm>
            <a:off x="5055493" y="3057405"/>
            <a:ext cx="1978200" cy="44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1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1200" name="Shape 1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1" name="Google Shape;1201;p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02" name="Google Shape;1202;p55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1203" name="Google Shape;1203;p55"/>
            <p:cNvSpPr/>
            <p:nvPr/>
          </p:nvSpPr>
          <p:spPr>
            <a:xfrm>
              <a:off x="246225" y="895325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4" name="Google Shape;1204;p55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5" name="Google Shape;1205;p55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6" name="Google Shape;1206;p55"/>
            <p:cNvSpPr/>
            <p:nvPr/>
          </p:nvSpPr>
          <p:spPr>
            <a:xfrm>
              <a:off x="469300" y="1108400"/>
              <a:ext cx="6669850" cy="3485050"/>
            </a:xfrm>
            <a:custGeom>
              <a:rect b="b" l="l" r="r" t="t"/>
              <a:pathLst>
                <a:path extrusionOk="0" fill="none" h="139402" w="266794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7" name="Google Shape;1207;p55"/>
            <p:cNvSpPr/>
            <p:nvPr/>
          </p:nvSpPr>
          <p:spPr>
            <a:xfrm>
              <a:off x="299025" y="955950"/>
              <a:ext cx="7010700" cy="3789950"/>
            </a:xfrm>
            <a:custGeom>
              <a:rect b="b" l="l" r="r" t="t"/>
              <a:pathLst>
                <a:path extrusionOk="0" fill="none" h="151598" w="280428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8" name="Google Shape;1208;p55"/>
            <p:cNvSpPr/>
            <p:nvPr/>
          </p:nvSpPr>
          <p:spPr>
            <a:xfrm>
              <a:off x="7234100" y="895325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9" name="Google Shape;1209;p55"/>
            <p:cNvSpPr/>
            <p:nvPr/>
          </p:nvSpPr>
          <p:spPr>
            <a:xfrm>
              <a:off x="246225" y="4678400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0" name="Google Shape;1210;p55"/>
            <p:cNvSpPr/>
            <p:nvPr/>
          </p:nvSpPr>
          <p:spPr>
            <a:xfrm>
              <a:off x="7234100" y="4678400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11" name="Google Shape;1211;p55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1212" name="Google Shape;1212;p55"/>
          <p:cNvSpPr txBox="1"/>
          <p:nvPr>
            <p:ph idx="1" type="subTitle"/>
          </p:nvPr>
        </p:nvSpPr>
        <p:spPr>
          <a:xfrm>
            <a:off x="1109152" y="2175450"/>
            <a:ext cx="19860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3" name="Google Shape;1213;p55"/>
          <p:cNvSpPr txBox="1"/>
          <p:nvPr>
            <p:ph idx="2" type="subTitle"/>
          </p:nvPr>
        </p:nvSpPr>
        <p:spPr>
          <a:xfrm>
            <a:off x="3579000" y="2175450"/>
            <a:ext cx="19860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4" name="Google Shape;1214;p55"/>
          <p:cNvSpPr txBox="1"/>
          <p:nvPr>
            <p:ph idx="3" type="subTitle"/>
          </p:nvPr>
        </p:nvSpPr>
        <p:spPr>
          <a:xfrm>
            <a:off x="1109152" y="3892400"/>
            <a:ext cx="19860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5" name="Google Shape;1215;p55"/>
          <p:cNvSpPr txBox="1"/>
          <p:nvPr>
            <p:ph idx="4" type="subTitle"/>
          </p:nvPr>
        </p:nvSpPr>
        <p:spPr>
          <a:xfrm>
            <a:off x="3579000" y="3892400"/>
            <a:ext cx="19860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6" name="Google Shape;1216;p55"/>
          <p:cNvSpPr txBox="1"/>
          <p:nvPr>
            <p:ph idx="5" type="subTitle"/>
          </p:nvPr>
        </p:nvSpPr>
        <p:spPr>
          <a:xfrm>
            <a:off x="6048848" y="2175450"/>
            <a:ext cx="19860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7" name="Google Shape;1217;p55"/>
          <p:cNvSpPr txBox="1"/>
          <p:nvPr>
            <p:ph idx="6" type="subTitle"/>
          </p:nvPr>
        </p:nvSpPr>
        <p:spPr>
          <a:xfrm>
            <a:off x="6048848" y="3892400"/>
            <a:ext cx="19860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8" name="Google Shape;1218;p55"/>
          <p:cNvSpPr txBox="1"/>
          <p:nvPr>
            <p:ph idx="7" type="subTitle"/>
          </p:nvPr>
        </p:nvSpPr>
        <p:spPr>
          <a:xfrm>
            <a:off x="1113052" y="1835249"/>
            <a:ext cx="1978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1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1219" name="Google Shape;1219;p55"/>
          <p:cNvSpPr txBox="1"/>
          <p:nvPr>
            <p:ph idx="8" type="subTitle"/>
          </p:nvPr>
        </p:nvSpPr>
        <p:spPr>
          <a:xfrm>
            <a:off x="3582900" y="1835249"/>
            <a:ext cx="1978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1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1220" name="Google Shape;1220;p55"/>
          <p:cNvSpPr txBox="1"/>
          <p:nvPr>
            <p:ph idx="9" type="subTitle"/>
          </p:nvPr>
        </p:nvSpPr>
        <p:spPr>
          <a:xfrm>
            <a:off x="6052748" y="1835249"/>
            <a:ext cx="1978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1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1221" name="Google Shape;1221;p55"/>
          <p:cNvSpPr txBox="1"/>
          <p:nvPr>
            <p:ph idx="13" type="subTitle"/>
          </p:nvPr>
        </p:nvSpPr>
        <p:spPr>
          <a:xfrm>
            <a:off x="1113052" y="3552175"/>
            <a:ext cx="1978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1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1222" name="Google Shape;1222;p55"/>
          <p:cNvSpPr txBox="1"/>
          <p:nvPr>
            <p:ph idx="14" type="subTitle"/>
          </p:nvPr>
        </p:nvSpPr>
        <p:spPr>
          <a:xfrm>
            <a:off x="3582900" y="3552175"/>
            <a:ext cx="1978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1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1223" name="Google Shape;1223;p55"/>
          <p:cNvSpPr txBox="1"/>
          <p:nvPr>
            <p:ph idx="15" type="subTitle"/>
          </p:nvPr>
        </p:nvSpPr>
        <p:spPr>
          <a:xfrm>
            <a:off x="6052748" y="3552175"/>
            <a:ext cx="1978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1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1224" name="Shape 1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5" name="Google Shape;1225;p5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26" name="Google Shape;1226;p56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1227" name="Google Shape;1227;p56"/>
            <p:cNvSpPr/>
            <p:nvPr/>
          </p:nvSpPr>
          <p:spPr>
            <a:xfrm>
              <a:off x="246225" y="895325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8" name="Google Shape;1228;p56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9" name="Google Shape;1229;p56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0" name="Google Shape;1230;p56"/>
            <p:cNvSpPr/>
            <p:nvPr/>
          </p:nvSpPr>
          <p:spPr>
            <a:xfrm>
              <a:off x="469300" y="1108400"/>
              <a:ext cx="6669850" cy="3485050"/>
            </a:xfrm>
            <a:custGeom>
              <a:rect b="b" l="l" r="r" t="t"/>
              <a:pathLst>
                <a:path extrusionOk="0" fill="none" h="139402" w="266794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1" name="Google Shape;1231;p56"/>
            <p:cNvSpPr/>
            <p:nvPr/>
          </p:nvSpPr>
          <p:spPr>
            <a:xfrm>
              <a:off x="299025" y="955950"/>
              <a:ext cx="7010700" cy="3789950"/>
            </a:xfrm>
            <a:custGeom>
              <a:rect b="b" l="l" r="r" t="t"/>
              <a:pathLst>
                <a:path extrusionOk="0" fill="none" h="151598" w="280428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2" name="Google Shape;1232;p56"/>
            <p:cNvSpPr/>
            <p:nvPr/>
          </p:nvSpPr>
          <p:spPr>
            <a:xfrm>
              <a:off x="7234100" y="895325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3" name="Google Shape;1233;p56"/>
            <p:cNvSpPr/>
            <p:nvPr/>
          </p:nvSpPr>
          <p:spPr>
            <a:xfrm>
              <a:off x="246225" y="4678400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4" name="Google Shape;1234;p56"/>
            <p:cNvSpPr/>
            <p:nvPr/>
          </p:nvSpPr>
          <p:spPr>
            <a:xfrm>
              <a:off x="7234100" y="4678400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35" name="Google Shape;1235;p56"/>
          <p:cNvSpPr txBox="1"/>
          <p:nvPr>
            <p:ph hasCustomPrompt="1" type="title"/>
          </p:nvPr>
        </p:nvSpPr>
        <p:spPr>
          <a:xfrm>
            <a:off x="2223600" y="638357"/>
            <a:ext cx="46968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236" name="Google Shape;1236;p56"/>
          <p:cNvSpPr txBox="1"/>
          <p:nvPr>
            <p:ph idx="1" type="subTitle"/>
          </p:nvPr>
        </p:nvSpPr>
        <p:spPr>
          <a:xfrm>
            <a:off x="2223600" y="1327276"/>
            <a:ext cx="4696800" cy="38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37" name="Google Shape;1237;p56"/>
          <p:cNvSpPr txBox="1"/>
          <p:nvPr>
            <p:ph hasCustomPrompt="1" idx="2" type="title"/>
          </p:nvPr>
        </p:nvSpPr>
        <p:spPr>
          <a:xfrm>
            <a:off x="2223600" y="1990612"/>
            <a:ext cx="46968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238" name="Google Shape;1238;p56"/>
          <p:cNvSpPr txBox="1"/>
          <p:nvPr>
            <p:ph idx="3" type="subTitle"/>
          </p:nvPr>
        </p:nvSpPr>
        <p:spPr>
          <a:xfrm>
            <a:off x="2223600" y="2679528"/>
            <a:ext cx="4696800" cy="38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39" name="Google Shape;1239;p56"/>
          <p:cNvSpPr txBox="1"/>
          <p:nvPr>
            <p:ph hasCustomPrompt="1" idx="4" type="title"/>
          </p:nvPr>
        </p:nvSpPr>
        <p:spPr>
          <a:xfrm>
            <a:off x="2223600" y="3342868"/>
            <a:ext cx="46968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240" name="Google Shape;1240;p56"/>
          <p:cNvSpPr txBox="1"/>
          <p:nvPr>
            <p:ph idx="5" type="subTitle"/>
          </p:nvPr>
        </p:nvSpPr>
        <p:spPr>
          <a:xfrm>
            <a:off x="2223600" y="4031797"/>
            <a:ext cx="4696800" cy="38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8_1">
    <p:spTree>
      <p:nvGrpSpPr>
        <p:cNvPr id="1241" name="Shape 1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2" name="Google Shape;1242;p5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43" name="Google Shape;1243;p57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1244" name="Google Shape;1244;p57"/>
            <p:cNvSpPr/>
            <p:nvPr/>
          </p:nvSpPr>
          <p:spPr>
            <a:xfrm>
              <a:off x="246225" y="895325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5" name="Google Shape;1245;p57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6" name="Google Shape;1246;p57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7" name="Google Shape;1247;p57"/>
            <p:cNvSpPr/>
            <p:nvPr/>
          </p:nvSpPr>
          <p:spPr>
            <a:xfrm>
              <a:off x="469300" y="1108400"/>
              <a:ext cx="6669850" cy="3485050"/>
            </a:xfrm>
            <a:custGeom>
              <a:rect b="b" l="l" r="r" t="t"/>
              <a:pathLst>
                <a:path extrusionOk="0" fill="none" h="139402" w="266794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8" name="Google Shape;1248;p57"/>
            <p:cNvSpPr/>
            <p:nvPr/>
          </p:nvSpPr>
          <p:spPr>
            <a:xfrm>
              <a:off x="299025" y="955950"/>
              <a:ext cx="7010700" cy="3789950"/>
            </a:xfrm>
            <a:custGeom>
              <a:rect b="b" l="l" r="r" t="t"/>
              <a:pathLst>
                <a:path extrusionOk="0" fill="none" h="151598" w="280428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9" name="Google Shape;1249;p57"/>
            <p:cNvSpPr/>
            <p:nvPr/>
          </p:nvSpPr>
          <p:spPr>
            <a:xfrm>
              <a:off x="7234100" y="895325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0" name="Google Shape;1250;p57"/>
            <p:cNvSpPr/>
            <p:nvPr/>
          </p:nvSpPr>
          <p:spPr>
            <a:xfrm>
              <a:off x="246225" y="4678400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1" name="Google Shape;1251;p57"/>
            <p:cNvSpPr/>
            <p:nvPr/>
          </p:nvSpPr>
          <p:spPr>
            <a:xfrm>
              <a:off x="7234100" y="4678400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2" name="Google Shape;1252;p57"/>
          <p:cNvSpPr txBox="1"/>
          <p:nvPr>
            <p:ph hasCustomPrompt="1" type="title"/>
          </p:nvPr>
        </p:nvSpPr>
        <p:spPr>
          <a:xfrm>
            <a:off x="1216350" y="1339675"/>
            <a:ext cx="1398900" cy="406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53" name="Google Shape;1253;p57"/>
          <p:cNvSpPr txBox="1"/>
          <p:nvPr>
            <p:ph idx="1" type="subTitle"/>
          </p:nvPr>
        </p:nvSpPr>
        <p:spPr>
          <a:xfrm>
            <a:off x="720000" y="3645875"/>
            <a:ext cx="2391600" cy="8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54" name="Google Shape;1254;p57"/>
          <p:cNvSpPr txBox="1"/>
          <p:nvPr>
            <p:ph idx="2" type="subTitle"/>
          </p:nvPr>
        </p:nvSpPr>
        <p:spPr>
          <a:xfrm>
            <a:off x="720000" y="3225050"/>
            <a:ext cx="23916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b="1" sz="1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b="1" sz="24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b="1" sz="24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b="1" sz="24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b="1" sz="24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b="1" sz="24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b="1" sz="24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b="1" sz="24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b="1" sz="24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1255" name="Google Shape;1255;p57"/>
          <p:cNvSpPr txBox="1"/>
          <p:nvPr>
            <p:ph hasCustomPrompt="1" idx="3" type="title"/>
          </p:nvPr>
        </p:nvSpPr>
        <p:spPr>
          <a:xfrm>
            <a:off x="3873100" y="1339675"/>
            <a:ext cx="1397700" cy="406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56" name="Google Shape;1256;p57"/>
          <p:cNvSpPr txBox="1"/>
          <p:nvPr>
            <p:ph idx="4" type="subTitle"/>
          </p:nvPr>
        </p:nvSpPr>
        <p:spPr>
          <a:xfrm>
            <a:off x="3376200" y="3645875"/>
            <a:ext cx="2391600" cy="8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57" name="Google Shape;1257;p57"/>
          <p:cNvSpPr txBox="1"/>
          <p:nvPr>
            <p:ph idx="5" type="subTitle"/>
          </p:nvPr>
        </p:nvSpPr>
        <p:spPr>
          <a:xfrm>
            <a:off x="3376200" y="3225050"/>
            <a:ext cx="23916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b="1" sz="1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b="1" sz="24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b="1" sz="24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b="1" sz="24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b="1" sz="24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b="1" sz="24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b="1" sz="24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b="1" sz="24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b="1" sz="24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1258" name="Google Shape;1258;p57"/>
          <p:cNvSpPr txBox="1"/>
          <p:nvPr>
            <p:ph hasCustomPrompt="1" idx="6" type="title"/>
          </p:nvPr>
        </p:nvSpPr>
        <p:spPr>
          <a:xfrm>
            <a:off x="6528650" y="1339675"/>
            <a:ext cx="1397700" cy="406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59" name="Google Shape;1259;p57"/>
          <p:cNvSpPr txBox="1"/>
          <p:nvPr>
            <p:ph idx="7" type="subTitle"/>
          </p:nvPr>
        </p:nvSpPr>
        <p:spPr>
          <a:xfrm>
            <a:off x="6032300" y="3645875"/>
            <a:ext cx="2391600" cy="8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60" name="Google Shape;1260;p57"/>
          <p:cNvSpPr txBox="1"/>
          <p:nvPr>
            <p:ph idx="8" type="subTitle"/>
          </p:nvPr>
        </p:nvSpPr>
        <p:spPr>
          <a:xfrm>
            <a:off x="6032300" y="3225050"/>
            <a:ext cx="23916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b="1" sz="1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b="1" sz="24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b="1" sz="24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b="1" sz="24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b="1" sz="24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b="1" sz="24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b="1" sz="24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b="1" sz="24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b="1" sz="24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1261" name="Google Shape;1261;p57"/>
          <p:cNvSpPr txBox="1"/>
          <p:nvPr>
            <p:ph idx="9"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1262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3" name="Google Shape;1263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64" name="Google Shape;1264;p58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1265" name="Google Shape;1265;p58"/>
            <p:cNvSpPr/>
            <p:nvPr/>
          </p:nvSpPr>
          <p:spPr>
            <a:xfrm>
              <a:off x="246225" y="895325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6" name="Google Shape;1266;p58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7" name="Google Shape;1267;p58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8" name="Google Shape;1268;p58"/>
            <p:cNvSpPr/>
            <p:nvPr/>
          </p:nvSpPr>
          <p:spPr>
            <a:xfrm>
              <a:off x="469300" y="1108400"/>
              <a:ext cx="6669850" cy="3485050"/>
            </a:xfrm>
            <a:custGeom>
              <a:rect b="b" l="l" r="r" t="t"/>
              <a:pathLst>
                <a:path extrusionOk="0" fill="none" h="139402" w="266794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9" name="Google Shape;1269;p58"/>
            <p:cNvSpPr/>
            <p:nvPr/>
          </p:nvSpPr>
          <p:spPr>
            <a:xfrm>
              <a:off x="299025" y="955950"/>
              <a:ext cx="7010700" cy="3789950"/>
            </a:xfrm>
            <a:custGeom>
              <a:rect b="b" l="l" r="r" t="t"/>
              <a:pathLst>
                <a:path extrusionOk="0" fill="none" h="151598" w="280428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0" name="Google Shape;1270;p58"/>
            <p:cNvSpPr/>
            <p:nvPr/>
          </p:nvSpPr>
          <p:spPr>
            <a:xfrm>
              <a:off x="7234100" y="895325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1" name="Google Shape;1271;p58"/>
            <p:cNvSpPr/>
            <p:nvPr/>
          </p:nvSpPr>
          <p:spPr>
            <a:xfrm>
              <a:off x="246225" y="4678400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2" name="Google Shape;1272;p58"/>
            <p:cNvSpPr/>
            <p:nvPr/>
          </p:nvSpPr>
          <p:spPr>
            <a:xfrm>
              <a:off x="7234100" y="4678400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73" name="Google Shape;1273;p58"/>
          <p:cNvSpPr txBox="1"/>
          <p:nvPr>
            <p:ph type="title"/>
          </p:nvPr>
        </p:nvSpPr>
        <p:spPr>
          <a:xfrm>
            <a:off x="2347938" y="677525"/>
            <a:ext cx="44481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1274" name="Google Shape;1274;p58"/>
          <p:cNvSpPr txBox="1"/>
          <p:nvPr>
            <p:ph idx="1" type="subTitle"/>
          </p:nvPr>
        </p:nvSpPr>
        <p:spPr>
          <a:xfrm>
            <a:off x="2347900" y="1765250"/>
            <a:ext cx="4448100" cy="105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5" name="Google Shape;1275;p58"/>
          <p:cNvSpPr txBox="1"/>
          <p:nvPr/>
        </p:nvSpPr>
        <p:spPr>
          <a:xfrm>
            <a:off x="2405700" y="3611950"/>
            <a:ext cx="43326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CREDITS:</a:t>
            </a:r>
            <a:r>
              <a:rPr lang="en" sz="1000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 This presentation template was created by </a:t>
            </a:r>
            <a:r>
              <a:rPr b="1" lang="en" sz="1000" u="sng">
                <a:solidFill>
                  <a:schemeClr val="hlink"/>
                </a:solidFill>
                <a:latin typeface="Source Sans 3"/>
                <a:ea typeface="Source Sans 3"/>
                <a:cs typeface="Source Sans 3"/>
                <a:sym typeface="Source Sans 3"/>
                <a:hlinkClick r:id="rId3"/>
              </a:rPr>
              <a:t>Slidesgo</a:t>
            </a:r>
            <a:r>
              <a:rPr lang="en" sz="1000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, and includes icons by </a:t>
            </a:r>
            <a:r>
              <a:rPr b="1" lang="en" sz="1000" u="sng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, and infographics &amp; images by </a:t>
            </a:r>
            <a:r>
              <a:rPr b="1" lang="en" sz="1000" u="sng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000" u="sng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endParaRPr b="1" sz="1000" u="sng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1276" name="Shape 1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7" name="Google Shape;1277;p5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78" name="Google Shape;1278;p59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1279" name="Google Shape;1279;p59"/>
            <p:cNvSpPr/>
            <p:nvPr/>
          </p:nvSpPr>
          <p:spPr>
            <a:xfrm>
              <a:off x="246225" y="895325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0" name="Google Shape;1280;p59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1" name="Google Shape;1281;p59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2" name="Google Shape;1282;p59"/>
            <p:cNvSpPr/>
            <p:nvPr/>
          </p:nvSpPr>
          <p:spPr>
            <a:xfrm>
              <a:off x="469300" y="1108400"/>
              <a:ext cx="6669850" cy="3485050"/>
            </a:xfrm>
            <a:custGeom>
              <a:rect b="b" l="l" r="r" t="t"/>
              <a:pathLst>
                <a:path extrusionOk="0" fill="none" h="139402" w="266794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3" name="Google Shape;1283;p59"/>
            <p:cNvSpPr/>
            <p:nvPr/>
          </p:nvSpPr>
          <p:spPr>
            <a:xfrm>
              <a:off x="299025" y="955950"/>
              <a:ext cx="7010700" cy="3789950"/>
            </a:xfrm>
            <a:custGeom>
              <a:rect b="b" l="l" r="r" t="t"/>
              <a:pathLst>
                <a:path extrusionOk="0" fill="none" h="151598" w="280428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4" name="Google Shape;1284;p59"/>
            <p:cNvSpPr/>
            <p:nvPr/>
          </p:nvSpPr>
          <p:spPr>
            <a:xfrm>
              <a:off x="7234100" y="895325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5" name="Google Shape;1285;p59"/>
            <p:cNvSpPr/>
            <p:nvPr/>
          </p:nvSpPr>
          <p:spPr>
            <a:xfrm>
              <a:off x="246225" y="4678400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6" name="Google Shape;1286;p59"/>
            <p:cNvSpPr/>
            <p:nvPr/>
          </p:nvSpPr>
          <p:spPr>
            <a:xfrm>
              <a:off x="7234100" y="4678400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87" name="Google Shape;1287;p59"/>
          <p:cNvGrpSpPr/>
          <p:nvPr/>
        </p:nvGrpSpPr>
        <p:grpSpPr>
          <a:xfrm>
            <a:off x="565056" y="519563"/>
            <a:ext cx="8012737" cy="4104778"/>
            <a:chOff x="585525" y="1202450"/>
            <a:chExt cx="6436450" cy="3297275"/>
          </a:xfrm>
        </p:grpSpPr>
        <p:sp>
          <p:nvSpPr>
            <p:cNvPr id="1288" name="Google Shape;1288;p59"/>
            <p:cNvSpPr/>
            <p:nvPr/>
          </p:nvSpPr>
          <p:spPr>
            <a:xfrm>
              <a:off x="839525" y="1202450"/>
              <a:ext cx="551125" cy="190275"/>
            </a:xfrm>
            <a:custGeom>
              <a:rect b="b" l="l" r="r" t="t"/>
              <a:pathLst>
                <a:path extrusionOk="0" h="7611" w="22045">
                  <a:moveTo>
                    <a:pt x="21819" y="2949"/>
                  </a:moveTo>
                  <a:cubicBezTo>
                    <a:pt x="16996" y="7611"/>
                    <a:pt x="10597" y="0"/>
                    <a:pt x="4949" y="1300"/>
                  </a:cubicBezTo>
                  <a:cubicBezTo>
                    <a:pt x="1962" y="2000"/>
                    <a:pt x="0" y="4312"/>
                    <a:pt x="100" y="7373"/>
                  </a:cubicBezTo>
                  <a:cubicBezTo>
                    <a:pt x="113" y="7461"/>
                    <a:pt x="225" y="7461"/>
                    <a:pt x="238" y="7373"/>
                  </a:cubicBezTo>
                  <a:cubicBezTo>
                    <a:pt x="513" y="1100"/>
                    <a:pt x="7511" y="887"/>
                    <a:pt x="11872" y="2724"/>
                  </a:cubicBezTo>
                  <a:cubicBezTo>
                    <a:pt x="13597" y="3449"/>
                    <a:pt x="15309" y="4437"/>
                    <a:pt x="17208" y="4661"/>
                  </a:cubicBezTo>
                  <a:cubicBezTo>
                    <a:pt x="19108" y="4886"/>
                    <a:pt x="20620" y="4387"/>
                    <a:pt x="21957" y="3087"/>
                  </a:cubicBezTo>
                  <a:cubicBezTo>
                    <a:pt x="22044" y="2999"/>
                    <a:pt x="21919" y="2874"/>
                    <a:pt x="21832" y="294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9" name="Google Shape;1289;p59"/>
            <p:cNvSpPr/>
            <p:nvPr/>
          </p:nvSpPr>
          <p:spPr>
            <a:xfrm>
              <a:off x="844200" y="1369575"/>
              <a:ext cx="180925" cy="121575"/>
            </a:xfrm>
            <a:custGeom>
              <a:rect b="b" l="l" r="r" t="t"/>
              <a:pathLst>
                <a:path extrusionOk="0" h="4863" w="7237">
                  <a:moveTo>
                    <a:pt x="13" y="1688"/>
                  </a:moveTo>
                  <a:cubicBezTo>
                    <a:pt x="151" y="3700"/>
                    <a:pt x="2612" y="4862"/>
                    <a:pt x="4412" y="4325"/>
                  </a:cubicBezTo>
                  <a:cubicBezTo>
                    <a:pt x="5924" y="3875"/>
                    <a:pt x="7236" y="1338"/>
                    <a:pt x="5849" y="88"/>
                  </a:cubicBezTo>
                  <a:cubicBezTo>
                    <a:pt x="5774" y="1"/>
                    <a:pt x="5649" y="126"/>
                    <a:pt x="5737" y="201"/>
                  </a:cubicBezTo>
                  <a:cubicBezTo>
                    <a:pt x="7124" y="1725"/>
                    <a:pt x="5474" y="4025"/>
                    <a:pt x="3837" y="4225"/>
                  </a:cubicBezTo>
                  <a:cubicBezTo>
                    <a:pt x="2288" y="4425"/>
                    <a:pt x="326" y="3413"/>
                    <a:pt x="201" y="1688"/>
                  </a:cubicBezTo>
                  <a:cubicBezTo>
                    <a:pt x="201" y="1563"/>
                    <a:pt x="1" y="1563"/>
                    <a:pt x="13" y="16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0" name="Google Shape;1290;p59"/>
            <p:cNvSpPr/>
            <p:nvPr/>
          </p:nvSpPr>
          <p:spPr>
            <a:xfrm>
              <a:off x="898575" y="1348025"/>
              <a:ext cx="73125" cy="77200"/>
            </a:xfrm>
            <a:custGeom>
              <a:rect b="b" l="l" r="r" t="t"/>
              <a:pathLst>
                <a:path extrusionOk="0" h="3088" w="2925">
                  <a:moveTo>
                    <a:pt x="2849" y="488"/>
                  </a:moveTo>
                  <a:cubicBezTo>
                    <a:pt x="2025" y="1"/>
                    <a:pt x="800" y="351"/>
                    <a:pt x="387" y="1238"/>
                  </a:cubicBezTo>
                  <a:cubicBezTo>
                    <a:pt x="0" y="2063"/>
                    <a:pt x="612" y="2987"/>
                    <a:pt x="1487" y="3075"/>
                  </a:cubicBezTo>
                  <a:cubicBezTo>
                    <a:pt x="1600" y="3087"/>
                    <a:pt x="1625" y="2900"/>
                    <a:pt x="1512" y="2887"/>
                  </a:cubicBezTo>
                  <a:cubicBezTo>
                    <a:pt x="700" y="2737"/>
                    <a:pt x="200" y="1913"/>
                    <a:pt x="675" y="1163"/>
                  </a:cubicBezTo>
                  <a:cubicBezTo>
                    <a:pt x="1137" y="476"/>
                    <a:pt x="2037" y="251"/>
                    <a:pt x="2774" y="625"/>
                  </a:cubicBezTo>
                  <a:cubicBezTo>
                    <a:pt x="2862" y="663"/>
                    <a:pt x="2924" y="551"/>
                    <a:pt x="2849" y="4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1" name="Google Shape;1291;p59"/>
            <p:cNvSpPr/>
            <p:nvPr/>
          </p:nvSpPr>
          <p:spPr>
            <a:xfrm>
              <a:off x="944800" y="1418950"/>
              <a:ext cx="25" cy="325"/>
            </a:xfrm>
            <a:custGeom>
              <a:rect b="b" l="l" r="r" t="t"/>
              <a:pathLst>
                <a:path extrusionOk="0" h="13" w="1">
                  <a:moveTo>
                    <a:pt x="1" y="13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2" name="Google Shape;1292;p59"/>
            <p:cNvSpPr/>
            <p:nvPr/>
          </p:nvSpPr>
          <p:spPr>
            <a:xfrm>
              <a:off x="752350" y="1240875"/>
              <a:ext cx="206850" cy="104050"/>
            </a:xfrm>
            <a:custGeom>
              <a:rect b="b" l="l" r="r" t="t"/>
              <a:pathLst>
                <a:path extrusionOk="0" h="4162" w="8274">
                  <a:moveTo>
                    <a:pt x="8123" y="25"/>
                  </a:moveTo>
                  <a:cubicBezTo>
                    <a:pt x="6999" y="263"/>
                    <a:pt x="5937" y="725"/>
                    <a:pt x="4987" y="1375"/>
                  </a:cubicBezTo>
                  <a:cubicBezTo>
                    <a:pt x="3537" y="2387"/>
                    <a:pt x="2063" y="4162"/>
                    <a:pt x="176" y="2875"/>
                  </a:cubicBezTo>
                  <a:cubicBezTo>
                    <a:pt x="101" y="2825"/>
                    <a:pt x="1" y="2950"/>
                    <a:pt x="76" y="3012"/>
                  </a:cubicBezTo>
                  <a:cubicBezTo>
                    <a:pt x="825" y="3699"/>
                    <a:pt x="1775" y="3699"/>
                    <a:pt x="2700" y="3299"/>
                  </a:cubicBezTo>
                  <a:cubicBezTo>
                    <a:pt x="3375" y="2999"/>
                    <a:pt x="3912" y="2475"/>
                    <a:pt x="4474" y="2025"/>
                  </a:cubicBezTo>
                  <a:cubicBezTo>
                    <a:pt x="5549" y="1137"/>
                    <a:pt x="6811" y="500"/>
                    <a:pt x="8173" y="175"/>
                  </a:cubicBezTo>
                  <a:cubicBezTo>
                    <a:pt x="8273" y="150"/>
                    <a:pt x="8223" y="0"/>
                    <a:pt x="8123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3" name="Google Shape;1293;p59"/>
            <p:cNvSpPr/>
            <p:nvPr/>
          </p:nvSpPr>
          <p:spPr>
            <a:xfrm>
              <a:off x="1012600" y="1245875"/>
              <a:ext cx="88750" cy="80000"/>
            </a:xfrm>
            <a:custGeom>
              <a:rect b="b" l="l" r="r" t="t"/>
              <a:pathLst>
                <a:path extrusionOk="0" h="3200" w="3550">
                  <a:moveTo>
                    <a:pt x="3437" y="313"/>
                  </a:moveTo>
                  <a:cubicBezTo>
                    <a:pt x="2562" y="113"/>
                    <a:pt x="1700" y="0"/>
                    <a:pt x="900" y="488"/>
                  </a:cubicBezTo>
                  <a:cubicBezTo>
                    <a:pt x="363" y="813"/>
                    <a:pt x="0" y="1325"/>
                    <a:pt x="100" y="1975"/>
                  </a:cubicBezTo>
                  <a:cubicBezTo>
                    <a:pt x="200" y="2587"/>
                    <a:pt x="700" y="3062"/>
                    <a:pt x="1325" y="3137"/>
                  </a:cubicBezTo>
                  <a:cubicBezTo>
                    <a:pt x="1787" y="3187"/>
                    <a:pt x="2462" y="3024"/>
                    <a:pt x="2512" y="2475"/>
                  </a:cubicBezTo>
                  <a:cubicBezTo>
                    <a:pt x="2525" y="2387"/>
                    <a:pt x="2400" y="2387"/>
                    <a:pt x="2387" y="2475"/>
                  </a:cubicBezTo>
                  <a:cubicBezTo>
                    <a:pt x="2312" y="3199"/>
                    <a:pt x="1100" y="2937"/>
                    <a:pt x="788" y="2712"/>
                  </a:cubicBezTo>
                  <a:cubicBezTo>
                    <a:pt x="300" y="2362"/>
                    <a:pt x="150" y="1700"/>
                    <a:pt x="450" y="1175"/>
                  </a:cubicBezTo>
                  <a:cubicBezTo>
                    <a:pt x="1063" y="163"/>
                    <a:pt x="2412" y="263"/>
                    <a:pt x="3387" y="488"/>
                  </a:cubicBezTo>
                  <a:cubicBezTo>
                    <a:pt x="3499" y="513"/>
                    <a:pt x="3549" y="338"/>
                    <a:pt x="3437" y="3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4" name="Google Shape;1294;p59"/>
            <p:cNvSpPr/>
            <p:nvPr/>
          </p:nvSpPr>
          <p:spPr>
            <a:xfrm>
              <a:off x="1123500" y="1272100"/>
              <a:ext cx="33450" cy="43775"/>
            </a:xfrm>
            <a:custGeom>
              <a:rect b="b" l="l" r="r" t="t"/>
              <a:pathLst>
                <a:path extrusionOk="0" h="1751" w="1338">
                  <a:moveTo>
                    <a:pt x="1238" y="188"/>
                  </a:moveTo>
                  <a:cubicBezTo>
                    <a:pt x="688" y="1"/>
                    <a:pt x="1" y="326"/>
                    <a:pt x="76" y="976"/>
                  </a:cubicBezTo>
                  <a:cubicBezTo>
                    <a:pt x="126" y="1413"/>
                    <a:pt x="825" y="1750"/>
                    <a:pt x="1088" y="1326"/>
                  </a:cubicBezTo>
                  <a:cubicBezTo>
                    <a:pt x="1163" y="1213"/>
                    <a:pt x="975" y="1101"/>
                    <a:pt x="900" y="1213"/>
                  </a:cubicBezTo>
                  <a:cubicBezTo>
                    <a:pt x="788" y="1288"/>
                    <a:pt x="651" y="1301"/>
                    <a:pt x="538" y="1263"/>
                  </a:cubicBezTo>
                  <a:cubicBezTo>
                    <a:pt x="263" y="1026"/>
                    <a:pt x="213" y="813"/>
                    <a:pt x="388" y="613"/>
                  </a:cubicBezTo>
                  <a:cubicBezTo>
                    <a:pt x="551" y="301"/>
                    <a:pt x="888" y="263"/>
                    <a:pt x="1188" y="351"/>
                  </a:cubicBezTo>
                  <a:cubicBezTo>
                    <a:pt x="1288" y="376"/>
                    <a:pt x="1338" y="226"/>
                    <a:pt x="1238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5" name="Google Shape;1295;p59"/>
            <p:cNvSpPr/>
            <p:nvPr/>
          </p:nvSpPr>
          <p:spPr>
            <a:xfrm>
              <a:off x="732975" y="1292100"/>
              <a:ext cx="31900" cy="31900"/>
            </a:xfrm>
            <a:custGeom>
              <a:rect b="b" l="l" r="r" t="t"/>
              <a:pathLst>
                <a:path extrusionOk="0" h="1276" w="1276">
                  <a:moveTo>
                    <a:pt x="951" y="925"/>
                  </a:moveTo>
                  <a:cubicBezTo>
                    <a:pt x="1275" y="563"/>
                    <a:pt x="826" y="1"/>
                    <a:pt x="413" y="326"/>
                  </a:cubicBezTo>
                  <a:cubicBezTo>
                    <a:pt x="1" y="651"/>
                    <a:pt x="476" y="1275"/>
                    <a:pt x="888" y="975"/>
                  </a:cubicBezTo>
                  <a:cubicBezTo>
                    <a:pt x="963" y="925"/>
                    <a:pt x="913" y="813"/>
                    <a:pt x="826" y="826"/>
                  </a:cubicBezTo>
                  <a:lnTo>
                    <a:pt x="826" y="826"/>
                  </a:lnTo>
                  <a:cubicBezTo>
                    <a:pt x="788" y="901"/>
                    <a:pt x="888" y="1000"/>
                    <a:pt x="951" y="9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6" name="Google Shape;1296;p59"/>
            <p:cNvSpPr/>
            <p:nvPr/>
          </p:nvSpPr>
          <p:spPr>
            <a:xfrm>
              <a:off x="809225" y="1274925"/>
              <a:ext cx="77800" cy="113125"/>
            </a:xfrm>
            <a:custGeom>
              <a:rect b="b" l="l" r="r" t="t"/>
              <a:pathLst>
                <a:path extrusionOk="0" h="4525" w="3112">
                  <a:moveTo>
                    <a:pt x="2949" y="63"/>
                  </a:moveTo>
                  <a:cubicBezTo>
                    <a:pt x="1550" y="1163"/>
                    <a:pt x="525" y="2675"/>
                    <a:pt x="25" y="4374"/>
                  </a:cubicBezTo>
                  <a:cubicBezTo>
                    <a:pt x="0" y="4462"/>
                    <a:pt x="125" y="4524"/>
                    <a:pt x="175" y="4437"/>
                  </a:cubicBezTo>
                  <a:cubicBezTo>
                    <a:pt x="925" y="2825"/>
                    <a:pt x="1687" y="1338"/>
                    <a:pt x="3049" y="150"/>
                  </a:cubicBezTo>
                  <a:cubicBezTo>
                    <a:pt x="3112" y="100"/>
                    <a:pt x="3012" y="0"/>
                    <a:pt x="2949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7" name="Google Shape;1297;p59"/>
            <p:cNvSpPr/>
            <p:nvPr/>
          </p:nvSpPr>
          <p:spPr>
            <a:xfrm>
              <a:off x="792650" y="1376150"/>
              <a:ext cx="30650" cy="32525"/>
            </a:xfrm>
            <a:custGeom>
              <a:rect b="b" l="l" r="r" t="t"/>
              <a:pathLst>
                <a:path extrusionOk="0" h="1301" w="1226">
                  <a:moveTo>
                    <a:pt x="725" y="500"/>
                  </a:moveTo>
                  <a:lnTo>
                    <a:pt x="725" y="563"/>
                  </a:lnTo>
                  <a:cubicBezTo>
                    <a:pt x="800" y="638"/>
                    <a:pt x="913" y="550"/>
                    <a:pt x="875" y="450"/>
                  </a:cubicBezTo>
                  <a:cubicBezTo>
                    <a:pt x="626" y="0"/>
                    <a:pt x="1" y="550"/>
                    <a:pt x="338" y="925"/>
                  </a:cubicBezTo>
                  <a:cubicBezTo>
                    <a:pt x="688" y="1300"/>
                    <a:pt x="1225" y="750"/>
                    <a:pt x="838" y="388"/>
                  </a:cubicBezTo>
                  <a:cubicBezTo>
                    <a:pt x="763" y="325"/>
                    <a:pt x="663" y="425"/>
                    <a:pt x="725" y="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8" name="Google Shape;1298;p59"/>
            <p:cNvSpPr/>
            <p:nvPr/>
          </p:nvSpPr>
          <p:spPr>
            <a:xfrm>
              <a:off x="841400" y="1393325"/>
              <a:ext cx="5650" cy="9725"/>
            </a:xfrm>
            <a:custGeom>
              <a:rect b="b" l="l" r="r" t="t"/>
              <a:pathLst>
                <a:path extrusionOk="0" h="389" w="226">
                  <a:moveTo>
                    <a:pt x="13" y="126"/>
                  </a:moveTo>
                  <a:cubicBezTo>
                    <a:pt x="0" y="201"/>
                    <a:pt x="13" y="276"/>
                    <a:pt x="63" y="326"/>
                  </a:cubicBezTo>
                  <a:cubicBezTo>
                    <a:pt x="100" y="388"/>
                    <a:pt x="225" y="376"/>
                    <a:pt x="225" y="288"/>
                  </a:cubicBezTo>
                  <a:cubicBezTo>
                    <a:pt x="213" y="238"/>
                    <a:pt x="213" y="176"/>
                    <a:pt x="213" y="126"/>
                  </a:cubicBezTo>
                  <a:cubicBezTo>
                    <a:pt x="200" y="1"/>
                    <a:pt x="13" y="1"/>
                    <a:pt x="13" y="1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9" name="Google Shape;1299;p59"/>
            <p:cNvSpPr/>
            <p:nvPr/>
          </p:nvSpPr>
          <p:spPr>
            <a:xfrm>
              <a:off x="973550" y="1363650"/>
              <a:ext cx="9700" cy="6900"/>
            </a:xfrm>
            <a:custGeom>
              <a:rect b="b" l="l" r="r" t="t"/>
              <a:pathLst>
                <a:path extrusionOk="0" h="276" w="388">
                  <a:moveTo>
                    <a:pt x="75" y="188"/>
                  </a:moveTo>
                  <a:cubicBezTo>
                    <a:pt x="138" y="225"/>
                    <a:pt x="213" y="250"/>
                    <a:pt x="288" y="263"/>
                  </a:cubicBezTo>
                  <a:cubicBezTo>
                    <a:pt x="350" y="275"/>
                    <a:pt x="388" y="213"/>
                    <a:pt x="350" y="163"/>
                  </a:cubicBezTo>
                  <a:cubicBezTo>
                    <a:pt x="300" y="100"/>
                    <a:pt x="225" y="50"/>
                    <a:pt x="138" y="25"/>
                  </a:cubicBezTo>
                  <a:cubicBezTo>
                    <a:pt x="50" y="0"/>
                    <a:pt x="0" y="138"/>
                    <a:pt x="75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0" name="Google Shape;1300;p59"/>
            <p:cNvSpPr/>
            <p:nvPr/>
          </p:nvSpPr>
          <p:spPr>
            <a:xfrm>
              <a:off x="832025" y="1234000"/>
              <a:ext cx="156850" cy="27525"/>
            </a:xfrm>
            <a:custGeom>
              <a:rect b="b" l="l" r="r" t="t"/>
              <a:pathLst>
                <a:path extrusionOk="0" h="1101" w="6274">
                  <a:moveTo>
                    <a:pt x="6174" y="13"/>
                  </a:moveTo>
                  <a:cubicBezTo>
                    <a:pt x="5324" y="0"/>
                    <a:pt x="4462" y="75"/>
                    <a:pt x="3624" y="250"/>
                  </a:cubicBezTo>
                  <a:cubicBezTo>
                    <a:pt x="2475" y="488"/>
                    <a:pt x="1350" y="925"/>
                    <a:pt x="163" y="613"/>
                  </a:cubicBezTo>
                  <a:cubicBezTo>
                    <a:pt x="50" y="575"/>
                    <a:pt x="0" y="763"/>
                    <a:pt x="113" y="788"/>
                  </a:cubicBezTo>
                  <a:cubicBezTo>
                    <a:pt x="913" y="1100"/>
                    <a:pt x="1625" y="950"/>
                    <a:pt x="2450" y="775"/>
                  </a:cubicBezTo>
                  <a:cubicBezTo>
                    <a:pt x="3687" y="500"/>
                    <a:pt x="4899" y="250"/>
                    <a:pt x="6174" y="188"/>
                  </a:cubicBezTo>
                  <a:cubicBezTo>
                    <a:pt x="6274" y="175"/>
                    <a:pt x="6274" y="25"/>
                    <a:pt x="6174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1" name="Google Shape;1301;p59"/>
            <p:cNvSpPr/>
            <p:nvPr/>
          </p:nvSpPr>
          <p:spPr>
            <a:xfrm>
              <a:off x="810775" y="1233675"/>
              <a:ext cx="33150" cy="30975"/>
            </a:xfrm>
            <a:custGeom>
              <a:rect b="b" l="l" r="r" t="t"/>
              <a:pathLst>
                <a:path extrusionOk="0" h="1239" w="1326">
                  <a:moveTo>
                    <a:pt x="875" y="688"/>
                  </a:moveTo>
                  <a:lnTo>
                    <a:pt x="763" y="651"/>
                  </a:lnTo>
                  <a:cubicBezTo>
                    <a:pt x="700" y="726"/>
                    <a:pt x="763" y="826"/>
                    <a:pt x="850" y="813"/>
                  </a:cubicBezTo>
                  <a:cubicBezTo>
                    <a:pt x="1325" y="651"/>
                    <a:pt x="850" y="1"/>
                    <a:pt x="463" y="226"/>
                  </a:cubicBezTo>
                  <a:cubicBezTo>
                    <a:pt x="0" y="526"/>
                    <a:pt x="550" y="1238"/>
                    <a:pt x="975" y="801"/>
                  </a:cubicBezTo>
                  <a:cubicBezTo>
                    <a:pt x="1038" y="738"/>
                    <a:pt x="950" y="638"/>
                    <a:pt x="875" y="6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2" name="Google Shape;1302;p59"/>
            <p:cNvSpPr/>
            <p:nvPr/>
          </p:nvSpPr>
          <p:spPr>
            <a:xfrm>
              <a:off x="766400" y="1291175"/>
              <a:ext cx="73150" cy="22525"/>
            </a:xfrm>
            <a:custGeom>
              <a:rect b="b" l="l" r="r" t="t"/>
              <a:pathLst>
                <a:path extrusionOk="0" h="901" w="2926">
                  <a:moveTo>
                    <a:pt x="2813" y="638"/>
                  </a:moveTo>
                  <a:cubicBezTo>
                    <a:pt x="2500" y="338"/>
                    <a:pt x="2113" y="150"/>
                    <a:pt x="1688" y="100"/>
                  </a:cubicBezTo>
                  <a:cubicBezTo>
                    <a:pt x="1226" y="38"/>
                    <a:pt x="526" y="0"/>
                    <a:pt x="113" y="263"/>
                  </a:cubicBezTo>
                  <a:cubicBezTo>
                    <a:pt x="1" y="325"/>
                    <a:pt x="76" y="488"/>
                    <a:pt x="201" y="463"/>
                  </a:cubicBezTo>
                  <a:cubicBezTo>
                    <a:pt x="976" y="263"/>
                    <a:pt x="2025" y="213"/>
                    <a:pt x="2650" y="800"/>
                  </a:cubicBezTo>
                  <a:cubicBezTo>
                    <a:pt x="2763" y="900"/>
                    <a:pt x="2925" y="738"/>
                    <a:pt x="2813" y="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3" name="Google Shape;1303;p59"/>
            <p:cNvSpPr/>
            <p:nvPr/>
          </p:nvSpPr>
          <p:spPr>
            <a:xfrm>
              <a:off x="767350" y="1296800"/>
              <a:ext cx="70625" cy="23450"/>
            </a:xfrm>
            <a:custGeom>
              <a:rect b="b" l="l" r="r" t="t"/>
              <a:pathLst>
                <a:path extrusionOk="0" h="938" w="2825">
                  <a:moveTo>
                    <a:pt x="63" y="200"/>
                  </a:moveTo>
                  <a:cubicBezTo>
                    <a:pt x="575" y="887"/>
                    <a:pt x="2012" y="937"/>
                    <a:pt x="2712" y="575"/>
                  </a:cubicBezTo>
                  <a:cubicBezTo>
                    <a:pt x="2825" y="513"/>
                    <a:pt x="2737" y="375"/>
                    <a:pt x="2637" y="388"/>
                  </a:cubicBezTo>
                  <a:cubicBezTo>
                    <a:pt x="1925" y="500"/>
                    <a:pt x="763" y="762"/>
                    <a:pt x="213" y="88"/>
                  </a:cubicBezTo>
                  <a:cubicBezTo>
                    <a:pt x="150" y="0"/>
                    <a:pt x="0" y="113"/>
                    <a:pt x="63" y="2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4" name="Google Shape;1304;p59"/>
            <p:cNvSpPr/>
            <p:nvPr/>
          </p:nvSpPr>
          <p:spPr>
            <a:xfrm>
              <a:off x="919500" y="1249000"/>
              <a:ext cx="18150" cy="56875"/>
            </a:xfrm>
            <a:custGeom>
              <a:rect b="b" l="l" r="r" t="t"/>
              <a:pathLst>
                <a:path extrusionOk="0" h="2275" w="726">
                  <a:moveTo>
                    <a:pt x="325" y="163"/>
                  </a:moveTo>
                  <a:cubicBezTo>
                    <a:pt x="488" y="800"/>
                    <a:pt x="400" y="1475"/>
                    <a:pt x="75" y="2037"/>
                  </a:cubicBezTo>
                  <a:cubicBezTo>
                    <a:pt x="0" y="2162"/>
                    <a:pt x="188" y="2275"/>
                    <a:pt x="263" y="2150"/>
                  </a:cubicBezTo>
                  <a:cubicBezTo>
                    <a:pt x="638" y="1537"/>
                    <a:pt x="725" y="800"/>
                    <a:pt x="500" y="113"/>
                  </a:cubicBezTo>
                  <a:cubicBezTo>
                    <a:pt x="463" y="0"/>
                    <a:pt x="288" y="50"/>
                    <a:pt x="325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5" name="Google Shape;1305;p59"/>
            <p:cNvSpPr/>
            <p:nvPr/>
          </p:nvSpPr>
          <p:spPr>
            <a:xfrm>
              <a:off x="914500" y="1250875"/>
              <a:ext cx="16275" cy="54375"/>
            </a:xfrm>
            <a:custGeom>
              <a:rect b="b" l="l" r="r" t="t"/>
              <a:pathLst>
                <a:path extrusionOk="0" h="2175" w="651">
                  <a:moveTo>
                    <a:pt x="463" y="1987"/>
                  </a:moveTo>
                  <a:cubicBezTo>
                    <a:pt x="338" y="1625"/>
                    <a:pt x="288" y="1225"/>
                    <a:pt x="350" y="850"/>
                  </a:cubicBezTo>
                  <a:cubicBezTo>
                    <a:pt x="400" y="563"/>
                    <a:pt x="538" y="388"/>
                    <a:pt x="638" y="150"/>
                  </a:cubicBezTo>
                  <a:cubicBezTo>
                    <a:pt x="650" y="100"/>
                    <a:pt x="625" y="63"/>
                    <a:pt x="588" y="50"/>
                  </a:cubicBezTo>
                  <a:cubicBezTo>
                    <a:pt x="288" y="0"/>
                    <a:pt x="188" y="325"/>
                    <a:pt x="113" y="563"/>
                  </a:cubicBezTo>
                  <a:cubicBezTo>
                    <a:pt x="0" y="1062"/>
                    <a:pt x="50" y="1575"/>
                    <a:pt x="250" y="2050"/>
                  </a:cubicBezTo>
                  <a:cubicBezTo>
                    <a:pt x="300" y="2175"/>
                    <a:pt x="500" y="2125"/>
                    <a:pt x="463" y="19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6" name="Google Shape;1306;p59"/>
            <p:cNvSpPr/>
            <p:nvPr/>
          </p:nvSpPr>
          <p:spPr>
            <a:xfrm>
              <a:off x="1186925" y="1310225"/>
              <a:ext cx="83125" cy="26900"/>
            </a:xfrm>
            <a:custGeom>
              <a:rect b="b" l="l" r="r" t="t"/>
              <a:pathLst>
                <a:path extrusionOk="0" h="1076" w="3325">
                  <a:moveTo>
                    <a:pt x="3200" y="151"/>
                  </a:moveTo>
                  <a:cubicBezTo>
                    <a:pt x="2187" y="1"/>
                    <a:pt x="813" y="151"/>
                    <a:pt x="63" y="913"/>
                  </a:cubicBezTo>
                  <a:cubicBezTo>
                    <a:pt x="1" y="963"/>
                    <a:pt x="63" y="1075"/>
                    <a:pt x="138" y="1050"/>
                  </a:cubicBezTo>
                  <a:cubicBezTo>
                    <a:pt x="613" y="888"/>
                    <a:pt x="1013" y="600"/>
                    <a:pt x="1500" y="475"/>
                  </a:cubicBezTo>
                  <a:cubicBezTo>
                    <a:pt x="2050" y="338"/>
                    <a:pt x="2612" y="300"/>
                    <a:pt x="3162" y="363"/>
                  </a:cubicBezTo>
                  <a:cubicBezTo>
                    <a:pt x="3287" y="375"/>
                    <a:pt x="3325" y="163"/>
                    <a:pt x="3200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7" name="Google Shape;1307;p59"/>
            <p:cNvSpPr/>
            <p:nvPr/>
          </p:nvSpPr>
          <p:spPr>
            <a:xfrm>
              <a:off x="1187250" y="1314900"/>
              <a:ext cx="100600" cy="30975"/>
            </a:xfrm>
            <a:custGeom>
              <a:rect b="b" l="l" r="r" t="t"/>
              <a:pathLst>
                <a:path extrusionOk="0" h="1239" w="4024">
                  <a:moveTo>
                    <a:pt x="138" y="1001"/>
                  </a:moveTo>
                  <a:cubicBezTo>
                    <a:pt x="762" y="1113"/>
                    <a:pt x="1412" y="1238"/>
                    <a:pt x="2049" y="1151"/>
                  </a:cubicBezTo>
                  <a:cubicBezTo>
                    <a:pt x="2724" y="1038"/>
                    <a:pt x="3312" y="688"/>
                    <a:pt x="3887" y="313"/>
                  </a:cubicBezTo>
                  <a:cubicBezTo>
                    <a:pt x="4024" y="226"/>
                    <a:pt x="3887" y="1"/>
                    <a:pt x="3749" y="88"/>
                  </a:cubicBezTo>
                  <a:cubicBezTo>
                    <a:pt x="3287" y="401"/>
                    <a:pt x="2787" y="713"/>
                    <a:pt x="2237" y="851"/>
                  </a:cubicBezTo>
                  <a:cubicBezTo>
                    <a:pt x="1575" y="1013"/>
                    <a:pt x="862" y="901"/>
                    <a:pt x="187" y="788"/>
                  </a:cubicBezTo>
                  <a:cubicBezTo>
                    <a:pt x="50" y="776"/>
                    <a:pt x="0" y="976"/>
                    <a:pt x="138" y="10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8" name="Google Shape;1308;p59"/>
            <p:cNvSpPr/>
            <p:nvPr/>
          </p:nvSpPr>
          <p:spPr>
            <a:xfrm>
              <a:off x="585525" y="1460800"/>
              <a:ext cx="199975" cy="551150"/>
            </a:xfrm>
            <a:custGeom>
              <a:rect b="b" l="l" r="r" t="t"/>
              <a:pathLst>
                <a:path extrusionOk="0" h="22046" w="7999">
                  <a:moveTo>
                    <a:pt x="3487" y="21958"/>
                  </a:moveTo>
                  <a:cubicBezTo>
                    <a:pt x="4799" y="20621"/>
                    <a:pt x="5299" y="19108"/>
                    <a:pt x="5074" y="17209"/>
                  </a:cubicBezTo>
                  <a:cubicBezTo>
                    <a:pt x="4912" y="15809"/>
                    <a:pt x="4287" y="14560"/>
                    <a:pt x="3749" y="13285"/>
                  </a:cubicBezTo>
                  <a:cubicBezTo>
                    <a:pt x="1875" y="8811"/>
                    <a:pt x="0" y="576"/>
                    <a:pt x="7786" y="238"/>
                  </a:cubicBezTo>
                  <a:cubicBezTo>
                    <a:pt x="7861" y="238"/>
                    <a:pt x="7861" y="113"/>
                    <a:pt x="7786" y="101"/>
                  </a:cubicBezTo>
                  <a:cubicBezTo>
                    <a:pt x="4737" y="1"/>
                    <a:pt x="2400" y="1975"/>
                    <a:pt x="1712" y="4962"/>
                  </a:cubicBezTo>
                  <a:cubicBezTo>
                    <a:pt x="400" y="10611"/>
                    <a:pt x="7998" y="17034"/>
                    <a:pt x="3362" y="21833"/>
                  </a:cubicBezTo>
                  <a:cubicBezTo>
                    <a:pt x="3274" y="21908"/>
                    <a:pt x="3412" y="22045"/>
                    <a:pt x="3487" y="219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9" name="Google Shape;1309;p59"/>
            <p:cNvSpPr/>
            <p:nvPr/>
          </p:nvSpPr>
          <p:spPr>
            <a:xfrm>
              <a:off x="762975" y="1465800"/>
              <a:ext cx="121550" cy="180925"/>
            </a:xfrm>
            <a:custGeom>
              <a:rect b="b" l="l" r="r" t="t"/>
              <a:pathLst>
                <a:path extrusionOk="0" h="7237" w="4862">
                  <a:moveTo>
                    <a:pt x="1688" y="201"/>
                  </a:moveTo>
                  <a:cubicBezTo>
                    <a:pt x="3412" y="326"/>
                    <a:pt x="4424" y="2288"/>
                    <a:pt x="4224" y="3837"/>
                  </a:cubicBezTo>
                  <a:cubicBezTo>
                    <a:pt x="4024" y="5462"/>
                    <a:pt x="1725" y="7124"/>
                    <a:pt x="200" y="5724"/>
                  </a:cubicBezTo>
                  <a:cubicBezTo>
                    <a:pt x="125" y="5649"/>
                    <a:pt x="0" y="5774"/>
                    <a:pt x="88" y="5849"/>
                  </a:cubicBezTo>
                  <a:cubicBezTo>
                    <a:pt x="1338" y="7237"/>
                    <a:pt x="3874" y="5924"/>
                    <a:pt x="4324" y="4412"/>
                  </a:cubicBezTo>
                  <a:cubicBezTo>
                    <a:pt x="4862" y="2600"/>
                    <a:pt x="3700" y="151"/>
                    <a:pt x="1688" y="13"/>
                  </a:cubicBezTo>
                  <a:cubicBezTo>
                    <a:pt x="1563" y="1"/>
                    <a:pt x="1563" y="201"/>
                    <a:pt x="1688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0" name="Google Shape;1310;p59"/>
            <p:cNvSpPr/>
            <p:nvPr/>
          </p:nvSpPr>
          <p:spPr>
            <a:xfrm>
              <a:off x="741425" y="1520175"/>
              <a:ext cx="77175" cy="73125"/>
            </a:xfrm>
            <a:custGeom>
              <a:rect b="b" l="l" r="r" t="t"/>
              <a:pathLst>
                <a:path extrusionOk="0" h="2925" w="3087">
                  <a:moveTo>
                    <a:pt x="625" y="2775"/>
                  </a:moveTo>
                  <a:cubicBezTo>
                    <a:pt x="250" y="2037"/>
                    <a:pt x="475" y="1138"/>
                    <a:pt x="1162" y="675"/>
                  </a:cubicBezTo>
                  <a:cubicBezTo>
                    <a:pt x="1900" y="188"/>
                    <a:pt x="2737" y="713"/>
                    <a:pt x="2874" y="1512"/>
                  </a:cubicBezTo>
                  <a:cubicBezTo>
                    <a:pt x="2899" y="1625"/>
                    <a:pt x="3087" y="1600"/>
                    <a:pt x="3074" y="1487"/>
                  </a:cubicBezTo>
                  <a:cubicBezTo>
                    <a:pt x="2987" y="613"/>
                    <a:pt x="2062" y="0"/>
                    <a:pt x="1237" y="388"/>
                  </a:cubicBezTo>
                  <a:cubicBezTo>
                    <a:pt x="350" y="800"/>
                    <a:pt x="0" y="2025"/>
                    <a:pt x="488" y="2850"/>
                  </a:cubicBezTo>
                  <a:cubicBezTo>
                    <a:pt x="538" y="2925"/>
                    <a:pt x="663" y="2862"/>
                    <a:pt x="625" y="27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1" name="Google Shape;1311;p59"/>
            <p:cNvSpPr/>
            <p:nvPr/>
          </p:nvSpPr>
          <p:spPr>
            <a:xfrm>
              <a:off x="812325" y="1566400"/>
              <a:ext cx="25" cy="350"/>
            </a:xfrm>
            <a:custGeom>
              <a:rect b="b" l="l" r="r" t="t"/>
              <a:pathLst>
                <a:path extrusionOk="0" h="14" w="1">
                  <a:moveTo>
                    <a:pt x="1" y="13"/>
                  </a:moveTo>
                  <a:lnTo>
                    <a:pt x="1" y="1"/>
                  </a:lnTo>
                  <a:cubicBezTo>
                    <a:pt x="1" y="1"/>
                    <a:pt x="1" y="13"/>
                    <a:pt x="1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2" name="Google Shape;1312;p59"/>
            <p:cNvSpPr/>
            <p:nvPr/>
          </p:nvSpPr>
          <p:spPr>
            <a:xfrm>
              <a:off x="633950" y="1373950"/>
              <a:ext cx="104050" cy="206550"/>
            </a:xfrm>
            <a:custGeom>
              <a:rect b="b" l="l" r="r" t="t"/>
              <a:pathLst>
                <a:path extrusionOk="0" h="8262" w="4162">
                  <a:moveTo>
                    <a:pt x="175" y="8174"/>
                  </a:moveTo>
                  <a:cubicBezTo>
                    <a:pt x="463" y="6974"/>
                    <a:pt x="988" y="5862"/>
                    <a:pt x="1725" y="4887"/>
                  </a:cubicBezTo>
                  <a:cubicBezTo>
                    <a:pt x="2250" y="4187"/>
                    <a:pt x="2937" y="3525"/>
                    <a:pt x="3312" y="2700"/>
                  </a:cubicBezTo>
                  <a:cubicBezTo>
                    <a:pt x="3712" y="1788"/>
                    <a:pt x="3699" y="826"/>
                    <a:pt x="3025" y="76"/>
                  </a:cubicBezTo>
                  <a:cubicBezTo>
                    <a:pt x="2962" y="1"/>
                    <a:pt x="2837" y="88"/>
                    <a:pt x="2887" y="176"/>
                  </a:cubicBezTo>
                  <a:cubicBezTo>
                    <a:pt x="4162" y="2050"/>
                    <a:pt x="2400" y="3537"/>
                    <a:pt x="1387" y="4987"/>
                  </a:cubicBezTo>
                  <a:cubicBezTo>
                    <a:pt x="738" y="5937"/>
                    <a:pt x="275" y="6999"/>
                    <a:pt x="25" y="8124"/>
                  </a:cubicBezTo>
                  <a:cubicBezTo>
                    <a:pt x="0" y="8224"/>
                    <a:pt x="150" y="8261"/>
                    <a:pt x="188" y="8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3" name="Google Shape;1313;p59"/>
            <p:cNvSpPr/>
            <p:nvPr/>
          </p:nvSpPr>
          <p:spPr>
            <a:xfrm>
              <a:off x="638950" y="1634200"/>
              <a:ext cx="81550" cy="88450"/>
            </a:xfrm>
            <a:custGeom>
              <a:rect b="b" l="l" r="r" t="t"/>
              <a:pathLst>
                <a:path extrusionOk="0" h="3538" w="3262">
                  <a:moveTo>
                    <a:pt x="488" y="3387"/>
                  </a:moveTo>
                  <a:cubicBezTo>
                    <a:pt x="275" y="2413"/>
                    <a:pt x="175" y="1050"/>
                    <a:pt x="1187" y="438"/>
                  </a:cubicBezTo>
                  <a:cubicBezTo>
                    <a:pt x="1650" y="176"/>
                    <a:pt x="2250" y="263"/>
                    <a:pt x="2625" y="650"/>
                  </a:cubicBezTo>
                  <a:cubicBezTo>
                    <a:pt x="2937" y="975"/>
                    <a:pt x="3262" y="2300"/>
                    <a:pt x="2475" y="2388"/>
                  </a:cubicBezTo>
                  <a:cubicBezTo>
                    <a:pt x="2400" y="2388"/>
                    <a:pt x="2400" y="2525"/>
                    <a:pt x="2475" y="2512"/>
                  </a:cubicBezTo>
                  <a:cubicBezTo>
                    <a:pt x="3024" y="2462"/>
                    <a:pt x="3199" y="1788"/>
                    <a:pt x="3137" y="1313"/>
                  </a:cubicBezTo>
                  <a:cubicBezTo>
                    <a:pt x="3074" y="700"/>
                    <a:pt x="2600" y="201"/>
                    <a:pt x="1975" y="101"/>
                  </a:cubicBezTo>
                  <a:cubicBezTo>
                    <a:pt x="1337" y="1"/>
                    <a:pt x="825" y="363"/>
                    <a:pt x="500" y="900"/>
                  </a:cubicBezTo>
                  <a:cubicBezTo>
                    <a:pt x="0" y="1700"/>
                    <a:pt x="125" y="2562"/>
                    <a:pt x="325" y="3425"/>
                  </a:cubicBezTo>
                  <a:cubicBezTo>
                    <a:pt x="350" y="3537"/>
                    <a:pt x="525" y="3500"/>
                    <a:pt x="488" y="33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4" name="Google Shape;1314;p59"/>
            <p:cNvSpPr/>
            <p:nvPr/>
          </p:nvSpPr>
          <p:spPr>
            <a:xfrm>
              <a:off x="665200" y="1745425"/>
              <a:ext cx="44075" cy="33150"/>
            </a:xfrm>
            <a:custGeom>
              <a:rect b="b" l="l" r="r" t="t"/>
              <a:pathLst>
                <a:path extrusionOk="0" h="1326" w="1763">
                  <a:moveTo>
                    <a:pt x="350" y="1175"/>
                  </a:moveTo>
                  <a:cubicBezTo>
                    <a:pt x="262" y="863"/>
                    <a:pt x="312" y="538"/>
                    <a:pt x="625" y="363"/>
                  </a:cubicBezTo>
                  <a:cubicBezTo>
                    <a:pt x="825" y="188"/>
                    <a:pt x="1037" y="238"/>
                    <a:pt x="1262" y="525"/>
                  </a:cubicBezTo>
                  <a:cubicBezTo>
                    <a:pt x="1312" y="650"/>
                    <a:pt x="1300" y="788"/>
                    <a:pt x="1225" y="900"/>
                  </a:cubicBezTo>
                  <a:cubicBezTo>
                    <a:pt x="1112" y="975"/>
                    <a:pt x="1212" y="1150"/>
                    <a:pt x="1325" y="1075"/>
                  </a:cubicBezTo>
                  <a:cubicBezTo>
                    <a:pt x="1762" y="813"/>
                    <a:pt x="1412" y="113"/>
                    <a:pt x="987" y="63"/>
                  </a:cubicBezTo>
                  <a:cubicBezTo>
                    <a:pt x="325" y="0"/>
                    <a:pt x="0" y="688"/>
                    <a:pt x="200" y="1225"/>
                  </a:cubicBezTo>
                  <a:cubicBezTo>
                    <a:pt x="237" y="1325"/>
                    <a:pt x="387" y="1288"/>
                    <a:pt x="350" y="1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5" name="Google Shape;1315;p59"/>
            <p:cNvSpPr/>
            <p:nvPr/>
          </p:nvSpPr>
          <p:spPr>
            <a:xfrm>
              <a:off x="685175" y="1354600"/>
              <a:ext cx="32200" cy="31875"/>
            </a:xfrm>
            <a:custGeom>
              <a:rect b="b" l="l" r="r" t="t"/>
              <a:pathLst>
                <a:path extrusionOk="0" h="1275" w="1288">
                  <a:moveTo>
                    <a:pt x="838" y="825"/>
                  </a:moveTo>
                  <a:lnTo>
                    <a:pt x="838" y="825"/>
                  </a:lnTo>
                  <a:cubicBezTo>
                    <a:pt x="826" y="900"/>
                    <a:pt x="926" y="950"/>
                    <a:pt x="988" y="887"/>
                  </a:cubicBezTo>
                  <a:cubicBezTo>
                    <a:pt x="1288" y="475"/>
                    <a:pt x="663" y="0"/>
                    <a:pt x="326" y="412"/>
                  </a:cubicBezTo>
                  <a:cubicBezTo>
                    <a:pt x="1" y="825"/>
                    <a:pt x="563" y="1275"/>
                    <a:pt x="938" y="950"/>
                  </a:cubicBezTo>
                  <a:cubicBezTo>
                    <a:pt x="1001" y="887"/>
                    <a:pt x="913" y="775"/>
                    <a:pt x="838" y="8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6" name="Google Shape;1316;p59"/>
            <p:cNvSpPr/>
            <p:nvPr/>
          </p:nvSpPr>
          <p:spPr>
            <a:xfrm>
              <a:off x="668300" y="1430500"/>
              <a:ext cx="113125" cy="77500"/>
            </a:xfrm>
            <a:custGeom>
              <a:rect b="b" l="l" r="r" t="t"/>
              <a:pathLst>
                <a:path extrusionOk="0" h="3100" w="4525">
                  <a:moveTo>
                    <a:pt x="151" y="3050"/>
                  </a:moveTo>
                  <a:cubicBezTo>
                    <a:pt x="1338" y="1688"/>
                    <a:pt x="2813" y="926"/>
                    <a:pt x="4437" y="176"/>
                  </a:cubicBezTo>
                  <a:cubicBezTo>
                    <a:pt x="4525" y="138"/>
                    <a:pt x="4462" y="1"/>
                    <a:pt x="4375" y="26"/>
                  </a:cubicBezTo>
                  <a:cubicBezTo>
                    <a:pt x="2663" y="538"/>
                    <a:pt x="1163" y="1550"/>
                    <a:pt x="51" y="2950"/>
                  </a:cubicBezTo>
                  <a:cubicBezTo>
                    <a:pt x="1" y="3012"/>
                    <a:pt x="88" y="3100"/>
                    <a:pt x="151" y="30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7" name="Google Shape;1317;p59"/>
            <p:cNvSpPr/>
            <p:nvPr/>
          </p:nvSpPr>
          <p:spPr>
            <a:xfrm>
              <a:off x="769525" y="1413950"/>
              <a:ext cx="32525" cy="30950"/>
            </a:xfrm>
            <a:custGeom>
              <a:rect b="b" l="l" r="r" t="t"/>
              <a:pathLst>
                <a:path extrusionOk="0" h="1238" w="1301">
                  <a:moveTo>
                    <a:pt x="388" y="850"/>
                  </a:moveTo>
                  <a:cubicBezTo>
                    <a:pt x="751" y="1238"/>
                    <a:pt x="1301" y="700"/>
                    <a:pt x="926" y="350"/>
                  </a:cubicBezTo>
                  <a:cubicBezTo>
                    <a:pt x="551" y="0"/>
                    <a:pt x="1" y="638"/>
                    <a:pt x="451" y="888"/>
                  </a:cubicBezTo>
                  <a:cubicBezTo>
                    <a:pt x="538" y="925"/>
                    <a:pt x="626" y="813"/>
                    <a:pt x="563" y="738"/>
                  </a:cubicBezTo>
                  <a:lnTo>
                    <a:pt x="501" y="738"/>
                  </a:lnTo>
                  <a:cubicBezTo>
                    <a:pt x="426" y="675"/>
                    <a:pt x="326" y="775"/>
                    <a:pt x="388" y="8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8" name="Google Shape;1318;p59"/>
            <p:cNvSpPr/>
            <p:nvPr/>
          </p:nvSpPr>
          <p:spPr>
            <a:xfrm>
              <a:off x="786400" y="1462675"/>
              <a:ext cx="10025" cy="5975"/>
            </a:xfrm>
            <a:custGeom>
              <a:rect b="b" l="l" r="r" t="t"/>
              <a:pathLst>
                <a:path extrusionOk="0" h="239" w="401">
                  <a:moveTo>
                    <a:pt x="126" y="213"/>
                  </a:moveTo>
                  <a:cubicBezTo>
                    <a:pt x="188" y="213"/>
                    <a:pt x="238" y="213"/>
                    <a:pt x="301" y="226"/>
                  </a:cubicBezTo>
                  <a:cubicBezTo>
                    <a:pt x="388" y="238"/>
                    <a:pt x="401" y="113"/>
                    <a:pt x="338" y="76"/>
                  </a:cubicBezTo>
                  <a:cubicBezTo>
                    <a:pt x="276" y="26"/>
                    <a:pt x="201" y="1"/>
                    <a:pt x="126" y="13"/>
                  </a:cubicBezTo>
                  <a:cubicBezTo>
                    <a:pt x="1" y="13"/>
                    <a:pt x="1" y="201"/>
                    <a:pt x="126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9" name="Google Shape;1319;p59"/>
            <p:cNvSpPr/>
            <p:nvPr/>
          </p:nvSpPr>
          <p:spPr>
            <a:xfrm>
              <a:off x="756725" y="1594850"/>
              <a:ext cx="7200" cy="10000"/>
            </a:xfrm>
            <a:custGeom>
              <a:rect b="b" l="l" r="r" t="t"/>
              <a:pathLst>
                <a:path extrusionOk="0" h="400" w="288">
                  <a:moveTo>
                    <a:pt x="38" y="150"/>
                  </a:moveTo>
                  <a:cubicBezTo>
                    <a:pt x="63" y="237"/>
                    <a:pt x="101" y="312"/>
                    <a:pt x="176" y="362"/>
                  </a:cubicBezTo>
                  <a:cubicBezTo>
                    <a:pt x="213" y="400"/>
                    <a:pt x="288" y="362"/>
                    <a:pt x="275" y="300"/>
                  </a:cubicBezTo>
                  <a:cubicBezTo>
                    <a:pt x="263" y="225"/>
                    <a:pt x="238" y="150"/>
                    <a:pt x="188" y="88"/>
                  </a:cubicBezTo>
                  <a:cubicBezTo>
                    <a:pt x="151" y="0"/>
                    <a:pt x="1" y="63"/>
                    <a:pt x="38" y="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0" name="Google Shape;1320;p59"/>
            <p:cNvSpPr/>
            <p:nvPr/>
          </p:nvSpPr>
          <p:spPr>
            <a:xfrm>
              <a:off x="627075" y="1453625"/>
              <a:ext cx="27825" cy="156850"/>
            </a:xfrm>
            <a:custGeom>
              <a:rect b="b" l="l" r="r" t="t"/>
              <a:pathLst>
                <a:path extrusionOk="0" h="6274" w="1113">
                  <a:moveTo>
                    <a:pt x="188" y="6174"/>
                  </a:moveTo>
                  <a:cubicBezTo>
                    <a:pt x="250" y="4899"/>
                    <a:pt x="500" y="3675"/>
                    <a:pt x="775" y="2437"/>
                  </a:cubicBezTo>
                  <a:cubicBezTo>
                    <a:pt x="950" y="1625"/>
                    <a:pt x="1113" y="913"/>
                    <a:pt x="788" y="113"/>
                  </a:cubicBezTo>
                  <a:cubicBezTo>
                    <a:pt x="750" y="1"/>
                    <a:pt x="588" y="51"/>
                    <a:pt x="613" y="163"/>
                  </a:cubicBezTo>
                  <a:cubicBezTo>
                    <a:pt x="925" y="1338"/>
                    <a:pt x="488" y="2462"/>
                    <a:pt x="250" y="3625"/>
                  </a:cubicBezTo>
                  <a:cubicBezTo>
                    <a:pt x="75" y="4462"/>
                    <a:pt x="0" y="5312"/>
                    <a:pt x="0" y="6174"/>
                  </a:cubicBezTo>
                  <a:cubicBezTo>
                    <a:pt x="25" y="6274"/>
                    <a:pt x="175" y="6274"/>
                    <a:pt x="188" y="6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1" name="Google Shape;1321;p59"/>
            <p:cNvSpPr/>
            <p:nvPr/>
          </p:nvSpPr>
          <p:spPr>
            <a:xfrm>
              <a:off x="627075" y="1432375"/>
              <a:ext cx="30950" cy="33150"/>
            </a:xfrm>
            <a:custGeom>
              <a:rect b="b" l="l" r="r" t="t"/>
              <a:pathLst>
                <a:path extrusionOk="0" h="1326" w="1238">
                  <a:moveTo>
                    <a:pt x="800" y="976"/>
                  </a:moveTo>
                  <a:cubicBezTo>
                    <a:pt x="1238" y="551"/>
                    <a:pt x="513" y="1"/>
                    <a:pt x="225" y="476"/>
                  </a:cubicBezTo>
                  <a:cubicBezTo>
                    <a:pt x="0" y="851"/>
                    <a:pt x="663" y="1325"/>
                    <a:pt x="813" y="851"/>
                  </a:cubicBezTo>
                  <a:cubicBezTo>
                    <a:pt x="825" y="763"/>
                    <a:pt x="725" y="701"/>
                    <a:pt x="650" y="763"/>
                  </a:cubicBezTo>
                  <a:cubicBezTo>
                    <a:pt x="663" y="801"/>
                    <a:pt x="675" y="838"/>
                    <a:pt x="688" y="876"/>
                  </a:cubicBezTo>
                  <a:cubicBezTo>
                    <a:pt x="638" y="963"/>
                    <a:pt x="738" y="1038"/>
                    <a:pt x="813" y="9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2" name="Google Shape;1322;p59"/>
            <p:cNvSpPr/>
            <p:nvPr/>
          </p:nvSpPr>
          <p:spPr>
            <a:xfrm>
              <a:off x="684550" y="1388025"/>
              <a:ext cx="22525" cy="72800"/>
            </a:xfrm>
            <a:custGeom>
              <a:rect b="b" l="l" r="r" t="t"/>
              <a:pathLst>
                <a:path extrusionOk="0" h="2912" w="901">
                  <a:moveTo>
                    <a:pt x="801" y="2650"/>
                  </a:moveTo>
                  <a:cubicBezTo>
                    <a:pt x="213" y="2012"/>
                    <a:pt x="263" y="975"/>
                    <a:pt x="451" y="188"/>
                  </a:cubicBezTo>
                  <a:cubicBezTo>
                    <a:pt x="488" y="63"/>
                    <a:pt x="326" y="0"/>
                    <a:pt x="251" y="113"/>
                  </a:cubicBezTo>
                  <a:cubicBezTo>
                    <a:pt x="1" y="525"/>
                    <a:pt x="26" y="1225"/>
                    <a:pt x="101" y="1687"/>
                  </a:cubicBezTo>
                  <a:cubicBezTo>
                    <a:pt x="151" y="2112"/>
                    <a:pt x="338" y="2500"/>
                    <a:pt x="638" y="2812"/>
                  </a:cubicBezTo>
                  <a:cubicBezTo>
                    <a:pt x="738" y="2912"/>
                    <a:pt x="901" y="2750"/>
                    <a:pt x="788" y="2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3" name="Google Shape;1323;p59"/>
            <p:cNvSpPr/>
            <p:nvPr/>
          </p:nvSpPr>
          <p:spPr>
            <a:xfrm>
              <a:off x="690175" y="1388950"/>
              <a:ext cx="23775" cy="70625"/>
            </a:xfrm>
            <a:custGeom>
              <a:rect b="b" l="l" r="r" t="t"/>
              <a:pathLst>
                <a:path extrusionOk="0" h="2825" w="951">
                  <a:moveTo>
                    <a:pt x="88" y="213"/>
                  </a:moveTo>
                  <a:cubicBezTo>
                    <a:pt x="763" y="763"/>
                    <a:pt x="501" y="1938"/>
                    <a:pt x="401" y="2650"/>
                  </a:cubicBezTo>
                  <a:cubicBezTo>
                    <a:pt x="376" y="2750"/>
                    <a:pt x="513" y="2825"/>
                    <a:pt x="576" y="2725"/>
                  </a:cubicBezTo>
                  <a:cubicBezTo>
                    <a:pt x="951" y="2013"/>
                    <a:pt x="888" y="588"/>
                    <a:pt x="201" y="63"/>
                  </a:cubicBezTo>
                  <a:cubicBezTo>
                    <a:pt x="113" y="1"/>
                    <a:pt x="1" y="138"/>
                    <a:pt x="88" y="2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4" name="Google Shape;1324;p59"/>
            <p:cNvSpPr/>
            <p:nvPr/>
          </p:nvSpPr>
          <p:spPr>
            <a:xfrm>
              <a:off x="642075" y="1541100"/>
              <a:ext cx="56875" cy="18150"/>
            </a:xfrm>
            <a:custGeom>
              <a:rect b="b" l="l" r="r" t="t"/>
              <a:pathLst>
                <a:path extrusionOk="0" h="726" w="2275">
                  <a:moveTo>
                    <a:pt x="113" y="500"/>
                  </a:moveTo>
                  <a:cubicBezTo>
                    <a:pt x="800" y="725"/>
                    <a:pt x="1537" y="638"/>
                    <a:pt x="2150" y="251"/>
                  </a:cubicBezTo>
                  <a:cubicBezTo>
                    <a:pt x="2275" y="188"/>
                    <a:pt x="2162" y="1"/>
                    <a:pt x="2037" y="63"/>
                  </a:cubicBezTo>
                  <a:cubicBezTo>
                    <a:pt x="1475" y="401"/>
                    <a:pt x="800" y="488"/>
                    <a:pt x="163" y="313"/>
                  </a:cubicBezTo>
                  <a:cubicBezTo>
                    <a:pt x="50" y="288"/>
                    <a:pt x="0" y="463"/>
                    <a:pt x="113" y="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5" name="Google Shape;1325;p59"/>
            <p:cNvSpPr/>
            <p:nvPr/>
          </p:nvSpPr>
          <p:spPr>
            <a:xfrm>
              <a:off x="642375" y="1531100"/>
              <a:ext cx="55950" cy="20950"/>
            </a:xfrm>
            <a:custGeom>
              <a:rect b="b" l="l" r="r" t="t"/>
              <a:pathLst>
                <a:path extrusionOk="0" h="838" w="2238">
                  <a:moveTo>
                    <a:pt x="2113" y="438"/>
                  </a:moveTo>
                  <a:cubicBezTo>
                    <a:pt x="1763" y="313"/>
                    <a:pt x="1" y="1"/>
                    <a:pt x="113" y="776"/>
                  </a:cubicBezTo>
                  <a:cubicBezTo>
                    <a:pt x="126" y="813"/>
                    <a:pt x="176" y="838"/>
                    <a:pt x="213" y="826"/>
                  </a:cubicBezTo>
                  <a:cubicBezTo>
                    <a:pt x="463" y="738"/>
                    <a:pt x="626" y="588"/>
                    <a:pt x="913" y="538"/>
                  </a:cubicBezTo>
                  <a:cubicBezTo>
                    <a:pt x="1300" y="488"/>
                    <a:pt x="1688" y="526"/>
                    <a:pt x="2050" y="663"/>
                  </a:cubicBezTo>
                  <a:cubicBezTo>
                    <a:pt x="2188" y="701"/>
                    <a:pt x="2238" y="501"/>
                    <a:pt x="2113" y="4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6" name="Google Shape;1326;p59"/>
            <p:cNvSpPr/>
            <p:nvPr/>
          </p:nvSpPr>
          <p:spPr>
            <a:xfrm>
              <a:off x="703625" y="1808525"/>
              <a:ext cx="26875" cy="82825"/>
            </a:xfrm>
            <a:custGeom>
              <a:rect b="b" l="l" r="r" t="t"/>
              <a:pathLst>
                <a:path extrusionOk="0" h="3313" w="1075">
                  <a:moveTo>
                    <a:pt x="350" y="3162"/>
                  </a:moveTo>
                  <a:cubicBezTo>
                    <a:pt x="288" y="2600"/>
                    <a:pt x="325" y="2038"/>
                    <a:pt x="462" y="1500"/>
                  </a:cubicBezTo>
                  <a:cubicBezTo>
                    <a:pt x="600" y="1013"/>
                    <a:pt x="887" y="613"/>
                    <a:pt x="1050" y="138"/>
                  </a:cubicBezTo>
                  <a:cubicBezTo>
                    <a:pt x="1075" y="63"/>
                    <a:pt x="962" y="1"/>
                    <a:pt x="912" y="63"/>
                  </a:cubicBezTo>
                  <a:cubicBezTo>
                    <a:pt x="138" y="813"/>
                    <a:pt x="0" y="2175"/>
                    <a:pt x="138" y="3187"/>
                  </a:cubicBezTo>
                  <a:cubicBezTo>
                    <a:pt x="163" y="3312"/>
                    <a:pt x="363" y="3287"/>
                    <a:pt x="350" y="3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7" name="Google Shape;1327;p59"/>
            <p:cNvSpPr/>
            <p:nvPr/>
          </p:nvSpPr>
          <p:spPr>
            <a:xfrm>
              <a:off x="708300" y="1808525"/>
              <a:ext cx="30950" cy="100950"/>
            </a:xfrm>
            <a:custGeom>
              <a:rect b="b" l="l" r="r" t="t"/>
              <a:pathLst>
                <a:path extrusionOk="0" h="4038" w="1238">
                  <a:moveTo>
                    <a:pt x="788" y="201"/>
                  </a:moveTo>
                  <a:cubicBezTo>
                    <a:pt x="900" y="876"/>
                    <a:pt x="1000" y="1575"/>
                    <a:pt x="850" y="2250"/>
                  </a:cubicBezTo>
                  <a:cubicBezTo>
                    <a:pt x="713" y="2800"/>
                    <a:pt x="400" y="3287"/>
                    <a:pt x="88" y="3762"/>
                  </a:cubicBezTo>
                  <a:cubicBezTo>
                    <a:pt x="1" y="3900"/>
                    <a:pt x="226" y="4037"/>
                    <a:pt x="313" y="3887"/>
                  </a:cubicBezTo>
                  <a:cubicBezTo>
                    <a:pt x="688" y="3325"/>
                    <a:pt x="1038" y="2738"/>
                    <a:pt x="1138" y="2050"/>
                  </a:cubicBezTo>
                  <a:cubicBezTo>
                    <a:pt x="1238" y="1425"/>
                    <a:pt x="1113" y="763"/>
                    <a:pt x="1000" y="138"/>
                  </a:cubicBezTo>
                  <a:cubicBezTo>
                    <a:pt x="975" y="1"/>
                    <a:pt x="763" y="63"/>
                    <a:pt x="788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8" name="Google Shape;1328;p59"/>
            <p:cNvSpPr/>
            <p:nvPr/>
          </p:nvSpPr>
          <p:spPr>
            <a:xfrm>
              <a:off x="887000" y="1496125"/>
              <a:ext cx="8475" cy="8125"/>
            </a:xfrm>
            <a:custGeom>
              <a:rect b="b" l="l" r="r" t="t"/>
              <a:pathLst>
                <a:path extrusionOk="0" h="325" w="339">
                  <a:moveTo>
                    <a:pt x="251" y="13"/>
                  </a:moveTo>
                  <a:cubicBezTo>
                    <a:pt x="163" y="0"/>
                    <a:pt x="76" y="38"/>
                    <a:pt x="38" y="113"/>
                  </a:cubicBezTo>
                  <a:cubicBezTo>
                    <a:pt x="13" y="125"/>
                    <a:pt x="1" y="163"/>
                    <a:pt x="13" y="188"/>
                  </a:cubicBezTo>
                  <a:cubicBezTo>
                    <a:pt x="26" y="213"/>
                    <a:pt x="26" y="250"/>
                    <a:pt x="38" y="275"/>
                  </a:cubicBezTo>
                  <a:cubicBezTo>
                    <a:pt x="51" y="300"/>
                    <a:pt x="113" y="325"/>
                    <a:pt x="138" y="288"/>
                  </a:cubicBezTo>
                  <a:lnTo>
                    <a:pt x="276" y="150"/>
                  </a:lnTo>
                  <a:cubicBezTo>
                    <a:pt x="338" y="125"/>
                    <a:pt x="338" y="0"/>
                    <a:pt x="251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9" name="Google Shape;1329;p59"/>
            <p:cNvSpPr/>
            <p:nvPr/>
          </p:nvSpPr>
          <p:spPr>
            <a:xfrm>
              <a:off x="893575" y="1496125"/>
              <a:ext cx="58750" cy="15000"/>
            </a:xfrm>
            <a:custGeom>
              <a:rect b="b" l="l" r="r" t="t"/>
              <a:pathLst>
                <a:path extrusionOk="0" h="600" w="2350">
                  <a:moveTo>
                    <a:pt x="50" y="125"/>
                  </a:moveTo>
                  <a:cubicBezTo>
                    <a:pt x="725" y="462"/>
                    <a:pt x="1525" y="600"/>
                    <a:pt x="2262" y="375"/>
                  </a:cubicBezTo>
                  <a:cubicBezTo>
                    <a:pt x="2350" y="350"/>
                    <a:pt x="2337" y="188"/>
                    <a:pt x="2237" y="200"/>
                  </a:cubicBezTo>
                  <a:cubicBezTo>
                    <a:pt x="1487" y="288"/>
                    <a:pt x="812" y="288"/>
                    <a:pt x="100" y="25"/>
                  </a:cubicBezTo>
                  <a:cubicBezTo>
                    <a:pt x="38" y="0"/>
                    <a:pt x="0" y="100"/>
                    <a:pt x="50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0" name="Google Shape;1330;p59"/>
            <p:cNvSpPr/>
            <p:nvPr/>
          </p:nvSpPr>
          <p:spPr>
            <a:xfrm>
              <a:off x="927000" y="1501125"/>
              <a:ext cx="25325" cy="17200"/>
            </a:xfrm>
            <a:custGeom>
              <a:rect b="b" l="l" r="r" t="t"/>
              <a:pathLst>
                <a:path extrusionOk="0" h="688" w="1013">
                  <a:moveTo>
                    <a:pt x="825" y="75"/>
                  </a:moveTo>
                  <a:cubicBezTo>
                    <a:pt x="613" y="337"/>
                    <a:pt x="375" y="412"/>
                    <a:pt x="75" y="525"/>
                  </a:cubicBezTo>
                  <a:cubicBezTo>
                    <a:pt x="0" y="562"/>
                    <a:pt x="0" y="687"/>
                    <a:pt x="100" y="675"/>
                  </a:cubicBezTo>
                  <a:cubicBezTo>
                    <a:pt x="450" y="662"/>
                    <a:pt x="763" y="475"/>
                    <a:pt x="963" y="187"/>
                  </a:cubicBezTo>
                  <a:cubicBezTo>
                    <a:pt x="1013" y="100"/>
                    <a:pt x="888" y="0"/>
                    <a:pt x="825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1" name="Google Shape;1331;p59"/>
            <p:cNvSpPr/>
            <p:nvPr/>
          </p:nvSpPr>
          <p:spPr>
            <a:xfrm>
              <a:off x="886700" y="1501125"/>
              <a:ext cx="26575" cy="55300"/>
            </a:xfrm>
            <a:custGeom>
              <a:rect b="b" l="l" r="r" t="t"/>
              <a:pathLst>
                <a:path extrusionOk="0" h="2212" w="1063">
                  <a:moveTo>
                    <a:pt x="38" y="138"/>
                  </a:moveTo>
                  <a:cubicBezTo>
                    <a:pt x="213" y="437"/>
                    <a:pt x="363" y="750"/>
                    <a:pt x="488" y="1087"/>
                  </a:cubicBezTo>
                  <a:cubicBezTo>
                    <a:pt x="600" y="1437"/>
                    <a:pt x="525" y="1737"/>
                    <a:pt x="488" y="2099"/>
                  </a:cubicBezTo>
                  <a:cubicBezTo>
                    <a:pt x="475" y="2187"/>
                    <a:pt x="600" y="2212"/>
                    <a:pt x="638" y="2137"/>
                  </a:cubicBezTo>
                  <a:cubicBezTo>
                    <a:pt x="1062" y="1437"/>
                    <a:pt x="600" y="600"/>
                    <a:pt x="125" y="50"/>
                  </a:cubicBezTo>
                  <a:cubicBezTo>
                    <a:pt x="75" y="0"/>
                    <a:pt x="0" y="75"/>
                    <a:pt x="25" y="1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2" name="Google Shape;1332;p59"/>
            <p:cNvSpPr/>
            <p:nvPr/>
          </p:nvSpPr>
          <p:spPr>
            <a:xfrm>
              <a:off x="897000" y="1522975"/>
              <a:ext cx="17200" cy="34700"/>
            </a:xfrm>
            <a:custGeom>
              <a:rect b="b" l="l" r="r" t="t"/>
              <a:pathLst>
                <a:path extrusionOk="0" h="1388" w="688">
                  <a:moveTo>
                    <a:pt x="301" y="1263"/>
                  </a:moveTo>
                  <a:cubicBezTo>
                    <a:pt x="563" y="938"/>
                    <a:pt x="688" y="513"/>
                    <a:pt x="638" y="101"/>
                  </a:cubicBezTo>
                  <a:cubicBezTo>
                    <a:pt x="613" y="1"/>
                    <a:pt x="463" y="38"/>
                    <a:pt x="463" y="126"/>
                  </a:cubicBezTo>
                  <a:cubicBezTo>
                    <a:pt x="438" y="513"/>
                    <a:pt x="375" y="813"/>
                    <a:pt x="113" y="1101"/>
                  </a:cubicBezTo>
                  <a:cubicBezTo>
                    <a:pt x="1" y="1238"/>
                    <a:pt x="201" y="1388"/>
                    <a:pt x="301" y="1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3" name="Google Shape;1333;p59"/>
            <p:cNvSpPr/>
            <p:nvPr/>
          </p:nvSpPr>
          <p:spPr>
            <a:xfrm>
              <a:off x="907925" y="1521425"/>
              <a:ext cx="22850" cy="11275"/>
            </a:xfrm>
            <a:custGeom>
              <a:rect b="b" l="l" r="r" t="t"/>
              <a:pathLst>
                <a:path extrusionOk="0" h="451" w="914">
                  <a:moveTo>
                    <a:pt x="126" y="213"/>
                  </a:moveTo>
                  <a:cubicBezTo>
                    <a:pt x="351" y="275"/>
                    <a:pt x="551" y="388"/>
                    <a:pt x="776" y="425"/>
                  </a:cubicBezTo>
                  <a:cubicBezTo>
                    <a:pt x="863" y="450"/>
                    <a:pt x="913" y="338"/>
                    <a:pt x="838" y="288"/>
                  </a:cubicBezTo>
                  <a:cubicBezTo>
                    <a:pt x="638" y="163"/>
                    <a:pt x="413" y="75"/>
                    <a:pt x="176" y="38"/>
                  </a:cubicBezTo>
                  <a:cubicBezTo>
                    <a:pt x="51" y="0"/>
                    <a:pt x="1" y="175"/>
                    <a:pt x="126" y="2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4" name="Google Shape;1334;p59"/>
            <p:cNvSpPr/>
            <p:nvPr/>
          </p:nvSpPr>
          <p:spPr>
            <a:xfrm>
              <a:off x="915425" y="1512975"/>
              <a:ext cx="16275" cy="19725"/>
            </a:xfrm>
            <a:custGeom>
              <a:rect b="b" l="l" r="r" t="t"/>
              <a:pathLst>
                <a:path extrusionOk="0" h="789" w="651">
                  <a:moveTo>
                    <a:pt x="588" y="563"/>
                  </a:moveTo>
                  <a:cubicBezTo>
                    <a:pt x="501" y="376"/>
                    <a:pt x="376" y="201"/>
                    <a:pt x="213" y="63"/>
                  </a:cubicBezTo>
                  <a:cubicBezTo>
                    <a:pt x="138" y="1"/>
                    <a:pt x="1" y="88"/>
                    <a:pt x="63" y="176"/>
                  </a:cubicBezTo>
                  <a:cubicBezTo>
                    <a:pt x="176" y="351"/>
                    <a:pt x="288" y="501"/>
                    <a:pt x="401" y="663"/>
                  </a:cubicBezTo>
                  <a:cubicBezTo>
                    <a:pt x="476" y="788"/>
                    <a:pt x="651" y="688"/>
                    <a:pt x="588" y="5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5" name="Google Shape;1335;p59"/>
            <p:cNvSpPr/>
            <p:nvPr/>
          </p:nvSpPr>
          <p:spPr>
            <a:xfrm>
              <a:off x="917300" y="1513300"/>
              <a:ext cx="17225" cy="6900"/>
            </a:xfrm>
            <a:custGeom>
              <a:rect b="b" l="l" r="r" t="t"/>
              <a:pathLst>
                <a:path extrusionOk="0" h="276" w="689">
                  <a:moveTo>
                    <a:pt x="126" y="225"/>
                  </a:moveTo>
                  <a:cubicBezTo>
                    <a:pt x="288" y="275"/>
                    <a:pt x="463" y="250"/>
                    <a:pt x="613" y="163"/>
                  </a:cubicBezTo>
                  <a:cubicBezTo>
                    <a:pt x="688" y="113"/>
                    <a:pt x="626" y="0"/>
                    <a:pt x="551" y="25"/>
                  </a:cubicBezTo>
                  <a:lnTo>
                    <a:pt x="176" y="38"/>
                  </a:lnTo>
                  <a:cubicBezTo>
                    <a:pt x="51" y="13"/>
                    <a:pt x="1" y="188"/>
                    <a:pt x="126" y="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6" name="Google Shape;1336;p59"/>
            <p:cNvSpPr/>
            <p:nvPr/>
          </p:nvSpPr>
          <p:spPr>
            <a:xfrm>
              <a:off x="926050" y="1528925"/>
              <a:ext cx="28775" cy="23450"/>
            </a:xfrm>
            <a:custGeom>
              <a:rect b="b" l="l" r="r" t="t"/>
              <a:pathLst>
                <a:path extrusionOk="0" h="938" w="1151">
                  <a:moveTo>
                    <a:pt x="501" y="163"/>
                  </a:moveTo>
                  <a:cubicBezTo>
                    <a:pt x="1" y="263"/>
                    <a:pt x="276" y="937"/>
                    <a:pt x="713" y="838"/>
                  </a:cubicBezTo>
                  <a:cubicBezTo>
                    <a:pt x="1150" y="750"/>
                    <a:pt x="1013" y="0"/>
                    <a:pt x="513" y="150"/>
                  </a:cubicBezTo>
                  <a:cubicBezTo>
                    <a:pt x="401" y="188"/>
                    <a:pt x="426" y="350"/>
                    <a:pt x="538" y="350"/>
                  </a:cubicBezTo>
                  <a:cubicBezTo>
                    <a:pt x="538" y="350"/>
                    <a:pt x="538" y="325"/>
                    <a:pt x="551" y="325"/>
                  </a:cubicBezTo>
                  <a:cubicBezTo>
                    <a:pt x="663" y="288"/>
                    <a:pt x="613" y="125"/>
                    <a:pt x="501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7" name="Google Shape;1337;p59"/>
            <p:cNvSpPr/>
            <p:nvPr/>
          </p:nvSpPr>
          <p:spPr>
            <a:xfrm>
              <a:off x="6209675" y="1202450"/>
              <a:ext cx="551125" cy="190275"/>
            </a:xfrm>
            <a:custGeom>
              <a:rect b="b" l="l" r="r" t="t"/>
              <a:pathLst>
                <a:path extrusionOk="0" h="7611" w="22045">
                  <a:moveTo>
                    <a:pt x="225" y="2949"/>
                  </a:moveTo>
                  <a:cubicBezTo>
                    <a:pt x="5049" y="7611"/>
                    <a:pt x="11447" y="0"/>
                    <a:pt x="17096" y="1300"/>
                  </a:cubicBezTo>
                  <a:cubicBezTo>
                    <a:pt x="20083" y="2000"/>
                    <a:pt x="22045" y="4312"/>
                    <a:pt x="21945" y="7373"/>
                  </a:cubicBezTo>
                  <a:cubicBezTo>
                    <a:pt x="21932" y="7461"/>
                    <a:pt x="21820" y="7461"/>
                    <a:pt x="21807" y="7373"/>
                  </a:cubicBezTo>
                  <a:cubicBezTo>
                    <a:pt x="21532" y="1100"/>
                    <a:pt x="14534" y="887"/>
                    <a:pt x="10173" y="2724"/>
                  </a:cubicBezTo>
                  <a:cubicBezTo>
                    <a:pt x="8448" y="3449"/>
                    <a:pt x="6736" y="4437"/>
                    <a:pt x="4837" y="4661"/>
                  </a:cubicBezTo>
                  <a:cubicBezTo>
                    <a:pt x="2937" y="4886"/>
                    <a:pt x="1425" y="4387"/>
                    <a:pt x="88" y="3087"/>
                  </a:cubicBezTo>
                  <a:cubicBezTo>
                    <a:pt x="0" y="2999"/>
                    <a:pt x="125" y="2874"/>
                    <a:pt x="213" y="294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8" name="Google Shape;1338;p59"/>
            <p:cNvSpPr/>
            <p:nvPr/>
          </p:nvSpPr>
          <p:spPr>
            <a:xfrm>
              <a:off x="6575200" y="1369575"/>
              <a:ext cx="180925" cy="121575"/>
            </a:xfrm>
            <a:custGeom>
              <a:rect b="b" l="l" r="r" t="t"/>
              <a:pathLst>
                <a:path extrusionOk="0" h="4863" w="7237">
                  <a:moveTo>
                    <a:pt x="7224" y="1688"/>
                  </a:moveTo>
                  <a:cubicBezTo>
                    <a:pt x="7086" y="3700"/>
                    <a:pt x="4624" y="4862"/>
                    <a:pt x="2825" y="4325"/>
                  </a:cubicBezTo>
                  <a:cubicBezTo>
                    <a:pt x="1313" y="3875"/>
                    <a:pt x="0" y="1338"/>
                    <a:pt x="1388" y="88"/>
                  </a:cubicBezTo>
                  <a:cubicBezTo>
                    <a:pt x="1463" y="1"/>
                    <a:pt x="1588" y="126"/>
                    <a:pt x="1500" y="201"/>
                  </a:cubicBezTo>
                  <a:cubicBezTo>
                    <a:pt x="113" y="1725"/>
                    <a:pt x="1775" y="4025"/>
                    <a:pt x="3400" y="4225"/>
                  </a:cubicBezTo>
                  <a:cubicBezTo>
                    <a:pt x="4949" y="4425"/>
                    <a:pt x="6911" y="3413"/>
                    <a:pt x="7024" y="1688"/>
                  </a:cubicBezTo>
                  <a:cubicBezTo>
                    <a:pt x="7036" y="1563"/>
                    <a:pt x="7236" y="1563"/>
                    <a:pt x="7224" y="16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9" name="Google Shape;1339;p59"/>
            <p:cNvSpPr/>
            <p:nvPr/>
          </p:nvSpPr>
          <p:spPr>
            <a:xfrm>
              <a:off x="6628300" y="1348025"/>
              <a:ext cx="73450" cy="77200"/>
            </a:xfrm>
            <a:custGeom>
              <a:rect b="b" l="l" r="r" t="t"/>
              <a:pathLst>
                <a:path extrusionOk="0" h="3088" w="2938">
                  <a:moveTo>
                    <a:pt x="88" y="488"/>
                  </a:moveTo>
                  <a:cubicBezTo>
                    <a:pt x="913" y="1"/>
                    <a:pt x="2138" y="351"/>
                    <a:pt x="2550" y="1238"/>
                  </a:cubicBezTo>
                  <a:cubicBezTo>
                    <a:pt x="2938" y="2063"/>
                    <a:pt x="2325" y="2987"/>
                    <a:pt x="1451" y="3075"/>
                  </a:cubicBezTo>
                  <a:cubicBezTo>
                    <a:pt x="1338" y="3087"/>
                    <a:pt x="1313" y="2900"/>
                    <a:pt x="1426" y="2887"/>
                  </a:cubicBezTo>
                  <a:cubicBezTo>
                    <a:pt x="2238" y="2737"/>
                    <a:pt x="2738" y="1913"/>
                    <a:pt x="2275" y="1163"/>
                  </a:cubicBezTo>
                  <a:cubicBezTo>
                    <a:pt x="1800" y="476"/>
                    <a:pt x="901" y="251"/>
                    <a:pt x="163" y="625"/>
                  </a:cubicBezTo>
                  <a:cubicBezTo>
                    <a:pt x="76" y="675"/>
                    <a:pt x="1" y="538"/>
                    <a:pt x="88" y="4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0" name="Google Shape;1340;p59"/>
            <p:cNvSpPr/>
            <p:nvPr/>
          </p:nvSpPr>
          <p:spPr>
            <a:xfrm>
              <a:off x="6655500" y="1418950"/>
              <a:ext cx="25" cy="325"/>
            </a:xfrm>
            <a:custGeom>
              <a:rect b="b" l="l" r="r" t="t"/>
              <a:pathLst>
                <a:path extrusionOk="0" h="13" w="1">
                  <a:moveTo>
                    <a:pt x="0" y="1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1" name="Google Shape;1341;p59"/>
            <p:cNvSpPr/>
            <p:nvPr/>
          </p:nvSpPr>
          <p:spPr>
            <a:xfrm>
              <a:off x="6641425" y="1240875"/>
              <a:ext cx="206550" cy="104050"/>
            </a:xfrm>
            <a:custGeom>
              <a:rect b="b" l="l" r="r" t="t"/>
              <a:pathLst>
                <a:path extrusionOk="0" h="4162" w="8262">
                  <a:moveTo>
                    <a:pt x="138" y="25"/>
                  </a:moveTo>
                  <a:cubicBezTo>
                    <a:pt x="1263" y="263"/>
                    <a:pt x="2325" y="725"/>
                    <a:pt x="3275" y="1375"/>
                  </a:cubicBezTo>
                  <a:cubicBezTo>
                    <a:pt x="4725" y="2387"/>
                    <a:pt x="6199" y="4162"/>
                    <a:pt x="8086" y="2875"/>
                  </a:cubicBezTo>
                  <a:cubicBezTo>
                    <a:pt x="8161" y="2825"/>
                    <a:pt x="8261" y="2950"/>
                    <a:pt x="8186" y="3012"/>
                  </a:cubicBezTo>
                  <a:cubicBezTo>
                    <a:pt x="7436" y="3699"/>
                    <a:pt x="6487" y="3699"/>
                    <a:pt x="5562" y="3299"/>
                  </a:cubicBezTo>
                  <a:cubicBezTo>
                    <a:pt x="4887" y="2999"/>
                    <a:pt x="4362" y="2475"/>
                    <a:pt x="3787" y="2025"/>
                  </a:cubicBezTo>
                  <a:cubicBezTo>
                    <a:pt x="2713" y="1137"/>
                    <a:pt x="1450" y="500"/>
                    <a:pt x="88" y="175"/>
                  </a:cubicBezTo>
                  <a:cubicBezTo>
                    <a:pt x="1" y="150"/>
                    <a:pt x="38" y="0"/>
                    <a:pt x="138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2" name="Google Shape;1342;p59"/>
            <p:cNvSpPr/>
            <p:nvPr/>
          </p:nvSpPr>
          <p:spPr>
            <a:xfrm>
              <a:off x="6499275" y="1245875"/>
              <a:ext cx="88450" cy="80000"/>
            </a:xfrm>
            <a:custGeom>
              <a:rect b="b" l="l" r="r" t="t"/>
              <a:pathLst>
                <a:path extrusionOk="0" h="3200" w="3538">
                  <a:moveTo>
                    <a:pt x="101" y="313"/>
                  </a:moveTo>
                  <a:cubicBezTo>
                    <a:pt x="988" y="113"/>
                    <a:pt x="1838" y="0"/>
                    <a:pt x="2638" y="488"/>
                  </a:cubicBezTo>
                  <a:cubicBezTo>
                    <a:pt x="3175" y="813"/>
                    <a:pt x="3537" y="1325"/>
                    <a:pt x="3437" y="1975"/>
                  </a:cubicBezTo>
                  <a:cubicBezTo>
                    <a:pt x="3337" y="2587"/>
                    <a:pt x="2838" y="3062"/>
                    <a:pt x="2225" y="3137"/>
                  </a:cubicBezTo>
                  <a:cubicBezTo>
                    <a:pt x="1750" y="3187"/>
                    <a:pt x="1075" y="3024"/>
                    <a:pt x="1026" y="2475"/>
                  </a:cubicBezTo>
                  <a:cubicBezTo>
                    <a:pt x="1013" y="2387"/>
                    <a:pt x="1150" y="2387"/>
                    <a:pt x="1150" y="2475"/>
                  </a:cubicBezTo>
                  <a:cubicBezTo>
                    <a:pt x="1225" y="3199"/>
                    <a:pt x="2438" y="2937"/>
                    <a:pt x="2750" y="2712"/>
                  </a:cubicBezTo>
                  <a:cubicBezTo>
                    <a:pt x="3237" y="2362"/>
                    <a:pt x="3387" y="1700"/>
                    <a:pt x="3087" y="1175"/>
                  </a:cubicBezTo>
                  <a:cubicBezTo>
                    <a:pt x="2475" y="163"/>
                    <a:pt x="1125" y="263"/>
                    <a:pt x="151" y="488"/>
                  </a:cubicBezTo>
                  <a:cubicBezTo>
                    <a:pt x="38" y="513"/>
                    <a:pt x="1" y="338"/>
                    <a:pt x="101" y="3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3" name="Google Shape;1343;p59"/>
            <p:cNvSpPr/>
            <p:nvPr/>
          </p:nvSpPr>
          <p:spPr>
            <a:xfrm>
              <a:off x="6443675" y="1272100"/>
              <a:ext cx="33125" cy="43775"/>
            </a:xfrm>
            <a:custGeom>
              <a:rect b="b" l="l" r="r" t="t"/>
              <a:pathLst>
                <a:path extrusionOk="0" h="1751" w="1325">
                  <a:moveTo>
                    <a:pt x="88" y="188"/>
                  </a:moveTo>
                  <a:cubicBezTo>
                    <a:pt x="638" y="1"/>
                    <a:pt x="1325" y="326"/>
                    <a:pt x="1250" y="976"/>
                  </a:cubicBezTo>
                  <a:cubicBezTo>
                    <a:pt x="1200" y="1413"/>
                    <a:pt x="500" y="1750"/>
                    <a:pt x="238" y="1326"/>
                  </a:cubicBezTo>
                  <a:cubicBezTo>
                    <a:pt x="175" y="1213"/>
                    <a:pt x="350" y="1101"/>
                    <a:pt x="425" y="1213"/>
                  </a:cubicBezTo>
                  <a:cubicBezTo>
                    <a:pt x="538" y="1288"/>
                    <a:pt x="675" y="1301"/>
                    <a:pt x="800" y="1263"/>
                  </a:cubicBezTo>
                  <a:cubicBezTo>
                    <a:pt x="1075" y="1026"/>
                    <a:pt x="1125" y="813"/>
                    <a:pt x="950" y="613"/>
                  </a:cubicBezTo>
                  <a:cubicBezTo>
                    <a:pt x="788" y="301"/>
                    <a:pt x="450" y="263"/>
                    <a:pt x="138" y="351"/>
                  </a:cubicBezTo>
                  <a:cubicBezTo>
                    <a:pt x="38" y="376"/>
                    <a:pt x="0" y="226"/>
                    <a:pt x="100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4" name="Google Shape;1344;p59"/>
            <p:cNvSpPr/>
            <p:nvPr/>
          </p:nvSpPr>
          <p:spPr>
            <a:xfrm>
              <a:off x="6835450" y="1292100"/>
              <a:ext cx="31875" cy="31900"/>
            </a:xfrm>
            <a:custGeom>
              <a:rect b="b" l="l" r="r" t="t"/>
              <a:pathLst>
                <a:path extrusionOk="0" h="1276" w="1275">
                  <a:moveTo>
                    <a:pt x="325" y="925"/>
                  </a:moveTo>
                  <a:cubicBezTo>
                    <a:pt x="0" y="563"/>
                    <a:pt x="450" y="1"/>
                    <a:pt x="863" y="326"/>
                  </a:cubicBezTo>
                  <a:cubicBezTo>
                    <a:pt x="1275" y="651"/>
                    <a:pt x="800" y="1275"/>
                    <a:pt x="388" y="975"/>
                  </a:cubicBezTo>
                  <a:cubicBezTo>
                    <a:pt x="325" y="925"/>
                    <a:pt x="375" y="813"/>
                    <a:pt x="463" y="826"/>
                  </a:cubicBezTo>
                  <a:lnTo>
                    <a:pt x="463" y="826"/>
                  </a:lnTo>
                  <a:cubicBezTo>
                    <a:pt x="500" y="901"/>
                    <a:pt x="400" y="1000"/>
                    <a:pt x="338" y="9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5" name="Google Shape;1345;p59"/>
            <p:cNvSpPr/>
            <p:nvPr/>
          </p:nvSpPr>
          <p:spPr>
            <a:xfrm>
              <a:off x="6713600" y="1274925"/>
              <a:ext cx="77825" cy="113125"/>
            </a:xfrm>
            <a:custGeom>
              <a:rect b="b" l="l" r="r" t="t"/>
              <a:pathLst>
                <a:path extrusionOk="0" h="4525" w="3113">
                  <a:moveTo>
                    <a:pt x="163" y="63"/>
                  </a:moveTo>
                  <a:cubicBezTo>
                    <a:pt x="1550" y="1163"/>
                    <a:pt x="2575" y="2675"/>
                    <a:pt x="3087" y="4374"/>
                  </a:cubicBezTo>
                  <a:cubicBezTo>
                    <a:pt x="3112" y="4462"/>
                    <a:pt x="2975" y="4524"/>
                    <a:pt x="2925" y="4437"/>
                  </a:cubicBezTo>
                  <a:cubicBezTo>
                    <a:pt x="2175" y="2825"/>
                    <a:pt x="1413" y="1338"/>
                    <a:pt x="63" y="150"/>
                  </a:cubicBezTo>
                  <a:cubicBezTo>
                    <a:pt x="1" y="100"/>
                    <a:pt x="88" y="0"/>
                    <a:pt x="150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6" name="Google Shape;1346;p59"/>
            <p:cNvSpPr/>
            <p:nvPr/>
          </p:nvSpPr>
          <p:spPr>
            <a:xfrm>
              <a:off x="6777025" y="1376150"/>
              <a:ext cx="30650" cy="32525"/>
            </a:xfrm>
            <a:custGeom>
              <a:rect b="b" l="l" r="r" t="t"/>
              <a:pathLst>
                <a:path extrusionOk="0" h="1301" w="1226">
                  <a:moveTo>
                    <a:pt x="500" y="500"/>
                  </a:moveTo>
                  <a:lnTo>
                    <a:pt x="500" y="563"/>
                  </a:lnTo>
                  <a:cubicBezTo>
                    <a:pt x="425" y="638"/>
                    <a:pt x="313" y="550"/>
                    <a:pt x="350" y="450"/>
                  </a:cubicBezTo>
                  <a:cubicBezTo>
                    <a:pt x="600" y="0"/>
                    <a:pt x="1225" y="550"/>
                    <a:pt x="888" y="925"/>
                  </a:cubicBezTo>
                  <a:cubicBezTo>
                    <a:pt x="550" y="1300"/>
                    <a:pt x="0" y="750"/>
                    <a:pt x="388" y="388"/>
                  </a:cubicBezTo>
                  <a:cubicBezTo>
                    <a:pt x="463" y="325"/>
                    <a:pt x="563" y="425"/>
                    <a:pt x="500" y="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7" name="Google Shape;1347;p59"/>
            <p:cNvSpPr/>
            <p:nvPr/>
          </p:nvSpPr>
          <p:spPr>
            <a:xfrm>
              <a:off x="6753275" y="1393325"/>
              <a:ext cx="5650" cy="9725"/>
            </a:xfrm>
            <a:custGeom>
              <a:rect b="b" l="l" r="r" t="t"/>
              <a:pathLst>
                <a:path extrusionOk="0" h="389" w="226">
                  <a:moveTo>
                    <a:pt x="213" y="126"/>
                  </a:moveTo>
                  <a:cubicBezTo>
                    <a:pt x="226" y="201"/>
                    <a:pt x="213" y="276"/>
                    <a:pt x="163" y="326"/>
                  </a:cubicBezTo>
                  <a:cubicBezTo>
                    <a:pt x="126" y="388"/>
                    <a:pt x="1" y="376"/>
                    <a:pt x="1" y="288"/>
                  </a:cubicBezTo>
                  <a:cubicBezTo>
                    <a:pt x="13" y="238"/>
                    <a:pt x="13" y="176"/>
                    <a:pt x="26" y="126"/>
                  </a:cubicBezTo>
                  <a:cubicBezTo>
                    <a:pt x="26" y="1"/>
                    <a:pt x="213" y="1"/>
                    <a:pt x="213" y="1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8" name="Google Shape;1348;p59"/>
            <p:cNvSpPr/>
            <p:nvPr/>
          </p:nvSpPr>
          <p:spPr>
            <a:xfrm>
              <a:off x="6617075" y="1363650"/>
              <a:ext cx="10000" cy="6900"/>
            </a:xfrm>
            <a:custGeom>
              <a:rect b="b" l="l" r="r" t="t"/>
              <a:pathLst>
                <a:path extrusionOk="0" h="276" w="400">
                  <a:moveTo>
                    <a:pt x="312" y="188"/>
                  </a:moveTo>
                  <a:cubicBezTo>
                    <a:pt x="250" y="225"/>
                    <a:pt x="175" y="250"/>
                    <a:pt x="100" y="263"/>
                  </a:cubicBezTo>
                  <a:cubicBezTo>
                    <a:pt x="38" y="275"/>
                    <a:pt x="0" y="213"/>
                    <a:pt x="38" y="163"/>
                  </a:cubicBezTo>
                  <a:cubicBezTo>
                    <a:pt x="88" y="100"/>
                    <a:pt x="163" y="50"/>
                    <a:pt x="250" y="25"/>
                  </a:cubicBezTo>
                  <a:cubicBezTo>
                    <a:pt x="337" y="0"/>
                    <a:pt x="400" y="138"/>
                    <a:pt x="312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9" name="Google Shape;1349;p59"/>
            <p:cNvSpPr/>
            <p:nvPr/>
          </p:nvSpPr>
          <p:spPr>
            <a:xfrm>
              <a:off x="6611450" y="1234000"/>
              <a:ext cx="156850" cy="27525"/>
            </a:xfrm>
            <a:custGeom>
              <a:rect b="b" l="l" r="r" t="t"/>
              <a:pathLst>
                <a:path extrusionOk="0" h="1101" w="6274">
                  <a:moveTo>
                    <a:pt x="100" y="13"/>
                  </a:moveTo>
                  <a:cubicBezTo>
                    <a:pt x="950" y="0"/>
                    <a:pt x="1812" y="75"/>
                    <a:pt x="2649" y="250"/>
                  </a:cubicBezTo>
                  <a:cubicBezTo>
                    <a:pt x="3812" y="488"/>
                    <a:pt x="4924" y="925"/>
                    <a:pt x="6111" y="613"/>
                  </a:cubicBezTo>
                  <a:cubicBezTo>
                    <a:pt x="6223" y="575"/>
                    <a:pt x="6273" y="763"/>
                    <a:pt x="6161" y="788"/>
                  </a:cubicBezTo>
                  <a:cubicBezTo>
                    <a:pt x="5361" y="1100"/>
                    <a:pt x="4636" y="950"/>
                    <a:pt x="3824" y="775"/>
                  </a:cubicBezTo>
                  <a:cubicBezTo>
                    <a:pt x="2587" y="500"/>
                    <a:pt x="1375" y="250"/>
                    <a:pt x="100" y="188"/>
                  </a:cubicBezTo>
                  <a:cubicBezTo>
                    <a:pt x="0" y="175"/>
                    <a:pt x="0" y="25"/>
                    <a:pt x="100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0" name="Google Shape;1350;p59"/>
            <p:cNvSpPr/>
            <p:nvPr/>
          </p:nvSpPr>
          <p:spPr>
            <a:xfrm>
              <a:off x="6756400" y="1233675"/>
              <a:ext cx="33150" cy="30975"/>
            </a:xfrm>
            <a:custGeom>
              <a:rect b="b" l="l" r="r" t="t"/>
              <a:pathLst>
                <a:path extrusionOk="0" h="1239" w="1326">
                  <a:moveTo>
                    <a:pt x="450" y="688"/>
                  </a:moveTo>
                  <a:lnTo>
                    <a:pt x="563" y="651"/>
                  </a:lnTo>
                  <a:cubicBezTo>
                    <a:pt x="625" y="726"/>
                    <a:pt x="563" y="826"/>
                    <a:pt x="475" y="813"/>
                  </a:cubicBezTo>
                  <a:cubicBezTo>
                    <a:pt x="1" y="651"/>
                    <a:pt x="475" y="1"/>
                    <a:pt x="863" y="226"/>
                  </a:cubicBezTo>
                  <a:cubicBezTo>
                    <a:pt x="1325" y="526"/>
                    <a:pt x="788" y="1238"/>
                    <a:pt x="350" y="801"/>
                  </a:cubicBezTo>
                  <a:cubicBezTo>
                    <a:pt x="301" y="738"/>
                    <a:pt x="375" y="638"/>
                    <a:pt x="450" y="6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1" name="Google Shape;1351;p59"/>
            <p:cNvSpPr/>
            <p:nvPr/>
          </p:nvSpPr>
          <p:spPr>
            <a:xfrm>
              <a:off x="6761100" y="1291175"/>
              <a:ext cx="72800" cy="22525"/>
            </a:xfrm>
            <a:custGeom>
              <a:rect b="b" l="l" r="r" t="t"/>
              <a:pathLst>
                <a:path extrusionOk="0" h="901" w="2912">
                  <a:moveTo>
                    <a:pt x="100" y="638"/>
                  </a:moveTo>
                  <a:cubicBezTo>
                    <a:pt x="412" y="338"/>
                    <a:pt x="800" y="150"/>
                    <a:pt x="1225" y="100"/>
                  </a:cubicBezTo>
                  <a:cubicBezTo>
                    <a:pt x="1700" y="38"/>
                    <a:pt x="2387" y="0"/>
                    <a:pt x="2799" y="263"/>
                  </a:cubicBezTo>
                  <a:cubicBezTo>
                    <a:pt x="2912" y="325"/>
                    <a:pt x="2837" y="488"/>
                    <a:pt x="2724" y="463"/>
                  </a:cubicBezTo>
                  <a:cubicBezTo>
                    <a:pt x="1937" y="263"/>
                    <a:pt x="900" y="213"/>
                    <a:pt x="262" y="800"/>
                  </a:cubicBezTo>
                  <a:cubicBezTo>
                    <a:pt x="150" y="900"/>
                    <a:pt x="0" y="738"/>
                    <a:pt x="113" y="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2" name="Google Shape;1352;p59"/>
            <p:cNvSpPr/>
            <p:nvPr/>
          </p:nvSpPr>
          <p:spPr>
            <a:xfrm>
              <a:off x="6762650" y="1296800"/>
              <a:ext cx="70325" cy="23450"/>
            </a:xfrm>
            <a:custGeom>
              <a:rect b="b" l="l" r="r" t="t"/>
              <a:pathLst>
                <a:path extrusionOk="0" h="938" w="2813">
                  <a:moveTo>
                    <a:pt x="2750" y="200"/>
                  </a:moveTo>
                  <a:cubicBezTo>
                    <a:pt x="2237" y="887"/>
                    <a:pt x="800" y="937"/>
                    <a:pt x="100" y="575"/>
                  </a:cubicBezTo>
                  <a:cubicBezTo>
                    <a:pt x="1" y="513"/>
                    <a:pt x="75" y="375"/>
                    <a:pt x="175" y="388"/>
                  </a:cubicBezTo>
                  <a:cubicBezTo>
                    <a:pt x="888" y="500"/>
                    <a:pt x="2050" y="762"/>
                    <a:pt x="2600" y="88"/>
                  </a:cubicBezTo>
                  <a:cubicBezTo>
                    <a:pt x="2675" y="0"/>
                    <a:pt x="2812" y="113"/>
                    <a:pt x="2762" y="2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3" name="Google Shape;1353;p59"/>
            <p:cNvSpPr/>
            <p:nvPr/>
          </p:nvSpPr>
          <p:spPr>
            <a:xfrm>
              <a:off x="6662675" y="1249000"/>
              <a:ext cx="18150" cy="56875"/>
            </a:xfrm>
            <a:custGeom>
              <a:rect b="b" l="l" r="r" t="t"/>
              <a:pathLst>
                <a:path extrusionOk="0" h="2275" w="726">
                  <a:moveTo>
                    <a:pt x="413" y="163"/>
                  </a:moveTo>
                  <a:cubicBezTo>
                    <a:pt x="238" y="800"/>
                    <a:pt x="325" y="1475"/>
                    <a:pt x="650" y="2037"/>
                  </a:cubicBezTo>
                  <a:cubicBezTo>
                    <a:pt x="725" y="2162"/>
                    <a:pt x="538" y="2275"/>
                    <a:pt x="463" y="2150"/>
                  </a:cubicBezTo>
                  <a:cubicBezTo>
                    <a:pt x="88" y="1537"/>
                    <a:pt x="1" y="800"/>
                    <a:pt x="226" y="113"/>
                  </a:cubicBezTo>
                  <a:cubicBezTo>
                    <a:pt x="263" y="0"/>
                    <a:pt x="438" y="50"/>
                    <a:pt x="413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4" name="Google Shape;1354;p59"/>
            <p:cNvSpPr/>
            <p:nvPr/>
          </p:nvSpPr>
          <p:spPr>
            <a:xfrm>
              <a:off x="6669850" y="1250875"/>
              <a:ext cx="15975" cy="54375"/>
            </a:xfrm>
            <a:custGeom>
              <a:rect b="b" l="l" r="r" t="t"/>
              <a:pathLst>
                <a:path extrusionOk="0" h="2175" w="639">
                  <a:moveTo>
                    <a:pt x="176" y="1987"/>
                  </a:moveTo>
                  <a:cubicBezTo>
                    <a:pt x="313" y="1625"/>
                    <a:pt x="351" y="1225"/>
                    <a:pt x="301" y="850"/>
                  </a:cubicBezTo>
                  <a:cubicBezTo>
                    <a:pt x="251" y="563"/>
                    <a:pt x="101" y="388"/>
                    <a:pt x="13" y="150"/>
                  </a:cubicBezTo>
                  <a:cubicBezTo>
                    <a:pt x="1" y="100"/>
                    <a:pt x="26" y="63"/>
                    <a:pt x="63" y="50"/>
                  </a:cubicBezTo>
                  <a:cubicBezTo>
                    <a:pt x="363" y="0"/>
                    <a:pt x="463" y="325"/>
                    <a:pt x="526" y="563"/>
                  </a:cubicBezTo>
                  <a:cubicBezTo>
                    <a:pt x="638" y="1062"/>
                    <a:pt x="588" y="1575"/>
                    <a:pt x="401" y="2050"/>
                  </a:cubicBezTo>
                  <a:cubicBezTo>
                    <a:pt x="351" y="2175"/>
                    <a:pt x="138" y="2125"/>
                    <a:pt x="188" y="19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5" name="Google Shape;1355;p59"/>
            <p:cNvSpPr/>
            <p:nvPr/>
          </p:nvSpPr>
          <p:spPr>
            <a:xfrm>
              <a:off x="6330275" y="1310225"/>
              <a:ext cx="82800" cy="26900"/>
            </a:xfrm>
            <a:custGeom>
              <a:rect b="b" l="l" r="r" t="t"/>
              <a:pathLst>
                <a:path extrusionOk="0" h="1076" w="3312">
                  <a:moveTo>
                    <a:pt x="138" y="151"/>
                  </a:moveTo>
                  <a:cubicBezTo>
                    <a:pt x="1150" y="1"/>
                    <a:pt x="2512" y="151"/>
                    <a:pt x="3262" y="913"/>
                  </a:cubicBezTo>
                  <a:cubicBezTo>
                    <a:pt x="3312" y="963"/>
                    <a:pt x="3262" y="1075"/>
                    <a:pt x="3174" y="1050"/>
                  </a:cubicBezTo>
                  <a:cubicBezTo>
                    <a:pt x="2712" y="888"/>
                    <a:pt x="2299" y="600"/>
                    <a:pt x="1812" y="475"/>
                  </a:cubicBezTo>
                  <a:cubicBezTo>
                    <a:pt x="1275" y="338"/>
                    <a:pt x="712" y="300"/>
                    <a:pt x="150" y="363"/>
                  </a:cubicBezTo>
                  <a:cubicBezTo>
                    <a:pt x="38" y="375"/>
                    <a:pt x="0" y="163"/>
                    <a:pt x="125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6" name="Google Shape;1356;p59"/>
            <p:cNvSpPr/>
            <p:nvPr/>
          </p:nvSpPr>
          <p:spPr>
            <a:xfrm>
              <a:off x="6312450" y="1314900"/>
              <a:ext cx="100625" cy="30975"/>
            </a:xfrm>
            <a:custGeom>
              <a:rect b="b" l="l" r="r" t="t"/>
              <a:pathLst>
                <a:path extrusionOk="0" h="1239" w="4025">
                  <a:moveTo>
                    <a:pt x="3900" y="1001"/>
                  </a:moveTo>
                  <a:cubicBezTo>
                    <a:pt x="3275" y="1113"/>
                    <a:pt x="2613" y="1238"/>
                    <a:pt x="1975" y="1151"/>
                  </a:cubicBezTo>
                  <a:cubicBezTo>
                    <a:pt x="1300" y="1038"/>
                    <a:pt x="713" y="688"/>
                    <a:pt x="151" y="313"/>
                  </a:cubicBezTo>
                  <a:cubicBezTo>
                    <a:pt x="1" y="226"/>
                    <a:pt x="138" y="1"/>
                    <a:pt x="276" y="88"/>
                  </a:cubicBezTo>
                  <a:cubicBezTo>
                    <a:pt x="751" y="401"/>
                    <a:pt x="1238" y="713"/>
                    <a:pt x="1788" y="851"/>
                  </a:cubicBezTo>
                  <a:cubicBezTo>
                    <a:pt x="2463" y="1013"/>
                    <a:pt x="3175" y="901"/>
                    <a:pt x="3837" y="788"/>
                  </a:cubicBezTo>
                  <a:cubicBezTo>
                    <a:pt x="3975" y="776"/>
                    <a:pt x="4025" y="976"/>
                    <a:pt x="3900" y="10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7" name="Google Shape;1357;p59"/>
            <p:cNvSpPr/>
            <p:nvPr/>
          </p:nvSpPr>
          <p:spPr>
            <a:xfrm>
              <a:off x="6814825" y="1460800"/>
              <a:ext cx="199975" cy="551150"/>
            </a:xfrm>
            <a:custGeom>
              <a:rect b="b" l="l" r="r" t="t"/>
              <a:pathLst>
                <a:path extrusionOk="0" h="22046" w="7999">
                  <a:moveTo>
                    <a:pt x="4512" y="21958"/>
                  </a:moveTo>
                  <a:cubicBezTo>
                    <a:pt x="3200" y="20621"/>
                    <a:pt x="2700" y="19108"/>
                    <a:pt x="2925" y="17209"/>
                  </a:cubicBezTo>
                  <a:cubicBezTo>
                    <a:pt x="3087" y="15809"/>
                    <a:pt x="3712" y="14560"/>
                    <a:pt x="4249" y="13285"/>
                  </a:cubicBezTo>
                  <a:cubicBezTo>
                    <a:pt x="6124" y="8811"/>
                    <a:pt x="7998" y="576"/>
                    <a:pt x="213" y="238"/>
                  </a:cubicBezTo>
                  <a:cubicBezTo>
                    <a:pt x="138" y="238"/>
                    <a:pt x="138" y="113"/>
                    <a:pt x="213" y="101"/>
                  </a:cubicBezTo>
                  <a:cubicBezTo>
                    <a:pt x="3262" y="1"/>
                    <a:pt x="5599" y="1975"/>
                    <a:pt x="6286" y="4962"/>
                  </a:cubicBezTo>
                  <a:cubicBezTo>
                    <a:pt x="7598" y="10611"/>
                    <a:pt x="0" y="17034"/>
                    <a:pt x="4637" y="21833"/>
                  </a:cubicBezTo>
                  <a:cubicBezTo>
                    <a:pt x="4724" y="21908"/>
                    <a:pt x="4599" y="22045"/>
                    <a:pt x="4512" y="219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8" name="Google Shape;1358;p59"/>
            <p:cNvSpPr/>
            <p:nvPr/>
          </p:nvSpPr>
          <p:spPr>
            <a:xfrm>
              <a:off x="6715800" y="1465800"/>
              <a:ext cx="121550" cy="180925"/>
            </a:xfrm>
            <a:custGeom>
              <a:rect b="b" l="l" r="r" t="t"/>
              <a:pathLst>
                <a:path extrusionOk="0" h="7237" w="4862">
                  <a:moveTo>
                    <a:pt x="3187" y="201"/>
                  </a:moveTo>
                  <a:cubicBezTo>
                    <a:pt x="1450" y="326"/>
                    <a:pt x="450" y="2288"/>
                    <a:pt x="637" y="3837"/>
                  </a:cubicBezTo>
                  <a:cubicBezTo>
                    <a:pt x="850" y="5462"/>
                    <a:pt x="3137" y="7124"/>
                    <a:pt x="4661" y="5724"/>
                  </a:cubicBezTo>
                  <a:cubicBezTo>
                    <a:pt x="4736" y="5649"/>
                    <a:pt x="4861" y="5774"/>
                    <a:pt x="4786" y="5849"/>
                  </a:cubicBezTo>
                  <a:cubicBezTo>
                    <a:pt x="3537" y="7237"/>
                    <a:pt x="987" y="5924"/>
                    <a:pt x="537" y="4412"/>
                  </a:cubicBezTo>
                  <a:cubicBezTo>
                    <a:pt x="0" y="2600"/>
                    <a:pt x="1162" y="151"/>
                    <a:pt x="3187" y="13"/>
                  </a:cubicBezTo>
                  <a:cubicBezTo>
                    <a:pt x="3312" y="1"/>
                    <a:pt x="3312" y="201"/>
                    <a:pt x="3187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9" name="Google Shape;1359;p59"/>
            <p:cNvSpPr/>
            <p:nvPr/>
          </p:nvSpPr>
          <p:spPr>
            <a:xfrm>
              <a:off x="6781700" y="1520175"/>
              <a:ext cx="77200" cy="73125"/>
            </a:xfrm>
            <a:custGeom>
              <a:rect b="b" l="l" r="r" t="t"/>
              <a:pathLst>
                <a:path extrusionOk="0" h="2925" w="3088">
                  <a:moveTo>
                    <a:pt x="2463" y="2775"/>
                  </a:moveTo>
                  <a:cubicBezTo>
                    <a:pt x="2838" y="2037"/>
                    <a:pt x="2613" y="1138"/>
                    <a:pt x="1925" y="675"/>
                  </a:cubicBezTo>
                  <a:cubicBezTo>
                    <a:pt x="1188" y="188"/>
                    <a:pt x="351" y="713"/>
                    <a:pt x="213" y="1512"/>
                  </a:cubicBezTo>
                  <a:cubicBezTo>
                    <a:pt x="188" y="1625"/>
                    <a:pt x="1" y="1600"/>
                    <a:pt x="13" y="1487"/>
                  </a:cubicBezTo>
                  <a:cubicBezTo>
                    <a:pt x="101" y="613"/>
                    <a:pt x="1026" y="0"/>
                    <a:pt x="1850" y="388"/>
                  </a:cubicBezTo>
                  <a:cubicBezTo>
                    <a:pt x="2738" y="800"/>
                    <a:pt x="3088" y="2025"/>
                    <a:pt x="2600" y="2850"/>
                  </a:cubicBezTo>
                  <a:cubicBezTo>
                    <a:pt x="2550" y="2925"/>
                    <a:pt x="2425" y="2862"/>
                    <a:pt x="2463" y="27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0" name="Google Shape;1360;p59"/>
            <p:cNvSpPr/>
            <p:nvPr/>
          </p:nvSpPr>
          <p:spPr>
            <a:xfrm>
              <a:off x="6787950" y="1566400"/>
              <a:ext cx="25" cy="350"/>
            </a:xfrm>
            <a:custGeom>
              <a:rect b="b" l="l" r="r" t="t"/>
              <a:pathLst>
                <a:path extrusionOk="0" h="14" w="1">
                  <a:moveTo>
                    <a:pt x="1" y="13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1" name="Google Shape;1361;p59"/>
            <p:cNvSpPr/>
            <p:nvPr/>
          </p:nvSpPr>
          <p:spPr>
            <a:xfrm>
              <a:off x="6862300" y="1373950"/>
              <a:ext cx="104075" cy="206550"/>
            </a:xfrm>
            <a:custGeom>
              <a:rect b="b" l="l" r="r" t="t"/>
              <a:pathLst>
                <a:path extrusionOk="0" h="8262" w="4163">
                  <a:moveTo>
                    <a:pt x="3987" y="8174"/>
                  </a:moveTo>
                  <a:cubicBezTo>
                    <a:pt x="3700" y="6974"/>
                    <a:pt x="3175" y="5862"/>
                    <a:pt x="2438" y="4887"/>
                  </a:cubicBezTo>
                  <a:cubicBezTo>
                    <a:pt x="1913" y="4187"/>
                    <a:pt x="1226" y="3525"/>
                    <a:pt x="851" y="2700"/>
                  </a:cubicBezTo>
                  <a:cubicBezTo>
                    <a:pt x="451" y="1788"/>
                    <a:pt x="463" y="826"/>
                    <a:pt x="1138" y="76"/>
                  </a:cubicBezTo>
                  <a:cubicBezTo>
                    <a:pt x="1201" y="1"/>
                    <a:pt x="1338" y="88"/>
                    <a:pt x="1276" y="176"/>
                  </a:cubicBezTo>
                  <a:cubicBezTo>
                    <a:pt x="1" y="2050"/>
                    <a:pt x="1763" y="3537"/>
                    <a:pt x="2775" y="4987"/>
                  </a:cubicBezTo>
                  <a:cubicBezTo>
                    <a:pt x="3425" y="5937"/>
                    <a:pt x="3887" y="6999"/>
                    <a:pt x="4137" y="8124"/>
                  </a:cubicBezTo>
                  <a:cubicBezTo>
                    <a:pt x="4162" y="8224"/>
                    <a:pt x="4012" y="8261"/>
                    <a:pt x="3975" y="8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2" name="Google Shape;1362;p59"/>
            <p:cNvSpPr/>
            <p:nvPr/>
          </p:nvSpPr>
          <p:spPr>
            <a:xfrm>
              <a:off x="6879800" y="1634200"/>
              <a:ext cx="81575" cy="88450"/>
            </a:xfrm>
            <a:custGeom>
              <a:rect b="b" l="l" r="r" t="t"/>
              <a:pathLst>
                <a:path extrusionOk="0" h="3538" w="3263">
                  <a:moveTo>
                    <a:pt x="2775" y="3387"/>
                  </a:moveTo>
                  <a:cubicBezTo>
                    <a:pt x="2988" y="2413"/>
                    <a:pt x="3087" y="1050"/>
                    <a:pt x="2088" y="438"/>
                  </a:cubicBezTo>
                  <a:cubicBezTo>
                    <a:pt x="1613" y="176"/>
                    <a:pt x="1013" y="263"/>
                    <a:pt x="638" y="650"/>
                  </a:cubicBezTo>
                  <a:cubicBezTo>
                    <a:pt x="338" y="975"/>
                    <a:pt x="1" y="2300"/>
                    <a:pt x="788" y="2388"/>
                  </a:cubicBezTo>
                  <a:cubicBezTo>
                    <a:pt x="876" y="2388"/>
                    <a:pt x="876" y="2525"/>
                    <a:pt x="788" y="2512"/>
                  </a:cubicBezTo>
                  <a:cubicBezTo>
                    <a:pt x="251" y="2462"/>
                    <a:pt x="76" y="1788"/>
                    <a:pt x="126" y="1313"/>
                  </a:cubicBezTo>
                  <a:cubicBezTo>
                    <a:pt x="201" y="700"/>
                    <a:pt x="676" y="201"/>
                    <a:pt x="1288" y="101"/>
                  </a:cubicBezTo>
                  <a:cubicBezTo>
                    <a:pt x="1938" y="1"/>
                    <a:pt x="2450" y="363"/>
                    <a:pt x="2775" y="900"/>
                  </a:cubicBezTo>
                  <a:cubicBezTo>
                    <a:pt x="3262" y="1700"/>
                    <a:pt x="3150" y="2562"/>
                    <a:pt x="2950" y="3425"/>
                  </a:cubicBezTo>
                  <a:cubicBezTo>
                    <a:pt x="2925" y="3537"/>
                    <a:pt x="2750" y="3500"/>
                    <a:pt x="2775" y="33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3" name="Google Shape;1363;p59"/>
            <p:cNvSpPr/>
            <p:nvPr/>
          </p:nvSpPr>
          <p:spPr>
            <a:xfrm>
              <a:off x="6891050" y="1745425"/>
              <a:ext cx="44075" cy="33150"/>
            </a:xfrm>
            <a:custGeom>
              <a:rect b="b" l="l" r="r" t="t"/>
              <a:pathLst>
                <a:path extrusionOk="0" h="1326" w="1763">
                  <a:moveTo>
                    <a:pt x="1413" y="1175"/>
                  </a:moveTo>
                  <a:cubicBezTo>
                    <a:pt x="1500" y="863"/>
                    <a:pt x="1450" y="538"/>
                    <a:pt x="1150" y="363"/>
                  </a:cubicBezTo>
                  <a:cubicBezTo>
                    <a:pt x="938" y="188"/>
                    <a:pt x="725" y="238"/>
                    <a:pt x="501" y="525"/>
                  </a:cubicBezTo>
                  <a:cubicBezTo>
                    <a:pt x="451" y="650"/>
                    <a:pt x="463" y="788"/>
                    <a:pt x="538" y="900"/>
                  </a:cubicBezTo>
                  <a:cubicBezTo>
                    <a:pt x="650" y="975"/>
                    <a:pt x="551" y="1150"/>
                    <a:pt x="438" y="1075"/>
                  </a:cubicBezTo>
                  <a:cubicBezTo>
                    <a:pt x="1" y="813"/>
                    <a:pt x="351" y="113"/>
                    <a:pt x="775" y="63"/>
                  </a:cubicBezTo>
                  <a:cubicBezTo>
                    <a:pt x="1438" y="0"/>
                    <a:pt x="1763" y="688"/>
                    <a:pt x="1563" y="1225"/>
                  </a:cubicBezTo>
                  <a:cubicBezTo>
                    <a:pt x="1525" y="1325"/>
                    <a:pt x="1375" y="1288"/>
                    <a:pt x="1400" y="1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4" name="Google Shape;1364;p59"/>
            <p:cNvSpPr/>
            <p:nvPr/>
          </p:nvSpPr>
          <p:spPr>
            <a:xfrm>
              <a:off x="6882925" y="1354600"/>
              <a:ext cx="32200" cy="31875"/>
            </a:xfrm>
            <a:custGeom>
              <a:rect b="b" l="l" r="r" t="t"/>
              <a:pathLst>
                <a:path extrusionOk="0" h="1275" w="1288">
                  <a:moveTo>
                    <a:pt x="463" y="825"/>
                  </a:moveTo>
                  <a:lnTo>
                    <a:pt x="463" y="825"/>
                  </a:lnTo>
                  <a:cubicBezTo>
                    <a:pt x="463" y="900"/>
                    <a:pt x="363" y="950"/>
                    <a:pt x="301" y="887"/>
                  </a:cubicBezTo>
                  <a:cubicBezTo>
                    <a:pt x="1" y="475"/>
                    <a:pt x="638" y="0"/>
                    <a:pt x="963" y="412"/>
                  </a:cubicBezTo>
                  <a:cubicBezTo>
                    <a:pt x="1288" y="825"/>
                    <a:pt x="726" y="1275"/>
                    <a:pt x="363" y="950"/>
                  </a:cubicBezTo>
                  <a:cubicBezTo>
                    <a:pt x="288" y="887"/>
                    <a:pt x="376" y="775"/>
                    <a:pt x="463" y="8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5" name="Google Shape;1365;p59"/>
            <p:cNvSpPr/>
            <p:nvPr/>
          </p:nvSpPr>
          <p:spPr>
            <a:xfrm>
              <a:off x="6819200" y="1430500"/>
              <a:ext cx="113125" cy="77500"/>
            </a:xfrm>
            <a:custGeom>
              <a:rect b="b" l="l" r="r" t="t"/>
              <a:pathLst>
                <a:path extrusionOk="0" h="3100" w="4525">
                  <a:moveTo>
                    <a:pt x="4374" y="3050"/>
                  </a:moveTo>
                  <a:cubicBezTo>
                    <a:pt x="3187" y="1688"/>
                    <a:pt x="1700" y="926"/>
                    <a:pt x="88" y="176"/>
                  </a:cubicBezTo>
                  <a:cubicBezTo>
                    <a:pt x="0" y="138"/>
                    <a:pt x="63" y="1"/>
                    <a:pt x="150" y="26"/>
                  </a:cubicBezTo>
                  <a:cubicBezTo>
                    <a:pt x="1850" y="538"/>
                    <a:pt x="3362" y="1550"/>
                    <a:pt x="4462" y="2950"/>
                  </a:cubicBezTo>
                  <a:cubicBezTo>
                    <a:pt x="4524" y="3012"/>
                    <a:pt x="4424" y="3100"/>
                    <a:pt x="4374" y="30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6" name="Google Shape;1366;p59"/>
            <p:cNvSpPr/>
            <p:nvPr/>
          </p:nvSpPr>
          <p:spPr>
            <a:xfrm>
              <a:off x="6798275" y="1413950"/>
              <a:ext cx="32500" cy="30950"/>
            </a:xfrm>
            <a:custGeom>
              <a:rect b="b" l="l" r="r" t="t"/>
              <a:pathLst>
                <a:path extrusionOk="0" h="1238" w="1300">
                  <a:moveTo>
                    <a:pt x="912" y="850"/>
                  </a:moveTo>
                  <a:cubicBezTo>
                    <a:pt x="550" y="1238"/>
                    <a:pt x="0" y="700"/>
                    <a:pt x="375" y="350"/>
                  </a:cubicBezTo>
                  <a:cubicBezTo>
                    <a:pt x="750" y="0"/>
                    <a:pt x="1300" y="638"/>
                    <a:pt x="850" y="888"/>
                  </a:cubicBezTo>
                  <a:cubicBezTo>
                    <a:pt x="762" y="925"/>
                    <a:pt x="675" y="813"/>
                    <a:pt x="737" y="738"/>
                  </a:cubicBezTo>
                  <a:lnTo>
                    <a:pt x="800" y="738"/>
                  </a:lnTo>
                  <a:cubicBezTo>
                    <a:pt x="875" y="675"/>
                    <a:pt x="975" y="775"/>
                    <a:pt x="912" y="8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7" name="Google Shape;1367;p59"/>
            <p:cNvSpPr/>
            <p:nvPr/>
          </p:nvSpPr>
          <p:spPr>
            <a:xfrm>
              <a:off x="6803900" y="1462675"/>
              <a:ext cx="10000" cy="5975"/>
            </a:xfrm>
            <a:custGeom>
              <a:rect b="b" l="l" r="r" t="t"/>
              <a:pathLst>
                <a:path extrusionOk="0" h="239" w="400">
                  <a:moveTo>
                    <a:pt x="275" y="213"/>
                  </a:moveTo>
                  <a:cubicBezTo>
                    <a:pt x="213" y="213"/>
                    <a:pt x="163" y="213"/>
                    <a:pt x="100" y="226"/>
                  </a:cubicBezTo>
                  <a:cubicBezTo>
                    <a:pt x="25" y="238"/>
                    <a:pt x="0" y="113"/>
                    <a:pt x="63" y="76"/>
                  </a:cubicBezTo>
                  <a:cubicBezTo>
                    <a:pt x="125" y="26"/>
                    <a:pt x="200" y="1"/>
                    <a:pt x="275" y="13"/>
                  </a:cubicBezTo>
                  <a:cubicBezTo>
                    <a:pt x="400" y="13"/>
                    <a:pt x="400" y="201"/>
                    <a:pt x="275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8" name="Google Shape;1368;p59"/>
            <p:cNvSpPr/>
            <p:nvPr/>
          </p:nvSpPr>
          <p:spPr>
            <a:xfrm>
              <a:off x="6836375" y="1594850"/>
              <a:ext cx="7225" cy="10000"/>
            </a:xfrm>
            <a:custGeom>
              <a:rect b="b" l="l" r="r" t="t"/>
              <a:pathLst>
                <a:path extrusionOk="0" h="400" w="289">
                  <a:moveTo>
                    <a:pt x="251" y="150"/>
                  </a:moveTo>
                  <a:cubicBezTo>
                    <a:pt x="226" y="237"/>
                    <a:pt x="176" y="312"/>
                    <a:pt x="113" y="362"/>
                  </a:cubicBezTo>
                  <a:cubicBezTo>
                    <a:pt x="76" y="400"/>
                    <a:pt x="1" y="362"/>
                    <a:pt x="13" y="300"/>
                  </a:cubicBezTo>
                  <a:cubicBezTo>
                    <a:pt x="26" y="225"/>
                    <a:pt x="51" y="150"/>
                    <a:pt x="101" y="88"/>
                  </a:cubicBezTo>
                  <a:cubicBezTo>
                    <a:pt x="138" y="0"/>
                    <a:pt x="288" y="63"/>
                    <a:pt x="251" y="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9" name="Google Shape;1369;p59"/>
            <p:cNvSpPr/>
            <p:nvPr/>
          </p:nvSpPr>
          <p:spPr>
            <a:xfrm>
              <a:off x="6945425" y="1453625"/>
              <a:ext cx="27825" cy="156850"/>
            </a:xfrm>
            <a:custGeom>
              <a:rect b="b" l="l" r="r" t="t"/>
              <a:pathLst>
                <a:path extrusionOk="0" h="6274" w="1113">
                  <a:moveTo>
                    <a:pt x="925" y="6174"/>
                  </a:moveTo>
                  <a:cubicBezTo>
                    <a:pt x="862" y="4899"/>
                    <a:pt x="612" y="3675"/>
                    <a:pt x="338" y="2437"/>
                  </a:cubicBezTo>
                  <a:cubicBezTo>
                    <a:pt x="163" y="1625"/>
                    <a:pt x="0" y="913"/>
                    <a:pt x="325" y="113"/>
                  </a:cubicBezTo>
                  <a:cubicBezTo>
                    <a:pt x="350" y="1"/>
                    <a:pt x="537" y="51"/>
                    <a:pt x="500" y="163"/>
                  </a:cubicBezTo>
                  <a:cubicBezTo>
                    <a:pt x="188" y="1338"/>
                    <a:pt x="637" y="2462"/>
                    <a:pt x="862" y="3625"/>
                  </a:cubicBezTo>
                  <a:cubicBezTo>
                    <a:pt x="1037" y="4462"/>
                    <a:pt x="1112" y="5312"/>
                    <a:pt x="1112" y="6174"/>
                  </a:cubicBezTo>
                  <a:cubicBezTo>
                    <a:pt x="1087" y="6274"/>
                    <a:pt x="937" y="6274"/>
                    <a:pt x="925" y="6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0" name="Google Shape;1370;p59"/>
            <p:cNvSpPr/>
            <p:nvPr/>
          </p:nvSpPr>
          <p:spPr>
            <a:xfrm>
              <a:off x="6942300" y="1432375"/>
              <a:ext cx="30950" cy="33150"/>
            </a:xfrm>
            <a:custGeom>
              <a:rect b="b" l="l" r="r" t="t"/>
              <a:pathLst>
                <a:path extrusionOk="0" h="1326" w="1238">
                  <a:moveTo>
                    <a:pt x="438" y="976"/>
                  </a:moveTo>
                  <a:cubicBezTo>
                    <a:pt x="0" y="551"/>
                    <a:pt x="725" y="1"/>
                    <a:pt x="1012" y="476"/>
                  </a:cubicBezTo>
                  <a:cubicBezTo>
                    <a:pt x="1237" y="851"/>
                    <a:pt x="575" y="1325"/>
                    <a:pt x="425" y="851"/>
                  </a:cubicBezTo>
                  <a:cubicBezTo>
                    <a:pt x="413" y="763"/>
                    <a:pt x="512" y="701"/>
                    <a:pt x="587" y="763"/>
                  </a:cubicBezTo>
                  <a:cubicBezTo>
                    <a:pt x="575" y="801"/>
                    <a:pt x="562" y="838"/>
                    <a:pt x="550" y="876"/>
                  </a:cubicBezTo>
                  <a:cubicBezTo>
                    <a:pt x="600" y="963"/>
                    <a:pt x="500" y="1038"/>
                    <a:pt x="425" y="9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1" name="Google Shape;1371;p59"/>
            <p:cNvSpPr/>
            <p:nvPr/>
          </p:nvSpPr>
          <p:spPr>
            <a:xfrm>
              <a:off x="6893250" y="1388025"/>
              <a:ext cx="22500" cy="72800"/>
            </a:xfrm>
            <a:custGeom>
              <a:rect b="b" l="l" r="r" t="t"/>
              <a:pathLst>
                <a:path extrusionOk="0" h="2912" w="900">
                  <a:moveTo>
                    <a:pt x="100" y="2650"/>
                  </a:moveTo>
                  <a:cubicBezTo>
                    <a:pt x="687" y="2012"/>
                    <a:pt x="637" y="975"/>
                    <a:pt x="450" y="188"/>
                  </a:cubicBezTo>
                  <a:cubicBezTo>
                    <a:pt x="413" y="63"/>
                    <a:pt x="575" y="0"/>
                    <a:pt x="650" y="113"/>
                  </a:cubicBezTo>
                  <a:cubicBezTo>
                    <a:pt x="900" y="525"/>
                    <a:pt x="875" y="1225"/>
                    <a:pt x="800" y="1687"/>
                  </a:cubicBezTo>
                  <a:cubicBezTo>
                    <a:pt x="750" y="2112"/>
                    <a:pt x="562" y="2500"/>
                    <a:pt x="263" y="2812"/>
                  </a:cubicBezTo>
                  <a:cubicBezTo>
                    <a:pt x="163" y="2912"/>
                    <a:pt x="0" y="2750"/>
                    <a:pt x="113" y="2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2" name="Google Shape;1372;p59"/>
            <p:cNvSpPr/>
            <p:nvPr/>
          </p:nvSpPr>
          <p:spPr>
            <a:xfrm>
              <a:off x="6886375" y="1388950"/>
              <a:ext cx="23450" cy="70625"/>
            </a:xfrm>
            <a:custGeom>
              <a:rect b="b" l="l" r="r" t="t"/>
              <a:pathLst>
                <a:path extrusionOk="0" h="2825" w="938">
                  <a:moveTo>
                    <a:pt x="875" y="213"/>
                  </a:moveTo>
                  <a:cubicBezTo>
                    <a:pt x="188" y="763"/>
                    <a:pt x="450" y="1938"/>
                    <a:pt x="563" y="2650"/>
                  </a:cubicBezTo>
                  <a:cubicBezTo>
                    <a:pt x="575" y="2750"/>
                    <a:pt x="438" y="2825"/>
                    <a:pt x="375" y="2725"/>
                  </a:cubicBezTo>
                  <a:cubicBezTo>
                    <a:pt x="0" y="2013"/>
                    <a:pt x="63" y="588"/>
                    <a:pt x="750" y="63"/>
                  </a:cubicBezTo>
                  <a:cubicBezTo>
                    <a:pt x="825" y="1"/>
                    <a:pt x="937" y="138"/>
                    <a:pt x="862" y="2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3" name="Google Shape;1373;p59"/>
            <p:cNvSpPr/>
            <p:nvPr/>
          </p:nvSpPr>
          <p:spPr>
            <a:xfrm>
              <a:off x="6901375" y="1541100"/>
              <a:ext cx="56875" cy="18150"/>
            </a:xfrm>
            <a:custGeom>
              <a:rect b="b" l="l" r="r" t="t"/>
              <a:pathLst>
                <a:path extrusionOk="0" h="726" w="2275">
                  <a:moveTo>
                    <a:pt x="2149" y="500"/>
                  </a:moveTo>
                  <a:cubicBezTo>
                    <a:pt x="1475" y="725"/>
                    <a:pt x="725" y="638"/>
                    <a:pt x="125" y="251"/>
                  </a:cubicBezTo>
                  <a:cubicBezTo>
                    <a:pt x="0" y="188"/>
                    <a:pt x="113" y="1"/>
                    <a:pt x="237" y="63"/>
                  </a:cubicBezTo>
                  <a:cubicBezTo>
                    <a:pt x="800" y="401"/>
                    <a:pt x="1475" y="488"/>
                    <a:pt x="2112" y="313"/>
                  </a:cubicBezTo>
                  <a:cubicBezTo>
                    <a:pt x="2224" y="288"/>
                    <a:pt x="2274" y="463"/>
                    <a:pt x="2149" y="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4" name="Google Shape;1374;p59"/>
            <p:cNvSpPr/>
            <p:nvPr/>
          </p:nvSpPr>
          <p:spPr>
            <a:xfrm>
              <a:off x="6901675" y="1530800"/>
              <a:ext cx="56250" cy="21250"/>
            </a:xfrm>
            <a:custGeom>
              <a:rect b="b" l="l" r="r" t="t"/>
              <a:pathLst>
                <a:path extrusionOk="0" h="850" w="2250">
                  <a:moveTo>
                    <a:pt x="138" y="450"/>
                  </a:moveTo>
                  <a:cubicBezTo>
                    <a:pt x="488" y="313"/>
                    <a:pt x="2250" y="0"/>
                    <a:pt x="2137" y="788"/>
                  </a:cubicBezTo>
                  <a:cubicBezTo>
                    <a:pt x="2125" y="825"/>
                    <a:pt x="2075" y="850"/>
                    <a:pt x="2038" y="838"/>
                  </a:cubicBezTo>
                  <a:cubicBezTo>
                    <a:pt x="1788" y="738"/>
                    <a:pt x="1613" y="600"/>
                    <a:pt x="1338" y="550"/>
                  </a:cubicBezTo>
                  <a:cubicBezTo>
                    <a:pt x="950" y="488"/>
                    <a:pt x="563" y="538"/>
                    <a:pt x="188" y="663"/>
                  </a:cubicBezTo>
                  <a:cubicBezTo>
                    <a:pt x="63" y="713"/>
                    <a:pt x="1" y="513"/>
                    <a:pt x="138" y="4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5" name="Google Shape;1375;p59"/>
            <p:cNvSpPr/>
            <p:nvPr/>
          </p:nvSpPr>
          <p:spPr>
            <a:xfrm>
              <a:off x="6869800" y="1808525"/>
              <a:ext cx="26900" cy="82825"/>
            </a:xfrm>
            <a:custGeom>
              <a:rect b="b" l="l" r="r" t="t"/>
              <a:pathLst>
                <a:path extrusionOk="0" h="3313" w="1076">
                  <a:moveTo>
                    <a:pt x="726" y="3162"/>
                  </a:moveTo>
                  <a:cubicBezTo>
                    <a:pt x="788" y="2600"/>
                    <a:pt x="751" y="2038"/>
                    <a:pt x="613" y="1500"/>
                  </a:cubicBezTo>
                  <a:cubicBezTo>
                    <a:pt x="476" y="1013"/>
                    <a:pt x="188" y="613"/>
                    <a:pt x="38" y="138"/>
                  </a:cubicBezTo>
                  <a:cubicBezTo>
                    <a:pt x="1" y="63"/>
                    <a:pt x="113" y="1"/>
                    <a:pt x="176" y="63"/>
                  </a:cubicBezTo>
                  <a:cubicBezTo>
                    <a:pt x="951" y="813"/>
                    <a:pt x="1076" y="2175"/>
                    <a:pt x="938" y="3187"/>
                  </a:cubicBezTo>
                  <a:cubicBezTo>
                    <a:pt x="913" y="3312"/>
                    <a:pt x="713" y="3287"/>
                    <a:pt x="726" y="3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6" name="Google Shape;1376;p59"/>
            <p:cNvSpPr/>
            <p:nvPr/>
          </p:nvSpPr>
          <p:spPr>
            <a:xfrm>
              <a:off x="6861050" y="1808525"/>
              <a:ext cx="30975" cy="100950"/>
            </a:xfrm>
            <a:custGeom>
              <a:rect b="b" l="l" r="r" t="t"/>
              <a:pathLst>
                <a:path extrusionOk="0" h="4038" w="1239">
                  <a:moveTo>
                    <a:pt x="451" y="201"/>
                  </a:moveTo>
                  <a:cubicBezTo>
                    <a:pt x="351" y="876"/>
                    <a:pt x="238" y="1575"/>
                    <a:pt x="401" y="2250"/>
                  </a:cubicBezTo>
                  <a:cubicBezTo>
                    <a:pt x="526" y="2800"/>
                    <a:pt x="838" y="3287"/>
                    <a:pt x="1151" y="3762"/>
                  </a:cubicBezTo>
                  <a:cubicBezTo>
                    <a:pt x="1238" y="3900"/>
                    <a:pt x="1013" y="4037"/>
                    <a:pt x="926" y="3887"/>
                  </a:cubicBezTo>
                  <a:cubicBezTo>
                    <a:pt x="551" y="3325"/>
                    <a:pt x="201" y="2738"/>
                    <a:pt x="101" y="2050"/>
                  </a:cubicBezTo>
                  <a:cubicBezTo>
                    <a:pt x="1" y="1425"/>
                    <a:pt x="126" y="763"/>
                    <a:pt x="251" y="138"/>
                  </a:cubicBezTo>
                  <a:cubicBezTo>
                    <a:pt x="276" y="1"/>
                    <a:pt x="476" y="63"/>
                    <a:pt x="451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7" name="Google Shape;1377;p59"/>
            <p:cNvSpPr/>
            <p:nvPr/>
          </p:nvSpPr>
          <p:spPr>
            <a:xfrm>
              <a:off x="6704850" y="1496125"/>
              <a:ext cx="8475" cy="8125"/>
            </a:xfrm>
            <a:custGeom>
              <a:rect b="b" l="l" r="r" t="t"/>
              <a:pathLst>
                <a:path extrusionOk="0" h="325" w="339">
                  <a:moveTo>
                    <a:pt x="88" y="13"/>
                  </a:moveTo>
                  <a:cubicBezTo>
                    <a:pt x="176" y="0"/>
                    <a:pt x="263" y="38"/>
                    <a:pt x="301" y="113"/>
                  </a:cubicBezTo>
                  <a:cubicBezTo>
                    <a:pt x="326" y="125"/>
                    <a:pt x="338" y="163"/>
                    <a:pt x="326" y="188"/>
                  </a:cubicBezTo>
                  <a:lnTo>
                    <a:pt x="301" y="275"/>
                  </a:lnTo>
                  <a:cubicBezTo>
                    <a:pt x="288" y="313"/>
                    <a:pt x="226" y="325"/>
                    <a:pt x="213" y="288"/>
                  </a:cubicBezTo>
                  <a:lnTo>
                    <a:pt x="76" y="150"/>
                  </a:lnTo>
                  <a:cubicBezTo>
                    <a:pt x="1" y="125"/>
                    <a:pt x="13" y="0"/>
                    <a:pt x="88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8" name="Google Shape;1378;p59"/>
            <p:cNvSpPr/>
            <p:nvPr/>
          </p:nvSpPr>
          <p:spPr>
            <a:xfrm>
              <a:off x="6648000" y="1496125"/>
              <a:ext cx="59075" cy="15000"/>
            </a:xfrm>
            <a:custGeom>
              <a:rect b="b" l="l" r="r" t="t"/>
              <a:pathLst>
                <a:path extrusionOk="0" h="600" w="2363">
                  <a:moveTo>
                    <a:pt x="2300" y="125"/>
                  </a:moveTo>
                  <a:cubicBezTo>
                    <a:pt x="1625" y="462"/>
                    <a:pt x="825" y="600"/>
                    <a:pt x="100" y="375"/>
                  </a:cubicBezTo>
                  <a:cubicBezTo>
                    <a:pt x="0" y="350"/>
                    <a:pt x="13" y="188"/>
                    <a:pt x="125" y="200"/>
                  </a:cubicBezTo>
                  <a:cubicBezTo>
                    <a:pt x="862" y="288"/>
                    <a:pt x="1537" y="288"/>
                    <a:pt x="2262" y="25"/>
                  </a:cubicBezTo>
                  <a:cubicBezTo>
                    <a:pt x="2325" y="0"/>
                    <a:pt x="2362" y="88"/>
                    <a:pt x="2300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9" name="Google Shape;1379;p59"/>
            <p:cNvSpPr/>
            <p:nvPr/>
          </p:nvSpPr>
          <p:spPr>
            <a:xfrm>
              <a:off x="6648000" y="1501125"/>
              <a:ext cx="25325" cy="17200"/>
            </a:xfrm>
            <a:custGeom>
              <a:rect b="b" l="l" r="r" t="t"/>
              <a:pathLst>
                <a:path extrusionOk="0" h="688" w="1013">
                  <a:moveTo>
                    <a:pt x="188" y="75"/>
                  </a:moveTo>
                  <a:cubicBezTo>
                    <a:pt x="400" y="337"/>
                    <a:pt x="638" y="412"/>
                    <a:pt x="937" y="525"/>
                  </a:cubicBezTo>
                  <a:cubicBezTo>
                    <a:pt x="1012" y="562"/>
                    <a:pt x="1012" y="687"/>
                    <a:pt x="925" y="675"/>
                  </a:cubicBezTo>
                  <a:cubicBezTo>
                    <a:pt x="563" y="662"/>
                    <a:pt x="250" y="475"/>
                    <a:pt x="63" y="187"/>
                  </a:cubicBezTo>
                  <a:cubicBezTo>
                    <a:pt x="0" y="100"/>
                    <a:pt x="125" y="0"/>
                    <a:pt x="188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0" name="Google Shape;1380;p59"/>
            <p:cNvSpPr/>
            <p:nvPr/>
          </p:nvSpPr>
          <p:spPr>
            <a:xfrm>
              <a:off x="6687050" y="1501125"/>
              <a:ext cx="26575" cy="55300"/>
            </a:xfrm>
            <a:custGeom>
              <a:rect b="b" l="l" r="r" t="t"/>
              <a:pathLst>
                <a:path extrusionOk="0" h="2212" w="1063">
                  <a:moveTo>
                    <a:pt x="1025" y="138"/>
                  </a:moveTo>
                  <a:cubicBezTo>
                    <a:pt x="850" y="437"/>
                    <a:pt x="700" y="750"/>
                    <a:pt x="575" y="1087"/>
                  </a:cubicBezTo>
                  <a:cubicBezTo>
                    <a:pt x="475" y="1437"/>
                    <a:pt x="538" y="1737"/>
                    <a:pt x="575" y="2099"/>
                  </a:cubicBezTo>
                  <a:cubicBezTo>
                    <a:pt x="588" y="2187"/>
                    <a:pt x="463" y="2212"/>
                    <a:pt x="425" y="2137"/>
                  </a:cubicBezTo>
                  <a:cubicBezTo>
                    <a:pt x="0" y="1437"/>
                    <a:pt x="475" y="600"/>
                    <a:pt x="938" y="50"/>
                  </a:cubicBezTo>
                  <a:cubicBezTo>
                    <a:pt x="988" y="0"/>
                    <a:pt x="1063" y="75"/>
                    <a:pt x="1038" y="1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1" name="Google Shape;1381;p59"/>
            <p:cNvSpPr/>
            <p:nvPr/>
          </p:nvSpPr>
          <p:spPr>
            <a:xfrm>
              <a:off x="6686100" y="1522975"/>
              <a:ext cx="17225" cy="34700"/>
            </a:xfrm>
            <a:custGeom>
              <a:rect b="b" l="l" r="r" t="t"/>
              <a:pathLst>
                <a:path extrusionOk="0" h="1388" w="689">
                  <a:moveTo>
                    <a:pt x="388" y="1263"/>
                  </a:moveTo>
                  <a:cubicBezTo>
                    <a:pt x="126" y="938"/>
                    <a:pt x="1" y="513"/>
                    <a:pt x="63" y="101"/>
                  </a:cubicBezTo>
                  <a:cubicBezTo>
                    <a:pt x="76" y="1"/>
                    <a:pt x="226" y="38"/>
                    <a:pt x="226" y="126"/>
                  </a:cubicBezTo>
                  <a:cubicBezTo>
                    <a:pt x="251" y="513"/>
                    <a:pt x="313" y="813"/>
                    <a:pt x="576" y="1101"/>
                  </a:cubicBezTo>
                  <a:cubicBezTo>
                    <a:pt x="688" y="1238"/>
                    <a:pt x="488" y="1388"/>
                    <a:pt x="388" y="1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2" name="Google Shape;1382;p59"/>
            <p:cNvSpPr/>
            <p:nvPr/>
          </p:nvSpPr>
          <p:spPr>
            <a:xfrm>
              <a:off x="6669850" y="1521425"/>
              <a:ext cx="22525" cy="11275"/>
            </a:xfrm>
            <a:custGeom>
              <a:rect b="b" l="l" r="r" t="t"/>
              <a:pathLst>
                <a:path extrusionOk="0" h="451" w="901">
                  <a:moveTo>
                    <a:pt x="776" y="213"/>
                  </a:moveTo>
                  <a:cubicBezTo>
                    <a:pt x="563" y="275"/>
                    <a:pt x="351" y="388"/>
                    <a:pt x="126" y="425"/>
                  </a:cubicBezTo>
                  <a:cubicBezTo>
                    <a:pt x="51" y="450"/>
                    <a:pt x="1" y="338"/>
                    <a:pt x="63" y="288"/>
                  </a:cubicBezTo>
                  <a:cubicBezTo>
                    <a:pt x="263" y="163"/>
                    <a:pt x="488" y="75"/>
                    <a:pt x="726" y="38"/>
                  </a:cubicBezTo>
                  <a:cubicBezTo>
                    <a:pt x="851" y="0"/>
                    <a:pt x="901" y="175"/>
                    <a:pt x="776" y="2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3" name="Google Shape;1383;p59"/>
            <p:cNvSpPr/>
            <p:nvPr/>
          </p:nvSpPr>
          <p:spPr>
            <a:xfrm>
              <a:off x="6668925" y="1512975"/>
              <a:ext cx="15650" cy="19100"/>
            </a:xfrm>
            <a:custGeom>
              <a:rect b="b" l="l" r="r" t="t"/>
              <a:pathLst>
                <a:path extrusionOk="0" h="764" w="626">
                  <a:moveTo>
                    <a:pt x="50" y="563"/>
                  </a:moveTo>
                  <a:cubicBezTo>
                    <a:pt x="138" y="376"/>
                    <a:pt x="263" y="201"/>
                    <a:pt x="425" y="63"/>
                  </a:cubicBezTo>
                  <a:cubicBezTo>
                    <a:pt x="500" y="1"/>
                    <a:pt x="625" y="88"/>
                    <a:pt x="575" y="176"/>
                  </a:cubicBezTo>
                  <a:cubicBezTo>
                    <a:pt x="463" y="351"/>
                    <a:pt x="338" y="501"/>
                    <a:pt x="238" y="663"/>
                  </a:cubicBezTo>
                  <a:cubicBezTo>
                    <a:pt x="163" y="763"/>
                    <a:pt x="1" y="676"/>
                    <a:pt x="50" y="5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4" name="Google Shape;1384;p59"/>
            <p:cNvSpPr/>
            <p:nvPr/>
          </p:nvSpPr>
          <p:spPr>
            <a:xfrm>
              <a:off x="6665800" y="1513300"/>
              <a:ext cx="17525" cy="6900"/>
            </a:xfrm>
            <a:custGeom>
              <a:rect b="b" l="l" r="r" t="t"/>
              <a:pathLst>
                <a:path extrusionOk="0" h="276" w="701">
                  <a:moveTo>
                    <a:pt x="575" y="225"/>
                  </a:moveTo>
                  <a:cubicBezTo>
                    <a:pt x="400" y="275"/>
                    <a:pt x="225" y="250"/>
                    <a:pt x="76" y="163"/>
                  </a:cubicBezTo>
                  <a:cubicBezTo>
                    <a:pt x="1" y="113"/>
                    <a:pt x="63" y="0"/>
                    <a:pt x="138" y="25"/>
                  </a:cubicBezTo>
                  <a:lnTo>
                    <a:pt x="513" y="38"/>
                  </a:lnTo>
                  <a:cubicBezTo>
                    <a:pt x="638" y="13"/>
                    <a:pt x="700" y="188"/>
                    <a:pt x="575" y="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5" name="Google Shape;1385;p59"/>
            <p:cNvSpPr/>
            <p:nvPr/>
          </p:nvSpPr>
          <p:spPr>
            <a:xfrm>
              <a:off x="6645800" y="1528925"/>
              <a:ext cx="28775" cy="23450"/>
            </a:xfrm>
            <a:custGeom>
              <a:rect b="b" l="l" r="r" t="t"/>
              <a:pathLst>
                <a:path extrusionOk="0" h="938" w="1151">
                  <a:moveTo>
                    <a:pt x="638" y="163"/>
                  </a:moveTo>
                  <a:cubicBezTo>
                    <a:pt x="1150" y="263"/>
                    <a:pt x="863" y="937"/>
                    <a:pt x="426" y="838"/>
                  </a:cubicBezTo>
                  <a:cubicBezTo>
                    <a:pt x="1" y="750"/>
                    <a:pt x="126" y="0"/>
                    <a:pt x="626" y="150"/>
                  </a:cubicBezTo>
                  <a:cubicBezTo>
                    <a:pt x="738" y="188"/>
                    <a:pt x="713" y="350"/>
                    <a:pt x="601" y="350"/>
                  </a:cubicBezTo>
                  <a:lnTo>
                    <a:pt x="601" y="325"/>
                  </a:lnTo>
                  <a:cubicBezTo>
                    <a:pt x="501" y="288"/>
                    <a:pt x="538" y="138"/>
                    <a:pt x="651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6" name="Google Shape;1386;p59"/>
            <p:cNvSpPr/>
            <p:nvPr/>
          </p:nvSpPr>
          <p:spPr>
            <a:xfrm>
              <a:off x="6217175" y="4309125"/>
              <a:ext cx="551125" cy="190600"/>
            </a:xfrm>
            <a:custGeom>
              <a:rect b="b" l="l" r="r" t="t"/>
              <a:pathLst>
                <a:path extrusionOk="0" h="7624" w="22045">
                  <a:moveTo>
                    <a:pt x="213" y="4662"/>
                  </a:moveTo>
                  <a:cubicBezTo>
                    <a:pt x="5036" y="0"/>
                    <a:pt x="11447" y="7623"/>
                    <a:pt x="17083" y="6311"/>
                  </a:cubicBezTo>
                  <a:cubicBezTo>
                    <a:pt x="20070" y="5611"/>
                    <a:pt x="22044" y="3300"/>
                    <a:pt x="21932" y="238"/>
                  </a:cubicBezTo>
                  <a:cubicBezTo>
                    <a:pt x="21932" y="150"/>
                    <a:pt x="21795" y="150"/>
                    <a:pt x="21795" y="238"/>
                  </a:cubicBezTo>
                  <a:cubicBezTo>
                    <a:pt x="21532" y="6511"/>
                    <a:pt x="14521" y="6724"/>
                    <a:pt x="10160" y="4887"/>
                  </a:cubicBezTo>
                  <a:cubicBezTo>
                    <a:pt x="8448" y="4162"/>
                    <a:pt x="6723" y="3175"/>
                    <a:pt x="4824" y="2950"/>
                  </a:cubicBezTo>
                  <a:cubicBezTo>
                    <a:pt x="2924" y="2725"/>
                    <a:pt x="1425" y="3225"/>
                    <a:pt x="88" y="4537"/>
                  </a:cubicBezTo>
                  <a:cubicBezTo>
                    <a:pt x="0" y="4612"/>
                    <a:pt x="125" y="4737"/>
                    <a:pt x="213" y="46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7" name="Google Shape;1387;p59"/>
            <p:cNvSpPr/>
            <p:nvPr/>
          </p:nvSpPr>
          <p:spPr>
            <a:xfrm>
              <a:off x="6582375" y="4210725"/>
              <a:ext cx="180925" cy="121225"/>
            </a:xfrm>
            <a:custGeom>
              <a:rect b="b" l="l" r="r" t="t"/>
              <a:pathLst>
                <a:path extrusionOk="0" h="4849" w="7237">
                  <a:moveTo>
                    <a:pt x="7224" y="3174"/>
                  </a:moveTo>
                  <a:cubicBezTo>
                    <a:pt x="7087" y="1162"/>
                    <a:pt x="4637" y="0"/>
                    <a:pt x="2825" y="537"/>
                  </a:cubicBezTo>
                  <a:cubicBezTo>
                    <a:pt x="1326" y="987"/>
                    <a:pt x="1" y="3524"/>
                    <a:pt x="1388" y="4774"/>
                  </a:cubicBezTo>
                  <a:cubicBezTo>
                    <a:pt x="1463" y="4849"/>
                    <a:pt x="1575" y="4736"/>
                    <a:pt x="1513" y="4661"/>
                  </a:cubicBezTo>
                  <a:cubicBezTo>
                    <a:pt x="113" y="3137"/>
                    <a:pt x="1775" y="837"/>
                    <a:pt x="3400" y="637"/>
                  </a:cubicBezTo>
                  <a:cubicBezTo>
                    <a:pt x="4950" y="437"/>
                    <a:pt x="6912" y="1450"/>
                    <a:pt x="7037" y="3174"/>
                  </a:cubicBezTo>
                  <a:cubicBezTo>
                    <a:pt x="7037" y="3299"/>
                    <a:pt x="7237" y="3299"/>
                    <a:pt x="7224" y="3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8" name="Google Shape;1388;p59"/>
            <p:cNvSpPr/>
            <p:nvPr/>
          </p:nvSpPr>
          <p:spPr>
            <a:xfrm>
              <a:off x="6636125" y="4276625"/>
              <a:ext cx="72825" cy="77200"/>
            </a:xfrm>
            <a:custGeom>
              <a:rect b="b" l="l" r="r" t="t"/>
              <a:pathLst>
                <a:path extrusionOk="0" h="3088" w="2913">
                  <a:moveTo>
                    <a:pt x="63" y="2600"/>
                  </a:moveTo>
                  <a:cubicBezTo>
                    <a:pt x="888" y="3087"/>
                    <a:pt x="2112" y="2738"/>
                    <a:pt x="2537" y="1850"/>
                  </a:cubicBezTo>
                  <a:cubicBezTo>
                    <a:pt x="2912" y="1026"/>
                    <a:pt x="2300" y="101"/>
                    <a:pt x="1437" y="13"/>
                  </a:cubicBezTo>
                  <a:cubicBezTo>
                    <a:pt x="1325" y="1"/>
                    <a:pt x="1300" y="188"/>
                    <a:pt x="1412" y="213"/>
                  </a:cubicBezTo>
                  <a:cubicBezTo>
                    <a:pt x="2225" y="351"/>
                    <a:pt x="2725" y="1176"/>
                    <a:pt x="2250" y="1925"/>
                  </a:cubicBezTo>
                  <a:cubicBezTo>
                    <a:pt x="1787" y="2613"/>
                    <a:pt x="888" y="2838"/>
                    <a:pt x="150" y="2463"/>
                  </a:cubicBezTo>
                  <a:cubicBezTo>
                    <a:pt x="63" y="2425"/>
                    <a:pt x="0" y="2538"/>
                    <a:pt x="75" y="26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9" name="Google Shape;1389;p59"/>
            <p:cNvSpPr/>
            <p:nvPr/>
          </p:nvSpPr>
          <p:spPr>
            <a:xfrm>
              <a:off x="6662675" y="4282575"/>
              <a:ext cx="25" cy="325"/>
            </a:xfrm>
            <a:custGeom>
              <a:rect b="b" l="l" r="r" t="t"/>
              <a:pathLst>
                <a:path extrusionOk="0" h="13" w="1">
                  <a:moveTo>
                    <a:pt x="1" y="0"/>
                  </a:moveTo>
                  <a:lnTo>
                    <a:pt x="1" y="1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0" name="Google Shape;1390;p59"/>
            <p:cNvSpPr/>
            <p:nvPr/>
          </p:nvSpPr>
          <p:spPr>
            <a:xfrm>
              <a:off x="6648925" y="4357225"/>
              <a:ext cx="206550" cy="103750"/>
            </a:xfrm>
            <a:custGeom>
              <a:rect b="b" l="l" r="r" t="t"/>
              <a:pathLst>
                <a:path extrusionOk="0" h="4150" w="8262">
                  <a:moveTo>
                    <a:pt x="126" y="4137"/>
                  </a:moveTo>
                  <a:cubicBezTo>
                    <a:pt x="1250" y="3887"/>
                    <a:pt x="2325" y="3425"/>
                    <a:pt x="3275" y="2775"/>
                  </a:cubicBezTo>
                  <a:cubicBezTo>
                    <a:pt x="4724" y="1763"/>
                    <a:pt x="6199" y="1"/>
                    <a:pt x="8074" y="1276"/>
                  </a:cubicBezTo>
                  <a:cubicBezTo>
                    <a:pt x="8161" y="1326"/>
                    <a:pt x="8261" y="1201"/>
                    <a:pt x="8186" y="1138"/>
                  </a:cubicBezTo>
                  <a:cubicBezTo>
                    <a:pt x="7424" y="451"/>
                    <a:pt x="6474" y="451"/>
                    <a:pt x="5549" y="851"/>
                  </a:cubicBezTo>
                  <a:cubicBezTo>
                    <a:pt x="4887" y="1151"/>
                    <a:pt x="4350" y="1676"/>
                    <a:pt x="3787" y="2125"/>
                  </a:cubicBezTo>
                  <a:cubicBezTo>
                    <a:pt x="2700" y="3013"/>
                    <a:pt x="1450" y="3650"/>
                    <a:pt x="88" y="3987"/>
                  </a:cubicBezTo>
                  <a:cubicBezTo>
                    <a:pt x="1" y="4000"/>
                    <a:pt x="38" y="4150"/>
                    <a:pt x="138" y="41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1" name="Google Shape;1391;p59"/>
            <p:cNvSpPr/>
            <p:nvPr/>
          </p:nvSpPr>
          <p:spPr>
            <a:xfrm>
              <a:off x="6506475" y="4375975"/>
              <a:ext cx="88425" cy="80000"/>
            </a:xfrm>
            <a:custGeom>
              <a:rect b="b" l="l" r="r" t="t"/>
              <a:pathLst>
                <a:path extrusionOk="0" h="3200" w="3537">
                  <a:moveTo>
                    <a:pt x="113" y="2888"/>
                  </a:moveTo>
                  <a:cubicBezTo>
                    <a:pt x="987" y="3087"/>
                    <a:pt x="1837" y="3200"/>
                    <a:pt x="2650" y="2713"/>
                  </a:cubicBezTo>
                  <a:cubicBezTo>
                    <a:pt x="3174" y="2388"/>
                    <a:pt x="3537" y="1875"/>
                    <a:pt x="3437" y="1225"/>
                  </a:cubicBezTo>
                  <a:cubicBezTo>
                    <a:pt x="3349" y="613"/>
                    <a:pt x="2849" y="138"/>
                    <a:pt x="2225" y="63"/>
                  </a:cubicBezTo>
                  <a:cubicBezTo>
                    <a:pt x="1750" y="13"/>
                    <a:pt x="1075" y="176"/>
                    <a:pt x="1025" y="726"/>
                  </a:cubicBezTo>
                  <a:cubicBezTo>
                    <a:pt x="1025" y="813"/>
                    <a:pt x="1150" y="813"/>
                    <a:pt x="1150" y="726"/>
                  </a:cubicBezTo>
                  <a:cubicBezTo>
                    <a:pt x="1225" y="1"/>
                    <a:pt x="2437" y="263"/>
                    <a:pt x="2762" y="488"/>
                  </a:cubicBezTo>
                  <a:cubicBezTo>
                    <a:pt x="3249" y="838"/>
                    <a:pt x="3387" y="1500"/>
                    <a:pt x="3099" y="2025"/>
                  </a:cubicBezTo>
                  <a:cubicBezTo>
                    <a:pt x="2475" y="3037"/>
                    <a:pt x="1125" y="2937"/>
                    <a:pt x="150" y="2713"/>
                  </a:cubicBezTo>
                  <a:cubicBezTo>
                    <a:pt x="38" y="2688"/>
                    <a:pt x="0" y="2863"/>
                    <a:pt x="113" y="28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2" name="Google Shape;1392;p59"/>
            <p:cNvSpPr/>
            <p:nvPr/>
          </p:nvSpPr>
          <p:spPr>
            <a:xfrm>
              <a:off x="6450850" y="4386300"/>
              <a:ext cx="33150" cy="43450"/>
            </a:xfrm>
            <a:custGeom>
              <a:rect b="b" l="l" r="r" t="t"/>
              <a:pathLst>
                <a:path extrusionOk="0" h="1738" w="1326">
                  <a:moveTo>
                    <a:pt x="101" y="1550"/>
                  </a:moveTo>
                  <a:cubicBezTo>
                    <a:pt x="638" y="1737"/>
                    <a:pt x="1325" y="1412"/>
                    <a:pt x="1263" y="762"/>
                  </a:cubicBezTo>
                  <a:cubicBezTo>
                    <a:pt x="1213" y="338"/>
                    <a:pt x="513" y="0"/>
                    <a:pt x="251" y="425"/>
                  </a:cubicBezTo>
                  <a:cubicBezTo>
                    <a:pt x="176" y="538"/>
                    <a:pt x="351" y="637"/>
                    <a:pt x="426" y="525"/>
                  </a:cubicBezTo>
                  <a:cubicBezTo>
                    <a:pt x="538" y="463"/>
                    <a:pt x="676" y="438"/>
                    <a:pt x="801" y="488"/>
                  </a:cubicBezTo>
                  <a:cubicBezTo>
                    <a:pt x="1076" y="712"/>
                    <a:pt x="1125" y="937"/>
                    <a:pt x="951" y="1137"/>
                  </a:cubicBezTo>
                  <a:cubicBezTo>
                    <a:pt x="776" y="1450"/>
                    <a:pt x="451" y="1487"/>
                    <a:pt x="138" y="1400"/>
                  </a:cubicBezTo>
                  <a:cubicBezTo>
                    <a:pt x="38" y="1362"/>
                    <a:pt x="1" y="1525"/>
                    <a:pt x="101" y="15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3" name="Google Shape;1393;p59"/>
            <p:cNvSpPr/>
            <p:nvPr/>
          </p:nvSpPr>
          <p:spPr>
            <a:xfrm>
              <a:off x="6842625" y="4377850"/>
              <a:ext cx="31900" cy="31900"/>
            </a:xfrm>
            <a:custGeom>
              <a:rect b="b" l="l" r="r" t="t"/>
              <a:pathLst>
                <a:path extrusionOk="0" h="1276" w="1276">
                  <a:moveTo>
                    <a:pt x="326" y="351"/>
                  </a:moveTo>
                  <a:cubicBezTo>
                    <a:pt x="1" y="713"/>
                    <a:pt x="451" y="1275"/>
                    <a:pt x="863" y="950"/>
                  </a:cubicBezTo>
                  <a:cubicBezTo>
                    <a:pt x="1275" y="626"/>
                    <a:pt x="800" y="1"/>
                    <a:pt x="401" y="301"/>
                  </a:cubicBezTo>
                  <a:cubicBezTo>
                    <a:pt x="326" y="351"/>
                    <a:pt x="376" y="463"/>
                    <a:pt x="463" y="451"/>
                  </a:cubicBezTo>
                  <a:lnTo>
                    <a:pt x="463" y="451"/>
                  </a:lnTo>
                  <a:cubicBezTo>
                    <a:pt x="501" y="376"/>
                    <a:pt x="401" y="276"/>
                    <a:pt x="338" y="3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4" name="Google Shape;1394;p59"/>
            <p:cNvSpPr/>
            <p:nvPr/>
          </p:nvSpPr>
          <p:spPr>
            <a:xfrm>
              <a:off x="6720775" y="4313800"/>
              <a:ext cx="77825" cy="113125"/>
            </a:xfrm>
            <a:custGeom>
              <a:rect b="b" l="l" r="r" t="t"/>
              <a:pathLst>
                <a:path extrusionOk="0" h="4525" w="3113">
                  <a:moveTo>
                    <a:pt x="163" y="4462"/>
                  </a:moveTo>
                  <a:cubicBezTo>
                    <a:pt x="1551" y="3363"/>
                    <a:pt x="2575" y="1850"/>
                    <a:pt x="3088" y="151"/>
                  </a:cubicBezTo>
                  <a:cubicBezTo>
                    <a:pt x="3113" y="63"/>
                    <a:pt x="2975" y="1"/>
                    <a:pt x="2925" y="88"/>
                  </a:cubicBezTo>
                  <a:cubicBezTo>
                    <a:pt x="2188" y="1700"/>
                    <a:pt x="1413" y="3188"/>
                    <a:pt x="63" y="4375"/>
                  </a:cubicBezTo>
                  <a:cubicBezTo>
                    <a:pt x="1" y="4437"/>
                    <a:pt x="88" y="4525"/>
                    <a:pt x="163" y="44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5" name="Google Shape;1395;p59"/>
            <p:cNvSpPr/>
            <p:nvPr/>
          </p:nvSpPr>
          <p:spPr>
            <a:xfrm>
              <a:off x="6784200" y="4293200"/>
              <a:ext cx="30650" cy="32500"/>
            </a:xfrm>
            <a:custGeom>
              <a:rect b="b" l="l" r="r" t="t"/>
              <a:pathLst>
                <a:path extrusionOk="0" h="1300" w="1226">
                  <a:moveTo>
                    <a:pt x="501" y="800"/>
                  </a:moveTo>
                  <a:lnTo>
                    <a:pt x="501" y="737"/>
                  </a:lnTo>
                  <a:cubicBezTo>
                    <a:pt x="426" y="662"/>
                    <a:pt x="313" y="750"/>
                    <a:pt x="363" y="850"/>
                  </a:cubicBezTo>
                  <a:cubicBezTo>
                    <a:pt x="601" y="1300"/>
                    <a:pt x="1225" y="750"/>
                    <a:pt x="888" y="375"/>
                  </a:cubicBezTo>
                  <a:cubicBezTo>
                    <a:pt x="551" y="0"/>
                    <a:pt x="1" y="550"/>
                    <a:pt x="388" y="912"/>
                  </a:cubicBezTo>
                  <a:cubicBezTo>
                    <a:pt x="463" y="975"/>
                    <a:pt x="563" y="875"/>
                    <a:pt x="501" y="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6" name="Google Shape;1396;p59"/>
            <p:cNvSpPr/>
            <p:nvPr/>
          </p:nvSpPr>
          <p:spPr>
            <a:xfrm>
              <a:off x="6760775" y="4298825"/>
              <a:ext cx="5650" cy="9375"/>
            </a:xfrm>
            <a:custGeom>
              <a:rect b="b" l="l" r="r" t="t"/>
              <a:pathLst>
                <a:path extrusionOk="0" h="375" w="226">
                  <a:moveTo>
                    <a:pt x="213" y="263"/>
                  </a:moveTo>
                  <a:cubicBezTo>
                    <a:pt x="225" y="188"/>
                    <a:pt x="200" y="113"/>
                    <a:pt x="150" y="63"/>
                  </a:cubicBezTo>
                  <a:cubicBezTo>
                    <a:pt x="113" y="0"/>
                    <a:pt x="1" y="13"/>
                    <a:pt x="1" y="100"/>
                  </a:cubicBezTo>
                  <a:cubicBezTo>
                    <a:pt x="1" y="150"/>
                    <a:pt x="13" y="213"/>
                    <a:pt x="13" y="263"/>
                  </a:cubicBezTo>
                  <a:cubicBezTo>
                    <a:pt x="26" y="375"/>
                    <a:pt x="188" y="375"/>
                    <a:pt x="200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7" name="Google Shape;1397;p59"/>
            <p:cNvSpPr/>
            <p:nvPr/>
          </p:nvSpPr>
          <p:spPr>
            <a:xfrm>
              <a:off x="6624250" y="4331300"/>
              <a:ext cx="10025" cy="6900"/>
            </a:xfrm>
            <a:custGeom>
              <a:rect b="b" l="l" r="r" t="t"/>
              <a:pathLst>
                <a:path extrusionOk="0" h="276" w="401">
                  <a:moveTo>
                    <a:pt x="313" y="88"/>
                  </a:moveTo>
                  <a:cubicBezTo>
                    <a:pt x="250" y="51"/>
                    <a:pt x="175" y="26"/>
                    <a:pt x="100" y="13"/>
                  </a:cubicBezTo>
                  <a:cubicBezTo>
                    <a:pt x="38" y="1"/>
                    <a:pt x="0" y="63"/>
                    <a:pt x="50" y="113"/>
                  </a:cubicBezTo>
                  <a:cubicBezTo>
                    <a:pt x="100" y="176"/>
                    <a:pt x="163" y="226"/>
                    <a:pt x="250" y="251"/>
                  </a:cubicBezTo>
                  <a:cubicBezTo>
                    <a:pt x="338" y="276"/>
                    <a:pt x="400" y="138"/>
                    <a:pt x="313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8" name="Google Shape;1398;p59"/>
            <p:cNvSpPr/>
            <p:nvPr/>
          </p:nvSpPr>
          <p:spPr>
            <a:xfrm>
              <a:off x="6618625" y="4440350"/>
              <a:ext cx="156850" cy="27825"/>
            </a:xfrm>
            <a:custGeom>
              <a:rect b="b" l="l" r="r" t="t"/>
              <a:pathLst>
                <a:path extrusionOk="0" h="1113" w="6274">
                  <a:moveTo>
                    <a:pt x="101" y="1100"/>
                  </a:moveTo>
                  <a:cubicBezTo>
                    <a:pt x="963" y="1112"/>
                    <a:pt x="1813" y="1025"/>
                    <a:pt x="2662" y="850"/>
                  </a:cubicBezTo>
                  <a:cubicBezTo>
                    <a:pt x="3812" y="625"/>
                    <a:pt x="4937" y="175"/>
                    <a:pt x="6111" y="500"/>
                  </a:cubicBezTo>
                  <a:cubicBezTo>
                    <a:pt x="6224" y="525"/>
                    <a:pt x="6274" y="362"/>
                    <a:pt x="6161" y="313"/>
                  </a:cubicBezTo>
                  <a:cubicBezTo>
                    <a:pt x="5362" y="0"/>
                    <a:pt x="4649" y="163"/>
                    <a:pt x="3837" y="337"/>
                  </a:cubicBezTo>
                  <a:cubicBezTo>
                    <a:pt x="2587" y="612"/>
                    <a:pt x="1375" y="862"/>
                    <a:pt x="101" y="925"/>
                  </a:cubicBezTo>
                  <a:cubicBezTo>
                    <a:pt x="1" y="937"/>
                    <a:pt x="1" y="1087"/>
                    <a:pt x="101" y="1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9" name="Google Shape;1399;p59"/>
            <p:cNvSpPr/>
            <p:nvPr/>
          </p:nvSpPr>
          <p:spPr>
            <a:xfrm>
              <a:off x="6763900" y="4437225"/>
              <a:ext cx="32825" cy="31250"/>
            </a:xfrm>
            <a:custGeom>
              <a:rect b="b" l="l" r="r" t="t"/>
              <a:pathLst>
                <a:path extrusionOk="0" h="1250" w="1313">
                  <a:moveTo>
                    <a:pt x="450" y="550"/>
                  </a:moveTo>
                  <a:lnTo>
                    <a:pt x="563" y="587"/>
                  </a:lnTo>
                  <a:cubicBezTo>
                    <a:pt x="613" y="512"/>
                    <a:pt x="550" y="413"/>
                    <a:pt x="463" y="425"/>
                  </a:cubicBezTo>
                  <a:cubicBezTo>
                    <a:pt x="1" y="587"/>
                    <a:pt x="463" y="1250"/>
                    <a:pt x="850" y="1012"/>
                  </a:cubicBezTo>
                  <a:cubicBezTo>
                    <a:pt x="1313" y="712"/>
                    <a:pt x="775" y="0"/>
                    <a:pt x="350" y="438"/>
                  </a:cubicBezTo>
                  <a:cubicBezTo>
                    <a:pt x="288" y="500"/>
                    <a:pt x="363" y="600"/>
                    <a:pt x="450" y="5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0" name="Google Shape;1400;p59"/>
            <p:cNvSpPr/>
            <p:nvPr/>
          </p:nvSpPr>
          <p:spPr>
            <a:xfrm>
              <a:off x="6768275" y="4388175"/>
              <a:ext cx="72825" cy="22500"/>
            </a:xfrm>
            <a:custGeom>
              <a:rect b="b" l="l" r="r" t="t"/>
              <a:pathLst>
                <a:path extrusionOk="0" h="900" w="2913">
                  <a:moveTo>
                    <a:pt x="100" y="263"/>
                  </a:moveTo>
                  <a:cubicBezTo>
                    <a:pt x="413" y="562"/>
                    <a:pt x="813" y="750"/>
                    <a:pt x="1225" y="800"/>
                  </a:cubicBezTo>
                  <a:cubicBezTo>
                    <a:pt x="1700" y="862"/>
                    <a:pt x="2400" y="900"/>
                    <a:pt x="2812" y="637"/>
                  </a:cubicBezTo>
                  <a:cubicBezTo>
                    <a:pt x="2912" y="575"/>
                    <a:pt x="2850" y="413"/>
                    <a:pt x="2725" y="438"/>
                  </a:cubicBezTo>
                  <a:cubicBezTo>
                    <a:pt x="1937" y="637"/>
                    <a:pt x="900" y="687"/>
                    <a:pt x="263" y="100"/>
                  </a:cubicBezTo>
                  <a:cubicBezTo>
                    <a:pt x="163" y="0"/>
                    <a:pt x="0" y="163"/>
                    <a:pt x="113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1" name="Google Shape;1401;p59"/>
            <p:cNvSpPr/>
            <p:nvPr/>
          </p:nvSpPr>
          <p:spPr>
            <a:xfrm>
              <a:off x="6769525" y="4381600"/>
              <a:ext cx="70625" cy="23450"/>
            </a:xfrm>
            <a:custGeom>
              <a:rect b="b" l="l" r="r" t="t"/>
              <a:pathLst>
                <a:path extrusionOk="0" h="938" w="2825">
                  <a:moveTo>
                    <a:pt x="2762" y="738"/>
                  </a:moveTo>
                  <a:cubicBezTo>
                    <a:pt x="2250" y="51"/>
                    <a:pt x="813" y="1"/>
                    <a:pt x="113" y="376"/>
                  </a:cubicBezTo>
                  <a:cubicBezTo>
                    <a:pt x="0" y="426"/>
                    <a:pt x="88" y="563"/>
                    <a:pt x="188" y="551"/>
                  </a:cubicBezTo>
                  <a:cubicBezTo>
                    <a:pt x="900" y="438"/>
                    <a:pt x="2062" y="176"/>
                    <a:pt x="2612" y="850"/>
                  </a:cubicBezTo>
                  <a:cubicBezTo>
                    <a:pt x="2687" y="938"/>
                    <a:pt x="2825" y="825"/>
                    <a:pt x="2775" y="7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2" name="Google Shape;1402;p59"/>
            <p:cNvSpPr/>
            <p:nvPr/>
          </p:nvSpPr>
          <p:spPr>
            <a:xfrm>
              <a:off x="6669850" y="4396600"/>
              <a:ext cx="17850" cy="55950"/>
            </a:xfrm>
            <a:custGeom>
              <a:rect b="b" l="l" r="r" t="t"/>
              <a:pathLst>
                <a:path extrusionOk="0" h="2238" w="714">
                  <a:moveTo>
                    <a:pt x="413" y="2087"/>
                  </a:moveTo>
                  <a:cubicBezTo>
                    <a:pt x="238" y="1450"/>
                    <a:pt x="326" y="775"/>
                    <a:pt x="663" y="213"/>
                  </a:cubicBezTo>
                  <a:cubicBezTo>
                    <a:pt x="713" y="101"/>
                    <a:pt x="551" y="1"/>
                    <a:pt x="476" y="101"/>
                  </a:cubicBezTo>
                  <a:cubicBezTo>
                    <a:pt x="88" y="713"/>
                    <a:pt x="1" y="1450"/>
                    <a:pt x="238" y="2137"/>
                  </a:cubicBezTo>
                  <a:cubicBezTo>
                    <a:pt x="276" y="2237"/>
                    <a:pt x="426" y="2200"/>
                    <a:pt x="413" y="20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3" name="Google Shape;1403;p59"/>
            <p:cNvSpPr/>
            <p:nvPr/>
          </p:nvSpPr>
          <p:spPr>
            <a:xfrm>
              <a:off x="6677050" y="4396600"/>
              <a:ext cx="16275" cy="54375"/>
            </a:xfrm>
            <a:custGeom>
              <a:rect b="b" l="l" r="r" t="t"/>
              <a:pathLst>
                <a:path extrusionOk="0" h="2175" w="651">
                  <a:moveTo>
                    <a:pt x="188" y="188"/>
                  </a:moveTo>
                  <a:cubicBezTo>
                    <a:pt x="313" y="550"/>
                    <a:pt x="363" y="950"/>
                    <a:pt x="300" y="1338"/>
                  </a:cubicBezTo>
                  <a:cubicBezTo>
                    <a:pt x="250" y="1613"/>
                    <a:pt x="113" y="1788"/>
                    <a:pt x="13" y="2038"/>
                  </a:cubicBezTo>
                  <a:cubicBezTo>
                    <a:pt x="0" y="2075"/>
                    <a:pt x="25" y="2112"/>
                    <a:pt x="63" y="2125"/>
                  </a:cubicBezTo>
                  <a:cubicBezTo>
                    <a:pt x="363" y="2175"/>
                    <a:pt x="463" y="1850"/>
                    <a:pt x="538" y="1613"/>
                  </a:cubicBezTo>
                  <a:cubicBezTo>
                    <a:pt x="650" y="1113"/>
                    <a:pt x="600" y="600"/>
                    <a:pt x="400" y="126"/>
                  </a:cubicBezTo>
                  <a:cubicBezTo>
                    <a:pt x="350" y="1"/>
                    <a:pt x="150" y="51"/>
                    <a:pt x="188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4" name="Google Shape;1404;p59"/>
            <p:cNvSpPr/>
            <p:nvPr/>
          </p:nvSpPr>
          <p:spPr>
            <a:xfrm>
              <a:off x="6337750" y="4364725"/>
              <a:ext cx="82825" cy="26900"/>
            </a:xfrm>
            <a:custGeom>
              <a:rect b="b" l="l" r="r" t="t"/>
              <a:pathLst>
                <a:path extrusionOk="0" h="1076" w="3313">
                  <a:moveTo>
                    <a:pt x="126" y="926"/>
                  </a:moveTo>
                  <a:cubicBezTo>
                    <a:pt x="1138" y="1076"/>
                    <a:pt x="2500" y="926"/>
                    <a:pt x="3263" y="163"/>
                  </a:cubicBezTo>
                  <a:cubicBezTo>
                    <a:pt x="3313" y="113"/>
                    <a:pt x="3263" y="1"/>
                    <a:pt x="3175" y="26"/>
                  </a:cubicBezTo>
                  <a:cubicBezTo>
                    <a:pt x="2713" y="188"/>
                    <a:pt x="2300" y="476"/>
                    <a:pt x="1813" y="601"/>
                  </a:cubicBezTo>
                  <a:cubicBezTo>
                    <a:pt x="1276" y="738"/>
                    <a:pt x="713" y="776"/>
                    <a:pt x="151" y="713"/>
                  </a:cubicBezTo>
                  <a:cubicBezTo>
                    <a:pt x="38" y="701"/>
                    <a:pt x="1" y="913"/>
                    <a:pt x="126" y="9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5" name="Google Shape;1405;p59"/>
            <p:cNvSpPr/>
            <p:nvPr/>
          </p:nvSpPr>
          <p:spPr>
            <a:xfrm>
              <a:off x="6319650" y="4355975"/>
              <a:ext cx="100625" cy="30975"/>
            </a:xfrm>
            <a:custGeom>
              <a:rect b="b" l="l" r="r" t="t"/>
              <a:pathLst>
                <a:path extrusionOk="0" h="1239" w="4025">
                  <a:moveTo>
                    <a:pt x="3887" y="238"/>
                  </a:moveTo>
                  <a:cubicBezTo>
                    <a:pt x="3262" y="126"/>
                    <a:pt x="2612" y="1"/>
                    <a:pt x="1975" y="101"/>
                  </a:cubicBezTo>
                  <a:cubicBezTo>
                    <a:pt x="1300" y="201"/>
                    <a:pt x="712" y="551"/>
                    <a:pt x="138" y="926"/>
                  </a:cubicBezTo>
                  <a:cubicBezTo>
                    <a:pt x="0" y="1013"/>
                    <a:pt x="138" y="1238"/>
                    <a:pt x="275" y="1151"/>
                  </a:cubicBezTo>
                  <a:cubicBezTo>
                    <a:pt x="737" y="838"/>
                    <a:pt x="1225" y="526"/>
                    <a:pt x="1787" y="388"/>
                  </a:cubicBezTo>
                  <a:cubicBezTo>
                    <a:pt x="2450" y="226"/>
                    <a:pt x="3162" y="338"/>
                    <a:pt x="3837" y="451"/>
                  </a:cubicBezTo>
                  <a:cubicBezTo>
                    <a:pt x="3962" y="463"/>
                    <a:pt x="4024" y="263"/>
                    <a:pt x="3887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6" name="Google Shape;1406;p59"/>
            <p:cNvSpPr/>
            <p:nvPr/>
          </p:nvSpPr>
          <p:spPr>
            <a:xfrm>
              <a:off x="6822325" y="3689900"/>
              <a:ext cx="199650" cy="551150"/>
            </a:xfrm>
            <a:custGeom>
              <a:rect b="b" l="l" r="r" t="t"/>
              <a:pathLst>
                <a:path extrusionOk="0" h="22046" w="7986">
                  <a:moveTo>
                    <a:pt x="4499" y="88"/>
                  </a:moveTo>
                  <a:cubicBezTo>
                    <a:pt x="3187" y="1426"/>
                    <a:pt x="2700" y="2938"/>
                    <a:pt x="2912" y="4837"/>
                  </a:cubicBezTo>
                  <a:cubicBezTo>
                    <a:pt x="3087" y="6237"/>
                    <a:pt x="3699" y="7487"/>
                    <a:pt x="4237" y="8761"/>
                  </a:cubicBezTo>
                  <a:cubicBezTo>
                    <a:pt x="6111" y="13235"/>
                    <a:pt x="7986" y="21470"/>
                    <a:pt x="213" y="21808"/>
                  </a:cubicBezTo>
                  <a:cubicBezTo>
                    <a:pt x="125" y="21808"/>
                    <a:pt x="125" y="21933"/>
                    <a:pt x="213" y="21945"/>
                  </a:cubicBezTo>
                  <a:cubicBezTo>
                    <a:pt x="3250" y="22045"/>
                    <a:pt x="5586" y="20071"/>
                    <a:pt x="6274" y="17084"/>
                  </a:cubicBezTo>
                  <a:cubicBezTo>
                    <a:pt x="7598" y="11435"/>
                    <a:pt x="0" y="5012"/>
                    <a:pt x="4637" y="213"/>
                  </a:cubicBezTo>
                  <a:cubicBezTo>
                    <a:pt x="4712" y="138"/>
                    <a:pt x="4587" y="1"/>
                    <a:pt x="4499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7" name="Google Shape;1407;p59"/>
            <p:cNvSpPr/>
            <p:nvPr/>
          </p:nvSpPr>
          <p:spPr>
            <a:xfrm>
              <a:off x="6723275" y="4055125"/>
              <a:ext cx="121250" cy="180925"/>
            </a:xfrm>
            <a:custGeom>
              <a:rect b="b" l="l" r="r" t="t"/>
              <a:pathLst>
                <a:path extrusionOk="0" h="7237" w="4850">
                  <a:moveTo>
                    <a:pt x="3175" y="7036"/>
                  </a:moveTo>
                  <a:cubicBezTo>
                    <a:pt x="1438" y="6911"/>
                    <a:pt x="438" y="4949"/>
                    <a:pt x="626" y="3400"/>
                  </a:cubicBezTo>
                  <a:cubicBezTo>
                    <a:pt x="838" y="1775"/>
                    <a:pt x="3138" y="113"/>
                    <a:pt x="4650" y="1513"/>
                  </a:cubicBezTo>
                  <a:cubicBezTo>
                    <a:pt x="4737" y="1588"/>
                    <a:pt x="4850" y="1463"/>
                    <a:pt x="4775" y="1388"/>
                  </a:cubicBezTo>
                  <a:cubicBezTo>
                    <a:pt x="3525" y="1"/>
                    <a:pt x="988" y="1313"/>
                    <a:pt x="538" y="2825"/>
                  </a:cubicBezTo>
                  <a:cubicBezTo>
                    <a:pt x="1" y="4637"/>
                    <a:pt x="1163" y="7086"/>
                    <a:pt x="3175" y="7224"/>
                  </a:cubicBezTo>
                  <a:cubicBezTo>
                    <a:pt x="3300" y="7236"/>
                    <a:pt x="3300" y="7049"/>
                    <a:pt x="3175" y="70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8" name="Google Shape;1408;p59"/>
            <p:cNvSpPr/>
            <p:nvPr/>
          </p:nvSpPr>
          <p:spPr>
            <a:xfrm>
              <a:off x="6789200" y="4108250"/>
              <a:ext cx="77200" cy="73425"/>
            </a:xfrm>
            <a:custGeom>
              <a:rect b="b" l="l" r="r" t="t"/>
              <a:pathLst>
                <a:path extrusionOk="0" h="2937" w="3088">
                  <a:moveTo>
                    <a:pt x="2463" y="163"/>
                  </a:moveTo>
                  <a:cubicBezTo>
                    <a:pt x="2837" y="900"/>
                    <a:pt x="2600" y="1800"/>
                    <a:pt x="1925" y="2274"/>
                  </a:cubicBezTo>
                  <a:cubicBezTo>
                    <a:pt x="1175" y="2749"/>
                    <a:pt x="338" y="2237"/>
                    <a:pt x="201" y="1425"/>
                  </a:cubicBezTo>
                  <a:cubicBezTo>
                    <a:pt x="188" y="1312"/>
                    <a:pt x="1" y="1337"/>
                    <a:pt x="13" y="1450"/>
                  </a:cubicBezTo>
                  <a:cubicBezTo>
                    <a:pt x="88" y="2324"/>
                    <a:pt x="1013" y="2937"/>
                    <a:pt x="1838" y="2549"/>
                  </a:cubicBezTo>
                  <a:cubicBezTo>
                    <a:pt x="2738" y="2137"/>
                    <a:pt x="3087" y="900"/>
                    <a:pt x="2588" y="75"/>
                  </a:cubicBezTo>
                  <a:cubicBezTo>
                    <a:pt x="2538" y="0"/>
                    <a:pt x="2425" y="75"/>
                    <a:pt x="2463" y="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9" name="Google Shape;1409;p59"/>
            <p:cNvSpPr/>
            <p:nvPr/>
          </p:nvSpPr>
          <p:spPr>
            <a:xfrm>
              <a:off x="6795150" y="4135100"/>
              <a:ext cx="325" cy="350"/>
            </a:xfrm>
            <a:custGeom>
              <a:rect b="b" l="l" r="r" t="t"/>
              <a:pathLst>
                <a:path extrusionOk="0" h="14" w="13">
                  <a:moveTo>
                    <a:pt x="0" y="1"/>
                  </a:moveTo>
                  <a:lnTo>
                    <a:pt x="0" y="13"/>
                  </a:lnTo>
                  <a:cubicBezTo>
                    <a:pt x="0" y="13"/>
                    <a:pt x="13" y="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0" name="Google Shape;1410;p59"/>
            <p:cNvSpPr/>
            <p:nvPr/>
          </p:nvSpPr>
          <p:spPr>
            <a:xfrm>
              <a:off x="6869500" y="4121350"/>
              <a:ext cx="104050" cy="206550"/>
            </a:xfrm>
            <a:custGeom>
              <a:rect b="b" l="l" r="r" t="t"/>
              <a:pathLst>
                <a:path extrusionOk="0" h="8262" w="4162">
                  <a:moveTo>
                    <a:pt x="3987" y="101"/>
                  </a:moveTo>
                  <a:cubicBezTo>
                    <a:pt x="3712" y="1288"/>
                    <a:pt x="3175" y="2400"/>
                    <a:pt x="2450" y="3375"/>
                  </a:cubicBezTo>
                  <a:cubicBezTo>
                    <a:pt x="1925" y="4087"/>
                    <a:pt x="1225" y="4737"/>
                    <a:pt x="863" y="5562"/>
                  </a:cubicBezTo>
                  <a:cubicBezTo>
                    <a:pt x="450" y="6474"/>
                    <a:pt x="463" y="7436"/>
                    <a:pt x="1150" y="8199"/>
                  </a:cubicBezTo>
                  <a:cubicBezTo>
                    <a:pt x="1213" y="8261"/>
                    <a:pt x="1338" y="8174"/>
                    <a:pt x="1275" y="8086"/>
                  </a:cubicBezTo>
                  <a:cubicBezTo>
                    <a:pt x="0" y="6212"/>
                    <a:pt x="1762" y="4725"/>
                    <a:pt x="2775" y="3275"/>
                  </a:cubicBezTo>
                  <a:cubicBezTo>
                    <a:pt x="3437" y="2325"/>
                    <a:pt x="3899" y="1263"/>
                    <a:pt x="4137" y="138"/>
                  </a:cubicBezTo>
                  <a:cubicBezTo>
                    <a:pt x="4162" y="38"/>
                    <a:pt x="4012" y="1"/>
                    <a:pt x="3987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1" name="Google Shape;1411;p59"/>
            <p:cNvSpPr/>
            <p:nvPr/>
          </p:nvSpPr>
          <p:spPr>
            <a:xfrm>
              <a:off x="6887000" y="3978900"/>
              <a:ext cx="81875" cy="88750"/>
            </a:xfrm>
            <a:custGeom>
              <a:rect b="b" l="l" r="r" t="t"/>
              <a:pathLst>
                <a:path extrusionOk="0" h="3550" w="3275">
                  <a:moveTo>
                    <a:pt x="2774" y="163"/>
                  </a:moveTo>
                  <a:cubicBezTo>
                    <a:pt x="2987" y="1138"/>
                    <a:pt x="3099" y="2500"/>
                    <a:pt x="2087" y="3112"/>
                  </a:cubicBezTo>
                  <a:cubicBezTo>
                    <a:pt x="1612" y="3375"/>
                    <a:pt x="1025" y="3287"/>
                    <a:pt x="638" y="2900"/>
                  </a:cubicBezTo>
                  <a:cubicBezTo>
                    <a:pt x="338" y="2575"/>
                    <a:pt x="0" y="1250"/>
                    <a:pt x="800" y="1163"/>
                  </a:cubicBezTo>
                  <a:cubicBezTo>
                    <a:pt x="875" y="1163"/>
                    <a:pt x="875" y="1025"/>
                    <a:pt x="800" y="1038"/>
                  </a:cubicBezTo>
                  <a:cubicBezTo>
                    <a:pt x="250" y="1088"/>
                    <a:pt x="75" y="1762"/>
                    <a:pt x="138" y="2237"/>
                  </a:cubicBezTo>
                  <a:cubicBezTo>
                    <a:pt x="200" y="2850"/>
                    <a:pt x="675" y="3350"/>
                    <a:pt x="1300" y="3450"/>
                  </a:cubicBezTo>
                  <a:cubicBezTo>
                    <a:pt x="1937" y="3550"/>
                    <a:pt x="2450" y="3187"/>
                    <a:pt x="2774" y="2650"/>
                  </a:cubicBezTo>
                  <a:cubicBezTo>
                    <a:pt x="3274" y="1850"/>
                    <a:pt x="3149" y="988"/>
                    <a:pt x="2949" y="113"/>
                  </a:cubicBezTo>
                  <a:cubicBezTo>
                    <a:pt x="2924" y="0"/>
                    <a:pt x="2762" y="50"/>
                    <a:pt x="2787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2" name="Google Shape;1412;p59"/>
            <p:cNvSpPr/>
            <p:nvPr/>
          </p:nvSpPr>
          <p:spPr>
            <a:xfrm>
              <a:off x="6898550" y="3923300"/>
              <a:ext cx="43775" cy="33450"/>
            </a:xfrm>
            <a:custGeom>
              <a:rect b="b" l="l" r="r" t="t"/>
              <a:pathLst>
                <a:path extrusionOk="0" h="1338" w="1751">
                  <a:moveTo>
                    <a:pt x="1400" y="150"/>
                  </a:moveTo>
                  <a:cubicBezTo>
                    <a:pt x="1488" y="462"/>
                    <a:pt x="1450" y="787"/>
                    <a:pt x="1138" y="962"/>
                  </a:cubicBezTo>
                  <a:cubicBezTo>
                    <a:pt x="938" y="1137"/>
                    <a:pt x="713" y="1087"/>
                    <a:pt x="488" y="800"/>
                  </a:cubicBezTo>
                  <a:cubicBezTo>
                    <a:pt x="438" y="675"/>
                    <a:pt x="463" y="537"/>
                    <a:pt x="525" y="425"/>
                  </a:cubicBezTo>
                  <a:cubicBezTo>
                    <a:pt x="638" y="350"/>
                    <a:pt x="538" y="175"/>
                    <a:pt x="425" y="250"/>
                  </a:cubicBezTo>
                  <a:cubicBezTo>
                    <a:pt x="1" y="512"/>
                    <a:pt x="338" y="1212"/>
                    <a:pt x="763" y="1262"/>
                  </a:cubicBezTo>
                  <a:cubicBezTo>
                    <a:pt x="1425" y="1337"/>
                    <a:pt x="1750" y="637"/>
                    <a:pt x="1550" y="100"/>
                  </a:cubicBezTo>
                  <a:cubicBezTo>
                    <a:pt x="1513" y="0"/>
                    <a:pt x="1375" y="38"/>
                    <a:pt x="1388" y="1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3" name="Google Shape;1413;p59"/>
            <p:cNvSpPr/>
            <p:nvPr/>
          </p:nvSpPr>
          <p:spPr>
            <a:xfrm>
              <a:off x="6890425" y="4315375"/>
              <a:ext cx="31900" cy="31900"/>
            </a:xfrm>
            <a:custGeom>
              <a:rect b="b" l="l" r="r" t="t"/>
              <a:pathLst>
                <a:path extrusionOk="0" h="1276" w="1276">
                  <a:moveTo>
                    <a:pt x="451" y="463"/>
                  </a:moveTo>
                  <a:lnTo>
                    <a:pt x="451" y="463"/>
                  </a:lnTo>
                  <a:cubicBezTo>
                    <a:pt x="463" y="375"/>
                    <a:pt x="351" y="325"/>
                    <a:pt x="288" y="388"/>
                  </a:cubicBezTo>
                  <a:cubicBezTo>
                    <a:pt x="1" y="800"/>
                    <a:pt x="626" y="1275"/>
                    <a:pt x="950" y="863"/>
                  </a:cubicBezTo>
                  <a:cubicBezTo>
                    <a:pt x="1275" y="438"/>
                    <a:pt x="713" y="0"/>
                    <a:pt x="351" y="325"/>
                  </a:cubicBezTo>
                  <a:cubicBezTo>
                    <a:pt x="276" y="388"/>
                    <a:pt x="376" y="488"/>
                    <a:pt x="451" y="4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4" name="Google Shape;1414;p59"/>
            <p:cNvSpPr/>
            <p:nvPr/>
          </p:nvSpPr>
          <p:spPr>
            <a:xfrm>
              <a:off x="6826375" y="4193850"/>
              <a:ext cx="112825" cy="77500"/>
            </a:xfrm>
            <a:custGeom>
              <a:rect b="b" l="l" r="r" t="t"/>
              <a:pathLst>
                <a:path extrusionOk="0" h="3100" w="4513">
                  <a:moveTo>
                    <a:pt x="4375" y="50"/>
                  </a:moveTo>
                  <a:cubicBezTo>
                    <a:pt x="3175" y="1412"/>
                    <a:pt x="1700" y="2175"/>
                    <a:pt x="88" y="2924"/>
                  </a:cubicBezTo>
                  <a:cubicBezTo>
                    <a:pt x="1" y="2962"/>
                    <a:pt x="63" y="3099"/>
                    <a:pt x="151" y="3074"/>
                  </a:cubicBezTo>
                  <a:cubicBezTo>
                    <a:pt x="1850" y="2562"/>
                    <a:pt x="3362" y="1550"/>
                    <a:pt x="4462" y="150"/>
                  </a:cubicBezTo>
                  <a:cubicBezTo>
                    <a:pt x="4512" y="88"/>
                    <a:pt x="4425" y="0"/>
                    <a:pt x="4375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5" name="Google Shape;1415;p59"/>
            <p:cNvSpPr/>
            <p:nvPr/>
          </p:nvSpPr>
          <p:spPr>
            <a:xfrm>
              <a:off x="6805775" y="4256950"/>
              <a:ext cx="32500" cy="30950"/>
            </a:xfrm>
            <a:custGeom>
              <a:rect b="b" l="l" r="r" t="t"/>
              <a:pathLst>
                <a:path extrusionOk="0" h="1238" w="1300">
                  <a:moveTo>
                    <a:pt x="912" y="388"/>
                  </a:moveTo>
                  <a:cubicBezTo>
                    <a:pt x="550" y="1"/>
                    <a:pt x="0" y="538"/>
                    <a:pt x="375" y="888"/>
                  </a:cubicBezTo>
                  <a:cubicBezTo>
                    <a:pt x="750" y="1238"/>
                    <a:pt x="1300" y="600"/>
                    <a:pt x="837" y="350"/>
                  </a:cubicBezTo>
                  <a:cubicBezTo>
                    <a:pt x="750" y="313"/>
                    <a:pt x="662" y="425"/>
                    <a:pt x="725" y="500"/>
                  </a:cubicBezTo>
                  <a:lnTo>
                    <a:pt x="800" y="500"/>
                  </a:lnTo>
                  <a:cubicBezTo>
                    <a:pt x="875" y="563"/>
                    <a:pt x="962" y="463"/>
                    <a:pt x="912" y="3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6" name="Google Shape;1416;p59"/>
            <p:cNvSpPr/>
            <p:nvPr/>
          </p:nvSpPr>
          <p:spPr>
            <a:xfrm>
              <a:off x="6811400" y="4233200"/>
              <a:ext cx="9700" cy="5975"/>
            </a:xfrm>
            <a:custGeom>
              <a:rect b="b" l="l" r="r" t="t"/>
              <a:pathLst>
                <a:path extrusionOk="0" h="239" w="388">
                  <a:moveTo>
                    <a:pt x="262" y="26"/>
                  </a:moveTo>
                  <a:cubicBezTo>
                    <a:pt x="212" y="26"/>
                    <a:pt x="150" y="26"/>
                    <a:pt x="100" y="13"/>
                  </a:cubicBezTo>
                  <a:cubicBezTo>
                    <a:pt x="13" y="1"/>
                    <a:pt x="0" y="126"/>
                    <a:pt x="50" y="176"/>
                  </a:cubicBezTo>
                  <a:cubicBezTo>
                    <a:pt x="112" y="213"/>
                    <a:pt x="187" y="238"/>
                    <a:pt x="262" y="226"/>
                  </a:cubicBezTo>
                  <a:cubicBezTo>
                    <a:pt x="387" y="226"/>
                    <a:pt x="387" y="38"/>
                    <a:pt x="262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7" name="Google Shape;1417;p59"/>
            <p:cNvSpPr/>
            <p:nvPr/>
          </p:nvSpPr>
          <p:spPr>
            <a:xfrm>
              <a:off x="6843875" y="4097000"/>
              <a:ext cx="6900" cy="10025"/>
            </a:xfrm>
            <a:custGeom>
              <a:rect b="b" l="l" r="r" t="t"/>
              <a:pathLst>
                <a:path extrusionOk="0" h="401" w="276">
                  <a:moveTo>
                    <a:pt x="238" y="250"/>
                  </a:moveTo>
                  <a:cubicBezTo>
                    <a:pt x="226" y="163"/>
                    <a:pt x="176" y="88"/>
                    <a:pt x="101" y="38"/>
                  </a:cubicBezTo>
                  <a:cubicBezTo>
                    <a:pt x="63" y="0"/>
                    <a:pt x="1" y="38"/>
                    <a:pt x="13" y="100"/>
                  </a:cubicBezTo>
                  <a:cubicBezTo>
                    <a:pt x="26" y="175"/>
                    <a:pt x="51" y="250"/>
                    <a:pt x="88" y="313"/>
                  </a:cubicBezTo>
                  <a:cubicBezTo>
                    <a:pt x="138" y="400"/>
                    <a:pt x="276" y="338"/>
                    <a:pt x="251" y="2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8" name="Google Shape;1418;p59"/>
            <p:cNvSpPr/>
            <p:nvPr/>
          </p:nvSpPr>
          <p:spPr>
            <a:xfrm>
              <a:off x="6952925" y="4091375"/>
              <a:ext cx="27500" cy="156850"/>
            </a:xfrm>
            <a:custGeom>
              <a:rect b="b" l="l" r="r" t="t"/>
              <a:pathLst>
                <a:path extrusionOk="0" h="6274" w="1100">
                  <a:moveTo>
                    <a:pt x="925" y="100"/>
                  </a:moveTo>
                  <a:cubicBezTo>
                    <a:pt x="850" y="1375"/>
                    <a:pt x="612" y="2600"/>
                    <a:pt x="337" y="3837"/>
                  </a:cubicBezTo>
                  <a:cubicBezTo>
                    <a:pt x="150" y="4649"/>
                    <a:pt x="0" y="5361"/>
                    <a:pt x="312" y="6161"/>
                  </a:cubicBezTo>
                  <a:cubicBezTo>
                    <a:pt x="362" y="6274"/>
                    <a:pt x="525" y="6236"/>
                    <a:pt x="487" y="6111"/>
                  </a:cubicBezTo>
                  <a:cubicBezTo>
                    <a:pt x="175" y="4936"/>
                    <a:pt x="625" y="3812"/>
                    <a:pt x="850" y="2650"/>
                  </a:cubicBezTo>
                  <a:cubicBezTo>
                    <a:pt x="1025" y="1812"/>
                    <a:pt x="1100" y="963"/>
                    <a:pt x="1100" y="100"/>
                  </a:cubicBezTo>
                  <a:cubicBezTo>
                    <a:pt x="1087" y="0"/>
                    <a:pt x="937" y="0"/>
                    <a:pt x="925" y="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9" name="Google Shape;1419;p59"/>
            <p:cNvSpPr/>
            <p:nvPr/>
          </p:nvSpPr>
          <p:spPr>
            <a:xfrm>
              <a:off x="6949475" y="4236325"/>
              <a:ext cx="31275" cy="33150"/>
            </a:xfrm>
            <a:custGeom>
              <a:rect b="b" l="l" r="r" t="t"/>
              <a:pathLst>
                <a:path extrusionOk="0" h="1326" w="1251">
                  <a:moveTo>
                    <a:pt x="438" y="351"/>
                  </a:moveTo>
                  <a:cubicBezTo>
                    <a:pt x="1" y="776"/>
                    <a:pt x="725" y="1325"/>
                    <a:pt x="1013" y="851"/>
                  </a:cubicBezTo>
                  <a:cubicBezTo>
                    <a:pt x="1250" y="476"/>
                    <a:pt x="588" y="1"/>
                    <a:pt x="438" y="476"/>
                  </a:cubicBezTo>
                  <a:cubicBezTo>
                    <a:pt x="413" y="563"/>
                    <a:pt x="525" y="626"/>
                    <a:pt x="588" y="563"/>
                  </a:cubicBezTo>
                  <a:lnTo>
                    <a:pt x="563" y="451"/>
                  </a:lnTo>
                  <a:cubicBezTo>
                    <a:pt x="613" y="363"/>
                    <a:pt x="500" y="276"/>
                    <a:pt x="438" y="3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0" name="Google Shape;1420;p59"/>
            <p:cNvSpPr/>
            <p:nvPr/>
          </p:nvSpPr>
          <p:spPr>
            <a:xfrm>
              <a:off x="6900425" y="4241025"/>
              <a:ext cx="22525" cy="72800"/>
            </a:xfrm>
            <a:custGeom>
              <a:rect b="b" l="l" r="r" t="t"/>
              <a:pathLst>
                <a:path extrusionOk="0" h="2912" w="901">
                  <a:moveTo>
                    <a:pt x="113" y="263"/>
                  </a:moveTo>
                  <a:cubicBezTo>
                    <a:pt x="688" y="900"/>
                    <a:pt x="650" y="1937"/>
                    <a:pt x="450" y="2724"/>
                  </a:cubicBezTo>
                  <a:cubicBezTo>
                    <a:pt x="425" y="2837"/>
                    <a:pt x="588" y="2912"/>
                    <a:pt x="650" y="2812"/>
                  </a:cubicBezTo>
                  <a:cubicBezTo>
                    <a:pt x="900" y="2387"/>
                    <a:pt x="875" y="1687"/>
                    <a:pt x="800" y="1225"/>
                  </a:cubicBezTo>
                  <a:cubicBezTo>
                    <a:pt x="750" y="800"/>
                    <a:pt x="563" y="413"/>
                    <a:pt x="263" y="100"/>
                  </a:cubicBezTo>
                  <a:cubicBezTo>
                    <a:pt x="163" y="0"/>
                    <a:pt x="1" y="163"/>
                    <a:pt x="113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1" name="Google Shape;1421;p59"/>
            <p:cNvSpPr/>
            <p:nvPr/>
          </p:nvSpPr>
          <p:spPr>
            <a:xfrm>
              <a:off x="6893875" y="4242575"/>
              <a:ext cx="23450" cy="70625"/>
            </a:xfrm>
            <a:custGeom>
              <a:rect b="b" l="l" r="r" t="t"/>
              <a:pathLst>
                <a:path extrusionOk="0" h="2825" w="938">
                  <a:moveTo>
                    <a:pt x="862" y="2612"/>
                  </a:moveTo>
                  <a:cubicBezTo>
                    <a:pt x="188" y="2063"/>
                    <a:pt x="450" y="888"/>
                    <a:pt x="550" y="176"/>
                  </a:cubicBezTo>
                  <a:cubicBezTo>
                    <a:pt x="562" y="76"/>
                    <a:pt x="425" y="1"/>
                    <a:pt x="375" y="101"/>
                  </a:cubicBezTo>
                  <a:cubicBezTo>
                    <a:pt x="0" y="800"/>
                    <a:pt x="63" y="2238"/>
                    <a:pt x="737" y="2750"/>
                  </a:cubicBezTo>
                  <a:cubicBezTo>
                    <a:pt x="825" y="2825"/>
                    <a:pt x="937" y="2675"/>
                    <a:pt x="850" y="26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2" name="Google Shape;1422;p59"/>
            <p:cNvSpPr/>
            <p:nvPr/>
          </p:nvSpPr>
          <p:spPr>
            <a:xfrm>
              <a:off x="6908850" y="4142600"/>
              <a:ext cx="56575" cy="17850"/>
            </a:xfrm>
            <a:custGeom>
              <a:rect b="b" l="l" r="r" t="t"/>
              <a:pathLst>
                <a:path extrusionOk="0" h="714" w="2263">
                  <a:moveTo>
                    <a:pt x="2150" y="238"/>
                  </a:moveTo>
                  <a:cubicBezTo>
                    <a:pt x="1463" y="1"/>
                    <a:pt x="726" y="88"/>
                    <a:pt x="113" y="476"/>
                  </a:cubicBezTo>
                  <a:cubicBezTo>
                    <a:pt x="1" y="551"/>
                    <a:pt x="101" y="713"/>
                    <a:pt x="226" y="663"/>
                  </a:cubicBezTo>
                  <a:cubicBezTo>
                    <a:pt x="788" y="326"/>
                    <a:pt x="1463" y="238"/>
                    <a:pt x="2100" y="413"/>
                  </a:cubicBezTo>
                  <a:cubicBezTo>
                    <a:pt x="2213" y="438"/>
                    <a:pt x="2263" y="263"/>
                    <a:pt x="2150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3" name="Google Shape;1423;p59"/>
            <p:cNvSpPr/>
            <p:nvPr/>
          </p:nvSpPr>
          <p:spPr>
            <a:xfrm>
              <a:off x="6909175" y="4149800"/>
              <a:ext cx="56250" cy="21250"/>
            </a:xfrm>
            <a:custGeom>
              <a:rect b="b" l="l" r="r" t="t"/>
              <a:pathLst>
                <a:path extrusionOk="0" h="850" w="2250">
                  <a:moveTo>
                    <a:pt x="125" y="400"/>
                  </a:moveTo>
                  <a:cubicBezTo>
                    <a:pt x="475" y="538"/>
                    <a:pt x="2250" y="850"/>
                    <a:pt x="2125" y="63"/>
                  </a:cubicBezTo>
                  <a:cubicBezTo>
                    <a:pt x="2112" y="25"/>
                    <a:pt x="2075" y="0"/>
                    <a:pt x="2037" y="13"/>
                  </a:cubicBezTo>
                  <a:cubicBezTo>
                    <a:pt x="1788" y="113"/>
                    <a:pt x="1613" y="250"/>
                    <a:pt x="1338" y="300"/>
                  </a:cubicBezTo>
                  <a:cubicBezTo>
                    <a:pt x="950" y="363"/>
                    <a:pt x="550" y="313"/>
                    <a:pt x="188" y="188"/>
                  </a:cubicBezTo>
                  <a:cubicBezTo>
                    <a:pt x="50" y="138"/>
                    <a:pt x="0" y="338"/>
                    <a:pt x="125" y="4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4" name="Google Shape;1424;p59"/>
            <p:cNvSpPr/>
            <p:nvPr/>
          </p:nvSpPr>
          <p:spPr>
            <a:xfrm>
              <a:off x="6877300" y="3810500"/>
              <a:ext cx="26600" cy="82825"/>
            </a:xfrm>
            <a:custGeom>
              <a:rect b="b" l="l" r="r" t="t"/>
              <a:pathLst>
                <a:path extrusionOk="0" h="3313" w="1064">
                  <a:moveTo>
                    <a:pt x="713" y="151"/>
                  </a:moveTo>
                  <a:cubicBezTo>
                    <a:pt x="776" y="713"/>
                    <a:pt x="738" y="1275"/>
                    <a:pt x="601" y="1813"/>
                  </a:cubicBezTo>
                  <a:cubicBezTo>
                    <a:pt x="463" y="2300"/>
                    <a:pt x="188" y="2713"/>
                    <a:pt x="26" y="3175"/>
                  </a:cubicBezTo>
                  <a:cubicBezTo>
                    <a:pt x="1" y="3262"/>
                    <a:pt x="101" y="3312"/>
                    <a:pt x="163" y="3262"/>
                  </a:cubicBezTo>
                  <a:cubicBezTo>
                    <a:pt x="938" y="2500"/>
                    <a:pt x="1063" y="1138"/>
                    <a:pt x="926" y="126"/>
                  </a:cubicBezTo>
                  <a:cubicBezTo>
                    <a:pt x="913" y="1"/>
                    <a:pt x="701" y="26"/>
                    <a:pt x="713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5" name="Google Shape;1425;p59"/>
            <p:cNvSpPr/>
            <p:nvPr/>
          </p:nvSpPr>
          <p:spPr>
            <a:xfrm>
              <a:off x="6868550" y="3792700"/>
              <a:ext cx="30975" cy="100625"/>
            </a:xfrm>
            <a:custGeom>
              <a:rect b="b" l="l" r="r" t="t"/>
              <a:pathLst>
                <a:path extrusionOk="0" h="4025" w="1239">
                  <a:moveTo>
                    <a:pt x="438" y="3824"/>
                  </a:moveTo>
                  <a:cubicBezTo>
                    <a:pt x="338" y="3150"/>
                    <a:pt x="226" y="2450"/>
                    <a:pt x="388" y="1775"/>
                  </a:cubicBezTo>
                  <a:cubicBezTo>
                    <a:pt x="513" y="1225"/>
                    <a:pt x="838" y="738"/>
                    <a:pt x="1138" y="263"/>
                  </a:cubicBezTo>
                  <a:cubicBezTo>
                    <a:pt x="1238" y="125"/>
                    <a:pt x="1013" y="0"/>
                    <a:pt x="913" y="138"/>
                  </a:cubicBezTo>
                  <a:cubicBezTo>
                    <a:pt x="551" y="700"/>
                    <a:pt x="201" y="1288"/>
                    <a:pt x="88" y="1975"/>
                  </a:cubicBezTo>
                  <a:cubicBezTo>
                    <a:pt x="1" y="2612"/>
                    <a:pt x="126" y="3262"/>
                    <a:pt x="238" y="3887"/>
                  </a:cubicBezTo>
                  <a:cubicBezTo>
                    <a:pt x="263" y="4024"/>
                    <a:pt x="463" y="3962"/>
                    <a:pt x="438" y="38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6" name="Google Shape;1426;p59"/>
            <p:cNvSpPr/>
            <p:nvPr/>
          </p:nvSpPr>
          <p:spPr>
            <a:xfrm>
              <a:off x="6712050" y="4197600"/>
              <a:ext cx="8450" cy="8150"/>
            </a:xfrm>
            <a:custGeom>
              <a:rect b="b" l="l" r="r" t="t"/>
              <a:pathLst>
                <a:path extrusionOk="0" h="326" w="338">
                  <a:moveTo>
                    <a:pt x="88" y="313"/>
                  </a:moveTo>
                  <a:cubicBezTo>
                    <a:pt x="175" y="325"/>
                    <a:pt x="262" y="288"/>
                    <a:pt x="312" y="213"/>
                  </a:cubicBezTo>
                  <a:cubicBezTo>
                    <a:pt x="325" y="200"/>
                    <a:pt x="337" y="163"/>
                    <a:pt x="325" y="138"/>
                  </a:cubicBezTo>
                  <a:lnTo>
                    <a:pt x="300" y="50"/>
                  </a:lnTo>
                  <a:cubicBezTo>
                    <a:pt x="287" y="13"/>
                    <a:pt x="225" y="0"/>
                    <a:pt x="212" y="38"/>
                  </a:cubicBezTo>
                  <a:lnTo>
                    <a:pt x="75" y="175"/>
                  </a:lnTo>
                  <a:cubicBezTo>
                    <a:pt x="0" y="200"/>
                    <a:pt x="13" y="325"/>
                    <a:pt x="88" y="3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7" name="Google Shape;1427;p59"/>
            <p:cNvSpPr/>
            <p:nvPr/>
          </p:nvSpPr>
          <p:spPr>
            <a:xfrm>
              <a:off x="6655500" y="4190725"/>
              <a:ext cx="58750" cy="15025"/>
            </a:xfrm>
            <a:custGeom>
              <a:rect b="b" l="l" r="r" t="t"/>
              <a:pathLst>
                <a:path extrusionOk="0" h="601" w="2350">
                  <a:moveTo>
                    <a:pt x="2300" y="475"/>
                  </a:moveTo>
                  <a:cubicBezTo>
                    <a:pt x="1625" y="138"/>
                    <a:pt x="825" y="0"/>
                    <a:pt x="88" y="225"/>
                  </a:cubicBezTo>
                  <a:cubicBezTo>
                    <a:pt x="0" y="250"/>
                    <a:pt x="0" y="413"/>
                    <a:pt x="113" y="400"/>
                  </a:cubicBezTo>
                  <a:cubicBezTo>
                    <a:pt x="862" y="313"/>
                    <a:pt x="1537" y="313"/>
                    <a:pt x="2250" y="588"/>
                  </a:cubicBezTo>
                  <a:cubicBezTo>
                    <a:pt x="2312" y="600"/>
                    <a:pt x="2350" y="500"/>
                    <a:pt x="2300" y="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8" name="Google Shape;1428;p59"/>
            <p:cNvSpPr/>
            <p:nvPr/>
          </p:nvSpPr>
          <p:spPr>
            <a:xfrm>
              <a:off x="6655175" y="4183525"/>
              <a:ext cx="25325" cy="16900"/>
            </a:xfrm>
            <a:custGeom>
              <a:rect b="b" l="l" r="r" t="t"/>
              <a:pathLst>
                <a:path extrusionOk="0" h="676" w="1013">
                  <a:moveTo>
                    <a:pt x="201" y="613"/>
                  </a:moveTo>
                  <a:cubicBezTo>
                    <a:pt x="413" y="351"/>
                    <a:pt x="650" y="276"/>
                    <a:pt x="938" y="163"/>
                  </a:cubicBezTo>
                  <a:cubicBezTo>
                    <a:pt x="1013" y="126"/>
                    <a:pt x="1013" y="1"/>
                    <a:pt x="925" y="1"/>
                  </a:cubicBezTo>
                  <a:cubicBezTo>
                    <a:pt x="575" y="26"/>
                    <a:pt x="251" y="201"/>
                    <a:pt x="63" y="501"/>
                  </a:cubicBezTo>
                  <a:cubicBezTo>
                    <a:pt x="1" y="576"/>
                    <a:pt x="138" y="676"/>
                    <a:pt x="201" y="6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9" name="Google Shape;1429;p59"/>
            <p:cNvSpPr/>
            <p:nvPr/>
          </p:nvSpPr>
          <p:spPr>
            <a:xfrm>
              <a:off x="6694550" y="4145425"/>
              <a:ext cx="26575" cy="55325"/>
            </a:xfrm>
            <a:custGeom>
              <a:rect b="b" l="l" r="r" t="t"/>
              <a:pathLst>
                <a:path extrusionOk="0" h="2213" w="1063">
                  <a:moveTo>
                    <a:pt x="1012" y="2075"/>
                  </a:moveTo>
                  <a:cubicBezTo>
                    <a:pt x="838" y="1775"/>
                    <a:pt x="700" y="1462"/>
                    <a:pt x="575" y="1125"/>
                  </a:cubicBezTo>
                  <a:cubicBezTo>
                    <a:pt x="463" y="775"/>
                    <a:pt x="525" y="475"/>
                    <a:pt x="575" y="125"/>
                  </a:cubicBezTo>
                  <a:cubicBezTo>
                    <a:pt x="588" y="25"/>
                    <a:pt x="450" y="0"/>
                    <a:pt x="413" y="75"/>
                  </a:cubicBezTo>
                  <a:cubicBezTo>
                    <a:pt x="0" y="775"/>
                    <a:pt x="463" y="1612"/>
                    <a:pt x="925" y="2162"/>
                  </a:cubicBezTo>
                  <a:cubicBezTo>
                    <a:pt x="975" y="2212"/>
                    <a:pt x="1062" y="2137"/>
                    <a:pt x="1025" y="20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0" name="Google Shape;1430;p59"/>
            <p:cNvSpPr/>
            <p:nvPr/>
          </p:nvSpPr>
          <p:spPr>
            <a:xfrm>
              <a:off x="6693600" y="4144175"/>
              <a:ext cx="16900" cy="34700"/>
            </a:xfrm>
            <a:custGeom>
              <a:rect b="b" l="l" r="r" t="t"/>
              <a:pathLst>
                <a:path extrusionOk="0" h="1388" w="676">
                  <a:moveTo>
                    <a:pt x="376" y="138"/>
                  </a:moveTo>
                  <a:cubicBezTo>
                    <a:pt x="113" y="450"/>
                    <a:pt x="1" y="875"/>
                    <a:pt x="51" y="1287"/>
                  </a:cubicBezTo>
                  <a:cubicBezTo>
                    <a:pt x="63" y="1387"/>
                    <a:pt x="201" y="1350"/>
                    <a:pt x="226" y="1262"/>
                  </a:cubicBezTo>
                  <a:cubicBezTo>
                    <a:pt x="238" y="875"/>
                    <a:pt x="301" y="575"/>
                    <a:pt x="576" y="288"/>
                  </a:cubicBezTo>
                  <a:cubicBezTo>
                    <a:pt x="676" y="150"/>
                    <a:pt x="476" y="0"/>
                    <a:pt x="376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1" name="Google Shape;1431;p59"/>
            <p:cNvSpPr/>
            <p:nvPr/>
          </p:nvSpPr>
          <p:spPr>
            <a:xfrm>
              <a:off x="6676725" y="4169150"/>
              <a:ext cx="22850" cy="11275"/>
            </a:xfrm>
            <a:custGeom>
              <a:rect b="b" l="l" r="r" t="t"/>
              <a:pathLst>
                <a:path extrusionOk="0" h="451" w="914">
                  <a:moveTo>
                    <a:pt x="788" y="238"/>
                  </a:moveTo>
                  <a:cubicBezTo>
                    <a:pt x="576" y="176"/>
                    <a:pt x="363" y="76"/>
                    <a:pt x="138" y="26"/>
                  </a:cubicBezTo>
                  <a:cubicBezTo>
                    <a:pt x="51" y="1"/>
                    <a:pt x="1" y="113"/>
                    <a:pt x="88" y="163"/>
                  </a:cubicBezTo>
                  <a:cubicBezTo>
                    <a:pt x="288" y="288"/>
                    <a:pt x="513" y="376"/>
                    <a:pt x="738" y="426"/>
                  </a:cubicBezTo>
                  <a:cubicBezTo>
                    <a:pt x="863" y="451"/>
                    <a:pt x="913" y="276"/>
                    <a:pt x="788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2" name="Google Shape;1432;p59"/>
            <p:cNvSpPr/>
            <p:nvPr/>
          </p:nvSpPr>
          <p:spPr>
            <a:xfrm>
              <a:off x="6675800" y="4169150"/>
              <a:ext cx="16275" cy="19725"/>
            </a:xfrm>
            <a:custGeom>
              <a:rect b="b" l="l" r="r" t="t"/>
              <a:pathLst>
                <a:path extrusionOk="0" h="789" w="651">
                  <a:moveTo>
                    <a:pt x="63" y="226"/>
                  </a:moveTo>
                  <a:cubicBezTo>
                    <a:pt x="150" y="413"/>
                    <a:pt x="275" y="588"/>
                    <a:pt x="438" y="726"/>
                  </a:cubicBezTo>
                  <a:cubicBezTo>
                    <a:pt x="513" y="788"/>
                    <a:pt x="650" y="701"/>
                    <a:pt x="588" y="613"/>
                  </a:cubicBezTo>
                  <a:cubicBezTo>
                    <a:pt x="488" y="438"/>
                    <a:pt x="363" y="288"/>
                    <a:pt x="250" y="126"/>
                  </a:cubicBezTo>
                  <a:cubicBezTo>
                    <a:pt x="175" y="1"/>
                    <a:pt x="0" y="101"/>
                    <a:pt x="75" y="2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3" name="Google Shape;1433;p59"/>
            <p:cNvSpPr/>
            <p:nvPr/>
          </p:nvSpPr>
          <p:spPr>
            <a:xfrm>
              <a:off x="6672975" y="4181650"/>
              <a:ext cx="17525" cy="6900"/>
            </a:xfrm>
            <a:custGeom>
              <a:rect b="b" l="l" r="r" t="t"/>
              <a:pathLst>
                <a:path extrusionOk="0" h="276" w="701">
                  <a:moveTo>
                    <a:pt x="576" y="51"/>
                  </a:moveTo>
                  <a:cubicBezTo>
                    <a:pt x="413" y="1"/>
                    <a:pt x="226" y="26"/>
                    <a:pt x="88" y="113"/>
                  </a:cubicBezTo>
                  <a:cubicBezTo>
                    <a:pt x="1" y="163"/>
                    <a:pt x="63" y="276"/>
                    <a:pt x="138" y="251"/>
                  </a:cubicBezTo>
                  <a:lnTo>
                    <a:pt x="526" y="238"/>
                  </a:lnTo>
                  <a:cubicBezTo>
                    <a:pt x="638" y="263"/>
                    <a:pt x="701" y="88"/>
                    <a:pt x="576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4" name="Google Shape;1434;p59"/>
            <p:cNvSpPr/>
            <p:nvPr/>
          </p:nvSpPr>
          <p:spPr>
            <a:xfrm>
              <a:off x="6653000" y="4149475"/>
              <a:ext cx="28750" cy="23450"/>
            </a:xfrm>
            <a:custGeom>
              <a:rect b="b" l="l" r="r" t="t"/>
              <a:pathLst>
                <a:path extrusionOk="0" h="938" w="1150">
                  <a:moveTo>
                    <a:pt x="638" y="788"/>
                  </a:moveTo>
                  <a:cubicBezTo>
                    <a:pt x="1150" y="675"/>
                    <a:pt x="862" y="1"/>
                    <a:pt x="425" y="101"/>
                  </a:cubicBezTo>
                  <a:cubicBezTo>
                    <a:pt x="0" y="201"/>
                    <a:pt x="113" y="938"/>
                    <a:pt x="625" y="788"/>
                  </a:cubicBezTo>
                  <a:cubicBezTo>
                    <a:pt x="737" y="750"/>
                    <a:pt x="712" y="588"/>
                    <a:pt x="600" y="600"/>
                  </a:cubicBezTo>
                  <a:lnTo>
                    <a:pt x="600" y="613"/>
                  </a:lnTo>
                  <a:cubicBezTo>
                    <a:pt x="488" y="650"/>
                    <a:pt x="538" y="813"/>
                    <a:pt x="650" y="7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5" name="Google Shape;1435;p59"/>
            <p:cNvSpPr/>
            <p:nvPr/>
          </p:nvSpPr>
          <p:spPr>
            <a:xfrm>
              <a:off x="846700" y="4309125"/>
              <a:ext cx="551125" cy="190600"/>
            </a:xfrm>
            <a:custGeom>
              <a:rect b="b" l="l" r="r" t="t"/>
              <a:pathLst>
                <a:path extrusionOk="0" h="7624" w="22045">
                  <a:moveTo>
                    <a:pt x="21832" y="4662"/>
                  </a:moveTo>
                  <a:cubicBezTo>
                    <a:pt x="17009" y="0"/>
                    <a:pt x="10598" y="7623"/>
                    <a:pt x="4962" y="6311"/>
                  </a:cubicBezTo>
                  <a:cubicBezTo>
                    <a:pt x="1963" y="5611"/>
                    <a:pt x="1" y="3300"/>
                    <a:pt x="101" y="238"/>
                  </a:cubicBezTo>
                  <a:cubicBezTo>
                    <a:pt x="101" y="150"/>
                    <a:pt x="251" y="150"/>
                    <a:pt x="251" y="238"/>
                  </a:cubicBezTo>
                  <a:cubicBezTo>
                    <a:pt x="513" y="6511"/>
                    <a:pt x="7511" y="6724"/>
                    <a:pt x="11885" y="4887"/>
                  </a:cubicBezTo>
                  <a:cubicBezTo>
                    <a:pt x="13597" y="4162"/>
                    <a:pt x="15322" y="3175"/>
                    <a:pt x="17209" y="2950"/>
                  </a:cubicBezTo>
                  <a:cubicBezTo>
                    <a:pt x="19108" y="2725"/>
                    <a:pt x="20620" y="3225"/>
                    <a:pt x="21970" y="4524"/>
                  </a:cubicBezTo>
                  <a:cubicBezTo>
                    <a:pt x="22045" y="4612"/>
                    <a:pt x="21920" y="4737"/>
                    <a:pt x="21832" y="46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6" name="Google Shape;1436;p59"/>
            <p:cNvSpPr/>
            <p:nvPr/>
          </p:nvSpPr>
          <p:spPr>
            <a:xfrm>
              <a:off x="851700" y="4210725"/>
              <a:ext cx="180925" cy="121225"/>
            </a:xfrm>
            <a:custGeom>
              <a:rect b="b" l="l" r="r" t="t"/>
              <a:pathLst>
                <a:path extrusionOk="0" h="4849" w="7237">
                  <a:moveTo>
                    <a:pt x="13" y="3174"/>
                  </a:moveTo>
                  <a:cubicBezTo>
                    <a:pt x="151" y="1162"/>
                    <a:pt x="2612" y="0"/>
                    <a:pt x="4412" y="537"/>
                  </a:cubicBezTo>
                  <a:cubicBezTo>
                    <a:pt x="5924" y="987"/>
                    <a:pt x="7236" y="3524"/>
                    <a:pt x="5849" y="4774"/>
                  </a:cubicBezTo>
                  <a:cubicBezTo>
                    <a:pt x="5774" y="4849"/>
                    <a:pt x="5662" y="4736"/>
                    <a:pt x="5724" y="4661"/>
                  </a:cubicBezTo>
                  <a:cubicBezTo>
                    <a:pt x="7124" y="3137"/>
                    <a:pt x="5462" y="837"/>
                    <a:pt x="3837" y="637"/>
                  </a:cubicBezTo>
                  <a:cubicBezTo>
                    <a:pt x="2287" y="437"/>
                    <a:pt x="325" y="1450"/>
                    <a:pt x="201" y="3174"/>
                  </a:cubicBezTo>
                  <a:cubicBezTo>
                    <a:pt x="201" y="3299"/>
                    <a:pt x="1" y="3299"/>
                    <a:pt x="13" y="3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7" name="Google Shape;1437;p59"/>
            <p:cNvSpPr/>
            <p:nvPr/>
          </p:nvSpPr>
          <p:spPr>
            <a:xfrm>
              <a:off x="905750" y="4276625"/>
              <a:ext cx="73125" cy="77200"/>
            </a:xfrm>
            <a:custGeom>
              <a:rect b="b" l="l" r="r" t="t"/>
              <a:pathLst>
                <a:path extrusionOk="0" h="3088" w="2925">
                  <a:moveTo>
                    <a:pt x="2862" y="2600"/>
                  </a:moveTo>
                  <a:cubicBezTo>
                    <a:pt x="2025" y="3087"/>
                    <a:pt x="800" y="2738"/>
                    <a:pt x="388" y="1850"/>
                  </a:cubicBezTo>
                  <a:cubicBezTo>
                    <a:pt x="0" y="1026"/>
                    <a:pt x="613" y="101"/>
                    <a:pt x="1488" y="13"/>
                  </a:cubicBezTo>
                  <a:cubicBezTo>
                    <a:pt x="1588" y="1"/>
                    <a:pt x="1625" y="188"/>
                    <a:pt x="1513" y="213"/>
                  </a:cubicBezTo>
                  <a:cubicBezTo>
                    <a:pt x="700" y="351"/>
                    <a:pt x="200" y="1176"/>
                    <a:pt x="663" y="1925"/>
                  </a:cubicBezTo>
                  <a:cubicBezTo>
                    <a:pt x="1138" y="2613"/>
                    <a:pt x="2037" y="2838"/>
                    <a:pt x="2775" y="2463"/>
                  </a:cubicBezTo>
                  <a:cubicBezTo>
                    <a:pt x="2850" y="2425"/>
                    <a:pt x="2925" y="2538"/>
                    <a:pt x="2850" y="26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8" name="Google Shape;1438;p59"/>
            <p:cNvSpPr/>
            <p:nvPr/>
          </p:nvSpPr>
          <p:spPr>
            <a:xfrm>
              <a:off x="952300" y="4282575"/>
              <a:ext cx="25" cy="325"/>
            </a:xfrm>
            <a:custGeom>
              <a:rect b="b" l="l" r="r" t="t"/>
              <a:pathLst>
                <a:path extrusionOk="0" h="13" w="1">
                  <a:moveTo>
                    <a:pt x="1" y="0"/>
                  </a:moveTo>
                  <a:lnTo>
                    <a:pt x="1" y="1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9" name="Google Shape;1439;p59"/>
            <p:cNvSpPr/>
            <p:nvPr/>
          </p:nvSpPr>
          <p:spPr>
            <a:xfrm>
              <a:off x="759550" y="4357225"/>
              <a:ext cx="206825" cy="103750"/>
            </a:xfrm>
            <a:custGeom>
              <a:rect b="b" l="l" r="r" t="t"/>
              <a:pathLst>
                <a:path extrusionOk="0" h="4150" w="8273">
                  <a:moveTo>
                    <a:pt x="8135" y="4137"/>
                  </a:moveTo>
                  <a:cubicBezTo>
                    <a:pt x="6998" y="3887"/>
                    <a:pt x="5936" y="3425"/>
                    <a:pt x="4986" y="2775"/>
                  </a:cubicBezTo>
                  <a:cubicBezTo>
                    <a:pt x="3537" y="1763"/>
                    <a:pt x="2062" y="1"/>
                    <a:pt x="175" y="1276"/>
                  </a:cubicBezTo>
                  <a:cubicBezTo>
                    <a:pt x="100" y="1326"/>
                    <a:pt x="0" y="1201"/>
                    <a:pt x="75" y="1138"/>
                  </a:cubicBezTo>
                  <a:cubicBezTo>
                    <a:pt x="837" y="451"/>
                    <a:pt x="1787" y="451"/>
                    <a:pt x="2699" y="851"/>
                  </a:cubicBezTo>
                  <a:cubicBezTo>
                    <a:pt x="3374" y="1151"/>
                    <a:pt x="3912" y="1676"/>
                    <a:pt x="4474" y="2125"/>
                  </a:cubicBezTo>
                  <a:cubicBezTo>
                    <a:pt x="5549" y="3013"/>
                    <a:pt x="6811" y="3650"/>
                    <a:pt x="8173" y="3975"/>
                  </a:cubicBezTo>
                  <a:cubicBezTo>
                    <a:pt x="8273" y="4000"/>
                    <a:pt x="8235" y="4150"/>
                    <a:pt x="8135" y="41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0" name="Google Shape;1440;p59"/>
            <p:cNvSpPr/>
            <p:nvPr/>
          </p:nvSpPr>
          <p:spPr>
            <a:xfrm>
              <a:off x="1020100" y="4375975"/>
              <a:ext cx="88425" cy="80000"/>
            </a:xfrm>
            <a:custGeom>
              <a:rect b="b" l="l" r="r" t="t"/>
              <a:pathLst>
                <a:path extrusionOk="0" h="3200" w="3537">
                  <a:moveTo>
                    <a:pt x="3424" y="2888"/>
                  </a:moveTo>
                  <a:cubicBezTo>
                    <a:pt x="2550" y="3087"/>
                    <a:pt x="1700" y="3200"/>
                    <a:pt x="888" y="2713"/>
                  </a:cubicBezTo>
                  <a:cubicBezTo>
                    <a:pt x="363" y="2388"/>
                    <a:pt x="0" y="1875"/>
                    <a:pt x="100" y="1225"/>
                  </a:cubicBezTo>
                  <a:cubicBezTo>
                    <a:pt x="188" y="613"/>
                    <a:pt x="688" y="138"/>
                    <a:pt x="1312" y="63"/>
                  </a:cubicBezTo>
                  <a:cubicBezTo>
                    <a:pt x="1787" y="13"/>
                    <a:pt x="2462" y="176"/>
                    <a:pt x="2512" y="726"/>
                  </a:cubicBezTo>
                  <a:cubicBezTo>
                    <a:pt x="2525" y="813"/>
                    <a:pt x="2387" y="813"/>
                    <a:pt x="2375" y="726"/>
                  </a:cubicBezTo>
                  <a:cubicBezTo>
                    <a:pt x="2312" y="1"/>
                    <a:pt x="1100" y="263"/>
                    <a:pt x="775" y="488"/>
                  </a:cubicBezTo>
                  <a:cubicBezTo>
                    <a:pt x="288" y="838"/>
                    <a:pt x="138" y="1500"/>
                    <a:pt x="438" y="2025"/>
                  </a:cubicBezTo>
                  <a:cubicBezTo>
                    <a:pt x="1050" y="3037"/>
                    <a:pt x="2400" y="2937"/>
                    <a:pt x="3374" y="2713"/>
                  </a:cubicBezTo>
                  <a:cubicBezTo>
                    <a:pt x="3487" y="2688"/>
                    <a:pt x="3537" y="2863"/>
                    <a:pt x="3424" y="28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1" name="Google Shape;1441;p59"/>
            <p:cNvSpPr/>
            <p:nvPr/>
          </p:nvSpPr>
          <p:spPr>
            <a:xfrm>
              <a:off x="1130700" y="4386300"/>
              <a:ext cx="33450" cy="43450"/>
            </a:xfrm>
            <a:custGeom>
              <a:rect b="b" l="l" r="r" t="t"/>
              <a:pathLst>
                <a:path extrusionOk="0" h="1738" w="1338">
                  <a:moveTo>
                    <a:pt x="1237" y="1550"/>
                  </a:moveTo>
                  <a:cubicBezTo>
                    <a:pt x="700" y="1737"/>
                    <a:pt x="0" y="1412"/>
                    <a:pt x="75" y="762"/>
                  </a:cubicBezTo>
                  <a:cubicBezTo>
                    <a:pt x="125" y="338"/>
                    <a:pt x="825" y="0"/>
                    <a:pt x="1087" y="425"/>
                  </a:cubicBezTo>
                  <a:cubicBezTo>
                    <a:pt x="1162" y="538"/>
                    <a:pt x="987" y="637"/>
                    <a:pt x="912" y="525"/>
                  </a:cubicBezTo>
                  <a:cubicBezTo>
                    <a:pt x="800" y="463"/>
                    <a:pt x="662" y="438"/>
                    <a:pt x="537" y="488"/>
                  </a:cubicBezTo>
                  <a:cubicBezTo>
                    <a:pt x="263" y="712"/>
                    <a:pt x="213" y="937"/>
                    <a:pt x="388" y="1137"/>
                  </a:cubicBezTo>
                  <a:cubicBezTo>
                    <a:pt x="550" y="1450"/>
                    <a:pt x="887" y="1487"/>
                    <a:pt x="1200" y="1400"/>
                  </a:cubicBezTo>
                  <a:cubicBezTo>
                    <a:pt x="1300" y="1362"/>
                    <a:pt x="1337" y="1525"/>
                    <a:pt x="1237" y="15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2" name="Google Shape;1442;p59"/>
            <p:cNvSpPr/>
            <p:nvPr/>
          </p:nvSpPr>
          <p:spPr>
            <a:xfrm>
              <a:off x="740475" y="4377850"/>
              <a:ext cx="31900" cy="31900"/>
            </a:xfrm>
            <a:custGeom>
              <a:rect b="b" l="l" r="r" t="t"/>
              <a:pathLst>
                <a:path extrusionOk="0" h="1276" w="1276">
                  <a:moveTo>
                    <a:pt x="938" y="351"/>
                  </a:moveTo>
                  <a:cubicBezTo>
                    <a:pt x="1275" y="713"/>
                    <a:pt x="813" y="1275"/>
                    <a:pt x="413" y="950"/>
                  </a:cubicBezTo>
                  <a:cubicBezTo>
                    <a:pt x="1" y="626"/>
                    <a:pt x="476" y="1"/>
                    <a:pt x="888" y="301"/>
                  </a:cubicBezTo>
                  <a:cubicBezTo>
                    <a:pt x="950" y="351"/>
                    <a:pt x="900" y="463"/>
                    <a:pt x="813" y="451"/>
                  </a:cubicBezTo>
                  <a:lnTo>
                    <a:pt x="813" y="451"/>
                  </a:lnTo>
                  <a:cubicBezTo>
                    <a:pt x="776" y="376"/>
                    <a:pt x="875" y="276"/>
                    <a:pt x="950" y="3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3" name="Google Shape;1443;p59"/>
            <p:cNvSpPr/>
            <p:nvPr/>
          </p:nvSpPr>
          <p:spPr>
            <a:xfrm>
              <a:off x="816075" y="4313800"/>
              <a:ext cx="77825" cy="113125"/>
            </a:xfrm>
            <a:custGeom>
              <a:rect b="b" l="l" r="r" t="t"/>
              <a:pathLst>
                <a:path extrusionOk="0" h="4525" w="3113">
                  <a:moveTo>
                    <a:pt x="2963" y="4462"/>
                  </a:moveTo>
                  <a:cubicBezTo>
                    <a:pt x="1563" y="3363"/>
                    <a:pt x="538" y="1850"/>
                    <a:pt x="26" y="151"/>
                  </a:cubicBezTo>
                  <a:cubicBezTo>
                    <a:pt x="1" y="63"/>
                    <a:pt x="138" y="1"/>
                    <a:pt x="188" y="88"/>
                  </a:cubicBezTo>
                  <a:cubicBezTo>
                    <a:pt x="926" y="1700"/>
                    <a:pt x="1700" y="3188"/>
                    <a:pt x="3050" y="4375"/>
                  </a:cubicBezTo>
                  <a:cubicBezTo>
                    <a:pt x="3113" y="4437"/>
                    <a:pt x="3025" y="4525"/>
                    <a:pt x="2963" y="44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4" name="Google Shape;1444;p59"/>
            <p:cNvSpPr/>
            <p:nvPr/>
          </p:nvSpPr>
          <p:spPr>
            <a:xfrm>
              <a:off x="799850" y="4293200"/>
              <a:ext cx="30950" cy="32500"/>
            </a:xfrm>
            <a:custGeom>
              <a:rect b="b" l="l" r="r" t="t"/>
              <a:pathLst>
                <a:path extrusionOk="0" h="1300" w="1238">
                  <a:moveTo>
                    <a:pt x="737" y="800"/>
                  </a:moveTo>
                  <a:lnTo>
                    <a:pt x="737" y="737"/>
                  </a:lnTo>
                  <a:cubicBezTo>
                    <a:pt x="812" y="662"/>
                    <a:pt x="925" y="750"/>
                    <a:pt x="875" y="850"/>
                  </a:cubicBezTo>
                  <a:cubicBezTo>
                    <a:pt x="637" y="1300"/>
                    <a:pt x="0" y="750"/>
                    <a:pt x="350" y="375"/>
                  </a:cubicBezTo>
                  <a:cubicBezTo>
                    <a:pt x="687" y="0"/>
                    <a:pt x="1237" y="550"/>
                    <a:pt x="850" y="912"/>
                  </a:cubicBezTo>
                  <a:cubicBezTo>
                    <a:pt x="762" y="975"/>
                    <a:pt x="675" y="875"/>
                    <a:pt x="725" y="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5" name="Google Shape;1445;p59"/>
            <p:cNvSpPr/>
            <p:nvPr/>
          </p:nvSpPr>
          <p:spPr>
            <a:xfrm>
              <a:off x="848575" y="4298825"/>
              <a:ext cx="5650" cy="9375"/>
            </a:xfrm>
            <a:custGeom>
              <a:rect b="b" l="l" r="r" t="t"/>
              <a:pathLst>
                <a:path extrusionOk="0" h="375" w="226">
                  <a:moveTo>
                    <a:pt x="13" y="263"/>
                  </a:moveTo>
                  <a:cubicBezTo>
                    <a:pt x="1" y="188"/>
                    <a:pt x="26" y="113"/>
                    <a:pt x="76" y="63"/>
                  </a:cubicBezTo>
                  <a:cubicBezTo>
                    <a:pt x="113" y="0"/>
                    <a:pt x="226" y="13"/>
                    <a:pt x="226" y="100"/>
                  </a:cubicBezTo>
                  <a:cubicBezTo>
                    <a:pt x="213" y="150"/>
                    <a:pt x="213" y="213"/>
                    <a:pt x="213" y="263"/>
                  </a:cubicBezTo>
                  <a:cubicBezTo>
                    <a:pt x="201" y="375"/>
                    <a:pt x="38" y="375"/>
                    <a:pt x="13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6" name="Google Shape;1446;p59"/>
            <p:cNvSpPr/>
            <p:nvPr/>
          </p:nvSpPr>
          <p:spPr>
            <a:xfrm>
              <a:off x="980725" y="4331300"/>
              <a:ext cx="10025" cy="6900"/>
            </a:xfrm>
            <a:custGeom>
              <a:rect b="b" l="l" r="r" t="t"/>
              <a:pathLst>
                <a:path extrusionOk="0" h="276" w="401">
                  <a:moveTo>
                    <a:pt x="88" y="88"/>
                  </a:moveTo>
                  <a:cubicBezTo>
                    <a:pt x="151" y="51"/>
                    <a:pt x="226" y="26"/>
                    <a:pt x="301" y="13"/>
                  </a:cubicBezTo>
                  <a:cubicBezTo>
                    <a:pt x="351" y="1"/>
                    <a:pt x="401" y="63"/>
                    <a:pt x="351" y="113"/>
                  </a:cubicBezTo>
                  <a:cubicBezTo>
                    <a:pt x="301" y="176"/>
                    <a:pt x="226" y="226"/>
                    <a:pt x="151" y="251"/>
                  </a:cubicBezTo>
                  <a:cubicBezTo>
                    <a:pt x="63" y="276"/>
                    <a:pt x="1" y="138"/>
                    <a:pt x="88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7" name="Google Shape;1447;p59"/>
            <p:cNvSpPr/>
            <p:nvPr/>
          </p:nvSpPr>
          <p:spPr>
            <a:xfrm>
              <a:off x="839525" y="4440350"/>
              <a:ext cx="156850" cy="27825"/>
            </a:xfrm>
            <a:custGeom>
              <a:rect b="b" l="l" r="r" t="t"/>
              <a:pathLst>
                <a:path extrusionOk="0" h="1113" w="6274">
                  <a:moveTo>
                    <a:pt x="6174" y="1100"/>
                  </a:moveTo>
                  <a:cubicBezTo>
                    <a:pt x="5311" y="1112"/>
                    <a:pt x="4449" y="1025"/>
                    <a:pt x="3612" y="850"/>
                  </a:cubicBezTo>
                  <a:cubicBezTo>
                    <a:pt x="2462" y="625"/>
                    <a:pt x="1337" y="175"/>
                    <a:pt x="163" y="500"/>
                  </a:cubicBezTo>
                  <a:cubicBezTo>
                    <a:pt x="38" y="525"/>
                    <a:pt x="0" y="362"/>
                    <a:pt x="113" y="313"/>
                  </a:cubicBezTo>
                  <a:cubicBezTo>
                    <a:pt x="900" y="0"/>
                    <a:pt x="1625" y="163"/>
                    <a:pt x="2437" y="337"/>
                  </a:cubicBezTo>
                  <a:cubicBezTo>
                    <a:pt x="3674" y="612"/>
                    <a:pt x="4899" y="862"/>
                    <a:pt x="6174" y="925"/>
                  </a:cubicBezTo>
                  <a:cubicBezTo>
                    <a:pt x="6274" y="937"/>
                    <a:pt x="6274" y="1087"/>
                    <a:pt x="6174" y="1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8" name="Google Shape;1448;p59"/>
            <p:cNvSpPr/>
            <p:nvPr/>
          </p:nvSpPr>
          <p:spPr>
            <a:xfrm>
              <a:off x="817950" y="4437225"/>
              <a:ext cx="33150" cy="31250"/>
            </a:xfrm>
            <a:custGeom>
              <a:rect b="b" l="l" r="r" t="t"/>
              <a:pathLst>
                <a:path extrusionOk="0" h="1250" w="1326">
                  <a:moveTo>
                    <a:pt x="876" y="550"/>
                  </a:moveTo>
                  <a:lnTo>
                    <a:pt x="763" y="587"/>
                  </a:lnTo>
                  <a:cubicBezTo>
                    <a:pt x="713" y="512"/>
                    <a:pt x="763" y="413"/>
                    <a:pt x="851" y="425"/>
                  </a:cubicBezTo>
                  <a:cubicBezTo>
                    <a:pt x="1326" y="587"/>
                    <a:pt x="851" y="1250"/>
                    <a:pt x="476" y="1012"/>
                  </a:cubicBezTo>
                  <a:cubicBezTo>
                    <a:pt x="1" y="712"/>
                    <a:pt x="551" y="0"/>
                    <a:pt x="976" y="438"/>
                  </a:cubicBezTo>
                  <a:cubicBezTo>
                    <a:pt x="1038" y="500"/>
                    <a:pt x="963" y="600"/>
                    <a:pt x="876" y="5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9" name="Google Shape;1449;p59"/>
            <p:cNvSpPr/>
            <p:nvPr/>
          </p:nvSpPr>
          <p:spPr>
            <a:xfrm>
              <a:off x="773900" y="4388175"/>
              <a:ext cx="72825" cy="22500"/>
            </a:xfrm>
            <a:custGeom>
              <a:rect b="b" l="l" r="r" t="t"/>
              <a:pathLst>
                <a:path extrusionOk="0" h="900" w="2913">
                  <a:moveTo>
                    <a:pt x="2813" y="263"/>
                  </a:moveTo>
                  <a:cubicBezTo>
                    <a:pt x="2500" y="562"/>
                    <a:pt x="2113" y="750"/>
                    <a:pt x="1688" y="800"/>
                  </a:cubicBezTo>
                  <a:cubicBezTo>
                    <a:pt x="1226" y="862"/>
                    <a:pt x="526" y="900"/>
                    <a:pt x="113" y="637"/>
                  </a:cubicBezTo>
                  <a:cubicBezTo>
                    <a:pt x="1" y="575"/>
                    <a:pt x="63" y="413"/>
                    <a:pt x="188" y="438"/>
                  </a:cubicBezTo>
                  <a:cubicBezTo>
                    <a:pt x="976" y="637"/>
                    <a:pt x="2013" y="687"/>
                    <a:pt x="2650" y="100"/>
                  </a:cubicBezTo>
                  <a:cubicBezTo>
                    <a:pt x="2763" y="0"/>
                    <a:pt x="2913" y="163"/>
                    <a:pt x="2800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0" name="Google Shape;1450;p59"/>
            <p:cNvSpPr/>
            <p:nvPr/>
          </p:nvSpPr>
          <p:spPr>
            <a:xfrm>
              <a:off x="774525" y="4381600"/>
              <a:ext cx="70650" cy="23450"/>
            </a:xfrm>
            <a:custGeom>
              <a:rect b="b" l="l" r="r" t="t"/>
              <a:pathLst>
                <a:path extrusionOk="0" h="938" w="2826">
                  <a:moveTo>
                    <a:pt x="63" y="738"/>
                  </a:moveTo>
                  <a:cubicBezTo>
                    <a:pt x="588" y="51"/>
                    <a:pt x="2013" y="1"/>
                    <a:pt x="2725" y="376"/>
                  </a:cubicBezTo>
                  <a:cubicBezTo>
                    <a:pt x="2825" y="426"/>
                    <a:pt x="2750" y="563"/>
                    <a:pt x="2650" y="551"/>
                  </a:cubicBezTo>
                  <a:cubicBezTo>
                    <a:pt x="1938" y="438"/>
                    <a:pt x="776" y="176"/>
                    <a:pt x="213" y="850"/>
                  </a:cubicBezTo>
                  <a:cubicBezTo>
                    <a:pt x="151" y="938"/>
                    <a:pt x="1" y="825"/>
                    <a:pt x="63" y="7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1" name="Google Shape;1451;p59"/>
            <p:cNvSpPr/>
            <p:nvPr/>
          </p:nvSpPr>
          <p:spPr>
            <a:xfrm>
              <a:off x="927300" y="4396600"/>
              <a:ext cx="17850" cy="55950"/>
            </a:xfrm>
            <a:custGeom>
              <a:rect b="b" l="l" r="r" t="t"/>
              <a:pathLst>
                <a:path extrusionOk="0" h="2238" w="714">
                  <a:moveTo>
                    <a:pt x="301" y="2087"/>
                  </a:moveTo>
                  <a:cubicBezTo>
                    <a:pt x="476" y="1450"/>
                    <a:pt x="376" y="775"/>
                    <a:pt x="51" y="213"/>
                  </a:cubicBezTo>
                  <a:cubicBezTo>
                    <a:pt x="1" y="101"/>
                    <a:pt x="163" y="1"/>
                    <a:pt x="238" y="101"/>
                  </a:cubicBezTo>
                  <a:cubicBezTo>
                    <a:pt x="626" y="713"/>
                    <a:pt x="713" y="1450"/>
                    <a:pt x="476" y="2137"/>
                  </a:cubicBezTo>
                  <a:cubicBezTo>
                    <a:pt x="438" y="2237"/>
                    <a:pt x="288" y="2200"/>
                    <a:pt x="301" y="20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2" name="Google Shape;1452;p59"/>
            <p:cNvSpPr/>
            <p:nvPr/>
          </p:nvSpPr>
          <p:spPr>
            <a:xfrm>
              <a:off x="922000" y="4396600"/>
              <a:ext cx="15950" cy="54375"/>
            </a:xfrm>
            <a:custGeom>
              <a:rect b="b" l="l" r="r" t="t"/>
              <a:pathLst>
                <a:path extrusionOk="0" h="2175" w="638">
                  <a:moveTo>
                    <a:pt x="450" y="188"/>
                  </a:moveTo>
                  <a:cubicBezTo>
                    <a:pt x="313" y="550"/>
                    <a:pt x="275" y="950"/>
                    <a:pt x="338" y="1338"/>
                  </a:cubicBezTo>
                  <a:cubicBezTo>
                    <a:pt x="375" y="1613"/>
                    <a:pt x="525" y="1788"/>
                    <a:pt x="625" y="2038"/>
                  </a:cubicBezTo>
                  <a:cubicBezTo>
                    <a:pt x="638" y="2075"/>
                    <a:pt x="613" y="2112"/>
                    <a:pt x="563" y="2125"/>
                  </a:cubicBezTo>
                  <a:cubicBezTo>
                    <a:pt x="275" y="2175"/>
                    <a:pt x="163" y="1850"/>
                    <a:pt x="113" y="1613"/>
                  </a:cubicBezTo>
                  <a:cubicBezTo>
                    <a:pt x="0" y="1113"/>
                    <a:pt x="38" y="600"/>
                    <a:pt x="238" y="126"/>
                  </a:cubicBezTo>
                  <a:cubicBezTo>
                    <a:pt x="288" y="1"/>
                    <a:pt x="500" y="51"/>
                    <a:pt x="450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3" name="Google Shape;1453;p59"/>
            <p:cNvSpPr/>
            <p:nvPr/>
          </p:nvSpPr>
          <p:spPr>
            <a:xfrm>
              <a:off x="1194425" y="4364725"/>
              <a:ext cx="82825" cy="26900"/>
            </a:xfrm>
            <a:custGeom>
              <a:rect b="b" l="l" r="r" t="t"/>
              <a:pathLst>
                <a:path extrusionOk="0" h="1076" w="3313">
                  <a:moveTo>
                    <a:pt x="3187" y="926"/>
                  </a:moveTo>
                  <a:cubicBezTo>
                    <a:pt x="2175" y="1076"/>
                    <a:pt x="800" y="926"/>
                    <a:pt x="50" y="163"/>
                  </a:cubicBezTo>
                  <a:cubicBezTo>
                    <a:pt x="0" y="113"/>
                    <a:pt x="50" y="1"/>
                    <a:pt x="125" y="26"/>
                  </a:cubicBezTo>
                  <a:cubicBezTo>
                    <a:pt x="600" y="188"/>
                    <a:pt x="1013" y="476"/>
                    <a:pt x="1500" y="601"/>
                  </a:cubicBezTo>
                  <a:cubicBezTo>
                    <a:pt x="2037" y="738"/>
                    <a:pt x="2600" y="776"/>
                    <a:pt x="3150" y="713"/>
                  </a:cubicBezTo>
                  <a:cubicBezTo>
                    <a:pt x="3275" y="701"/>
                    <a:pt x="3312" y="913"/>
                    <a:pt x="3187" y="9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4" name="Google Shape;1454;p59"/>
            <p:cNvSpPr/>
            <p:nvPr/>
          </p:nvSpPr>
          <p:spPr>
            <a:xfrm>
              <a:off x="1194425" y="4355975"/>
              <a:ext cx="100625" cy="30975"/>
            </a:xfrm>
            <a:custGeom>
              <a:rect b="b" l="l" r="r" t="t"/>
              <a:pathLst>
                <a:path extrusionOk="0" h="1239" w="4025">
                  <a:moveTo>
                    <a:pt x="138" y="238"/>
                  </a:moveTo>
                  <a:cubicBezTo>
                    <a:pt x="763" y="126"/>
                    <a:pt x="1413" y="1"/>
                    <a:pt x="2050" y="101"/>
                  </a:cubicBezTo>
                  <a:cubicBezTo>
                    <a:pt x="2737" y="201"/>
                    <a:pt x="3312" y="551"/>
                    <a:pt x="3887" y="926"/>
                  </a:cubicBezTo>
                  <a:cubicBezTo>
                    <a:pt x="4024" y="1013"/>
                    <a:pt x="3899" y="1238"/>
                    <a:pt x="3749" y="1151"/>
                  </a:cubicBezTo>
                  <a:cubicBezTo>
                    <a:pt x="3287" y="838"/>
                    <a:pt x="2800" y="526"/>
                    <a:pt x="2237" y="388"/>
                  </a:cubicBezTo>
                  <a:cubicBezTo>
                    <a:pt x="1575" y="226"/>
                    <a:pt x="863" y="338"/>
                    <a:pt x="200" y="451"/>
                  </a:cubicBezTo>
                  <a:cubicBezTo>
                    <a:pt x="63" y="463"/>
                    <a:pt x="0" y="263"/>
                    <a:pt x="138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5" name="Google Shape;1455;p59"/>
            <p:cNvSpPr/>
            <p:nvPr/>
          </p:nvSpPr>
          <p:spPr>
            <a:xfrm>
              <a:off x="593025" y="3689900"/>
              <a:ext cx="199650" cy="551150"/>
            </a:xfrm>
            <a:custGeom>
              <a:rect b="b" l="l" r="r" t="t"/>
              <a:pathLst>
                <a:path extrusionOk="0" h="22046" w="7986">
                  <a:moveTo>
                    <a:pt x="3487" y="88"/>
                  </a:moveTo>
                  <a:cubicBezTo>
                    <a:pt x="4799" y="1426"/>
                    <a:pt x="5286" y="2938"/>
                    <a:pt x="5074" y="4837"/>
                  </a:cubicBezTo>
                  <a:cubicBezTo>
                    <a:pt x="4899" y="6237"/>
                    <a:pt x="4287" y="7487"/>
                    <a:pt x="3749" y="8761"/>
                  </a:cubicBezTo>
                  <a:cubicBezTo>
                    <a:pt x="1875" y="13235"/>
                    <a:pt x="0" y="21470"/>
                    <a:pt x="7773" y="21808"/>
                  </a:cubicBezTo>
                  <a:cubicBezTo>
                    <a:pt x="7861" y="21808"/>
                    <a:pt x="7861" y="21933"/>
                    <a:pt x="7773" y="21945"/>
                  </a:cubicBezTo>
                  <a:cubicBezTo>
                    <a:pt x="4737" y="22045"/>
                    <a:pt x="2400" y="20071"/>
                    <a:pt x="1700" y="17084"/>
                  </a:cubicBezTo>
                  <a:cubicBezTo>
                    <a:pt x="388" y="11435"/>
                    <a:pt x="7986" y="5012"/>
                    <a:pt x="3349" y="213"/>
                  </a:cubicBezTo>
                  <a:cubicBezTo>
                    <a:pt x="3274" y="138"/>
                    <a:pt x="3399" y="1"/>
                    <a:pt x="3487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6" name="Google Shape;1456;p59"/>
            <p:cNvSpPr/>
            <p:nvPr/>
          </p:nvSpPr>
          <p:spPr>
            <a:xfrm>
              <a:off x="770150" y="4055125"/>
              <a:ext cx="121575" cy="180925"/>
            </a:xfrm>
            <a:custGeom>
              <a:rect b="b" l="l" r="r" t="t"/>
              <a:pathLst>
                <a:path extrusionOk="0" h="7237" w="4863">
                  <a:moveTo>
                    <a:pt x="1688" y="7036"/>
                  </a:moveTo>
                  <a:cubicBezTo>
                    <a:pt x="3413" y="6911"/>
                    <a:pt x="4425" y="4949"/>
                    <a:pt x="4225" y="3400"/>
                  </a:cubicBezTo>
                  <a:cubicBezTo>
                    <a:pt x="4025" y="1775"/>
                    <a:pt x="1725" y="113"/>
                    <a:pt x="201" y="1513"/>
                  </a:cubicBezTo>
                  <a:cubicBezTo>
                    <a:pt x="126" y="1588"/>
                    <a:pt x="1" y="1463"/>
                    <a:pt x="88" y="1388"/>
                  </a:cubicBezTo>
                  <a:cubicBezTo>
                    <a:pt x="1338" y="1"/>
                    <a:pt x="3875" y="1313"/>
                    <a:pt x="4325" y="2825"/>
                  </a:cubicBezTo>
                  <a:cubicBezTo>
                    <a:pt x="4862" y="4637"/>
                    <a:pt x="3700" y="7086"/>
                    <a:pt x="1688" y="7224"/>
                  </a:cubicBezTo>
                  <a:cubicBezTo>
                    <a:pt x="1563" y="7236"/>
                    <a:pt x="1563" y="7049"/>
                    <a:pt x="1688" y="70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7" name="Google Shape;1457;p59"/>
            <p:cNvSpPr/>
            <p:nvPr/>
          </p:nvSpPr>
          <p:spPr>
            <a:xfrm>
              <a:off x="748600" y="4108250"/>
              <a:ext cx="77200" cy="73425"/>
            </a:xfrm>
            <a:custGeom>
              <a:rect b="b" l="l" r="r" t="t"/>
              <a:pathLst>
                <a:path extrusionOk="0" h="2937" w="3088">
                  <a:moveTo>
                    <a:pt x="625" y="163"/>
                  </a:moveTo>
                  <a:cubicBezTo>
                    <a:pt x="251" y="900"/>
                    <a:pt x="476" y="1800"/>
                    <a:pt x="1163" y="2274"/>
                  </a:cubicBezTo>
                  <a:cubicBezTo>
                    <a:pt x="1913" y="2749"/>
                    <a:pt x="2750" y="2237"/>
                    <a:pt x="2887" y="1425"/>
                  </a:cubicBezTo>
                  <a:cubicBezTo>
                    <a:pt x="2900" y="1325"/>
                    <a:pt x="3087" y="1337"/>
                    <a:pt x="3075" y="1450"/>
                  </a:cubicBezTo>
                  <a:cubicBezTo>
                    <a:pt x="3000" y="2324"/>
                    <a:pt x="2075" y="2937"/>
                    <a:pt x="1250" y="2549"/>
                  </a:cubicBezTo>
                  <a:cubicBezTo>
                    <a:pt x="351" y="2137"/>
                    <a:pt x="1" y="912"/>
                    <a:pt x="501" y="75"/>
                  </a:cubicBezTo>
                  <a:cubicBezTo>
                    <a:pt x="550" y="0"/>
                    <a:pt x="663" y="75"/>
                    <a:pt x="625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8" name="Google Shape;1458;p59"/>
            <p:cNvSpPr/>
            <p:nvPr/>
          </p:nvSpPr>
          <p:spPr>
            <a:xfrm>
              <a:off x="819525" y="4135100"/>
              <a:ext cx="325" cy="350"/>
            </a:xfrm>
            <a:custGeom>
              <a:rect b="b" l="l" r="r" t="t"/>
              <a:pathLst>
                <a:path extrusionOk="0" h="14" w="13">
                  <a:moveTo>
                    <a:pt x="13" y="1"/>
                  </a:moveTo>
                  <a:lnTo>
                    <a:pt x="13" y="13"/>
                  </a:lnTo>
                  <a:cubicBezTo>
                    <a:pt x="13" y="13"/>
                    <a:pt x="0" y="1"/>
                    <a:pt x="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9" name="Google Shape;1459;p59"/>
            <p:cNvSpPr/>
            <p:nvPr/>
          </p:nvSpPr>
          <p:spPr>
            <a:xfrm>
              <a:off x="641450" y="4121350"/>
              <a:ext cx="103750" cy="206550"/>
            </a:xfrm>
            <a:custGeom>
              <a:rect b="b" l="l" r="r" t="t"/>
              <a:pathLst>
                <a:path extrusionOk="0" h="8262" w="4150">
                  <a:moveTo>
                    <a:pt x="163" y="101"/>
                  </a:moveTo>
                  <a:cubicBezTo>
                    <a:pt x="450" y="1288"/>
                    <a:pt x="975" y="2400"/>
                    <a:pt x="1712" y="3375"/>
                  </a:cubicBezTo>
                  <a:cubicBezTo>
                    <a:pt x="2237" y="4087"/>
                    <a:pt x="2937" y="4737"/>
                    <a:pt x="3299" y="5562"/>
                  </a:cubicBezTo>
                  <a:cubicBezTo>
                    <a:pt x="3699" y="6474"/>
                    <a:pt x="3699" y="7436"/>
                    <a:pt x="3012" y="8199"/>
                  </a:cubicBezTo>
                  <a:cubicBezTo>
                    <a:pt x="2949" y="8261"/>
                    <a:pt x="2825" y="8174"/>
                    <a:pt x="2875" y="8086"/>
                  </a:cubicBezTo>
                  <a:cubicBezTo>
                    <a:pt x="4149" y="6212"/>
                    <a:pt x="2387" y="4725"/>
                    <a:pt x="1375" y="3275"/>
                  </a:cubicBezTo>
                  <a:cubicBezTo>
                    <a:pt x="725" y="2325"/>
                    <a:pt x="263" y="1263"/>
                    <a:pt x="13" y="138"/>
                  </a:cubicBezTo>
                  <a:cubicBezTo>
                    <a:pt x="0" y="38"/>
                    <a:pt x="138" y="1"/>
                    <a:pt x="175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0" name="Google Shape;1460;p59"/>
            <p:cNvSpPr/>
            <p:nvPr/>
          </p:nvSpPr>
          <p:spPr>
            <a:xfrm>
              <a:off x="646450" y="3978900"/>
              <a:ext cx="81250" cy="88750"/>
            </a:xfrm>
            <a:custGeom>
              <a:rect b="b" l="l" r="r" t="t"/>
              <a:pathLst>
                <a:path extrusionOk="0" h="3550" w="3250">
                  <a:moveTo>
                    <a:pt x="488" y="163"/>
                  </a:moveTo>
                  <a:cubicBezTo>
                    <a:pt x="263" y="1138"/>
                    <a:pt x="163" y="2500"/>
                    <a:pt x="1175" y="3112"/>
                  </a:cubicBezTo>
                  <a:cubicBezTo>
                    <a:pt x="1650" y="3375"/>
                    <a:pt x="2237" y="3287"/>
                    <a:pt x="2625" y="2900"/>
                  </a:cubicBezTo>
                  <a:cubicBezTo>
                    <a:pt x="2924" y="2575"/>
                    <a:pt x="3249" y="1250"/>
                    <a:pt x="2475" y="1163"/>
                  </a:cubicBezTo>
                  <a:cubicBezTo>
                    <a:pt x="2387" y="1163"/>
                    <a:pt x="2387" y="1025"/>
                    <a:pt x="2475" y="1038"/>
                  </a:cubicBezTo>
                  <a:cubicBezTo>
                    <a:pt x="3012" y="1088"/>
                    <a:pt x="3187" y="1762"/>
                    <a:pt x="3137" y="2237"/>
                  </a:cubicBezTo>
                  <a:cubicBezTo>
                    <a:pt x="3062" y="2850"/>
                    <a:pt x="2587" y="3350"/>
                    <a:pt x="1975" y="3450"/>
                  </a:cubicBezTo>
                  <a:cubicBezTo>
                    <a:pt x="1325" y="3550"/>
                    <a:pt x="813" y="3187"/>
                    <a:pt x="488" y="2650"/>
                  </a:cubicBezTo>
                  <a:cubicBezTo>
                    <a:pt x="0" y="1850"/>
                    <a:pt x="113" y="988"/>
                    <a:pt x="313" y="113"/>
                  </a:cubicBezTo>
                  <a:cubicBezTo>
                    <a:pt x="338" y="0"/>
                    <a:pt x="513" y="50"/>
                    <a:pt x="488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1" name="Google Shape;1461;p59"/>
            <p:cNvSpPr/>
            <p:nvPr/>
          </p:nvSpPr>
          <p:spPr>
            <a:xfrm>
              <a:off x="672675" y="3923300"/>
              <a:ext cx="43775" cy="33450"/>
            </a:xfrm>
            <a:custGeom>
              <a:rect b="b" l="l" r="r" t="t"/>
              <a:pathLst>
                <a:path extrusionOk="0" h="1338" w="1751">
                  <a:moveTo>
                    <a:pt x="351" y="150"/>
                  </a:moveTo>
                  <a:cubicBezTo>
                    <a:pt x="263" y="462"/>
                    <a:pt x="301" y="787"/>
                    <a:pt x="613" y="962"/>
                  </a:cubicBezTo>
                  <a:cubicBezTo>
                    <a:pt x="813" y="1137"/>
                    <a:pt x="1026" y="1087"/>
                    <a:pt x="1263" y="800"/>
                  </a:cubicBezTo>
                  <a:cubicBezTo>
                    <a:pt x="1301" y="675"/>
                    <a:pt x="1288" y="537"/>
                    <a:pt x="1213" y="425"/>
                  </a:cubicBezTo>
                  <a:cubicBezTo>
                    <a:pt x="1101" y="350"/>
                    <a:pt x="1201" y="175"/>
                    <a:pt x="1326" y="250"/>
                  </a:cubicBezTo>
                  <a:cubicBezTo>
                    <a:pt x="1750" y="512"/>
                    <a:pt x="1413" y="1212"/>
                    <a:pt x="976" y="1262"/>
                  </a:cubicBezTo>
                  <a:cubicBezTo>
                    <a:pt x="326" y="1337"/>
                    <a:pt x="1" y="637"/>
                    <a:pt x="201" y="100"/>
                  </a:cubicBezTo>
                  <a:cubicBezTo>
                    <a:pt x="226" y="0"/>
                    <a:pt x="376" y="38"/>
                    <a:pt x="351" y="1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2" name="Google Shape;1462;p59"/>
            <p:cNvSpPr/>
            <p:nvPr/>
          </p:nvSpPr>
          <p:spPr>
            <a:xfrm>
              <a:off x="692375" y="4315375"/>
              <a:ext cx="32200" cy="31900"/>
            </a:xfrm>
            <a:custGeom>
              <a:rect b="b" l="l" r="r" t="t"/>
              <a:pathLst>
                <a:path extrusionOk="0" h="1276" w="1288">
                  <a:moveTo>
                    <a:pt x="838" y="463"/>
                  </a:moveTo>
                  <a:lnTo>
                    <a:pt x="838" y="463"/>
                  </a:lnTo>
                  <a:cubicBezTo>
                    <a:pt x="825" y="375"/>
                    <a:pt x="937" y="325"/>
                    <a:pt x="987" y="388"/>
                  </a:cubicBezTo>
                  <a:cubicBezTo>
                    <a:pt x="1287" y="800"/>
                    <a:pt x="663" y="1275"/>
                    <a:pt x="338" y="863"/>
                  </a:cubicBezTo>
                  <a:cubicBezTo>
                    <a:pt x="0" y="438"/>
                    <a:pt x="575" y="0"/>
                    <a:pt x="937" y="325"/>
                  </a:cubicBezTo>
                  <a:cubicBezTo>
                    <a:pt x="1012" y="388"/>
                    <a:pt x="912" y="488"/>
                    <a:pt x="838" y="4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3" name="Google Shape;1463;p59"/>
            <p:cNvSpPr/>
            <p:nvPr/>
          </p:nvSpPr>
          <p:spPr>
            <a:xfrm>
              <a:off x="675500" y="4193850"/>
              <a:ext cx="113125" cy="77500"/>
            </a:xfrm>
            <a:custGeom>
              <a:rect b="b" l="l" r="r" t="t"/>
              <a:pathLst>
                <a:path extrusionOk="0" h="3100" w="4525">
                  <a:moveTo>
                    <a:pt x="150" y="50"/>
                  </a:moveTo>
                  <a:cubicBezTo>
                    <a:pt x="1338" y="1412"/>
                    <a:pt x="2825" y="2175"/>
                    <a:pt x="4437" y="2924"/>
                  </a:cubicBezTo>
                  <a:cubicBezTo>
                    <a:pt x="4524" y="2962"/>
                    <a:pt x="4462" y="3099"/>
                    <a:pt x="4374" y="3074"/>
                  </a:cubicBezTo>
                  <a:cubicBezTo>
                    <a:pt x="2675" y="2562"/>
                    <a:pt x="1163" y="1550"/>
                    <a:pt x="63" y="150"/>
                  </a:cubicBezTo>
                  <a:cubicBezTo>
                    <a:pt x="0" y="88"/>
                    <a:pt x="100" y="0"/>
                    <a:pt x="150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4" name="Google Shape;1464;p59"/>
            <p:cNvSpPr/>
            <p:nvPr/>
          </p:nvSpPr>
          <p:spPr>
            <a:xfrm>
              <a:off x="776725" y="4256950"/>
              <a:ext cx="32525" cy="30950"/>
            </a:xfrm>
            <a:custGeom>
              <a:rect b="b" l="l" r="r" t="t"/>
              <a:pathLst>
                <a:path extrusionOk="0" h="1238" w="1301">
                  <a:moveTo>
                    <a:pt x="388" y="388"/>
                  </a:moveTo>
                  <a:cubicBezTo>
                    <a:pt x="750" y="1"/>
                    <a:pt x="1300" y="538"/>
                    <a:pt x="925" y="888"/>
                  </a:cubicBezTo>
                  <a:cubicBezTo>
                    <a:pt x="550" y="1238"/>
                    <a:pt x="0" y="600"/>
                    <a:pt x="450" y="350"/>
                  </a:cubicBezTo>
                  <a:cubicBezTo>
                    <a:pt x="550" y="313"/>
                    <a:pt x="638" y="425"/>
                    <a:pt x="563" y="500"/>
                  </a:cubicBezTo>
                  <a:lnTo>
                    <a:pt x="500" y="500"/>
                  </a:lnTo>
                  <a:cubicBezTo>
                    <a:pt x="425" y="563"/>
                    <a:pt x="325" y="463"/>
                    <a:pt x="388" y="3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5" name="Google Shape;1465;p59"/>
            <p:cNvSpPr/>
            <p:nvPr/>
          </p:nvSpPr>
          <p:spPr>
            <a:xfrm>
              <a:off x="793900" y="4233200"/>
              <a:ext cx="9725" cy="5975"/>
            </a:xfrm>
            <a:custGeom>
              <a:rect b="b" l="l" r="r" t="t"/>
              <a:pathLst>
                <a:path extrusionOk="0" h="239" w="389">
                  <a:moveTo>
                    <a:pt x="126" y="26"/>
                  </a:moveTo>
                  <a:cubicBezTo>
                    <a:pt x="176" y="26"/>
                    <a:pt x="238" y="13"/>
                    <a:pt x="288" y="13"/>
                  </a:cubicBezTo>
                  <a:cubicBezTo>
                    <a:pt x="376" y="1"/>
                    <a:pt x="388" y="113"/>
                    <a:pt x="338" y="163"/>
                  </a:cubicBezTo>
                  <a:cubicBezTo>
                    <a:pt x="276" y="213"/>
                    <a:pt x="201" y="238"/>
                    <a:pt x="126" y="226"/>
                  </a:cubicBezTo>
                  <a:cubicBezTo>
                    <a:pt x="1" y="226"/>
                    <a:pt x="1" y="26"/>
                    <a:pt x="126" y="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6" name="Google Shape;1466;p59"/>
            <p:cNvSpPr/>
            <p:nvPr/>
          </p:nvSpPr>
          <p:spPr>
            <a:xfrm>
              <a:off x="764225" y="4097000"/>
              <a:ext cx="6900" cy="10025"/>
            </a:xfrm>
            <a:custGeom>
              <a:rect b="b" l="l" r="r" t="t"/>
              <a:pathLst>
                <a:path extrusionOk="0" h="401" w="276">
                  <a:moveTo>
                    <a:pt x="25" y="250"/>
                  </a:moveTo>
                  <a:cubicBezTo>
                    <a:pt x="50" y="163"/>
                    <a:pt x="100" y="88"/>
                    <a:pt x="163" y="38"/>
                  </a:cubicBezTo>
                  <a:cubicBezTo>
                    <a:pt x="213" y="0"/>
                    <a:pt x="275" y="38"/>
                    <a:pt x="263" y="100"/>
                  </a:cubicBezTo>
                  <a:cubicBezTo>
                    <a:pt x="250" y="175"/>
                    <a:pt x="225" y="250"/>
                    <a:pt x="188" y="313"/>
                  </a:cubicBezTo>
                  <a:cubicBezTo>
                    <a:pt x="138" y="400"/>
                    <a:pt x="0" y="338"/>
                    <a:pt x="25" y="2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7" name="Google Shape;1467;p59"/>
            <p:cNvSpPr/>
            <p:nvPr/>
          </p:nvSpPr>
          <p:spPr>
            <a:xfrm>
              <a:off x="634250" y="4091375"/>
              <a:ext cx="27850" cy="156850"/>
            </a:xfrm>
            <a:custGeom>
              <a:rect b="b" l="l" r="r" t="t"/>
              <a:pathLst>
                <a:path extrusionOk="0" h="6274" w="1114">
                  <a:moveTo>
                    <a:pt x="188" y="100"/>
                  </a:moveTo>
                  <a:cubicBezTo>
                    <a:pt x="251" y="1375"/>
                    <a:pt x="501" y="2600"/>
                    <a:pt x="776" y="3837"/>
                  </a:cubicBezTo>
                  <a:cubicBezTo>
                    <a:pt x="963" y="4649"/>
                    <a:pt x="1113" y="5361"/>
                    <a:pt x="801" y="6161"/>
                  </a:cubicBezTo>
                  <a:cubicBezTo>
                    <a:pt x="751" y="6274"/>
                    <a:pt x="588" y="6236"/>
                    <a:pt x="613" y="6111"/>
                  </a:cubicBezTo>
                  <a:cubicBezTo>
                    <a:pt x="926" y="4936"/>
                    <a:pt x="488" y="3812"/>
                    <a:pt x="263" y="2650"/>
                  </a:cubicBezTo>
                  <a:cubicBezTo>
                    <a:pt x="88" y="1812"/>
                    <a:pt x="1" y="963"/>
                    <a:pt x="13" y="100"/>
                  </a:cubicBezTo>
                  <a:cubicBezTo>
                    <a:pt x="26" y="0"/>
                    <a:pt x="176" y="0"/>
                    <a:pt x="188" y="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8" name="Google Shape;1468;p59"/>
            <p:cNvSpPr/>
            <p:nvPr/>
          </p:nvSpPr>
          <p:spPr>
            <a:xfrm>
              <a:off x="634250" y="4236325"/>
              <a:ext cx="31275" cy="33150"/>
            </a:xfrm>
            <a:custGeom>
              <a:rect b="b" l="l" r="r" t="t"/>
              <a:pathLst>
                <a:path extrusionOk="0" h="1326" w="1251">
                  <a:moveTo>
                    <a:pt x="813" y="351"/>
                  </a:moveTo>
                  <a:cubicBezTo>
                    <a:pt x="1251" y="776"/>
                    <a:pt x="526" y="1325"/>
                    <a:pt x="238" y="851"/>
                  </a:cubicBezTo>
                  <a:cubicBezTo>
                    <a:pt x="1" y="476"/>
                    <a:pt x="663" y="1"/>
                    <a:pt x="813" y="476"/>
                  </a:cubicBezTo>
                  <a:cubicBezTo>
                    <a:pt x="826" y="563"/>
                    <a:pt x="726" y="626"/>
                    <a:pt x="663" y="563"/>
                  </a:cubicBezTo>
                  <a:lnTo>
                    <a:pt x="688" y="451"/>
                  </a:lnTo>
                  <a:cubicBezTo>
                    <a:pt x="638" y="363"/>
                    <a:pt x="751" y="276"/>
                    <a:pt x="813" y="3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9" name="Google Shape;1469;p59"/>
            <p:cNvSpPr/>
            <p:nvPr/>
          </p:nvSpPr>
          <p:spPr>
            <a:xfrm>
              <a:off x="691750" y="4241025"/>
              <a:ext cx="22525" cy="72800"/>
            </a:xfrm>
            <a:custGeom>
              <a:rect b="b" l="l" r="r" t="t"/>
              <a:pathLst>
                <a:path extrusionOk="0" h="2912" w="901">
                  <a:moveTo>
                    <a:pt x="800" y="263"/>
                  </a:moveTo>
                  <a:cubicBezTo>
                    <a:pt x="213" y="900"/>
                    <a:pt x="263" y="1937"/>
                    <a:pt x="463" y="2724"/>
                  </a:cubicBezTo>
                  <a:cubicBezTo>
                    <a:pt x="488" y="2837"/>
                    <a:pt x="325" y="2912"/>
                    <a:pt x="263" y="2812"/>
                  </a:cubicBezTo>
                  <a:cubicBezTo>
                    <a:pt x="0" y="2387"/>
                    <a:pt x="38" y="1687"/>
                    <a:pt x="100" y="1225"/>
                  </a:cubicBezTo>
                  <a:cubicBezTo>
                    <a:pt x="150" y="800"/>
                    <a:pt x="350" y="413"/>
                    <a:pt x="638" y="100"/>
                  </a:cubicBezTo>
                  <a:cubicBezTo>
                    <a:pt x="750" y="0"/>
                    <a:pt x="900" y="163"/>
                    <a:pt x="800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0" name="Google Shape;1470;p59"/>
            <p:cNvSpPr/>
            <p:nvPr/>
          </p:nvSpPr>
          <p:spPr>
            <a:xfrm>
              <a:off x="697675" y="4242575"/>
              <a:ext cx="23450" cy="70625"/>
            </a:xfrm>
            <a:custGeom>
              <a:rect b="b" l="l" r="r" t="t"/>
              <a:pathLst>
                <a:path extrusionOk="0" h="2825" w="938">
                  <a:moveTo>
                    <a:pt x="76" y="2612"/>
                  </a:moveTo>
                  <a:cubicBezTo>
                    <a:pt x="763" y="2063"/>
                    <a:pt x="501" y="888"/>
                    <a:pt x="388" y="176"/>
                  </a:cubicBezTo>
                  <a:cubicBezTo>
                    <a:pt x="376" y="76"/>
                    <a:pt x="501" y="1"/>
                    <a:pt x="563" y="101"/>
                  </a:cubicBezTo>
                  <a:cubicBezTo>
                    <a:pt x="938" y="800"/>
                    <a:pt x="875" y="2238"/>
                    <a:pt x="188" y="2750"/>
                  </a:cubicBezTo>
                  <a:cubicBezTo>
                    <a:pt x="113" y="2825"/>
                    <a:pt x="1" y="2675"/>
                    <a:pt x="76" y="26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1" name="Google Shape;1471;p59"/>
            <p:cNvSpPr/>
            <p:nvPr/>
          </p:nvSpPr>
          <p:spPr>
            <a:xfrm>
              <a:off x="649250" y="4142600"/>
              <a:ext cx="56900" cy="18150"/>
            </a:xfrm>
            <a:custGeom>
              <a:rect b="b" l="l" r="r" t="t"/>
              <a:pathLst>
                <a:path extrusionOk="0" h="726" w="2276">
                  <a:moveTo>
                    <a:pt x="126" y="238"/>
                  </a:moveTo>
                  <a:cubicBezTo>
                    <a:pt x="800" y="1"/>
                    <a:pt x="1550" y="88"/>
                    <a:pt x="2163" y="476"/>
                  </a:cubicBezTo>
                  <a:cubicBezTo>
                    <a:pt x="2275" y="538"/>
                    <a:pt x="2175" y="726"/>
                    <a:pt x="2050" y="663"/>
                  </a:cubicBezTo>
                  <a:cubicBezTo>
                    <a:pt x="1475" y="326"/>
                    <a:pt x="800" y="238"/>
                    <a:pt x="176" y="413"/>
                  </a:cubicBezTo>
                  <a:cubicBezTo>
                    <a:pt x="51" y="438"/>
                    <a:pt x="1" y="263"/>
                    <a:pt x="126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2" name="Google Shape;1472;p59"/>
            <p:cNvSpPr/>
            <p:nvPr/>
          </p:nvSpPr>
          <p:spPr>
            <a:xfrm>
              <a:off x="649575" y="4149800"/>
              <a:ext cx="56250" cy="21250"/>
            </a:xfrm>
            <a:custGeom>
              <a:rect b="b" l="l" r="r" t="t"/>
              <a:pathLst>
                <a:path extrusionOk="0" h="850" w="2250">
                  <a:moveTo>
                    <a:pt x="2112" y="400"/>
                  </a:moveTo>
                  <a:cubicBezTo>
                    <a:pt x="1762" y="538"/>
                    <a:pt x="0" y="850"/>
                    <a:pt x="125" y="63"/>
                  </a:cubicBezTo>
                  <a:cubicBezTo>
                    <a:pt x="125" y="25"/>
                    <a:pt x="175" y="0"/>
                    <a:pt x="213" y="13"/>
                  </a:cubicBezTo>
                  <a:cubicBezTo>
                    <a:pt x="463" y="113"/>
                    <a:pt x="638" y="250"/>
                    <a:pt x="912" y="300"/>
                  </a:cubicBezTo>
                  <a:cubicBezTo>
                    <a:pt x="1300" y="363"/>
                    <a:pt x="1687" y="313"/>
                    <a:pt x="2062" y="188"/>
                  </a:cubicBezTo>
                  <a:cubicBezTo>
                    <a:pt x="2200" y="138"/>
                    <a:pt x="2250" y="338"/>
                    <a:pt x="2112" y="4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3" name="Google Shape;1473;p59"/>
            <p:cNvSpPr/>
            <p:nvPr/>
          </p:nvSpPr>
          <p:spPr>
            <a:xfrm>
              <a:off x="710800" y="3810500"/>
              <a:ext cx="26575" cy="82825"/>
            </a:xfrm>
            <a:custGeom>
              <a:rect b="b" l="l" r="r" t="t"/>
              <a:pathLst>
                <a:path extrusionOk="0" h="3313" w="1063">
                  <a:moveTo>
                    <a:pt x="363" y="151"/>
                  </a:moveTo>
                  <a:cubicBezTo>
                    <a:pt x="300" y="713"/>
                    <a:pt x="338" y="1275"/>
                    <a:pt x="475" y="1813"/>
                  </a:cubicBezTo>
                  <a:cubicBezTo>
                    <a:pt x="600" y="2300"/>
                    <a:pt x="888" y="2713"/>
                    <a:pt x="1050" y="3175"/>
                  </a:cubicBezTo>
                  <a:cubicBezTo>
                    <a:pt x="1063" y="3262"/>
                    <a:pt x="975" y="3312"/>
                    <a:pt x="913" y="3262"/>
                  </a:cubicBezTo>
                  <a:cubicBezTo>
                    <a:pt x="138" y="2500"/>
                    <a:pt x="1" y="1138"/>
                    <a:pt x="150" y="126"/>
                  </a:cubicBezTo>
                  <a:cubicBezTo>
                    <a:pt x="163" y="1"/>
                    <a:pt x="375" y="26"/>
                    <a:pt x="363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4" name="Google Shape;1474;p59"/>
            <p:cNvSpPr/>
            <p:nvPr/>
          </p:nvSpPr>
          <p:spPr>
            <a:xfrm>
              <a:off x="715475" y="3792700"/>
              <a:ext cx="30975" cy="100625"/>
            </a:xfrm>
            <a:custGeom>
              <a:rect b="b" l="l" r="r" t="t"/>
              <a:pathLst>
                <a:path extrusionOk="0" h="4025" w="1239">
                  <a:moveTo>
                    <a:pt x="788" y="3824"/>
                  </a:moveTo>
                  <a:cubicBezTo>
                    <a:pt x="901" y="3150"/>
                    <a:pt x="1013" y="2450"/>
                    <a:pt x="851" y="1775"/>
                  </a:cubicBezTo>
                  <a:cubicBezTo>
                    <a:pt x="713" y="1225"/>
                    <a:pt x="401" y="738"/>
                    <a:pt x="88" y="263"/>
                  </a:cubicBezTo>
                  <a:cubicBezTo>
                    <a:pt x="1" y="125"/>
                    <a:pt x="226" y="0"/>
                    <a:pt x="313" y="138"/>
                  </a:cubicBezTo>
                  <a:cubicBezTo>
                    <a:pt x="688" y="700"/>
                    <a:pt x="1038" y="1288"/>
                    <a:pt x="1138" y="1975"/>
                  </a:cubicBezTo>
                  <a:cubicBezTo>
                    <a:pt x="1238" y="2612"/>
                    <a:pt x="1113" y="3262"/>
                    <a:pt x="1001" y="3887"/>
                  </a:cubicBezTo>
                  <a:cubicBezTo>
                    <a:pt x="976" y="4024"/>
                    <a:pt x="776" y="3962"/>
                    <a:pt x="788" y="38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5" name="Google Shape;1475;p59"/>
            <p:cNvSpPr/>
            <p:nvPr/>
          </p:nvSpPr>
          <p:spPr>
            <a:xfrm>
              <a:off x="894500" y="4197600"/>
              <a:ext cx="8475" cy="8150"/>
            </a:xfrm>
            <a:custGeom>
              <a:rect b="b" l="l" r="r" t="t"/>
              <a:pathLst>
                <a:path extrusionOk="0" h="326" w="339">
                  <a:moveTo>
                    <a:pt x="238" y="313"/>
                  </a:moveTo>
                  <a:cubicBezTo>
                    <a:pt x="151" y="325"/>
                    <a:pt x="76" y="288"/>
                    <a:pt x="26" y="213"/>
                  </a:cubicBezTo>
                  <a:cubicBezTo>
                    <a:pt x="1" y="200"/>
                    <a:pt x="1" y="163"/>
                    <a:pt x="1" y="138"/>
                  </a:cubicBezTo>
                  <a:lnTo>
                    <a:pt x="38" y="50"/>
                  </a:lnTo>
                  <a:cubicBezTo>
                    <a:pt x="38" y="13"/>
                    <a:pt x="101" y="0"/>
                    <a:pt x="126" y="38"/>
                  </a:cubicBezTo>
                  <a:lnTo>
                    <a:pt x="263" y="175"/>
                  </a:lnTo>
                  <a:cubicBezTo>
                    <a:pt x="338" y="200"/>
                    <a:pt x="326" y="325"/>
                    <a:pt x="238" y="3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6" name="Google Shape;1476;p59"/>
            <p:cNvSpPr/>
            <p:nvPr/>
          </p:nvSpPr>
          <p:spPr>
            <a:xfrm>
              <a:off x="900450" y="4190725"/>
              <a:ext cx="59050" cy="15025"/>
            </a:xfrm>
            <a:custGeom>
              <a:rect b="b" l="l" r="r" t="t"/>
              <a:pathLst>
                <a:path extrusionOk="0" h="601" w="2362">
                  <a:moveTo>
                    <a:pt x="63" y="475"/>
                  </a:moveTo>
                  <a:cubicBezTo>
                    <a:pt x="737" y="138"/>
                    <a:pt x="1537" y="0"/>
                    <a:pt x="2274" y="225"/>
                  </a:cubicBezTo>
                  <a:cubicBezTo>
                    <a:pt x="2362" y="250"/>
                    <a:pt x="2349" y="413"/>
                    <a:pt x="2249" y="400"/>
                  </a:cubicBezTo>
                  <a:cubicBezTo>
                    <a:pt x="1500" y="313"/>
                    <a:pt x="825" y="313"/>
                    <a:pt x="113" y="588"/>
                  </a:cubicBezTo>
                  <a:cubicBezTo>
                    <a:pt x="50" y="600"/>
                    <a:pt x="0" y="500"/>
                    <a:pt x="63" y="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7" name="Google Shape;1477;p59"/>
            <p:cNvSpPr/>
            <p:nvPr/>
          </p:nvSpPr>
          <p:spPr>
            <a:xfrm>
              <a:off x="934175" y="4183525"/>
              <a:ext cx="25325" cy="16900"/>
            </a:xfrm>
            <a:custGeom>
              <a:rect b="b" l="l" r="r" t="t"/>
              <a:pathLst>
                <a:path extrusionOk="0" h="676" w="1013">
                  <a:moveTo>
                    <a:pt x="825" y="613"/>
                  </a:moveTo>
                  <a:cubicBezTo>
                    <a:pt x="613" y="351"/>
                    <a:pt x="376" y="276"/>
                    <a:pt x="76" y="163"/>
                  </a:cubicBezTo>
                  <a:cubicBezTo>
                    <a:pt x="1" y="126"/>
                    <a:pt x="13" y="1"/>
                    <a:pt x="101" y="1"/>
                  </a:cubicBezTo>
                  <a:cubicBezTo>
                    <a:pt x="451" y="26"/>
                    <a:pt x="763" y="201"/>
                    <a:pt x="963" y="501"/>
                  </a:cubicBezTo>
                  <a:cubicBezTo>
                    <a:pt x="1013" y="576"/>
                    <a:pt x="888" y="676"/>
                    <a:pt x="825" y="6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8" name="Google Shape;1478;p59"/>
            <p:cNvSpPr/>
            <p:nvPr/>
          </p:nvSpPr>
          <p:spPr>
            <a:xfrm>
              <a:off x="893875" y="4145425"/>
              <a:ext cx="26575" cy="55325"/>
            </a:xfrm>
            <a:custGeom>
              <a:rect b="b" l="l" r="r" t="t"/>
              <a:pathLst>
                <a:path extrusionOk="0" h="2213" w="1063">
                  <a:moveTo>
                    <a:pt x="38" y="2075"/>
                  </a:moveTo>
                  <a:cubicBezTo>
                    <a:pt x="213" y="1775"/>
                    <a:pt x="363" y="1462"/>
                    <a:pt x="488" y="1125"/>
                  </a:cubicBezTo>
                  <a:cubicBezTo>
                    <a:pt x="600" y="775"/>
                    <a:pt x="538" y="475"/>
                    <a:pt x="488" y="125"/>
                  </a:cubicBezTo>
                  <a:cubicBezTo>
                    <a:pt x="475" y="25"/>
                    <a:pt x="613" y="0"/>
                    <a:pt x="638" y="75"/>
                  </a:cubicBezTo>
                  <a:cubicBezTo>
                    <a:pt x="1063" y="775"/>
                    <a:pt x="600" y="1612"/>
                    <a:pt x="126" y="2162"/>
                  </a:cubicBezTo>
                  <a:cubicBezTo>
                    <a:pt x="76" y="2212"/>
                    <a:pt x="1" y="2137"/>
                    <a:pt x="26" y="20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9" name="Google Shape;1479;p59"/>
            <p:cNvSpPr/>
            <p:nvPr/>
          </p:nvSpPr>
          <p:spPr>
            <a:xfrm>
              <a:off x="904500" y="4144175"/>
              <a:ext cx="16900" cy="34700"/>
            </a:xfrm>
            <a:custGeom>
              <a:rect b="b" l="l" r="r" t="t"/>
              <a:pathLst>
                <a:path extrusionOk="0" h="1388" w="676">
                  <a:moveTo>
                    <a:pt x="300" y="138"/>
                  </a:moveTo>
                  <a:cubicBezTo>
                    <a:pt x="563" y="450"/>
                    <a:pt x="675" y="875"/>
                    <a:pt x="625" y="1287"/>
                  </a:cubicBezTo>
                  <a:cubicBezTo>
                    <a:pt x="600" y="1387"/>
                    <a:pt x="463" y="1350"/>
                    <a:pt x="450" y="1262"/>
                  </a:cubicBezTo>
                  <a:cubicBezTo>
                    <a:pt x="425" y="875"/>
                    <a:pt x="375" y="575"/>
                    <a:pt x="100" y="288"/>
                  </a:cubicBezTo>
                  <a:cubicBezTo>
                    <a:pt x="1" y="150"/>
                    <a:pt x="188" y="0"/>
                    <a:pt x="300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0" name="Google Shape;1480;p59"/>
            <p:cNvSpPr/>
            <p:nvPr/>
          </p:nvSpPr>
          <p:spPr>
            <a:xfrm>
              <a:off x="915425" y="4169150"/>
              <a:ext cx="22525" cy="11275"/>
            </a:xfrm>
            <a:custGeom>
              <a:rect b="b" l="l" r="r" t="t"/>
              <a:pathLst>
                <a:path extrusionOk="0" h="451" w="901">
                  <a:moveTo>
                    <a:pt x="113" y="238"/>
                  </a:moveTo>
                  <a:cubicBezTo>
                    <a:pt x="338" y="176"/>
                    <a:pt x="538" y="76"/>
                    <a:pt x="763" y="26"/>
                  </a:cubicBezTo>
                  <a:cubicBezTo>
                    <a:pt x="851" y="1"/>
                    <a:pt x="901" y="113"/>
                    <a:pt x="826" y="163"/>
                  </a:cubicBezTo>
                  <a:cubicBezTo>
                    <a:pt x="626" y="288"/>
                    <a:pt x="401" y="376"/>
                    <a:pt x="163" y="426"/>
                  </a:cubicBezTo>
                  <a:cubicBezTo>
                    <a:pt x="51" y="451"/>
                    <a:pt x="1" y="276"/>
                    <a:pt x="113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1" name="Google Shape;1481;p59"/>
            <p:cNvSpPr/>
            <p:nvPr/>
          </p:nvSpPr>
          <p:spPr>
            <a:xfrm>
              <a:off x="922925" y="4169150"/>
              <a:ext cx="15975" cy="19725"/>
            </a:xfrm>
            <a:custGeom>
              <a:rect b="b" l="l" r="r" t="t"/>
              <a:pathLst>
                <a:path extrusionOk="0" h="789" w="639">
                  <a:moveTo>
                    <a:pt x="588" y="226"/>
                  </a:moveTo>
                  <a:cubicBezTo>
                    <a:pt x="488" y="413"/>
                    <a:pt x="363" y="588"/>
                    <a:pt x="213" y="726"/>
                  </a:cubicBezTo>
                  <a:cubicBezTo>
                    <a:pt x="138" y="788"/>
                    <a:pt x="1" y="701"/>
                    <a:pt x="51" y="613"/>
                  </a:cubicBezTo>
                  <a:cubicBezTo>
                    <a:pt x="163" y="438"/>
                    <a:pt x="288" y="288"/>
                    <a:pt x="401" y="126"/>
                  </a:cubicBezTo>
                  <a:cubicBezTo>
                    <a:pt x="463" y="1"/>
                    <a:pt x="638" y="101"/>
                    <a:pt x="576" y="2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2" name="Google Shape;1482;p59"/>
            <p:cNvSpPr/>
            <p:nvPr/>
          </p:nvSpPr>
          <p:spPr>
            <a:xfrm>
              <a:off x="924500" y="4181650"/>
              <a:ext cx="17525" cy="6900"/>
            </a:xfrm>
            <a:custGeom>
              <a:rect b="b" l="l" r="r" t="t"/>
              <a:pathLst>
                <a:path extrusionOk="0" h="276" w="701">
                  <a:moveTo>
                    <a:pt x="125" y="51"/>
                  </a:moveTo>
                  <a:cubicBezTo>
                    <a:pt x="288" y="1"/>
                    <a:pt x="463" y="26"/>
                    <a:pt x="613" y="113"/>
                  </a:cubicBezTo>
                  <a:cubicBezTo>
                    <a:pt x="700" y="163"/>
                    <a:pt x="638" y="276"/>
                    <a:pt x="550" y="251"/>
                  </a:cubicBezTo>
                  <a:lnTo>
                    <a:pt x="175" y="238"/>
                  </a:lnTo>
                  <a:cubicBezTo>
                    <a:pt x="50" y="263"/>
                    <a:pt x="0" y="88"/>
                    <a:pt x="125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3" name="Google Shape;1483;p59"/>
            <p:cNvSpPr/>
            <p:nvPr/>
          </p:nvSpPr>
          <p:spPr>
            <a:xfrm>
              <a:off x="933250" y="4149475"/>
              <a:ext cx="28750" cy="23450"/>
            </a:xfrm>
            <a:custGeom>
              <a:rect b="b" l="l" r="r" t="t"/>
              <a:pathLst>
                <a:path extrusionOk="0" h="938" w="1150">
                  <a:moveTo>
                    <a:pt x="513" y="788"/>
                  </a:moveTo>
                  <a:cubicBezTo>
                    <a:pt x="0" y="675"/>
                    <a:pt x="288" y="1"/>
                    <a:pt x="713" y="101"/>
                  </a:cubicBezTo>
                  <a:cubicBezTo>
                    <a:pt x="1150" y="201"/>
                    <a:pt x="1025" y="938"/>
                    <a:pt x="525" y="788"/>
                  </a:cubicBezTo>
                  <a:cubicBezTo>
                    <a:pt x="413" y="750"/>
                    <a:pt x="425" y="588"/>
                    <a:pt x="550" y="600"/>
                  </a:cubicBezTo>
                  <a:lnTo>
                    <a:pt x="550" y="613"/>
                  </a:lnTo>
                  <a:cubicBezTo>
                    <a:pt x="663" y="650"/>
                    <a:pt x="613" y="813"/>
                    <a:pt x="500" y="7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4" name="Google Shape;1484;p59"/>
            <p:cNvSpPr/>
            <p:nvPr/>
          </p:nvSpPr>
          <p:spPr>
            <a:xfrm>
              <a:off x="3701275" y="1305225"/>
              <a:ext cx="111550" cy="104375"/>
            </a:xfrm>
            <a:custGeom>
              <a:rect b="b" l="l" r="r" t="t"/>
              <a:pathLst>
                <a:path extrusionOk="0" h="4175" w="4462">
                  <a:moveTo>
                    <a:pt x="1812" y="288"/>
                  </a:moveTo>
                  <a:cubicBezTo>
                    <a:pt x="3374" y="101"/>
                    <a:pt x="4461" y="1900"/>
                    <a:pt x="3337" y="3125"/>
                  </a:cubicBezTo>
                  <a:cubicBezTo>
                    <a:pt x="2450" y="4062"/>
                    <a:pt x="987" y="3612"/>
                    <a:pt x="88" y="2962"/>
                  </a:cubicBezTo>
                  <a:cubicBezTo>
                    <a:pt x="50" y="2937"/>
                    <a:pt x="0" y="3000"/>
                    <a:pt x="38" y="3025"/>
                  </a:cubicBezTo>
                  <a:cubicBezTo>
                    <a:pt x="1050" y="3962"/>
                    <a:pt x="2987" y="4175"/>
                    <a:pt x="3712" y="2787"/>
                  </a:cubicBezTo>
                  <a:cubicBezTo>
                    <a:pt x="4424" y="1438"/>
                    <a:pt x="3249" y="1"/>
                    <a:pt x="1812" y="176"/>
                  </a:cubicBezTo>
                  <a:cubicBezTo>
                    <a:pt x="1737" y="188"/>
                    <a:pt x="1737" y="288"/>
                    <a:pt x="1812" y="2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5" name="Google Shape;1485;p59"/>
            <p:cNvSpPr/>
            <p:nvPr/>
          </p:nvSpPr>
          <p:spPr>
            <a:xfrm>
              <a:off x="3442900" y="1237425"/>
              <a:ext cx="263700" cy="147175"/>
            </a:xfrm>
            <a:custGeom>
              <a:rect b="b" l="l" r="r" t="t"/>
              <a:pathLst>
                <a:path extrusionOk="0" h="5887" w="10548">
                  <a:moveTo>
                    <a:pt x="10523" y="5812"/>
                  </a:moveTo>
                  <a:cubicBezTo>
                    <a:pt x="9198" y="3937"/>
                    <a:pt x="7998" y="1513"/>
                    <a:pt x="5686" y="738"/>
                  </a:cubicBezTo>
                  <a:cubicBezTo>
                    <a:pt x="3949" y="151"/>
                    <a:pt x="1475" y="1"/>
                    <a:pt x="25" y="1263"/>
                  </a:cubicBezTo>
                  <a:cubicBezTo>
                    <a:pt x="0" y="1288"/>
                    <a:pt x="38" y="1338"/>
                    <a:pt x="75" y="1313"/>
                  </a:cubicBezTo>
                  <a:cubicBezTo>
                    <a:pt x="1700" y="113"/>
                    <a:pt x="4462" y="288"/>
                    <a:pt x="6224" y="1138"/>
                  </a:cubicBezTo>
                  <a:cubicBezTo>
                    <a:pt x="8136" y="2063"/>
                    <a:pt x="9248" y="4175"/>
                    <a:pt x="10448" y="5849"/>
                  </a:cubicBezTo>
                  <a:cubicBezTo>
                    <a:pt x="10485" y="5887"/>
                    <a:pt x="10548" y="5849"/>
                    <a:pt x="10523" y="58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6" name="Google Shape;1486;p59"/>
            <p:cNvSpPr/>
            <p:nvPr/>
          </p:nvSpPr>
          <p:spPr>
            <a:xfrm>
              <a:off x="3410100" y="1277100"/>
              <a:ext cx="100300" cy="85325"/>
            </a:xfrm>
            <a:custGeom>
              <a:rect b="b" l="l" r="r" t="t"/>
              <a:pathLst>
                <a:path extrusionOk="0" h="3413" w="4012">
                  <a:moveTo>
                    <a:pt x="1087" y="51"/>
                  </a:moveTo>
                  <a:cubicBezTo>
                    <a:pt x="575" y="913"/>
                    <a:pt x="388" y="2100"/>
                    <a:pt x="1225" y="2838"/>
                  </a:cubicBezTo>
                  <a:cubicBezTo>
                    <a:pt x="1700" y="3263"/>
                    <a:pt x="2837" y="3412"/>
                    <a:pt x="3387" y="2988"/>
                  </a:cubicBezTo>
                  <a:cubicBezTo>
                    <a:pt x="4012" y="2513"/>
                    <a:pt x="3924" y="1363"/>
                    <a:pt x="3187" y="1026"/>
                  </a:cubicBezTo>
                  <a:cubicBezTo>
                    <a:pt x="2749" y="826"/>
                    <a:pt x="2237" y="851"/>
                    <a:pt x="1812" y="1101"/>
                  </a:cubicBezTo>
                  <a:cubicBezTo>
                    <a:pt x="1175" y="1463"/>
                    <a:pt x="775" y="2425"/>
                    <a:pt x="25" y="2538"/>
                  </a:cubicBezTo>
                  <a:cubicBezTo>
                    <a:pt x="0" y="2538"/>
                    <a:pt x="0" y="2588"/>
                    <a:pt x="25" y="2588"/>
                  </a:cubicBezTo>
                  <a:cubicBezTo>
                    <a:pt x="438" y="2575"/>
                    <a:pt x="675" y="2300"/>
                    <a:pt x="950" y="2013"/>
                  </a:cubicBezTo>
                  <a:cubicBezTo>
                    <a:pt x="1225" y="1725"/>
                    <a:pt x="1512" y="1351"/>
                    <a:pt x="1862" y="1201"/>
                  </a:cubicBezTo>
                  <a:cubicBezTo>
                    <a:pt x="2724" y="838"/>
                    <a:pt x="3724" y="1088"/>
                    <a:pt x="3587" y="2200"/>
                  </a:cubicBezTo>
                  <a:cubicBezTo>
                    <a:pt x="3662" y="2550"/>
                    <a:pt x="3524" y="2775"/>
                    <a:pt x="3174" y="2850"/>
                  </a:cubicBezTo>
                  <a:cubicBezTo>
                    <a:pt x="3087" y="2975"/>
                    <a:pt x="2949" y="3063"/>
                    <a:pt x="2799" y="3063"/>
                  </a:cubicBezTo>
                  <a:cubicBezTo>
                    <a:pt x="2737" y="3063"/>
                    <a:pt x="2675" y="3063"/>
                    <a:pt x="2612" y="3063"/>
                  </a:cubicBezTo>
                  <a:cubicBezTo>
                    <a:pt x="2362" y="3100"/>
                    <a:pt x="2100" y="3088"/>
                    <a:pt x="1850" y="3038"/>
                  </a:cubicBezTo>
                  <a:cubicBezTo>
                    <a:pt x="488" y="2688"/>
                    <a:pt x="613" y="1038"/>
                    <a:pt x="1150" y="88"/>
                  </a:cubicBezTo>
                  <a:cubicBezTo>
                    <a:pt x="1175" y="38"/>
                    <a:pt x="1112" y="1"/>
                    <a:pt x="1087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7" name="Google Shape;1487;p59"/>
            <p:cNvSpPr/>
            <p:nvPr/>
          </p:nvSpPr>
          <p:spPr>
            <a:xfrm>
              <a:off x="3347925" y="1331775"/>
              <a:ext cx="55325" cy="13775"/>
            </a:xfrm>
            <a:custGeom>
              <a:rect b="b" l="l" r="r" t="t"/>
              <a:pathLst>
                <a:path extrusionOk="0" h="551" w="2213">
                  <a:moveTo>
                    <a:pt x="2162" y="401"/>
                  </a:moveTo>
                  <a:cubicBezTo>
                    <a:pt x="1387" y="476"/>
                    <a:pt x="775" y="251"/>
                    <a:pt x="50" y="13"/>
                  </a:cubicBezTo>
                  <a:cubicBezTo>
                    <a:pt x="13" y="1"/>
                    <a:pt x="0" y="63"/>
                    <a:pt x="25" y="76"/>
                  </a:cubicBezTo>
                  <a:cubicBezTo>
                    <a:pt x="625" y="501"/>
                    <a:pt x="1475" y="551"/>
                    <a:pt x="2162" y="476"/>
                  </a:cubicBezTo>
                  <a:cubicBezTo>
                    <a:pt x="2212" y="476"/>
                    <a:pt x="2212" y="401"/>
                    <a:pt x="2162" y="4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8" name="Google Shape;1488;p59"/>
            <p:cNvSpPr/>
            <p:nvPr/>
          </p:nvSpPr>
          <p:spPr>
            <a:xfrm>
              <a:off x="3593475" y="1301475"/>
              <a:ext cx="82500" cy="96575"/>
            </a:xfrm>
            <a:custGeom>
              <a:rect b="b" l="l" r="r" t="t"/>
              <a:pathLst>
                <a:path extrusionOk="0" h="3863" w="3300">
                  <a:moveTo>
                    <a:pt x="2200" y="76"/>
                  </a:moveTo>
                  <a:cubicBezTo>
                    <a:pt x="2725" y="738"/>
                    <a:pt x="3187" y="1563"/>
                    <a:pt x="2938" y="2450"/>
                  </a:cubicBezTo>
                  <a:cubicBezTo>
                    <a:pt x="2813" y="2912"/>
                    <a:pt x="2488" y="3287"/>
                    <a:pt x="2050" y="3500"/>
                  </a:cubicBezTo>
                  <a:cubicBezTo>
                    <a:pt x="1775" y="3662"/>
                    <a:pt x="1463" y="3737"/>
                    <a:pt x="1138" y="3737"/>
                  </a:cubicBezTo>
                  <a:cubicBezTo>
                    <a:pt x="413" y="3725"/>
                    <a:pt x="263" y="3300"/>
                    <a:pt x="688" y="2475"/>
                  </a:cubicBezTo>
                  <a:cubicBezTo>
                    <a:pt x="726" y="2512"/>
                    <a:pt x="788" y="2475"/>
                    <a:pt x="763" y="2425"/>
                  </a:cubicBezTo>
                  <a:cubicBezTo>
                    <a:pt x="476" y="2063"/>
                    <a:pt x="138" y="2475"/>
                    <a:pt x="88" y="2812"/>
                  </a:cubicBezTo>
                  <a:cubicBezTo>
                    <a:pt x="1" y="3487"/>
                    <a:pt x="676" y="3862"/>
                    <a:pt x="1263" y="3837"/>
                  </a:cubicBezTo>
                  <a:cubicBezTo>
                    <a:pt x="2063" y="3812"/>
                    <a:pt x="2838" y="3250"/>
                    <a:pt x="3050" y="2475"/>
                  </a:cubicBezTo>
                  <a:cubicBezTo>
                    <a:pt x="3300" y="1563"/>
                    <a:pt x="2825" y="700"/>
                    <a:pt x="2238" y="26"/>
                  </a:cubicBezTo>
                  <a:cubicBezTo>
                    <a:pt x="2213" y="1"/>
                    <a:pt x="2175" y="38"/>
                    <a:pt x="2200" y="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9" name="Google Shape;1489;p59"/>
            <p:cNvSpPr/>
            <p:nvPr/>
          </p:nvSpPr>
          <p:spPr>
            <a:xfrm>
              <a:off x="3666275" y="1329600"/>
              <a:ext cx="22825" cy="110925"/>
            </a:xfrm>
            <a:custGeom>
              <a:rect b="b" l="l" r="r" t="t"/>
              <a:pathLst>
                <a:path extrusionOk="0" h="4437" w="913">
                  <a:moveTo>
                    <a:pt x="38" y="113"/>
                  </a:moveTo>
                  <a:cubicBezTo>
                    <a:pt x="888" y="1113"/>
                    <a:pt x="913" y="3249"/>
                    <a:pt x="338" y="4374"/>
                  </a:cubicBezTo>
                  <a:cubicBezTo>
                    <a:pt x="325" y="4412"/>
                    <a:pt x="363" y="4437"/>
                    <a:pt x="388" y="4399"/>
                  </a:cubicBezTo>
                  <a:cubicBezTo>
                    <a:pt x="913" y="3712"/>
                    <a:pt x="825" y="2725"/>
                    <a:pt x="738" y="1925"/>
                  </a:cubicBezTo>
                  <a:cubicBezTo>
                    <a:pt x="663" y="1250"/>
                    <a:pt x="550" y="563"/>
                    <a:pt x="100" y="50"/>
                  </a:cubicBezTo>
                  <a:cubicBezTo>
                    <a:pt x="63" y="0"/>
                    <a:pt x="1" y="63"/>
                    <a:pt x="38" y="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0" name="Google Shape;1490;p59"/>
            <p:cNvSpPr/>
            <p:nvPr/>
          </p:nvSpPr>
          <p:spPr>
            <a:xfrm>
              <a:off x="3666600" y="1439875"/>
              <a:ext cx="12200" cy="12225"/>
            </a:xfrm>
            <a:custGeom>
              <a:rect b="b" l="l" r="r" t="t"/>
              <a:pathLst>
                <a:path extrusionOk="0" h="489" w="488">
                  <a:moveTo>
                    <a:pt x="350" y="38"/>
                  </a:moveTo>
                  <a:cubicBezTo>
                    <a:pt x="262" y="1"/>
                    <a:pt x="162" y="13"/>
                    <a:pt x="87" y="88"/>
                  </a:cubicBezTo>
                  <a:cubicBezTo>
                    <a:pt x="25" y="151"/>
                    <a:pt x="0" y="238"/>
                    <a:pt x="25" y="326"/>
                  </a:cubicBezTo>
                  <a:cubicBezTo>
                    <a:pt x="25" y="363"/>
                    <a:pt x="38" y="388"/>
                    <a:pt x="50" y="413"/>
                  </a:cubicBezTo>
                  <a:cubicBezTo>
                    <a:pt x="87" y="438"/>
                    <a:pt x="125" y="451"/>
                    <a:pt x="162" y="463"/>
                  </a:cubicBezTo>
                  <a:cubicBezTo>
                    <a:pt x="287" y="488"/>
                    <a:pt x="412" y="413"/>
                    <a:pt x="462" y="288"/>
                  </a:cubicBezTo>
                  <a:cubicBezTo>
                    <a:pt x="487" y="163"/>
                    <a:pt x="375" y="38"/>
                    <a:pt x="250" y="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1" name="Google Shape;1491;p59"/>
            <p:cNvSpPr/>
            <p:nvPr/>
          </p:nvSpPr>
          <p:spPr>
            <a:xfrm>
              <a:off x="3665025" y="1437700"/>
              <a:ext cx="17825" cy="16275"/>
            </a:xfrm>
            <a:custGeom>
              <a:rect b="b" l="l" r="r" t="t"/>
              <a:pathLst>
                <a:path extrusionOk="0" h="651" w="713">
                  <a:moveTo>
                    <a:pt x="438" y="63"/>
                  </a:moveTo>
                  <a:cubicBezTo>
                    <a:pt x="263" y="0"/>
                    <a:pt x="88" y="100"/>
                    <a:pt x="38" y="263"/>
                  </a:cubicBezTo>
                  <a:cubicBezTo>
                    <a:pt x="1" y="425"/>
                    <a:pt x="51" y="575"/>
                    <a:pt x="225" y="600"/>
                  </a:cubicBezTo>
                  <a:cubicBezTo>
                    <a:pt x="625" y="650"/>
                    <a:pt x="713" y="88"/>
                    <a:pt x="313" y="88"/>
                  </a:cubicBezTo>
                  <a:cubicBezTo>
                    <a:pt x="263" y="88"/>
                    <a:pt x="250" y="163"/>
                    <a:pt x="300" y="175"/>
                  </a:cubicBezTo>
                  <a:cubicBezTo>
                    <a:pt x="413" y="500"/>
                    <a:pt x="400" y="575"/>
                    <a:pt x="250" y="388"/>
                  </a:cubicBezTo>
                  <a:cubicBezTo>
                    <a:pt x="76" y="288"/>
                    <a:pt x="125" y="213"/>
                    <a:pt x="400" y="188"/>
                  </a:cubicBezTo>
                  <a:cubicBezTo>
                    <a:pt x="475" y="213"/>
                    <a:pt x="513" y="88"/>
                    <a:pt x="438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2" name="Google Shape;1492;p59"/>
            <p:cNvSpPr/>
            <p:nvPr/>
          </p:nvSpPr>
          <p:spPr>
            <a:xfrm>
              <a:off x="3437900" y="1271800"/>
              <a:ext cx="2825" cy="3150"/>
            </a:xfrm>
            <a:custGeom>
              <a:rect b="b" l="l" r="r" t="t"/>
              <a:pathLst>
                <a:path extrusionOk="0" h="126" w="113">
                  <a:moveTo>
                    <a:pt x="25" y="63"/>
                  </a:moveTo>
                  <a:lnTo>
                    <a:pt x="25" y="100"/>
                  </a:lnTo>
                  <a:cubicBezTo>
                    <a:pt x="38" y="125"/>
                    <a:pt x="75" y="125"/>
                    <a:pt x="88" y="100"/>
                  </a:cubicBezTo>
                  <a:lnTo>
                    <a:pt x="88" y="63"/>
                  </a:lnTo>
                  <a:cubicBezTo>
                    <a:pt x="113" y="0"/>
                    <a:pt x="0" y="0"/>
                    <a:pt x="13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3" name="Google Shape;1493;p59"/>
            <p:cNvSpPr/>
            <p:nvPr/>
          </p:nvSpPr>
          <p:spPr>
            <a:xfrm>
              <a:off x="3308550" y="1315225"/>
              <a:ext cx="42200" cy="17825"/>
            </a:xfrm>
            <a:custGeom>
              <a:rect b="b" l="l" r="r" t="t"/>
              <a:pathLst>
                <a:path extrusionOk="0" h="713" w="1688">
                  <a:moveTo>
                    <a:pt x="1650" y="613"/>
                  </a:moveTo>
                  <a:cubicBezTo>
                    <a:pt x="1463" y="88"/>
                    <a:pt x="501" y="0"/>
                    <a:pt x="51" y="150"/>
                  </a:cubicBezTo>
                  <a:cubicBezTo>
                    <a:pt x="1" y="163"/>
                    <a:pt x="1" y="250"/>
                    <a:pt x="63" y="250"/>
                  </a:cubicBezTo>
                  <a:cubicBezTo>
                    <a:pt x="301" y="200"/>
                    <a:pt x="551" y="200"/>
                    <a:pt x="801" y="238"/>
                  </a:cubicBezTo>
                  <a:cubicBezTo>
                    <a:pt x="1038" y="275"/>
                    <a:pt x="1450" y="388"/>
                    <a:pt x="1550" y="650"/>
                  </a:cubicBezTo>
                  <a:cubicBezTo>
                    <a:pt x="1575" y="713"/>
                    <a:pt x="1688" y="688"/>
                    <a:pt x="1663" y="6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4" name="Google Shape;1494;p59"/>
            <p:cNvSpPr/>
            <p:nvPr/>
          </p:nvSpPr>
          <p:spPr>
            <a:xfrm>
              <a:off x="3308250" y="1317725"/>
              <a:ext cx="42200" cy="19700"/>
            </a:xfrm>
            <a:custGeom>
              <a:rect b="b" l="l" r="r" t="t"/>
              <a:pathLst>
                <a:path extrusionOk="0" h="788" w="1688">
                  <a:moveTo>
                    <a:pt x="38" y="113"/>
                  </a:moveTo>
                  <a:cubicBezTo>
                    <a:pt x="400" y="475"/>
                    <a:pt x="1112" y="788"/>
                    <a:pt x="1625" y="650"/>
                  </a:cubicBezTo>
                  <a:cubicBezTo>
                    <a:pt x="1687" y="625"/>
                    <a:pt x="1662" y="550"/>
                    <a:pt x="1600" y="550"/>
                  </a:cubicBezTo>
                  <a:cubicBezTo>
                    <a:pt x="1050" y="600"/>
                    <a:pt x="513" y="425"/>
                    <a:pt x="113" y="50"/>
                  </a:cubicBezTo>
                  <a:cubicBezTo>
                    <a:pt x="63" y="0"/>
                    <a:pt x="0" y="75"/>
                    <a:pt x="38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5" name="Google Shape;1495;p59"/>
            <p:cNvSpPr/>
            <p:nvPr/>
          </p:nvSpPr>
          <p:spPr>
            <a:xfrm>
              <a:off x="3377600" y="1341475"/>
              <a:ext cx="33150" cy="30000"/>
            </a:xfrm>
            <a:custGeom>
              <a:rect b="b" l="l" r="r" t="t"/>
              <a:pathLst>
                <a:path extrusionOk="0" h="1200" w="1326">
                  <a:moveTo>
                    <a:pt x="1275" y="25"/>
                  </a:moveTo>
                  <a:cubicBezTo>
                    <a:pt x="938" y="0"/>
                    <a:pt x="663" y="188"/>
                    <a:pt x="400" y="388"/>
                  </a:cubicBezTo>
                  <a:cubicBezTo>
                    <a:pt x="163" y="563"/>
                    <a:pt x="1" y="850"/>
                    <a:pt x="1" y="1162"/>
                  </a:cubicBezTo>
                  <a:cubicBezTo>
                    <a:pt x="1" y="1200"/>
                    <a:pt x="63" y="1200"/>
                    <a:pt x="76" y="1162"/>
                  </a:cubicBezTo>
                  <a:cubicBezTo>
                    <a:pt x="88" y="887"/>
                    <a:pt x="238" y="625"/>
                    <a:pt x="463" y="450"/>
                  </a:cubicBezTo>
                  <a:cubicBezTo>
                    <a:pt x="700" y="263"/>
                    <a:pt x="950" y="88"/>
                    <a:pt x="1275" y="100"/>
                  </a:cubicBezTo>
                  <a:cubicBezTo>
                    <a:pt x="1325" y="100"/>
                    <a:pt x="1325" y="25"/>
                    <a:pt x="1275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6" name="Google Shape;1496;p59"/>
            <p:cNvSpPr/>
            <p:nvPr/>
          </p:nvSpPr>
          <p:spPr>
            <a:xfrm>
              <a:off x="3376975" y="1342100"/>
              <a:ext cx="33150" cy="29375"/>
            </a:xfrm>
            <a:custGeom>
              <a:rect b="b" l="l" r="r" t="t"/>
              <a:pathLst>
                <a:path extrusionOk="0" h="1175" w="1326">
                  <a:moveTo>
                    <a:pt x="63" y="1175"/>
                  </a:moveTo>
                  <a:cubicBezTo>
                    <a:pt x="625" y="1087"/>
                    <a:pt x="1200" y="688"/>
                    <a:pt x="1313" y="100"/>
                  </a:cubicBezTo>
                  <a:cubicBezTo>
                    <a:pt x="1325" y="38"/>
                    <a:pt x="1250" y="0"/>
                    <a:pt x="1213" y="63"/>
                  </a:cubicBezTo>
                  <a:cubicBezTo>
                    <a:pt x="1075" y="300"/>
                    <a:pt x="1013" y="525"/>
                    <a:pt x="775" y="713"/>
                  </a:cubicBezTo>
                  <a:cubicBezTo>
                    <a:pt x="563" y="875"/>
                    <a:pt x="313" y="1012"/>
                    <a:pt x="38" y="1100"/>
                  </a:cubicBezTo>
                  <a:cubicBezTo>
                    <a:pt x="1" y="1112"/>
                    <a:pt x="13" y="1175"/>
                    <a:pt x="63" y="11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7" name="Google Shape;1497;p59"/>
            <p:cNvSpPr/>
            <p:nvPr/>
          </p:nvSpPr>
          <p:spPr>
            <a:xfrm>
              <a:off x="3680025" y="1349275"/>
              <a:ext cx="38450" cy="86875"/>
            </a:xfrm>
            <a:custGeom>
              <a:rect b="b" l="l" r="r" t="t"/>
              <a:pathLst>
                <a:path extrusionOk="0" h="3475" w="1538">
                  <a:moveTo>
                    <a:pt x="38" y="88"/>
                  </a:moveTo>
                  <a:cubicBezTo>
                    <a:pt x="738" y="1075"/>
                    <a:pt x="1213" y="2213"/>
                    <a:pt x="1437" y="3412"/>
                  </a:cubicBezTo>
                  <a:cubicBezTo>
                    <a:pt x="1450" y="3475"/>
                    <a:pt x="1537" y="3450"/>
                    <a:pt x="1537" y="3387"/>
                  </a:cubicBezTo>
                  <a:cubicBezTo>
                    <a:pt x="1313" y="2175"/>
                    <a:pt x="825" y="1038"/>
                    <a:pt x="88" y="38"/>
                  </a:cubicBezTo>
                  <a:cubicBezTo>
                    <a:pt x="63" y="1"/>
                    <a:pt x="0" y="38"/>
                    <a:pt x="25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8" name="Google Shape;1498;p59"/>
            <p:cNvSpPr/>
            <p:nvPr/>
          </p:nvSpPr>
          <p:spPr>
            <a:xfrm>
              <a:off x="3711275" y="1433625"/>
              <a:ext cx="17500" cy="16275"/>
            </a:xfrm>
            <a:custGeom>
              <a:rect b="b" l="l" r="r" t="t"/>
              <a:pathLst>
                <a:path extrusionOk="0" h="651" w="700">
                  <a:moveTo>
                    <a:pt x="187" y="88"/>
                  </a:moveTo>
                  <a:cubicBezTo>
                    <a:pt x="0" y="301"/>
                    <a:pt x="225" y="651"/>
                    <a:pt x="462" y="451"/>
                  </a:cubicBezTo>
                  <a:cubicBezTo>
                    <a:pt x="700" y="251"/>
                    <a:pt x="362" y="1"/>
                    <a:pt x="150" y="101"/>
                  </a:cubicBezTo>
                  <a:cubicBezTo>
                    <a:pt x="113" y="113"/>
                    <a:pt x="138" y="176"/>
                    <a:pt x="175" y="176"/>
                  </a:cubicBezTo>
                  <a:cubicBezTo>
                    <a:pt x="212" y="176"/>
                    <a:pt x="250" y="176"/>
                    <a:pt x="287" y="176"/>
                  </a:cubicBezTo>
                  <a:cubicBezTo>
                    <a:pt x="375" y="188"/>
                    <a:pt x="362" y="176"/>
                    <a:pt x="250" y="151"/>
                  </a:cubicBezTo>
                  <a:cubicBezTo>
                    <a:pt x="287" y="101"/>
                    <a:pt x="225" y="38"/>
                    <a:pt x="187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9" name="Google Shape;1499;p59"/>
            <p:cNvSpPr/>
            <p:nvPr/>
          </p:nvSpPr>
          <p:spPr>
            <a:xfrm>
              <a:off x="3642850" y="1338025"/>
              <a:ext cx="30325" cy="81875"/>
            </a:xfrm>
            <a:custGeom>
              <a:rect b="b" l="l" r="r" t="t"/>
              <a:pathLst>
                <a:path extrusionOk="0" h="3275" w="1213">
                  <a:moveTo>
                    <a:pt x="988" y="63"/>
                  </a:moveTo>
                  <a:cubicBezTo>
                    <a:pt x="1125" y="1275"/>
                    <a:pt x="800" y="2288"/>
                    <a:pt x="13" y="3212"/>
                  </a:cubicBezTo>
                  <a:cubicBezTo>
                    <a:pt x="0" y="3250"/>
                    <a:pt x="38" y="3275"/>
                    <a:pt x="63" y="3262"/>
                  </a:cubicBezTo>
                  <a:cubicBezTo>
                    <a:pt x="1000" y="2538"/>
                    <a:pt x="1212" y="1163"/>
                    <a:pt x="1087" y="63"/>
                  </a:cubicBezTo>
                  <a:cubicBezTo>
                    <a:pt x="1087" y="1"/>
                    <a:pt x="988" y="1"/>
                    <a:pt x="988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0" name="Google Shape;1500;p59"/>
            <p:cNvSpPr/>
            <p:nvPr/>
          </p:nvSpPr>
          <p:spPr>
            <a:xfrm>
              <a:off x="3633475" y="1414575"/>
              <a:ext cx="12825" cy="15025"/>
            </a:xfrm>
            <a:custGeom>
              <a:rect b="b" l="l" r="r" t="t"/>
              <a:pathLst>
                <a:path extrusionOk="0" h="601" w="513">
                  <a:moveTo>
                    <a:pt x="25" y="263"/>
                  </a:moveTo>
                  <a:cubicBezTo>
                    <a:pt x="0" y="563"/>
                    <a:pt x="450" y="600"/>
                    <a:pt x="475" y="300"/>
                  </a:cubicBezTo>
                  <a:cubicBezTo>
                    <a:pt x="513" y="0"/>
                    <a:pt x="75" y="25"/>
                    <a:pt x="75" y="313"/>
                  </a:cubicBezTo>
                  <a:cubicBezTo>
                    <a:pt x="88" y="350"/>
                    <a:pt x="125" y="363"/>
                    <a:pt x="150" y="338"/>
                  </a:cubicBezTo>
                  <a:cubicBezTo>
                    <a:pt x="200" y="275"/>
                    <a:pt x="188" y="250"/>
                    <a:pt x="100" y="263"/>
                  </a:cubicBezTo>
                  <a:cubicBezTo>
                    <a:pt x="100" y="213"/>
                    <a:pt x="25" y="213"/>
                    <a:pt x="25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1" name="Google Shape;1501;p59"/>
            <p:cNvSpPr/>
            <p:nvPr/>
          </p:nvSpPr>
          <p:spPr>
            <a:xfrm>
              <a:off x="3232325" y="1254625"/>
              <a:ext cx="237475" cy="60300"/>
            </a:xfrm>
            <a:custGeom>
              <a:rect b="b" l="l" r="r" t="t"/>
              <a:pathLst>
                <a:path extrusionOk="0" h="2412" w="9499">
                  <a:moveTo>
                    <a:pt x="9448" y="13"/>
                  </a:moveTo>
                  <a:cubicBezTo>
                    <a:pt x="6136" y="1262"/>
                    <a:pt x="3437" y="2412"/>
                    <a:pt x="113" y="375"/>
                  </a:cubicBezTo>
                  <a:cubicBezTo>
                    <a:pt x="51" y="338"/>
                    <a:pt x="1" y="438"/>
                    <a:pt x="63" y="475"/>
                  </a:cubicBezTo>
                  <a:cubicBezTo>
                    <a:pt x="1475" y="1425"/>
                    <a:pt x="2737" y="1825"/>
                    <a:pt x="4449" y="1662"/>
                  </a:cubicBezTo>
                  <a:cubicBezTo>
                    <a:pt x="6374" y="1475"/>
                    <a:pt x="7686" y="762"/>
                    <a:pt x="9461" y="75"/>
                  </a:cubicBezTo>
                  <a:cubicBezTo>
                    <a:pt x="9498" y="63"/>
                    <a:pt x="9486" y="0"/>
                    <a:pt x="9448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2" name="Google Shape;1502;p59"/>
            <p:cNvSpPr/>
            <p:nvPr/>
          </p:nvSpPr>
          <p:spPr>
            <a:xfrm>
              <a:off x="3717200" y="1309300"/>
              <a:ext cx="31900" cy="49700"/>
            </a:xfrm>
            <a:custGeom>
              <a:rect b="b" l="l" r="r" t="t"/>
              <a:pathLst>
                <a:path extrusionOk="0" h="1988" w="1276">
                  <a:moveTo>
                    <a:pt x="1213" y="13"/>
                  </a:moveTo>
                  <a:cubicBezTo>
                    <a:pt x="650" y="113"/>
                    <a:pt x="113" y="450"/>
                    <a:pt x="50" y="1062"/>
                  </a:cubicBezTo>
                  <a:cubicBezTo>
                    <a:pt x="0" y="1550"/>
                    <a:pt x="375" y="1975"/>
                    <a:pt x="863" y="1987"/>
                  </a:cubicBezTo>
                  <a:cubicBezTo>
                    <a:pt x="938" y="1975"/>
                    <a:pt x="938" y="1862"/>
                    <a:pt x="863" y="1875"/>
                  </a:cubicBezTo>
                  <a:cubicBezTo>
                    <a:pt x="288" y="1850"/>
                    <a:pt x="13" y="1275"/>
                    <a:pt x="238" y="775"/>
                  </a:cubicBezTo>
                  <a:cubicBezTo>
                    <a:pt x="425" y="362"/>
                    <a:pt x="813" y="163"/>
                    <a:pt x="1238" y="75"/>
                  </a:cubicBezTo>
                  <a:cubicBezTo>
                    <a:pt x="1275" y="63"/>
                    <a:pt x="1250" y="0"/>
                    <a:pt x="1213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3" name="Google Shape;1503;p59"/>
            <p:cNvSpPr/>
            <p:nvPr/>
          </p:nvSpPr>
          <p:spPr>
            <a:xfrm>
              <a:off x="3471650" y="1283975"/>
              <a:ext cx="62800" cy="31575"/>
            </a:xfrm>
            <a:custGeom>
              <a:rect b="b" l="l" r="r" t="t"/>
              <a:pathLst>
                <a:path extrusionOk="0" h="1263" w="2512">
                  <a:moveTo>
                    <a:pt x="63" y="738"/>
                  </a:moveTo>
                  <a:cubicBezTo>
                    <a:pt x="687" y="713"/>
                    <a:pt x="1187" y="1263"/>
                    <a:pt x="1825" y="1051"/>
                  </a:cubicBezTo>
                  <a:cubicBezTo>
                    <a:pt x="2237" y="901"/>
                    <a:pt x="2512" y="501"/>
                    <a:pt x="2499" y="51"/>
                  </a:cubicBezTo>
                  <a:cubicBezTo>
                    <a:pt x="2499" y="13"/>
                    <a:pt x="2437" y="1"/>
                    <a:pt x="2424" y="51"/>
                  </a:cubicBezTo>
                  <a:cubicBezTo>
                    <a:pt x="2312" y="838"/>
                    <a:pt x="1637" y="1151"/>
                    <a:pt x="937" y="851"/>
                  </a:cubicBezTo>
                  <a:cubicBezTo>
                    <a:pt x="662" y="701"/>
                    <a:pt x="362" y="638"/>
                    <a:pt x="63" y="651"/>
                  </a:cubicBezTo>
                  <a:cubicBezTo>
                    <a:pt x="13" y="651"/>
                    <a:pt x="0" y="738"/>
                    <a:pt x="63" y="7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4" name="Google Shape;1504;p59"/>
            <p:cNvSpPr/>
            <p:nvPr/>
          </p:nvSpPr>
          <p:spPr>
            <a:xfrm>
              <a:off x="3504750" y="1268675"/>
              <a:ext cx="30950" cy="21275"/>
            </a:xfrm>
            <a:custGeom>
              <a:rect b="b" l="l" r="r" t="t"/>
              <a:pathLst>
                <a:path extrusionOk="0" h="851" w="1238">
                  <a:moveTo>
                    <a:pt x="1125" y="813"/>
                  </a:moveTo>
                  <a:cubicBezTo>
                    <a:pt x="1238" y="525"/>
                    <a:pt x="1063" y="275"/>
                    <a:pt x="788" y="163"/>
                  </a:cubicBezTo>
                  <a:cubicBezTo>
                    <a:pt x="563" y="63"/>
                    <a:pt x="163" y="0"/>
                    <a:pt x="26" y="238"/>
                  </a:cubicBezTo>
                  <a:cubicBezTo>
                    <a:pt x="1" y="263"/>
                    <a:pt x="38" y="313"/>
                    <a:pt x="63" y="288"/>
                  </a:cubicBezTo>
                  <a:cubicBezTo>
                    <a:pt x="388" y="38"/>
                    <a:pt x="1238" y="275"/>
                    <a:pt x="1050" y="800"/>
                  </a:cubicBezTo>
                  <a:cubicBezTo>
                    <a:pt x="1038" y="838"/>
                    <a:pt x="1100" y="850"/>
                    <a:pt x="1125" y="8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5" name="Google Shape;1505;p59"/>
            <p:cNvSpPr/>
            <p:nvPr/>
          </p:nvSpPr>
          <p:spPr>
            <a:xfrm>
              <a:off x="3694400" y="1371450"/>
              <a:ext cx="81250" cy="56275"/>
            </a:xfrm>
            <a:custGeom>
              <a:rect b="b" l="l" r="r" t="t"/>
              <a:pathLst>
                <a:path extrusionOk="0" h="2251" w="3250">
                  <a:moveTo>
                    <a:pt x="25" y="88"/>
                  </a:moveTo>
                  <a:cubicBezTo>
                    <a:pt x="825" y="1051"/>
                    <a:pt x="1787" y="2250"/>
                    <a:pt x="3187" y="1963"/>
                  </a:cubicBezTo>
                  <a:cubicBezTo>
                    <a:pt x="3249" y="1950"/>
                    <a:pt x="3224" y="1863"/>
                    <a:pt x="3162" y="1863"/>
                  </a:cubicBezTo>
                  <a:cubicBezTo>
                    <a:pt x="1775" y="2050"/>
                    <a:pt x="887" y="988"/>
                    <a:pt x="88" y="38"/>
                  </a:cubicBezTo>
                  <a:cubicBezTo>
                    <a:pt x="50" y="1"/>
                    <a:pt x="0" y="51"/>
                    <a:pt x="25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6" name="Google Shape;1506;p59"/>
            <p:cNvSpPr/>
            <p:nvPr/>
          </p:nvSpPr>
          <p:spPr>
            <a:xfrm>
              <a:off x="3515075" y="1320225"/>
              <a:ext cx="30950" cy="15325"/>
            </a:xfrm>
            <a:custGeom>
              <a:rect b="b" l="l" r="r" t="t"/>
              <a:pathLst>
                <a:path extrusionOk="0" h="613" w="1238">
                  <a:moveTo>
                    <a:pt x="63" y="113"/>
                  </a:moveTo>
                  <a:cubicBezTo>
                    <a:pt x="475" y="125"/>
                    <a:pt x="862" y="288"/>
                    <a:pt x="1150" y="575"/>
                  </a:cubicBezTo>
                  <a:cubicBezTo>
                    <a:pt x="1187" y="613"/>
                    <a:pt x="1237" y="563"/>
                    <a:pt x="1212" y="525"/>
                  </a:cubicBezTo>
                  <a:cubicBezTo>
                    <a:pt x="1087" y="363"/>
                    <a:pt x="912" y="238"/>
                    <a:pt x="712" y="163"/>
                  </a:cubicBezTo>
                  <a:cubicBezTo>
                    <a:pt x="512" y="50"/>
                    <a:pt x="288" y="0"/>
                    <a:pt x="63" y="25"/>
                  </a:cubicBezTo>
                  <a:cubicBezTo>
                    <a:pt x="13" y="25"/>
                    <a:pt x="0" y="113"/>
                    <a:pt x="63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7" name="Google Shape;1507;p59"/>
            <p:cNvSpPr/>
            <p:nvPr/>
          </p:nvSpPr>
          <p:spPr>
            <a:xfrm>
              <a:off x="3512250" y="1319900"/>
              <a:ext cx="34075" cy="21900"/>
            </a:xfrm>
            <a:custGeom>
              <a:rect b="b" l="l" r="r" t="t"/>
              <a:pathLst>
                <a:path extrusionOk="0" h="876" w="1363">
                  <a:moveTo>
                    <a:pt x="1263" y="551"/>
                  </a:moveTo>
                  <a:cubicBezTo>
                    <a:pt x="825" y="751"/>
                    <a:pt x="313" y="463"/>
                    <a:pt x="126" y="51"/>
                  </a:cubicBezTo>
                  <a:cubicBezTo>
                    <a:pt x="101" y="1"/>
                    <a:pt x="1" y="38"/>
                    <a:pt x="26" y="88"/>
                  </a:cubicBezTo>
                  <a:cubicBezTo>
                    <a:pt x="226" y="576"/>
                    <a:pt x="825" y="876"/>
                    <a:pt x="1313" y="626"/>
                  </a:cubicBezTo>
                  <a:cubicBezTo>
                    <a:pt x="1363" y="601"/>
                    <a:pt x="1313" y="526"/>
                    <a:pt x="1263" y="5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8" name="Google Shape;1508;p59"/>
            <p:cNvSpPr/>
            <p:nvPr/>
          </p:nvSpPr>
          <p:spPr>
            <a:xfrm>
              <a:off x="3177975" y="1278975"/>
              <a:ext cx="132175" cy="60025"/>
            </a:xfrm>
            <a:custGeom>
              <a:rect b="b" l="l" r="r" t="t"/>
              <a:pathLst>
                <a:path extrusionOk="0" h="2401" w="5287">
                  <a:moveTo>
                    <a:pt x="5236" y="576"/>
                  </a:moveTo>
                  <a:cubicBezTo>
                    <a:pt x="3649" y="263"/>
                    <a:pt x="213" y="1"/>
                    <a:pt x="0" y="2350"/>
                  </a:cubicBezTo>
                  <a:cubicBezTo>
                    <a:pt x="0" y="2400"/>
                    <a:pt x="63" y="2388"/>
                    <a:pt x="63" y="2350"/>
                  </a:cubicBezTo>
                  <a:cubicBezTo>
                    <a:pt x="363" y="63"/>
                    <a:pt x="3674" y="363"/>
                    <a:pt x="5211" y="651"/>
                  </a:cubicBezTo>
                  <a:cubicBezTo>
                    <a:pt x="5261" y="663"/>
                    <a:pt x="5286" y="588"/>
                    <a:pt x="5236" y="5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9" name="Google Shape;1509;p59"/>
            <p:cNvSpPr/>
            <p:nvPr/>
          </p:nvSpPr>
          <p:spPr>
            <a:xfrm>
              <a:off x="3184525" y="1311175"/>
              <a:ext cx="61575" cy="65000"/>
            </a:xfrm>
            <a:custGeom>
              <a:rect b="b" l="l" r="r" t="t"/>
              <a:pathLst>
                <a:path extrusionOk="0" h="2600" w="2463">
                  <a:moveTo>
                    <a:pt x="950" y="25"/>
                  </a:moveTo>
                  <a:cubicBezTo>
                    <a:pt x="275" y="350"/>
                    <a:pt x="1" y="1187"/>
                    <a:pt x="450" y="1825"/>
                  </a:cubicBezTo>
                  <a:cubicBezTo>
                    <a:pt x="850" y="2412"/>
                    <a:pt x="1913" y="2599"/>
                    <a:pt x="2412" y="2025"/>
                  </a:cubicBezTo>
                  <a:cubicBezTo>
                    <a:pt x="2462" y="1975"/>
                    <a:pt x="2387" y="1900"/>
                    <a:pt x="2337" y="1950"/>
                  </a:cubicBezTo>
                  <a:cubicBezTo>
                    <a:pt x="1875" y="2474"/>
                    <a:pt x="900" y="2312"/>
                    <a:pt x="525" y="1762"/>
                  </a:cubicBezTo>
                  <a:cubicBezTo>
                    <a:pt x="126" y="1175"/>
                    <a:pt x="338" y="375"/>
                    <a:pt x="988" y="75"/>
                  </a:cubicBezTo>
                  <a:cubicBezTo>
                    <a:pt x="1025" y="63"/>
                    <a:pt x="988" y="0"/>
                    <a:pt x="963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0" name="Google Shape;1510;p59"/>
            <p:cNvSpPr/>
            <p:nvPr/>
          </p:nvSpPr>
          <p:spPr>
            <a:xfrm>
              <a:off x="3219825" y="1318975"/>
              <a:ext cx="35950" cy="46575"/>
            </a:xfrm>
            <a:custGeom>
              <a:rect b="b" l="l" r="r" t="t"/>
              <a:pathLst>
                <a:path extrusionOk="0" h="1863" w="1438">
                  <a:moveTo>
                    <a:pt x="751" y="1850"/>
                  </a:moveTo>
                  <a:cubicBezTo>
                    <a:pt x="1213" y="1663"/>
                    <a:pt x="1438" y="1138"/>
                    <a:pt x="1238" y="675"/>
                  </a:cubicBezTo>
                  <a:cubicBezTo>
                    <a:pt x="1050" y="213"/>
                    <a:pt x="513" y="0"/>
                    <a:pt x="51" y="200"/>
                  </a:cubicBezTo>
                  <a:cubicBezTo>
                    <a:pt x="1" y="225"/>
                    <a:pt x="38" y="300"/>
                    <a:pt x="88" y="288"/>
                  </a:cubicBezTo>
                  <a:cubicBezTo>
                    <a:pt x="513" y="163"/>
                    <a:pt x="963" y="288"/>
                    <a:pt x="1138" y="713"/>
                  </a:cubicBezTo>
                  <a:cubicBezTo>
                    <a:pt x="1300" y="1138"/>
                    <a:pt x="1113" y="1600"/>
                    <a:pt x="713" y="1787"/>
                  </a:cubicBezTo>
                  <a:cubicBezTo>
                    <a:pt x="676" y="1812"/>
                    <a:pt x="713" y="1862"/>
                    <a:pt x="751" y="18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1" name="Google Shape;1511;p59"/>
            <p:cNvSpPr/>
            <p:nvPr/>
          </p:nvSpPr>
          <p:spPr>
            <a:xfrm>
              <a:off x="3208275" y="1322725"/>
              <a:ext cx="17200" cy="30650"/>
            </a:xfrm>
            <a:custGeom>
              <a:rect b="b" l="l" r="r" t="t"/>
              <a:pathLst>
                <a:path extrusionOk="0" h="1226" w="688">
                  <a:moveTo>
                    <a:pt x="650" y="38"/>
                  </a:moveTo>
                  <a:cubicBezTo>
                    <a:pt x="300" y="0"/>
                    <a:pt x="63" y="375"/>
                    <a:pt x="63" y="688"/>
                  </a:cubicBezTo>
                  <a:cubicBezTo>
                    <a:pt x="50" y="988"/>
                    <a:pt x="350" y="1213"/>
                    <a:pt x="638" y="1125"/>
                  </a:cubicBezTo>
                  <a:cubicBezTo>
                    <a:pt x="688" y="1100"/>
                    <a:pt x="663" y="1013"/>
                    <a:pt x="613" y="1038"/>
                  </a:cubicBezTo>
                  <a:cubicBezTo>
                    <a:pt x="0" y="1225"/>
                    <a:pt x="63" y="75"/>
                    <a:pt x="650" y="113"/>
                  </a:cubicBezTo>
                  <a:cubicBezTo>
                    <a:pt x="688" y="113"/>
                    <a:pt x="688" y="38"/>
                    <a:pt x="650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2" name="Google Shape;1512;p59"/>
            <p:cNvSpPr/>
            <p:nvPr/>
          </p:nvSpPr>
          <p:spPr>
            <a:xfrm>
              <a:off x="3454150" y="1312425"/>
              <a:ext cx="55325" cy="71550"/>
            </a:xfrm>
            <a:custGeom>
              <a:rect b="b" l="l" r="r" t="t"/>
              <a:pathLst>
                <a:path extrusionOk="0" h="2862" w="2213">
                  <a:moveTo>
                    <a:pt x="1750" y="75"/>
                  </a:moveTo>
                  <a:cubicBezTo>
                    <a:pt x="2112" y="1387"/>
                    <a:pt x="1300" y="2474"/>
                    <a:pt x="38" y="2799"/>
                  </a:cubicBezTo>
                  <a:cubicBezTo>
                    <a:pt x="0" y="2812"/>
                    <a:pt x="13" y="2862"/>
                    <a:pt x="38" y="2862"/>
                  </a:cubicBezTo>
                  <a:cubicBezTo>
                    <a:pt x="1425" y="2762"/>
                    <a:pt x="2212" y="1325"/>
                    <a:pt x="1825" y="50"/>
                  </a:cubicBezTo>
                  <a:cubicBezTo>
                    <a:pt x="1812" y="0"/>
                    <a:pt x="1725" y="13"/>
                    <a:pt x="1750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3" name="Google Shape;1513;p59"/>
            <p:cNvSpPr/>
            <p:nvPr/>
          </p:nvSpPr>
          <p:spPr>
            <a:xfrm>
              <a:off x="3796875" y="1305225"/>
              <a:ext cx="111550" cy="104375"/>
            </a:xfrm>
            <a:custGeom>
              <a:rect b="b" l="l" r="r" t="t"/>
              <a:pathLst>
                <a:path extrusionOk="0" h="4175" w="4462">
                  <a:moveTo>
                    <a:pt x="2662" y="176"/>
                  </a:moveTo>
                  <a:cubicBezTo>
                    <a:pt x="1212" y="1"/>
                    <a:pt x="38" y="1438"/>
                    <a:pt x="750" y="2787"/>
                  </a:cubicBezTo>
                  <a:cubicBezTo>
                    <a:pt x="1475" y="4175"/>
                    <a:pt x="3424" y="3950"/>
                    <a:pt x="4424" y="3025"/>
                  </a:cubicBezTo>
                  <a:cubicBezTo>
                    <a:pt x="4461" y="2987"/>
                    <a:pt x="4411" y="2937"/>
                    <a:pt x="4386" y="2962"/>
                  </a:cubicBezTo>
                  <a:cubicBezTo>
                    <a:pt x="3474" y="3612"/>
                    <a:pt x="2012" y="4062"/>
                    <a:pt x="1137" y="3125"/>
                  </a:cubicBezTo>
                  <a:cubicBezTo>
                    <a:pt x="0" y="1900"/>
                    <a:pt x="1075" y="88"/>
                    <a:pt x="2662" y="276"/>
                  </a:cubicBezTo>
                  <a:cubicBezTo>
                    <a:pt x="2724" y="288"/>
                    <a:pt x="2724" y="176"/>
                    <a:pt x="2662" y="1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4" name="Google Shape;1514;p59"/>
            <p:cNvSpPr/>
            <p:nvPr/>
          </p:nvSpPr>
          <p:spPr>
            <a:xfrm>
              <a:off x="3903100" y="1237750"/>
              <a:ext cx="263700" cy="146850"/>
            </a:xfrm>
            <a:custGeom>
              <a:rect b="b" l="l" r="r" t="t"/>
              <a:pathLst>
                <a:path extrusionOk="0" h="5874" w="10548">
                  <a:moveTo>
                    <a:pt x="100" y="5836"/>
                  </a:moveTo>
                  <a:cubicBezTo>
                    <a:pt x="1300" y="4162"/>
                    <a:pt x="2412" y="2062"/>
                    <a:pt x="4324" y="1138"/>
                  </a:cubicBezTo>
                  <a:cubicBezTo>
                    <a:pt x="6086" y="275"/>
                    <a:pt x="8848" y="100"/>
                    <a:pt x="10485" y="1312"/>
                  </a:cubicBezTo>
                  <a:cubicBezTo>
                    <a:pt x="10510" y="1325"/>
                    <a:pt x="10547" y="1275"/>
                    <a:pt x="10522" y="1262"/>
                  </a:cubicBezTo>
                  <a:cubicBezTo>
                    <a:pt x="9073" y="0"/>
                    <a:pt x="6586" y="138"/>
                    <a:pt x="4861" y="725"/>
                  </a:cubicBezTo>
                  <a:cubicBezTo>
                    <a:pt x="2549" y="1512"/>
                    <a:pt x="1350" y="3924"/>
                    <a:pt x="25" y="5799"/>
                  </a:cubicBezTo>
                  <a:cubicBezTo>
                    <a:pt x="0" y="5836"/>
                    <a:pt x="63" y="5874"/>
                    <a:pt x="88" y="58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5" name="Google Shape;1515;p59"/>
            <p:cNvSpPr/>
            <p:nvPr/>
          </p:nvSpPr>
          <p:spPr>
            <a:xfrm>
              <a:off x="4098975" y="1277425"/>
              <a:ext cx="100925" cy="84375"/>
            </a:xfrm>
            <a:custGeom>
              <a:rect b="b" l="l" r="r" t="t"/>
              <a:pathLst>
                <a:path extrusionOk="0" h="3375" w="4037">
                  <a:moveTo>
                    <a:pt x="2875" y="88"/>
                  </a:moveTo>
                  <a:cubicBezTo>
                    <a:pt x="3412" y="1025"/>
                    <a:pt x="3525" y="2400"/>
                    <a:pt x="2375" y="2950"/>
                  </a:cubicBezTo>
                  <a:cubicBezTo>
                    <a:pt x="2087" y="3062"/>
                    <a:pt x="1775" y="3100"/>
                    <a:pt x="1475" y="3062"/>
                  </a:cubicBezTo>
                  <a:cubicBezTo>
                    <a:pt x="1400" y="3050"/>
                    <a:pt x="1325" y="3075"/>
                    <a:pt x="1250" y="3062"/>
                  </a:cubicBezTo>
                  <a:cubicBezTo>
                    <a:pt x="488" y="2937"/>
                    <a:pt x="513" y="2737"/>
                    <a:pt x="438" y="2200"/>
                  </a:cubicBezTo>
                  <a:cubicBezTo>
                    <a:pt x="325" y="1300"/>
                    <a:pt x="938" y="963"/>
                    <a:pt x="1713" y="1113"/>
                  </a:cubicBezTo>
                  <a:cubicBezTo>
                    <a:pt x="2300" y="1225"/>
                    <a:pt x="2600" y="1512"/>
                    <a:pt x="3000" y="1925"/>
                  </a:cubicBezTo>
                  <a:cubicBezTo>
                    <a:pt x="3300" y="2237"/>
                    <a:pt x="3550" y="2562"/>
                    <a:pt x="3999" y="2575"/>
                  </a:cubicBezTo>
                  <a:cubicBezTo>
                    <a:pt x="4024" y="2575"/>
                    <a:pt x="4037" y="2537"/>
                    <a:pt x="3999" y="2537"/>
                  </a:cubicBezTo>
                  <a:cubicBezTo>
                    <a:pt x="3287" y="2425"/>
                    <a:pt x="2900" y="1525"/>
                    <a:pt x="2312" y="1150"/>
                  </a:cubicBezTo>
                  <a:cubicBezTo>
                    <a:pt x="1875" y="850"/>
                    <a:pt x="1325" y="800"/>
                    <a:pt x="838" y="1025"/>
                  </a:cubicBezTo>
                  <a:cubicBezTo>
                    <a:pt x="113" y="1350"/>
                    <a:pt x="0" y="2487"/>
                    <a:pt x="638" y="2987"/>
                  </a:cubicBezTo>
                  <a:cubicBezTo>
                    <a:pt x="1163" y="3375"/>
                    <a:pt x="2237" y="3250"/>
                    <a:pt x="2712" y="2887"/>
                  </a:cubicBezTo>
                  <a:cubicBezTo>
                    <a:pt x="3650" y="2187"/>
                    <a:pt x="3462" y="925"/>
                    <a:pt x="2937" y="38"/>
                  </a:cubicBezTo>
                  <a:cubicBezTo>
                    <a:pt x="2912" y="0"/>
                    <a:pt x="2837" y="38"/>
                    <a:pt x="2875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6" name="Google Shape;1516;p59"/>
            <p:cNvSpPr/>
            <p:nvPr/>
          </p:nvSpPr>
          <p:spPr>
            <a:xfrm>
              <a:off x="4206450" y="1331775"/>
              <a:ext cx="55625" cy="13775"/>
            </a:xfrm>
            <a:custGeom>
              <a:rect b="b" l="l" r="r" t="t"/>
              <a:pathLst>
                <a:path extrusionOk="0" h="551" w="2225">
                  <a:moveTo>
                    <a:pt x="50" y="476"/>
                  </a:moveTo>
                  <a:cubicBezTo>
                    <a:pt x="750" y="551"/>
                    <a:pt x="1600" y="501"/>
                    <a:pt x="2187" y="76"/>
                  </a:cubicBezTo>
                  <a:cubicBezTo>
                    <a:pt x="2225" y="63"/>
                    <a:pt x="2200" y="1"/>
                    <a:pt x="2162" y="13"/>
                  </a:cubicBezTo>
                  <a:cubicBezTo>
                    <a:pt x="1437" y="251"/>
                    <a:pt x="838" y="476"/>
                    <a:pt x="50" y="401"/>
                  </a:cubicBezTo>
                  <a:cubicBezTo>
                    <a:pt x="0" y="401"/>
                    <a:pt x="0" y="476"/>
                    <a:pt x="50" y="4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7" name="Google Shape;1517;p59"/>
            <p:cNvSpPr/>
            <p:nvPr/>
          </p:nvSpPr>
          <p:spPr>
            <a:xfrm>
              <a:off x="3934650" y="1301475"/>
              <a:ext cx="81250" cy="96575"/>
            </a:xfrm>
            <a:custGeom>
              <a:rect b="b" l="l" r="r" t="t"/>
              <a:pathLst>
                <a:path extrusionOk="0" h="3863" w="3250">
                  <a:moveTo>
                    <a:pt x="1025" y="26"/>
                  </a:moveTo>
                  <a:cubicBezTo>
                    <a:pt x="463" y="675"/>
                    <a:pt x="0" y="1488"/>
                    <a:pt x="188" y="2375"/>
                  </a:cubicBezTo>
                  <a:cubicBezTo>
                    <a:pt x="363" y="3200"/>
                    <a:pt x="1162" y="3800"/>
                    <a:pt x="2000" y="3837"/>
                  </a:cubicBezTo>
                  <a:cubicBezTo>
                    <a:pt x="2587" y="3862"/>
                    <a:pt x="3249" y="3475"/>
                    <a:pt x="3174" y="2812"/>
                  </a:cubicBezTo>
                  <a:cubicBezTo>
                    <a:pt x="3137" y="2475"/>
                    <a:pt x="2799" y="2050"/>
                    <a:pt x="2512" y="2425"/>
                  </a:cubicBezTo>
                  <a:cubicBezTo>
                    <a:pt x="2475" y="2462"/>
                    <a:pt x="2550" y="2500"/>
                    <a:pt x="2575" y="2462"/>
                  </a:cubicBezTo>
                  <a:cubicBezTo>
                    <a:pt x="3012" y="3300"/>
                    <a:pt x="2862" y="3725"/>
                    <a:pt x="2125" y="3737"/>
                  </a:cubicBezTo>
                  <a:cubicBezTo>
                    <a:pt x="1800" y="3737"/>
                    <a:pt x="1487" y="3650"/>
                    <a:pt x="1212" y="3500"/>
                  </a:cubicBezTo>
                  <a:cubicBezTo>
                    <a:pt x="775" y="3287"/>
                    <a:pt x="463" y="2900"/>
                    <a:pt x="325" y="2437"/>
                  </a:cubicBezTo>
                  <a:cubicBezTo>
                    <a:pt x="75" y="1563"/>
                    <a:pt x="538" y="738"/>
                    <a:pt x="1062" y="63"/>
                  </a:cubicBezTo>
                  <a:cubicBezTo>
                    <a:pt x="1087" y="38"/>
                    <a:pt x="1050" y="1"/>
                    <a:pt x="1025" y="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8" name="Google Shape;1518;p59"/>
            <p:cNvSpPr/>
            <p:nvPr/>
          </p:nvSpPr>
          <p:spPr>
            <a:xfrm>
              <a:off x="3920275" y="1329900"/>
              <a:ext cx="23150" cy="110625"/>
            </a:xfrm>
            <a:custGeom>
              <a:rect b="b" l="l" r="r" t="t"/>
              <a:pathLst>
                <a:path extrusionOk="0" h="4425" w="926">
                  <a:moveTo>
                    <a:pt x="825" y="38"/>
                  </a:moveTo>
                  <a:cubicBezTo>
                    <a:pt x="375" y="551"/>
                    <a:pt x="263" y="1238"/>
                    <a:pt x="188" y="1913"/>
                  </a:cubicBezTo>
                  <a:cubicBezTo>
                    <a:pt x="100" y="2725"/>
                    <a:pt x="13" y="3712"/>
                    <a:pt x="538" y="4400"/>
                  </a:cubicBezTo>
                  <a:cubicBezTo>
                    <a:pt x="563" y="4425"/>
                    <a:pt x="600" y="4400"/>
                    <a:pt x="588" y="4362"/>
                  </a:cubicBezTo>
                  <a:cubicBezTo>
                    <a:pt x="0" y="3250"/>
                    <a:pt x="38" y="1101"/>
                    <a:pt x="888" y="101"/>
                  </a:cubicBezTo>
                  <a:cubicBezTo>
                    <a:pt x="925" y="63"/>
                    <a:pt x="863" y="1"/>
                    <a:pt x="825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9" name="Google Shape;1519;p59"/>
            <p:cNvSpPr/>
            <p:nvPr/>
          </p:nvSpPr>
          <p:spPr>
            <a:xfrm>
              <a:off x="3931200" y="1439875"/>
              <a:ext cx="11900" cy="11900"/>
            </a:xfrm>
            <a:custGeom>
              <a:rect b="b" l="l" r="r" t="t"/>
              <a:pathLst>
                <a:path extrusionOk="0" h="476" w="476">
                  <a:moveTo>
                    <a:pt x="126" y="38"/>
                  </a:moveTo>
                  <a:cubicBezTo>
                    <a:pt x="213" y="1"/>
                    <a:pt x="313" y="13"/>
                    <a:pt x="388" y="88"/>
                  </a:cubicBezTo>
                  <a:cubicBezTo>
                    <a:pt x="451" y="151"/>
                    <a:pt x="476" y="238"/>
                    <a:pt x="451" y="326"/>
                  </a:cubicBezTo>
                  <a:cubicBezTo>
                    <a:pt x="451" y="363"/>
                    <a:pt x="438" y="388"/>
                    <a:pt x="413" y="413"/>
                  </a:cubicBezTo>
                  <a:cubicBezTo>
                    <a:pt x="388" y="438"/>
                    <a:pt x="351" y="451"/>
                    <a:pt x="313" y="463"/>
                  </a:cubicBezTo>
                  <a:cubicBezTo>
                    <a:pt x="188" y="476"/>
                    <a:pt x="63" y="413"/>
                    <a:pt x="13" y="288"/>
                  </a:cubicBezTo>
                  <a:cubicBezTo>
                    <a:pt x="1" y="163"/>
                    <a:pt x="101" y="51"/>
                    <a:pt x="238" y="51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0" name="Google Shape;1520;p59"/>
            <p:cNvSpPr/>
            <p:nvPr/>
          </p:nvSpPr>
          <p:spPr>
            <a:xfrm>
              <a:off x="3926825" y="1437075"/>
              <a:ext cx="22225" cy="17200"/>
            </a:xfrm>
            <a:custGeom>
              <a:rect b="b" l="l" r="r" t="t"/>
              <a:pathLst>
                <a:path extrusionOk="0" h="688" w="889">
                  <a:moveTo>
                    <a:pt x="313" y="213"/>
                  </a:moveTo>
                  <a:cubicBezTo>
                    <a:pt x="588" y="238"/>
                    <a:pt x="651" y="313"/>
                    <a:pt x="476" y="413"/>
                  </a:cubicBezTo>
                  <a:cubicBezTo>
                    <a:pt x="313" y="600"/>
                    <a:pt x="301" y="525"/>
                    <a:pt x="413" y="200"/>
                  </a:cubicBezTo>
                  <a:cubicBezTo>
                    <a:pt x="451" y="175"/>
                    <a:pt x="451" y="113"/>
                    <a:pt x="401" y="113"/>
                  </a:cubicBezTo>
                  <a:cubicBezTo>
                    <a:pt x="1" y="113"/>
                    <a:pt x="88" y="688"/>
                    <a:pt x="488" y="625"/>
                  </a:cubicBezTo>
                  <a:cubicBezTo>
                    <a:pt x="888" y="563"/>
                    <a:pt x="663" y="0"/>
                    <a:pt x="276" y="88"/>
                  </a:cubicBezTo>
                  <a:cubicBezTo>
                    <a:pt x="213" y="113"/>
                    <a:pt x="238" y="213"/>
                    <a:pt x="313" y="2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1" name="Google Shape;1521;p59"/>
            <p:cNvSpPr/>
            <p:nvPr/>
          </p:nvSpPr>
          <p:spPr>
            <a:xfrm>
              <a:off x="4168650" y="1271800"/>
              <a:ext cx="2825" cy="3150"/>
            </a:xfrm>
            <a:custGeom>
              <a:rect b="b" l="l" r="r" t="t"/>
              <a:pathLst>
                <a:path extrusionOk="0" h="126" w="113">
                  <a:moveTo>
                    <a:pt x="25" y="63"/>
                  </a:moveTo>
                  <a:lnTo>
                    <a:pt x="38" y="100"/>
                  </a:lnTo>
                  <a:cubicBezTo>
                    <a:pt x="50" y="125"/>
                    <a:pt x="88" y="125"/>
                    <a:pt x="100" y="100"/>
                  </a:cubicBezTo>
                  <a:lnTo>
                    <a:pt x="100" y="63"/>
                  </a:lnTo>
                  <a:cubicBezTo>
                    <a:pt x="113" y="0"/>
                    <a:pt x="0" y="0"/>
                    <a:pt x="13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2" name="Google Shape;1522;p59"/>
            <p:cNvSpPr/>
            <p:nvPr/>
          </p:nvSpPr>
          <p:spPr>
            <a:xfrm>
              <a:off x="4259250" y="1315225"/>
              <a:ext cx="41875" cy="17825"/>
            </a:xfrm>
            <a:custGeom>
              <a:rect b="b" l="l" r="r" t="t"/>
              <a:pathLst>
                <a:path extrusionOk="0" h="713" w="1675">
                  <a:moveTo>
                    <a:pt x="125" y="650"/>
                  </a:moveTo>
                  <a:cubicBezTo>
                    <a:pt x="225" y="388"/>
                    <a:pt x="650" y="275"/>
                    <a:pt x="875" y="238"/>
                  </a:cubicBezTo>
                  <a:cubicBezTo>
                    <a:pt x="1125" y="200"/>
                    <a:pt x="1375" y="200"/>
                    <a:pt x="1612" y="250"/>
                  </a:cubicBezTo>
                  <a:cubicBezTo>
                    <a:pt x="1675" y="250"/>
                    <a:pt x="1675" y="163"/>
                    <a:pt x="1625" y="150"/>
                  </a:cubicBezTo>
                  <a:cubicBezTo>
                    <a:pt x="1175" y="0"/>
                    <a:pt x="225" y="88"/>
                    <a:pt x="25" y="613"/>
                  </a:cubicBezTo>
                  <a:cubicBezTo>
                    <a:pt x="0" y="675"/>
                    <a:pt x="100" y="713"/>
                    <a:pt x="125" y="6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3" name="Google Shape;1523;p59"/>
            <p:cNvSpPr/>
            <p:nvPr/>
          </p:nvSpPr>
          <p:spPr>
            <a:xfrm>
              <a:off x="4259250" y="1317725"/>
              <a:ext cx="42200" cy="19700"/>
            </a:xfrm>
            <a:custGeom>
              <a:rect b="b" l="l" r="r" t="t"/>
              <a:pathLst>
                <a:path extrusionOk="0" h="788" w="1688">
                  <a:moveTo>
                    <a:pt x="1587" y="50"/>
                  </a:moveTo>
                  <a:cubicBezTo>
                    <a:pt x="1175" y="425"/>
                    <a:pt x="638" y="600"/>
                    <a:pt x="88" y="550"/>
                  </a:cubicBezTo>
                  <a:cubicBezTo>
                    <a:pt x="25" y="550"/>
                    <a:pt x="0" y="625"/>
                    <a:pt x="63" y="650"/>
                  </a:cubicBezTo>
                  <a:cubicBezTo>
                    <a:pt x="575" y="788"/>
                    <a:pt x="1287" y="475"/>
                    <a:pt x="1650" y="113"/>
                  </a:cubicBezTo>
                  <a:cubicBezTo>
                    <a:pt x="1687" y="75"/>
                    <a:pt x="1625" y="0"/>
                    <a:pt x="1587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4" name="Google Shape;1524;p59"/>
            <p:cNvSpPr/>
            <p:nvPr/>
          </p:nvSpPr>
          <p:spPr>
            <a:xfrm>
              <a:off x="4198950" y="1341475"/>
              <a:ext cx="33450" cy="30325"/>
            </a:xfrm>
            <a:custGeom>
              <a:rect b="b" l="l" r="r" t="t"/>
              <a:pathLst>
                <a:path extrusionOk="0" h="1213" w="1338">
                  <a:moveTo>
                    <a:pt x="50" y="100"/>
                  </a:moveTo>
                  <a:cubicBezTo>
                    <a:pt x="363" y="88"/>
                    <a:pt x="625" y="263"/>
                    <a:pt x="863" y="450"/>
                  </a:cubicBezTo>
                  <a:cubicBezTo>
                    <a:pt x="1088" y="625"/>
                    <a:pt x="1238" y="887"/>
                    <a:pt x="1250" y="1162"/>
                  </a:cubicBezTo>
                  <a:cubicBezTo>
                    <a:pt x="1250" y="1212"/>
                    <a:pt x="1338" y="1200"/>
                    <a:pt x="1325" y="1162"/>
                  </a:cubicBezTo>
                  <a:cubicBezTo>
                    <a:pt x="1325" y="850"/>
                    <a:pt x="1175" y="563"/>
                    <a:pt x="925" y="388"/>
                  </a:cubicBezTo>
                  <a:cubicBezTo>
                    <a:pt x="663" y="188"/>
                    <a:pt x="400" y="0"/>
                    <a:pt x="50" y="25"/>
                  </a:cubicBezTo>
                  <a:cubicBezTo>
                    <a:pt x="0" y="25"/>
                    <a:pt x="0" y="113"/>
                    <a:pt x="50" y="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5" name="Google Shape;1525;p59"/>
            <p:cNvSpPr/>
            <p:nvPr/>
          </p:nvSpPr>
          <p:spPr>
            <a:xfrm>
              <a:off x="4199250" y="1342100"/>
              <a:ext cx="33475" cy="29375"/>
            </a:xfrm>
            <a:custGeom>
              <a:rect b="b" l="l" r="r" t="t"/>
              <a:pathLst>
                <a:path extrusionOk="0" h="1175" w="1339">
                  <a:moveTo>
                    <a:pt x="1288" y="1100"/>
                  </a:moveTo>
                  <a:cubicBezTo>
                    <a:pt x="1026" y="1012"/>
                    <a:pt x="776" y="887"/>
                    <a:pt x="551" y="713"/>
                  </a:cubicBezTo>
                  <a:cubicBezTo>
                    <a:pt x="313" y="538"/>
                    <a:pt x="263" y="288"/>
                    <a:pt x="113" y="63"/>
                  </a:cubicBezTo>
                  <a:cubicBezTo>
                    <a:pt x="76" y="0"/>
                    <a:pt x="1" y="38"/>
                    <a:pt x="13" y="100"/>
                  </a:cubicBezTo>
                  <a:cubicBezTo>
                    <a:pt x="126" y="688"/>
                    <a:pt x="713" y="1087"/>
                    <a:pt x="1263" y="1175"/>
                  </a:cubicBezTo>
                  <a:cubicBezTo>
                    <a:pt x="1313" y="1175"/>
                    <a:pt x="1338" y="1112"/>
                    <a:pt x="1288" y="1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6" name="Google Shape;1526;p59"/>
            <p:cNvSpPr/>
            <p:nvPr/>
          </p:nvSpPr>
          <p:spPr>
            <a:xfrm>
              <a:off x="3890900" y="1349275"/>
              <a:ext cx="38775" cy="86875"/>
            </a:xfrm>
            <a:custGeom>
              <a:rect b="b" l="l" r="r" t="t"/>
              <a:pathLst>
                <a:path extrusionOk="0" h="3475" w="1551">
                  <a:moveTo>
                    <a:pt x="1450" y="51"/>
                  </a:moveTo>
                  <a:cubicBezTo>
                    <a:pt x="725" y="1038"/>
                    <a:pt x="238" y="2175"/>
                    <a:pt x="13" y="3387"/>
                  </a:cubicBezTo>
                  <a:cubicBezTo>
                    <a:pt x="1" y="3450"/>
                    <a:pt x="101" y="3475"/>
                    <a:pt x="113" y="3412"/>
                  </a:cubicBezTo>
                  <a:cubicBezTo>
                    <a:pt x="338" y="2213"/>
                    <a:pt x="813" y="1075"/>
                    <a:pt x="1513" y="88"/>
                  </a:cubicBezTo>
                  <a:cubicBezTo>
                    <a:pt x="1550" y="38"/>
                    <a:pt x="1475" y="1"/>
                    <a:pt x="1450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7" name="Google Shape;1527;p59"/>
            <p:cNvSpPr/>
            <p:nvPr/>
          </p:nvSpPr>
          <p:spPr>
            <a:xfrm>
              <a:off x="3880600" y="1433625"/>
              <a:ext cx="18150" cy="16600"/>
            </a:xfrm>
            <a:custGeom>
              <a:rect b="b" l="l" r="r" t="t"/>
              <a:pathLst>
                <a:path extrusionOk="0" h="664" w="726">
                  <a:moveTo>
                    <a:pt x="475" y="151"/>
                  </a:moveTo>
                  <a:cubicBezTo>
                    <a:pt x="363" y="176"/>
                    <a:pt x="350" y="188"/>
                    <a:pt x="438" y="176"/>
                  </a:cubicBezTo>
                  <a:cubicBezTo>
                    <a:pt x="475" y="163"/>
                    <a:pt x="513" y="163"/>
                    <a:pt x="550" y="176"/>
                  </a:cubicBezTo>
                  <a:cubicBezTo>
                    <a:pt x="588" y="176"/>
                    <a:pt x="600" y="113"/>
                    <a:pt x="563" y="101"/>
                  </a:cubicBezTo>
                  <a:cubicBezTo>
                    <a:pt x="350" y="1"/>
                    <a:pt x="0" y="238"/>
                    <a:pt x="250" y="451"/>
                  </a:cubicBezTo>
                  <a:cubicBezTo>
                    <a:pt x="513" y="663"/>
                    <a:pt x="725" y="288"/>
                    <a:pt x="538" y="88"/>
                  </a:cubicBezTo>
                  <a:cubicBezTo>
                    <a:pt x="500" y="38"/>
                    <a:pt x="450" y="101"/>
                    <a:pt x="475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8" name="Google Shape;1528;p59"/>
            <p:cNvSpPr/>
            <p:nvPr/>
          </p:nvSpPr>
          <p:spPr>
            <a:xfrm>
              <a:off x="3936525" y="1338025"/>
              <a:ext cx="30325" cy="81875"/>
            </a:xfrm>
            <a:custGeom>
              <a:rect b="b" l="l" r="r" t="t"/>
              <a:pathLst>
                <a:path extrusionOk="0" h="3275" w="1213">
                  <a:moveTo>
                    <a:pt x="125" y="63"/>
                  </a:moveTo>
                  <a:cubicBezTo>
                    <a:pt x="0" y="1163"/>
                    <a:pt x="213" y="2538"/>
                    <a:pt x="1150" y="3262"/>
                  </a:cubicBezTo>
                  <a:cubicBezTo>
                    <a:pt x="1175" y="3275"/>
                    <a:pt x="1212" y="3250"/>
                    <a:pt x="1187" y="3212"/>
                  </a:cubicBezTo>
                  <a:cubicBezTo>
                    <a:pt x="413" y="2275"/>
                    <a:pt x="88" y="1275"/>
                    <a:pt x="225" y="63"/>
                  </a:cubicBezTo>
                  <a:cubicBezTo>
                    <a:pt x="225" y="1"/>
                    <a:pt x="138" y="1"/>
                    <a:pt x="125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9" name="Google Shape;1529;p59"/>
            <p:cNvSpPr/>
            <p:nvPr/>
          </p:nvSpPr>
          <p:spPr>
            <a:xfrm>
              <a:off x="3963375" y="1414575"/>
              <a:ext cx="13475" cy="15650"/>
            </a:xfrm>
            <a:custGeom>
              <a:rect b="b" l="l" r="r" t="t"/>
              <a:pathLst>
                <a:path extrusionOk="0" h="626" w="539">
                  <a:moveTo>
                    <a:pt x="413" y="263"/>
                  </a:moveTo>
                  <a:cubicBezTo>
                    <a:pt x="326" y="263"/>
                    <a:pt x="313" y="275"/>
                    <a:pt x="363" y="338"/>
                  </a:cubicBezTo>
                  <a:cubicBezTo>
                    <a:pt x="388" y="363"/>
                    <a:pt x="426" y="350"/>
                    <a:pt x="438" y="313"/>
                  </a:cubicBezTo>
                  <a:cubicBezTo>
                    <a:pt x="438" y="25"/>
                    <a:pt x="1" y="0"/>
                    <a:pt x="38" y="300"/>
                  </a:cubicBezTo>
                  <a:cubicBezTo>
                    <a:pt x="38" y="625"/>
                    <a:pt x="538" y="575"/>
                    <a:pt x="488" y="263"/>
                  </a:cubicBezTo>
                  <a:cubicBezTo>
                    <a:pt x="476" y="225"/>
                    <a:pt x="426" y="225"/>
                    <a:pt x="413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0" name="Google Shape;1530;p59"/>
            <p:cNvSpPr/>
            <p:nvPr/>
          </p:nvSpPr>
          <p:spPr>
            <a:xfrm>
              <a:off x="4139900" y="1254625"/>
              <a:ext cx="237775" cy="60000"/>
            </a:xfrm>
            <a:custGeom>
              <a:rect b="b" l="l" r="r" t="t"/>
              <a:pathLst>
                <a:path extrusionOk="0" h="2400" w="9511">
                  <a:moveTo>
                    <a:pt x="38" y="75"/>
                  </a:moveTo>
                  <a:cubicBezTo>
                    <a:pt x="1813" y="762"/>
                    <a:pt x="3137" y="1475"/>
                    <a:pt x="5049" y="1662"/>
                  </a:cubicBezTo>
                  <a:cubicBezTo>
                    <a:pt x="6774" y="1837"/>
                    <a:pt x="8023" y="1437"/>
                    <a:pt x="9448" y="475"/>
                  </a:cubicBezTo>
                  <a:cubicBezTo>
                    <a:pt x="9511" y="438"/>
                    <a:pt x="9448" y="338"/>
                    <a:pt x="9386" y="375"/>
                  </a:cubicBezTo>
                  <a:cubicBezTo>
                    <a:pt x="6061" y="2400"/>
                    <a:pt x="3387" y="1262"/>
                    <a:pt x="63" y="13"/>
                  </a:cubicBezTo>
                  <a:cubicBezTo>
                    <a:pt x="26" y="0"/>
                    <a:pt x="1" y="50"/>
                    <a:pt x="38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1" name="Google Shape;1531;p59"/>
            <p:cNvSpPr/>
            <p:nvPr/>
          </p:nvSpPr>
          <p:spPr>
            <a:xfrm>
              <a:off x="3860900" y="1309600"/>
              <a:ext cx="31900" cy="49400"/>
            </a:xfrm>
            <a:custGeom>
              <a:rect b="b" l="l" r="r" t="t"/>
              <a:pathLst>
                <a:path extrusionOk="0" h="1976" w="1276">
                  <a:moveTo>
                    <a:pt x="38" y="63"/>
                  </a:moveTo>
                  <a:cubicBezTo>
                    <a:pt x="451" y="151"/>
                    <a:pt x="851" y="350"/>
                    <a:pt x="1026" y="763"/>
                  </a:cubicBezTo>
                  <a:cubicBezTo>
                    <a:pt x="1251" y="1263"/>
                    <a:pt x="976" y="1838"/>
                    <a:pt x="401" y="1863"/>
                  </a:cubicBezTo>
                  <a:cubicBezTo>
                    <a:pt x="326" y="1850"/>
                    <a:pt x="326" y="1963"/>
                    <a:pt x="401" y="1975"/>
                  </a:cubicBezTo>
                  <a:cubicBezTo>
                    <a:pt x="901" y="1963"/>
                    <a:pt x="1276" y="1538"/>
                    <a:pt x="1213" y="1050"/>
                  </a:cubicBezTo>
                  <a:cubicBezTo>
                    <a:pt x="1163" y="438"/>
                    <a:pt x="613" y="101"/>
                    <a:pt x="63" y="1"/>
                  </a:cubicBezTo>
                  <a:cubicBezTo>
                    <a:pt x="26" y="1"/>
                    <a:pt x="1" y="51"/>
                    <a:pt x="51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2" name="Google Shape;1532;p59"/>
            <p:cNvSpPr/>
            <p:nvPr/>
          </p:nvSpPr>
          <p:spPr>
            <a:xfrm>
              <a:off x="4075225" y="1283975"/>
              <a:ext cx="62825" cy="31575"/>
            </a:xfrm>
            <a:custGeom>
              <a:rect b="b" l="l" r="r" t="t"/>
              <a:pathLst>
                <a:path extrusionOk="0" h="1263" w="2513">
                  <a:moveTo>
                    <a:pt x="2450" y="651"/>
                  </a:moveTo>
                  <a:cubicBezTo>
                    <a:pt x="2150" y="638"/>
                    <a:pt x="1850" y="701"/>
                    <a:pt x="1588" y="851"/>
                  </a:cubicBezTo>
                  <a:cubicBezTo>
                    <a:pt x="888" y="1151"/>
                    <a:pt x="201" y="851"/>
                    <a:pt x="88" y="51"/>
                  </a:cubicBezTo>
                  <a:cubicBezTo>
                    <a:pt x="88" y="1"/>
                    <a:pt x="13" y="13"/>
                    <a:pt x="26" y="51"/>
                  </a:cubicBezTo>
                  <a:cubicBezTo>
                    <a:pt x="1" y="501"/>
                    <a:pt x="276" y="901"/>
                    <a:pt x="701" y="1051"/>
                  </a:cubicBezTo>
                  <a:cubicBezTo>
                    <a:pt x="1325" y="1263"/>
                    <a:pt x="1825" y="713"/>
                    <a:pt x="2450" y="738"/>
                  </a:cubicBezTo>
                  <a:cubicBezTo>
                    <a:pt x="2513" y="738"/>
                    <a:pt x="2513" y="651"/>
                    <a:pt x="2450" y="6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3" name="Google Shape;1533;p59"/>
            <p:cNvSpPr/>
            <p:nvPr/>
          </p:nvSpPr>
          <p:spPr>
            <a:xfrm>
              <a:off x="4073975" y="1268675"/>
              <a:ext cx="30950" cy="21275"/>
            </a:xfrm>
            <a:custGeom>
              <a:rect b="b" l="l" r="r" t="t"/>
              <a:pathLst>
                <a:path extrusionOk="0" h="851" w="1238">
                  <a:moveTo>
                    <a:pt x="188" y="800"/>
                  </a:moveTo>
                  <a:cubicBezTo>
                    <a:pt x="1" y="275"/>
                    <a:pt x="851" y="38"/>
                    <a:pt x="1175" y="288"/>
                  </a:cubicBezTo>
                  <a:cubicBezTo>
                    <a:pt x="1200" y="313"/>
                    <a:pt x="1238" y="263"/>
                    <a:pt x="1225" y="238"/>
                  </a:cubicBezTo>
                  <a:cubicBezTo>
                    <a:pt x="1063" y="0"/>
                    <a:pt x="676" y="63"/>
                    <a:pt x="451" y="163"/>
                  </a:cubicBezTo>
                  <a:cubicBezTo>
                    <a:pt x="176" y="275"/>
                    <a:pt x="1" y="525"/>
                    <a:pt x="113" y="813"/>
                  </a:cubicBezTo>
                  <a:cubicBezTo>
                    <a:pt x="138" y="850"/>
                    <a:pt x="201" y="838"/>
                    <a:pt x="188" y="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4" name="Google Shape;1534;p59"/>
            <p:cNvSpPr/>
            <p:nvPr/>
          </p:nvSpPr>
          <p:spPr>
            <a:xfrm>
              <a:off x="3834050" y="1371450"/>
              <a:ext cx="81250" cy="56275"/>
            </a:xfrm>
            <a:custGeom>
              <a:rect b="b" l="l" r="r" t="t"/>
              <a:pathLst>
                <a:path extrusionOk="0" h="2251" w="3250">
                  <a:moveTo>
                    <a:pt x="3162" y="38"/>
                  </a:moveTo>
                  <a:cubicBezTo>
                    <a:pt x="2362" y="988"/>
                    <a:pt x="1475" y="2063"/>
                    <a:pt x="88" y="1875"/>
                  </a:cubicBezTo>
                  <a:cubicBezTo>
                    <a:pt x="25" y="1863"/>
                    <a:pt x="0" y="1950"/>
                    <a:pt x="63" y="1963"/>
                  </a:cubicBezTo>
                  <a:cubicBezTo>
                    <a:pt x="1462" y="2250"/>
                    <a:pt x="2425" y="1051"/>
                    <a:pt x="3224" y="88"/>
                  </a:cubicBezTo>
                  <a:cubicBezTo>
                    <a:pt x="3249" y="51"/>
                    <a:pt x="3199" y="1"/>
                    <a:pt x="3162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5" name="Google Shape;1535;p59"/>
            <p:cNvSpPr/>
            <p:nvPr/>
          </p:nvSpPr>
          <p:spPr>
            <a:xfrm>
              <a:off x="4063675" y="1320225"/>
              <a:ext cx="30950" cy="15025"/>
            </a:xfrm>
            <a:custGeom>
              <a:rect b="b" l="l" r="r" t="t"/>
              <a:pathLst>
                <a:path extrusionOk="0" h="601" w="1238">
                  <a:moveTo>
                    <a:pt x="1175" y="13"/>
                  </a:moveTo>
                  <a:cubicBezTo>
                    <a:pt x="950" y="0"/>
                    <a:pt x="725" y="50"/>
                    <a:pt x="525" y="163"/>
                  </a:cubicBezTo>
                  <a:cubicBezTo>
                    <a:pt x="325" y="225"/>
                    <a:pt x="150" y="350"/>
                    <a:pt x="25" y="513"/>
                  </a:cubicBezTo>
                  <a:cubicBezTo>
                    <a:pt x="0" y="563"/>
                    <a:pt x="50" y="600"/>
                    <a:pt x="100" y="575"/>
                  </a:cubicBezTo>
                  <a:cubicBezTo>
                    <a:pt x="388" y="288"/>
                    <a:pt x="763" y="125"/>
                    <a:pt x="1175" y="100"/>
                  </a:cubicBezTo>
                  <a:cubicBezTo>
                    <a:pt x="1238" y="100"/>
                    <a:pt x="1225" y="13"/>
                    <a:pt x="1175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6" name="Google Shape;1536;p59"/>
            <p:cNvSpPr/>
            <p:nvPr/>
          </p:nvSpPr>
          <p:spPr>
            <a:xfrm>
              <a:off x="4063350" y="1319900"/>
              <a:ext cx="34075" cy="21900"/>
            </a:xfrm>
            <a:custGeom>
              <a:rect b="b" l="l" r="r" t="t"/>
              <a:pathLst>
                <a:path extrusionOk="0" h="876" w="1363">
                  <a:moveTo>
                    <a:pt x="51" y="638"/>
                  </a:moveTo>
                  <a:cubicBezTo>
                    <a:pt x="538" y="876"/>
                    <a:pt x="1151" y="576"/>
                    <a:pt x="1338" y="88"/>
                  </a:cubicBezTo>
                  <a:cubicBezTo>
                    <a:pt x="1363" y="38"/>
                    <a:pt x="1276" y="1"/>
                    <a:pt x="1251" y="51"/>
                  </a:cubicBezTo>
                  <a:cubicBezTo>
                    <a:pt x="1051" y="463"/>
                    <a:pt x="538" y="763"/>
                    <a:pt x="101" y="551"/>
                  </a:cubicBezTo>
                  <a:cubicBezTo>
                    <a:pt x="51" y="526"/>
                    <a:pt x="1" y="601"/>
                    <a:pt x="51" y="6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7" name="Google Shape;1537;p59"/>
            <p:cNvSpPr/>
            <p:nvPr/>
          </p:nvSpPr>
          <p:spPr>
            <a:xfrm>
              <a:off x="4299850" y="1278975"/>
              <a:ext cx="132500" cy="60025"/>
            </a:xfrm>
            <a:custGeom>
              <a:rect b="b" l="l" r="r" t="t"/>
              <a:pathLst>
                <a:path extrusionOk="0" h="2401" w="5300">
                  <a:moveTo>
                    <a:pt x="63" y="651"/>
                  </a:moveTo>
                  <a:cubicBezTo>
                    <a:pt x="1600" y="363"/>
                    <a:pt x="4912" y="51"/>
                    <a:pt x="5224" y="2350"/>
                  </a:cubicBezTo>
                  <a:cubicBezTo>
                    <a:pt x="5224" y="2388"/>
                    <a:pt x="5299" y="2400"/>
                    <a:pt x="5287" y="2350"/>
                  </a:cubicBezTo>
                  <a:cubicBezTo>
                    <a:pt x="5075" y="1"/>
                    <a:pt x="1638" y="276"/>
                    <a:pt x="51" y="576"/>
                  </a:cubicBezTo>
                  <a:cubicBezTo>
                    <a:pt x="1" y="588"/>
                    <a:pt x="26" y="663"/>
                    <a:pt x="76" y="6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8" name="Google Shape;1538;p59"/>
            <p:cNvSpPr/>
            <p:nvPr/>
          </p:nvSpPr>
          <p:spPr>
            <a:xfrm>
              <a:off x="4363900" y="1311175"/>
              <a:ext cx="60950" cy="65000"/>
            </a:xfrm>
            <a:custGeom>
              <a:rect b="b" l="l" r="r" t="t"/>
              <a:pathLst>
                <a:path extrusionOk="0" h="2600" w="2438">
                  <a:moveTo>
                    <a:pt x="1463" y="75"/>
                  </a:moveTo>
                  <a:cubicBezTo>
                    <a:pt x="2088" y="400"/>
                    <a:pt x="2350" y="1175"/>
                    <a:pt x="1938" y="1762"/>
                  </a:cubicBezTo>
                  <a:cubicBezTo>
                    <a:pt x="1550" y="2299"/>
                    <a:pt x="588" y="2474"/>
                    <a:pt x="113" y="1950"/>
                  </a:cubicBezTo>
                  <a:cubicBezTo>
                    <a:pt x="76" y="1900"/>
                    <a:pt x="1" y="1975"/>
                    <a:pt x="38" y="2025"/>
                  </a:cubicBezTo>
                  <a:cubicBezTo>
                    <a:pt x="538" y="2599"/>
                    <a:pt x="1600" y="2412"/>
                    <a:pt x="2013" y="1825"/>
                  </a:cubicBezTo>
                  <a:cubicBezTo>
                    <a:pt x="2438" y="1187"/>
                    <a:pt x="2200" y="325"/>
                    <a:pt x="1500" y="13"/>
                  </a:cubicBezTo>
                  <a:cubicBezTo>
                    <a:pt x="1463" y="0"/>
                    <a:pt x="1438" y="50"/>
                    <a:pt x="1475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9" name="Google Shape;1539;p59"/>
            <p:cNvSpPr/>
            <p:nvPr/>
          </p:nvSpPr>
          <p:spPr>
            <a:xfrm>
              <a:off x="4353900" y="1318975"/>
              <a:ext cx="35950" cy="46575"/>
            </a:xfrm>
            <a:custGeom>
              <a:rect b="b" l="l" r="r" t="t"/>
              <a:pathLst>
                <a:path extrusionOk="0" h="1863" w="1438">
                  <a:moveTo>
                    <a:pt x="726" y="1787"/>
                  </a:moveTo>
                  <a:cubicBezTo>
                    <a:pt x="326" y="1600"/>
                    <a:pt x="138" y="1138"/>
                    <a:pt x="301" y="725"/>
                  </a:cubicBezTo>
                  <a:cubicBezTo>
                    <a:pt x="476" y="275"/>
                    <a:pt x="926" y="163"/>
                    <a:pt x="1363" y="288"/>
                  </a:cubicBezTo>
                  <a:cubicBezTo>
                    <a:pt x="1400" y="300"/>
                    <a:pt x="1438" y="225"/>
                    <a:pt x="1388" y="200"/>
                  </a:cubicBezTo>
                  <a:cubicBezTo>
                    <a:pt x="938" y="0"/>
                    <a:pt x="401" y="213"/>
                    <a:pt x="201" y="675"/>
                  </a:cubicBezTo>
                  <a:cubicBezTo>
                    <a:pt x="1" y="1138"/>
                    <a:pt x="226" y="1675"/>
                    <a:pt x="688" y="1850"/>
                  </a:cubicBezTo>
                  <a:cubicBezTo>
                    <a:pt x="738" y="1862"/>
                    <a:pt x="763" y="1812"/>
                    <a:pt x="726" y="17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0" name="Google Shape;1540;p59"/>
            <p:cNvSpPr/>
            <p:nvPr/>
          </p:nvSpPr>
          <p:spPr>
            <a:xfrm>
              <a:off x="4384200" y="1322725"/>
              <a:ext cx="17225" cy="30650"/>
            </a:xfrm>
            <a:custGeom>
              <a:rect b="b" l="l" r="r" t="t"/>
              <a:pathLst>
                <a:path extrusionOk="0" h="1226" w="689">
                  <a:moveTo>
                    <a:pt x="51" y="113"/>
                  </a:moveTo>
                  <a:cubicBezTo>
                    <a:pt x="638" y="75"/>
                    <a:pt x="688" y="1225"/>
                    <a:pt x="76" y="1038"/>
                  </a:cubicBezTo>
                  <a:cubicBezTo>
                    <a:pt x="26" y="1013"/>
                    <a:pt x="1" y="1100"/>
                    <a:pt x="63" y="1125"/>
                  </a:cubicBezTo>
                  <a:cubicBezTo>
                    <a:pt x="351" y="1213"/>
                    <a:pt x="638" y="988"/>
                    <a:pt x="626" y="688"/>
                  </a:cubicBezTo>
                  <a:cubicBezTo>
                    <a:pt x="626" y="375"/>
                    <a:pt x="388" y="0"/>
                    <a:pt x="38" y="38"/>
                  </a:cubicBezTo>
                  <a:cubicBezTo>
                    <a:pt x="1" y="38"/>
                    <a:pt x="1" y="113"/>
                    <a:pt x="51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1" name="Google Shape;1541;p59"/>
            <p:cNvSpPr/>
            <p:nvPr/>
          </p:nvSpPr>
          <p:spPr>
            <a:xfrm>
              <a:off x="4100225" y="1312425"/>
              <a:ext cx="55325" cy="71550"/>
            </a:xfrm>
            <a:custGeom>
              <a:rect b="b" l="l" r="r" t="t"/>
              <a:pathLst>
                <a:path extrusionOk="0" h="2862" w="2213">
                  <a:moveTo>
                    <a:pt x="375" y="50"/>
                  </a:moveTo>
                  <a:cubicBezTo>
                    <a:pt x="0" y="1325"/>
                    <a:pt x="775" y="2762"/>
                    <a:pt x="2175" y="2862"/>
                  </a:cubicBezTo>
                  <a:cubicBezTo>
                    <a:pt x="2200" y="2862"/>
                    <a:pt x="2212" y="2812"/>
                    <a:pt x="2175" y="2812"/>
                  </a:cubicBezTo>
                  <a:cubicBezTo>
                    <a:pt x="913" y="2474"/>
                    <a:pt x="100" y="1400"/>
                    <a:pt x="450" y="75"/>
                  </a:cubicBezTo>
                  <a:cubicBezTo>
                    <a:pt x="463" y="25"/>
                    <a:pt x="388" y="0"/>
                    <a:pt x="375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2" name="Google Shape;1542;p59"/>
            <p:cNvSpPr/>
            <p:nvPr/>
          </p:nvSpPr>
          <p:spPr>
            <a:xfrm>
              <a:off x="3780925" y="1389575"/>
              <a:ext cx="20025" cy="15350"/>
            </a:xfrm>
            <a:custGeom>
              <a:rect b="b" l="l" r="r" t="t"/>
              <a:pathLst>
                <a:path extrusionOk="0" h="614" w="801">
                  <a:moveTo>
                    <a:pt x="676" y="51"/>
                  </a:moveTo>
                  <a:cubicBezTo>
                    <a:pt x="538" y="276"/>
                    <a:pt x="301" y="438"/>
                    <a:pt x="38" y="501"/>
                  </a:cubicBezTo>
                  <a:cubicBezTo>
                    <a:pt x="1" y="526"/>
                    <a:pt x="1" y="613"/>
                    <a:pt x="63" y="601"/>
                  </a:cubicBezTo>
                  <a:cubicBezTo>
                    <a:pt x="363" y="563"/>
                    <a:pt x="626" y="376"/>
                    <a:pt x="763" y="101"/>
                  </a:cubicBezTo>
                  <a:cubicBezTo>
                    <a:pt x="801" y="51"/>
                    <a:pt x="713" y="1"/>
                    <a:pt x="676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3" name="Google Shape;1543;p59"/>
            <p:cNvSpPr/>
            <p:nvPr/>
          </p:nvSpPr>
          <p:spPr>
            <a:xfrm>
              <a:off x="3780300" y="1402400"/>
              <a:ext cx="16900" cy="5950"/>
            </a:xfrm>
            <a:custGeom>
              <a:rect b="b" l="l" r="r" t="t"/>
              <a:pathLst>
                <a:path extrusionOk="0" h="238" w="676">
                  <a:moveTo>
                    <a:pt x="63" y="125"/>
                  </a:moveTo>
                  <a:cubicBezTo>
                    <a:pt x="238" y="213"/>
                    <a:pt x="426" y="238"/>
                    <a:pt x="613" y="213"/>
                  </a:cubicBezTo>
                  <a:cubicBezTo>
                    <a:pt x="676" y="200"/>
                    <a:pt x="651" y="100"/>
                    <a:pt x="601" y="100"/>
                  </a:cubicBezTo>
                  <a:cubicBezTo>
                    <a:pt x="426" y="100"/>
                    <a:pt x="263" y="75"/>
                    <a:pt x="101" y="25"/>
                  </a:cubicBezTo>
                  <a:cubicBezTo>
                    <a:pt x="26" y="0"/>
                    <a:pt x="1" y="100"/>
                    <a:pt x="63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4" name="Google Shape;1544;p59"/>
            <p:cNvSpPr/>
            <p:nvPr/>
          </p:nvSpPr>
          <p:spPr>
            <a:xfrm>
              <a:off x="3799050" y="1384900"/>
              <a:ext cx="9400" cy="7525"/>
            </a:xfrm>
            <a:custGeom>
              <a:rect b="b" l="l" r="r" t="t"/>
              <a:pathLst>
                <a:path extrusionOk="0" h="301" w="376">
                  <a:moveTo>
                    <a:pt x="113" y="225"/>
                  </a:moveTo>
                  <a:cubicBezTo>
                    <a:pt x="163" y="188"/>
                    <a:pt x="238" y="213"/>
                    <a:pt x="276" y="263"/>
                  </a:cubicBezTo>
                  <a:cubicBezTo>
                    <a:pt x="301" y="300"/>
                    <a:pt x="376" y="263"/>
                    <a:pt x="351" y="213"/>
                  </a:cubicBezTo>
                  <a:cubicBezTo>
                    <a:pt x="301" y="63"/>
                    <a:pt x="126" y="0"/>
                    <a:pt x="38" y="163"/>
                  </a:cubicBezTo>
                  <a:cubicBezTo>
                    <a:pt x="1" y="213"/>
                    <a:pt x="76" y="263"/>
                    <a:pt x="113" y="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5" name="Google Shape;1545;p59"/>
            <p:cNvSpPr/>
            <p:nvPr/>
          </p:nvSpPr>
          <p:spPr>
            <a:xfrm>
              <a:off x="3806550" y="1390200"/>
              <a:ext cx="20025" cy="15650"/>
            </a:xfrm>
            <a:custGeom>
              <a:rect b="b" l="l" r="r" t="t"/>
              <a:pathLst>
                <a:path extrusionOk="0" h="626" w="801">
                  <a:moveTo>
                    <a:pt x="26" y="88"/>
                  </a:moveTo>
                  <a:cubicBezTo>
                    <a:pt x="188" y="338"/>
                    <a:pt x="450" y="626"/>
                    <a:pt x="763" y="563"/>
                  </a:cubicBezTo>
                  <a:cubicBezTo>
                    <a:pt x="800" y="551"/>
                    <a:pt x="800" y="488"/>
                    <a:pt x="763" y="476"/>
                  </a:cubicBezTo>
                  <a:cubicBezTo>
                    <a:pt x="488" y="413"/>
                    <a:pt x="250" y="263"/>
                    <a:pt x="101" y="38"/>
                  </a:cubicBezTo>
                  <a:cubicBezTo>
                    <a:pt x="63" y="1"/>
                    <a:pt x="1" y="51"/>
                    <a:pt x="26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6" name="Google Shape;1546;p59"/>
            <p:cNvSpPr/>
            <p:nvPr/>
          </p:nvSpPr>
          <p:spPr>
            <a:xfrm>
              <a:off x="3801875" y="1399900"/>
              <a:ext cx="24375" cy="10325"/>
            </a:xfrm>
            <a:custGeom>
              <a:rect b="b" l="l" r="r" t="t"/>
              <a:pathLst>
                <a:path extrusionOk="0" h="413" w="975">
                  <a:moveTo>
                    <a:pt x="862" y="125"/>
                  </a:moveTo>
                  <a:cubicBezTo>
                    <a:pt x="612" y="288"/>
                    <a:pt x="362" y="225"/>
                    <a:pt x="138" y="50"/>
                  </a:cubicBezTo>
                  <a:cubicBezTo>
                    <a:pt x="88" y="0"/>
                    <a:pt x="0" y="88"/>
                    <a:pt x="63" y="138"/>
                  </a:cubicBezTo>
                  <a:cubicBezTo>
                    <a:pt x="288" y="375"/>
                    <a:pt x="662" y="412"/>
                    <a:pt x="925" y="200"/>
                  </a:cubicBezTo>
                  <a:cubicBezTo>
                    <a:pt x="975" y="163"/>
                    <a:pt x="912" y="88"/>
                    <a:pt x="862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7" name="Google Shape;1547;p59"/>
            <p:cNvSpPr/>
            <p:nvPr/>
          </p:nvSpPr>
          <p:spPr>
            <a:xfrm>
              <a:off x="3791550" y="1399900"/>
              <a:ext cx="13475" cy="7825"/>
            </a:xfrm>
            <a:custGeom>
              <a:rect b="b" l="l" r="r" t="t"/>
              <a:pathLst>
                <a:path extrusionOk="0" h="313" w="539">
                  <a:moveTo>
                    <a:pt x="413" y="50"/>
                  </a:moveTo>
                  <a:cubicBezTo>
                    <a:pt x="313" y="138"/>
                    <a:pt x="188" y="200"/>
                    <a:pt x="63" y="213"/>
                  </a:cubicBezTo>
                  <a:cubicBezTo>
                    <a:pt x="1" y="213"/>
                    <a:pt x="26" y="300"/>
                    <a:pt x="76" y="300"/>
                  </a:cubicBezTo>
                  <a:cubicBezTo>
                    <a:pt x="238" y="313"/>
                    <a:pt x="388" y="250"/>
                    <a:pt x="501" y="138"/>
                  </a:cubicBezTo>
                  <a:cubicBezTo>
                    <a:pt x="538" y="75"/>
                    <a:pt x="476" y="0"/>
                    <a:pt x="413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8" name="Google Shape;1548;p59"/>
            <p:cNvSpPr/>
            <p:nvPr/>
          </p:nvSpPr>
          <p:spPr>
            <a:xfrm>
              <a:off x="3796550" y="1409275"/>
              <a:ext cx="14400" cy="12500"/>
            </a:xfrm>
            <a:custGeom>
              <a:rect b="b" l="l" r="r" t="t"/>
              <a:pathLst>
                <a:path extrusionOk="0" h="500" w="576">
                  <a:moveTo>
                    <a:pt x="301" y="25"/>
                  </a:moveTo>
                  <a:cubicBezTo>
                    <a:pt x="176" y="37"/>
                    <a:pt x="38" y="75"/>
                    <a:pt x="26" y="212"/>
                  </a:cubicBezTo>
                  <a:cubicBezTo>
                    <a:pt x="1" y="337"/>
                    <a:pt x="101" y="437"/>
                    <a:pt x="213" y="437"/>
                  </a:cubicBezTo>
                  <a:cubicBezTo>
                    <a:pt x="513" y="500"/>
                    <a:pt x="575" y="37"/>
                    <a:pt x="276" y="13"/>
                  </a:cubicBezTo>
                  <a:cubicBezTo>
                    <a:pt x="201" y="0"/>
                    <a:pt x="188" y="125"/>
                    <a:pt x="263" y="137"/>
                  </a:cubicBezTo>
                  <a:lnTo>
                    <a:pt x="301" y="150"/>
                  </a:lnTo>
                  <a:cubicBezTo>
                    <a:pt x="376" y="150"/>
                    <a:pt x="376" y="25"/>
                    <a:pt x="301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9" name="Google Shape;1549;p59"/>
            <p:cNvSpPr/>
            <p:nvPr/>
          </p:nvSpPr>
          <p:spPr>
            <a:xfrm>
              <a:off x="3796550" y="4276950"/>
              <a:ext cx="111875" cy="104375"/>
            </a:xfrm>
            <a:custGeom>
              <a:rect b="b" l="l" r="r" t="t"/>
              <a:pathLst>
                <a:path extrusionOk="0" h="4175" w="4475">
                  <a:moveTo>
                    <a:pt x="2675" y="3887"/>
                  </a:moveTo>
                  <a:cubicBezTo>
                    <a:pt x="1100" y="4074"/>
                    <a:pt x="1" y="2275"/>
                    <a:pt x="1150" y="1050"/>
                  </a:cubicBezTo>
                  <a:cubicBezTo>
                    <a:pt x="2025" y="113"/>
                    <a:pt x="3487" y="563"/>
                    <a:pt x="4399" y="1212"/>
                  </a:cubicBezTo>
                  <a:cubicBezTo>
                    <a:pt x="4424" y="1237"/>
                    <a:pt x="4474" y="1175"/>
                    <a:pt x="4437" y="1150"/>
                  </a:cubicBezTo>
                  <a:cubicBezTo>
                    <a:pt x="3425" y="213"/>
                    <a:pt x="1488" y="0"/>
                    <a:pt x="763" y="1375"/>
                  </a:cubicBezTo>
                  <a:cubicBezTo>
                    <a:pt x="51" y="2725"/>
                    <a:pt x="1225" y="4174"/>
                    <a:pt x="2675" y="3999"/>
                  </a:cubicBezTo>
                  <a:cubicBezTo>
                    <a:pt x="2737" y="3999"/>
                    <a:pt x="2737" y="3874"/>
                    <a:pt x="2675" y="38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0" name="Google Shape;1550;p59"/>
            <p:cNvSpPr/>
            <p:nvPr/>
          </p:nvSpPr>
          <p:spPr>
            <a:xfrm>
              <a:off x="3903400" y="4301950"/>
              <a:ext cx="263400" cy="146850"/>
            </a:xfrm>
            <a:custGeom>
              <a:rect b="b" l="l" r="r" t="t"/>
              <a:pathLst>
                <a:path extrusionOk="0" h="5874" w="10536">
                  <a:moveTo>
                    <a:pt x="26" y="75"/>
                  </a:moveTo>
                  <a:cubicBezTo>
                    <a:pt x="1338" y="1950"/>
                    <a:pt x="2537" y="4361"/>
                    <a:pt x="4862" y="5136"/>
                  </a:cubicBezTo>
                  <a:cubicBezTo>
                    <a:pt x="6586" y="5724"/>
                    <a:pt x="9073" y="5873"/>
                    <a:pt x="10510" y="4611"/>
                  </a:cubicBezTo>
                  <a:cubicBezTo>
                    <a:pt x="10535" y="4586"/>
                    <a:pt x="10510" y="4536"/>
                    <a:pt x="10473" y="4561"/>
                  </a:cubicBezTo>
                  <a:cubicBezTo>
                    <a:pt x="8848" y="5761"/>
                    <a:pt x="6074" y="5586"/>
                    <a:pt x="4324" y="4736"/>
                  </a:cubicBezTo>
                  <a:cubicBezTo>
                    <a:pt x="2412" y="3812"/>
                    <a:pt x="1300" y="1700"/>
                    <a:pt x="88" y="38"/>
                  </a:cubicBezTo>
                  <a:cubicBezTo>
                    <a:pt x="63" y="0"/>
                    <a:pt x="1" y="38"/>
                    <a:pt x="26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1" name="Google Shape;1551;p59"/>
            <p:cNvSpPr/>
            <p:nvPr/>
          </p:nvSpPr>
          <p:spPr>
            <a:xfrm>
              <a:off x="4099600" y="4324125"/>
              <a:ext cx="100300" cy="85000"/>
            </a:xfrm>
            <a:custGeom>
              <a:rect b="b" l="l" r="r" t="t"/>
              <a:pathLst>
                <a:path extrusionOk="0" h="3400" w="4012">
                  <a:moveTo>
                    <a:pt x="2925" y="3362"/>
                  </a:moveTo>
                  <a:cubicBezTo>
                    <a:pt x="3425" y="2500"/>
                    <a:pt x="3612" y="1312"/>
                    <a:pt x="2787" y="575"/>
                  </a:cubicBezTo>
                  <a:cubicBezTo>
                    <a:pt x="2312" y="150"/>
                    <a:pt x="1175" y="0"/>
                    <a:pt x="625" y="413"/>
                  </a:cubicBezTo>
                  <a:cubicBezTo>
                    <a:pt x="0" y="900"/>
                    <a:pt x="88" y="2050"/>
                    <a:pt x="813" y="2375"/>
                  </a:cubicBezTo>
                  <a:cubicBezTo>
                    <a:pt x="1263" y="2575"/>
                    <a:pt x="1775" y="2550"/>
                    <a:pt x="2187" y="2300"/>
                  </a:cubicBezTo>
                  <a:cubicBezTo>
                    <a:pt x="2837" y="1937"/>
                    <a:pt x="3237" y="975"/>
                    <a:pt x="3987" y="863"/>
                  </a:cubicBezTo>
                  <a:cubicBezTo>
                    <a:pt x="4012" y="863"/>
                    <a:pt x="3999" y="825"/>
                    <a:pt x="3987" y="825"/>
                  </a:cubicBezTo>
                  <a:cubicBezTo>
                    <a:pt x="3575" y="838"/>
                    <a:pt x="3337" y="1100"/>
                    <a:pt x="3062" y="1387"/>
                  </a:cubicBezTo>
                  <a:cubicBezTo>
                    <a:pt x="2787" y="1675"/>
                    <a:pt x="2500" y="2050"/>
                    <a:pt x="2137" y="2200"/>
                  </a:cubicBezTo>
                  <a:cubicBezTo>
                    <a:pt x="1275" y="2575"/>
                    <a:pt x="288" y="2325"/>
                    <a:pt x="425" y="1200"/>
                  </a:cubicBezTo>
                  <a:cubicBezTo>
                    <a:pt x="350" y="850"/>
                    <a:pt x="488" y="638"/>
                    <a:pt x="838" y="550"/>
                  </a:cubicBezTo>
                  <a:cubicBezTo>
                    <a:pt x="913" y="425"/>
                    <a:pt x="1050" y="338"/>
                    <a:pt x="1213" y="338"/>
                  </a:cubicBezTo>
                  <a:cubicBezTo>
                    <a:pt x="1275" y="338"/>
                    <a:pt x="1325" y="338"/>
                    <a:pt x="1388" y="338"/>
                  </a:cubicBezTo>
                  <a:cubicBezTo>
                    <a:pt x="1650" y="313"/>
                    <a:pt x="1900" y="325"/>
                    <a:pt x="2150" y="375"/>
                  </a:cubicBezTo>
                  <a:cubicBezTo>
                    <a:pt x="3525" y="713"/>
                    <a:pt x="3387" y="2375"/>
                    <a:pt x="2850" y="3312"/>
                  </a:cubicBezTo>
                  <a:cubicBezTo>
                    <a:pt x="2825" y="3362"/>
                    <a:pt x="2900" y="3399"/>
                    <a:pt x="2925" y="33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2" name="Google Shape;1552;p59"/>
            <p:cNvSpPr/>
            <p:nvPr/>
          </p:nvSpPr>
          <p:spPr>
            <a:xfrm>
              <a:off x="4206450" y="4341000"/>
              <a:ext cx="55325" cy="13450"/>
            </a:xfrm>
            <a:custGeom>
              <a:rect b="b" l="l" r="r" t="t"/>
              <a:pathLst>
                <a:path extrusionOk="0" h="538" w="2213">
                  <a:moveTo>
                    <a:pt x="50" y="150"/>
                  </a:moveTo>
                  <a:cubicBezTo>
                    <a:pt x="838" y="75"/>
                    <a:pt x="1437" y="300"/>
                    <a:pt x="2162" y="525"/>
                  </a:cubicBezTo>
                  <a:cubicBezTo>
                    <a:pt x="2200" y="537"/>
                    <a:pt x="2212" y="488"/>
                    <a:pt x="2187" y="475"/>
                  </a:cubicBezTo>
                  <a:cubicBezTo>
                    <a:pt x="1600" y="50"/>
                    <a:pt x="750" y="0"/>
                    <a:pt x="50" y="75"/>
                  </a:cubicBezTo>
                  <a:cubicBezTo>
                    <a:pt x="0" y="75"/>
                    <a:pt x="0" y="150"/>
                    <a:pt x="50" y="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3" name="Google Shape;1553;p59"/>
            <p:cNvSpPr/>
            <p:nvPr/>
          </p:nvSpPr>
          <p:spPr>
            <a:xfrm>
              <a:off x="3933700" y="4288500"/>
              <a:ext cx="82500" cy="96575"/>
            </a:xfrm>
            <a:custGeom>
              <a:rect b="b" l="l" r="r" t="t"/>
              <a:pathLst>
                <a:path extrusionOk="0" h="3863" w="3300">
                  <a:moveTo>
                    <a:pt x="1100" y="3787"/>
                  </a:moveTo>
                  <a:cubicBezTo>
                    <a:pt x="576" y="3125"/>
                    <a:pt x="113" y="2300"/>
                    <a:pt x="363" y="1413"/>
                  </a:cubicBezTo>
                  <a:cubicBezTo>
                    <a:pt x="501" y="950"/>
                    <a:pt x="813" y="563"/>
                    <a:pt x="1250" y="363"/>
                  </a:cubicBezTo>
                  <a:cubicBezTo>
                    <a:pt x="1525" y="201"/>
                    <a:pt x="1838" y="126"/>
                    <a:pt x="2163" y="126"/>
                  </a:cubicBezTo>
                  <a:cubicBezTo>
                    <a:pt x="2887" y="138"/>
                    <a:pt x="3037" y="563"/>
                    <a:pt x="2613" y="1388"/>
                  </a:cubicBezTo>
                  <a:cubicBezTo>
                    <a:pt x="2588" y="1350"/>
                    <a:pt x="2513" y="1388"/>
                    <a:pt x="2550" y="1438"/>
                  </a:cubicBezTo>
                  <a:cubicBezTo>
                    <a:pt x="2837" y="1800"/>
                    <a:pt x="3175" y="1388"/>
                    <a:pt x="3212" y="1050"/>
                  </a:cubicBezTo>
                  <a:cubicBezTo>
                    <a:pt x="3300" y="376"/>
                    <a:pt x="2625" y="1"/>
                    <a:pt x="2038" y="26"/>
                  </a:cubicBezTo>
                  <a:cubicBezTo>
                    <a:pt x="1250" y="51"/>
                    <a:pt x="463" y="601"/>
                    <a:pt x="251" y="1388"/>
                  </a:cubicBezTo>
                  <a:cubicBezTo>
                    <a:pt x="1" y="2300"/>
                    <a:pt x="476" y="3162"/>
                    <a:pt x="1063" y="3837"/>
                  </a:cubicBezTo>
                  <a:cubicBezTo>
                    <a:pt x="1088" y="3862"/>
                    <a:pt x="1125" y="3825"/>
                    <a:pt x="1100" y="37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4" name="Google Shape;1554;p59"/>
            <p:cNvSpPr/>
            <p:nvPr/>
          </p:nvSpPr>
          <p:spPr>
            <a:xfrm>
              <a:off x="3920575" y="4246025"/>
              <a:ext cx="22850" cy="110925"/>
            </a:xfrm>
            <a:custGeom>
              <a:rect b="b" l="l" r="r" t="t"/>
              <a:pathLst>
                <a:path extrusionOk="0" h="4437" w="914">
                  <a:moveTo>
                    <a:pt x="876" y="4324"/>
                  </a:moveTo>
                  <a:cubicBezTo>
                    <a:pt x="26" y="3324"/>
                    <a:pt x="1" y="1187"/>
                    <a:pt x="588" y="63"/>
                  </a:cubicBezTo>
                  <a:cubicBezTo>
                    <a:pt x="588" y="25"/>
                    <a:pt x="551" y="0"/>
                    <a:pt x="526" y="25"/>
                  </a:cubicBezTo>
                  <a:cubicBezTo>
                    <a:pt x="1" y="712"/>
                    <a:pt x="88" y="1712"/>
                    <a:pt x="176" y="2512"/>
                  </a:cubicBezTo>
                  <a:cubicBezTo>
                    <a:pt x="251" y="3187"/>
                    <a:pt x="363" y="3862"/>
                    <a:pt x="826" y="4386"/>
                  </a:cubicBezTo>
                  <a:cubicBezTo>
                    <a:pt x="851" y="4436"/>
                    <a:pt x="913" y="4374"/>
                    <a:pt x="876" y="43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5" name="Google Shape;1555;p59"/>
            <p:cNvSpPr/>
            <p:nvPr/>
          </p:nvSpPr>
          <p:spPr>
            <a:xfrm>
              <a:off x="3930900" y="4234450"/>
              <a:ext cx="12200" cy="12225"/>
            </a:xfrm>
            <a:custGeom>
              <a:rect b="b" l="l" r="r" t="t"/>
              <a:pathLst>
                <a:path extrusionOk="0" h="489" w="488">
                  <a:moveTo>
                    <a:pt x="138" y="451"/>
                  </a:moveTo>
                  <a:cubicBezTo>
                    <a:pt x="225" y="488"/>
                    <a:pt x="325" y="476"/>
                    <a:pt x="400" y="401"/>
                  </a:cubicBezTo>
                  <a:cubicBezTo>
                    <a:pt x="463" y="338"/>
                    <a:pt x="488" y="251"/>
                    <a:pt x="463" y="163"/>
                  </a:cubicBezTo>
                  <a:cubicBezTo>
                    <a:pt x="463" y="126"/>
                    <a:pt x="450" y="101"/>
                    <a:pt x="425" y="76"/>
                  </a:cubicBezTo>
                  <a:cubicBezTo>
                    <a:pt x="400" y="51"/>
                    <a:pt x="363" y="26"/>
                    <a:pt x="325" y="26"/>
                  </a:cubicBezTo>
                  <a:cubicBezTo>
                    <a:pt x="200" y="1"/>
                    <a:pt x="75" y="76"/>
                    <a:pt x="25" y="188"/>
                  </a:cubicBezTo>
                  <a:cubicBezTo>
                    <a:pt x="0" y="313"/>
                    <a:pt x="113" y="438"/>
                    <a:pt x="238" y="4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6" name="Google Shape;1556;p59"/>
            <p:cNvSpPr/>
            <p:nvPr/>
          </p:nvSpPr>
          <p:spPr>
            <a:xfrm>
              <a:off x="3926825" y="4232575"/>
              <a:ext cx="18475" cy="15975"/>
            </a:xfrm>
            <a:custGeom>
              <a:rect b="b" l="l" r="r" t="t"/>
              <a:pathLst>
                <a:path extrusionOk="0" h="639" w="739">
                  <a:moveTo>
                    <a:pt x="276" y="588"/>
                  </a:moveTo>
                  <a:cubicBezTo>
                    <a:pt x="451" y="638"/>
                    <a:pt x="626" y="551"/>
                    <a:pt x="676" y="376"/>
                  </a:cubicBezTo>
                  <a:cubicBezTo>
                    <a:pt x="738" y="238"/>
                    <a:pt x="651" y="76"/>
                    <a:pt x="488" y="51"/>
                  </a:cubicBezTo>
                  <a:cubicBezTo>
                    <a:pt x="88" y="1"/>
                    <a:pt x="1" y="563"/>
                    <a:pt x="401" y="563"/>
                  </a:cubicBezTo>
                  <a:cubicBezTo>
                    <a:pt x="451" y="563"/>
                    <a:pt x="463" y="488"/>
                    <a:pt x="413" y="476"/>
                  </a:cubicBezTo>
                  <a:cubicBezTo>
                    <a:pt x="301" y="151"/>
                    <a:pt x="313" y="76"/>
                    <a:pt x="476" y="263"/>
                  </a:cubicBezTo>
                  <a:cubicBezTo>
                    <a:pt x="651" y="363"/>
                    <a:pt x="588" y="438"/>
                    <a:pt x="313" y="463"/>
                  </a:cubicBezTo>
                  <a:cubicBezTo>
                    <a:pt x="238" y="438"/>
                    <a:pt x="201" y="563"/>
                    <a:pt x="276" y="5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7" name="Google Shape;1557;p59"/>
            <p:cNvSpPr/>
            <p:nvPr/>
          </p:nvSpPr>
          <p:spPr>
            <a:xfrm>
              <a:off x="4169275" y="4411600"/>
              <a:ext cx="2825" cy="3150"/>
            </a:xfrm>
            <a:custGeom>
              <a:rect b="b" l="l" r="r" t="t"/>
              <a:pathLst>
                <a:path extrusionOk="0" h="126" w="113">
                  <a:moveTo>
                    <a:pt x="88" y="63"/>
                  </a:moveTo>
                  <a:cubicBezTo>
                    <a:pt x="88" y="50"/>
                    <a:pt x="88" y="38"/>
                    <a:pt x="88" y="25"/>
                  </a:cubicBezTo>
                  <a:cubicBezTo>
                    <a:pt x="75" y="0"/>
                    <a:pt x="38" y="0"/>
                    <a:pt x="25" y="25"/>
                  </a:cubicBezTo>
                  <a:lnTo>
                    <a:pt x="13" y="63"/>
                  </a:lnTo>
                  <a:cubicBezTo>
                    <a:pt x="0" y="125"/>
                    <a:pt x="113" y="125"/>
                    <a:pt x="88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8" name="Google Shape;1558;p59"/>
            <p:cNvSpPr/>
            <p:nvPr/>
          </p:nvSpPr>
          <p:spPr>
            <a:xfrm>
              <a:off x="4259250" y="4353500"/>
              <a:ext cx="41875" cy="17825"/>
            </a:xfrm>
            <a:custGeom>
              <a:rect b="b" l="l" r="r" t="t"/>
              <a:pathLst>
                <a:path extrusionOk="0" h="713" w="1675">
                  <a:moveTo>
                    <a:pt x="25" y="100"/>
                  </a:moveTo>
                  <a:cubicBezTo>
                    <a:pt x="213" y="625"/>
                    <a:pt x="1175" y="712"/>
                    <a:pt x="1625" y="562"/>
                  </a:cubicBezTo>
                  <a:cubicBezTo>
                    <a:pt x="1675" y="550"/>
                    <a:pt x="1675" y="462"/>
                    <a:pt x="1612" y="462"/>
                  </a:cubicBezTo>
                  <a:cubicBezTo>
                    <a:pt x="1375" y="512"/>
                    <a:pt x="1125" y="512"/>
                    <a:pt x="875" y="475"/>
                  </a:cubicBezTo>
                  <a:cubicBezTo>
                    <a:pt x="650" y="425"/>
                    <a:pt x="225" y="325"/>
                    <a:pt x="125" y="62"/>
                  </a:cubicBezTo>
                  <a:cubicBezTo>
                    <a:pt x="100" y="0"/>
                    <a:pt x="0" y="25"/>
                    <a:pt x="25" y="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9" name="Google Shape;1559;p59"/>
            <p:cNvSpPr/>
            <p:nvPr/>
          </p:nvSpPr>
          <p:spPr>
            <a:xfrm>
              <a:off x="4259250" y="4349125"/>
              <a:ext cx="42200" cy="19700"/>
            </a:xfrm>
            <a:custGeom>
              <a:rect b="b" l="l" r="r" t="t"/>
              <a:pathLst>
                <a:path extrusionOk="0" h="788" w="1688">
                  <a:moveTo>
                    <a:pt x="1650" y="675"/>
                  </a:moveTo>
                  <a:cubicBezTo>
                    <a:pt x="1287" y="312"/>
                    <a:pt x="575" y="0"/>
                    <a:pt x="63" y="138"/>
                  </a:cubicBezTo>
                  <a:cubicBezTo>
                    <a:pt x="0" y="163"/>
                    <a:pt x="25" y="237"/>
                    <a:pt x="88" y="237"/>
                  </a:cubicBezTo>
                  <a:cubicBezTo>
                    <a:pt x="638" y="175"/>
                    <a:pt x="1175" y="362"/>
                    <a:pt x="1587" y="737"/>
                  </a:cubicBezTo>
                  <a:cubicBezTo>
                    <a:pt x="1625" y="787"/>
                    <a:pt x="1687" y="712"/>
                    <a:pt x="1650" y="6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0" name="Google Shape;1560;p59"/>
            <p:cNvSpPr/>
            <p:nvPr/>
          </p:nvSpPr>
          <p:spPr>
            <a:xfrm>
              <a:off x="4198950" y="4314750"/>
              <a:ext cx="33150" cy="30025"/>
            </a:xfrm>
            <a:custGeom>
              <a:rect b="b" l="l" r="r" t="t"/>
              <a:pathLst>
                <a:path extrusionOk="0" h="1201" w="1326">
                  <a:moveTo>
                    <a:pt x="50" y="1188"/>
                  </a:moveTo>
                  <a:cubicBezTo>
                    <a:pt x="400" y="1200"/>
                    <a:pt x="663" y="1025"/>
                    <a:pt x="925" y="825"/>
                  </a:cubicBezTo>
                  <a:cubicBezTo>
                    <a:pt x="1175" y="638"/>
                    <a:pt x="1325" y="363"/>
                    <a:pt x="1325" y="50"/>
                  </a:cubicBezTo>
                  <a:cubicBezTo>
                    <a:pt x="1325" y="13"/>
                    <a:pt x="1263" y="0"/>
                    <a:pt x="1250" y="38"/>
                  </a:cubicBezTo>
                  <a:cubicBezTo>
                    <a:pt x="1238" y="325"/>
                    <a:pt x="1088" y="588"/>
                    <a:pt x="863" y="763"/>
                  </a:cubicBezTo>
                  <a:cubicBezTo>
                    <a:pt x="625" y="950"/>
                    <a:pt x="375" y="1125"/>
                    <a:pt x="50" y="1113"/>
                  </a:cubicBezTo>
                  <a:cubicBezTo>
                    <a:pt x="0" y="1113"/>
                    <a:pt x="0" y="1188"/>
                    <a:pt x="50" y="1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1" name="Google Shape;1561;p59"/>
            <p:cNvSpPr/>
            <p:nvPr/>
          </p:nvSpPr>
          <p:spPr>
            <a:xfrm>
              <a:off x="4199575" y="4315050"/>
              <a:ext cx="33150" cy="29100"/>
            </a:xfrm>
            <a:custGeom>
              <a:rect b="b" l="l" r="r" t="t"/>
              <a:pathLst>
                <a:path extrusionOk="0" h="1164" w="1326">
                  <a:moveTo>
                    <a:pt x="1250" y="1"/>
                  </a:moveTo>
                  <a:cubicBezTo>
                    <a:pt x="700" y="88"/>
                    <a:pt x="113" y="488"/>
                    <a:pt x="0" y="1076"/>
                  </a:cubicBezTo>
                  <a:cubicBezTo>
                    <a:pt x="0" y="1138"/>
                    <a:pt x="75" y="1163"/>
                    <a:pt x="113" y="1113"/>
                  </a:cubicBezTo>
                  <a:cubicBezTo>
                    <a:pt x="250" y="876"/>
                    <a:pt x="300" y="651"/>
                    <a:pt x="538" y="463"/>
                  </a:cubicBezTo>
                  <a:cubicBezTo>
                    <a:pt x="763" y="288"/>
                    <a:pt x="1013" y="163"/>
                    <a:pt x="1275" y="76"/>
                  </a:cubicBezTo>
                  <a:cubicBezTo>
                    <a:pt x="1325" y="63"/>
                    <a:pt x="1300" y="1"/>
                    <a:pt x="12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2" name="Google Shape;1562;p59"/>
            <p:cNvSpPr/>
            <p:nvPr/>
          </p:nvSpPr>
          <p:spPr>
            <a:xfrm>
              <a:off x="3891225" y="4250400"/>
              <a:ext cx="38450" cy="86550"/>
            </a:xfrm>
            <a:custGeom>
              <a:rect b="b" l="l" r="r" t="t"/>
              <a:pathLst>
                <a:path extrusionOk="0" h="3462" w="1538">
                  <a:moveTo>
                    <a:pt x="1512" y="3387"/>
                  </a:moveTo>
                  <a:cubicBezTo>
                    <a:pt x="800" y="2399"/>
                    <a:pt x="325" y="1262"/>
                    <a:pt x="100" y="63"/>
                  </a:cubicBezTo>
                  <a:cubicBezTo>
                    <a:pt x="88" y="0"/>
                    <a:pt x="0" y="25"/>
                    <a:pt x="13" y="88"/>
                  </a:cubicBezTo>
                  <a:cubicBezTo>
                    <a:pt x="225" y="1300"/>
                    <a:pt x="712" y="2437"/>
                    <a:pt x="1450" y="3424"/>
                  </a:cubicBezTo>
                  <a:cubicBezTo>
                    <a:pt x="1475" y="3462"/>
                    <a:pt x="1537" y="3424"/>
                    <a:pt x="1512" y="33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3" name="Google Shape;1563;p59"/>
            <p:cNvSpPr/>
            <p:nvPr/>
          </p:nvSpPr>
          <p:spPr>
            <a:xfrm>
              <a:off x="3880900" y="4236650"/>
              <a:ext cx="17850" cy="16275"/>
            </a:xfrm>
            <a:custGeom>
              <a:rect b="b" l="l" r="r" t="t"/>
              <a:pathLst>
                <a:path extrusionOk="0" h="651" w="714">
                  <a:moveTo>
                    <a:pt x="526" y="563"/>
                  </a:moveTo>
                  <a:cubicBezTo>
                    <a:pt x="713" y="350"/>
                    <a:pt x="488" y="0"/>
                    <a:pt x="238" y="200"/>
                  </a:cubicBezTo>
                  <a:cubicBezTo>
                    <a:pt x="1" y="400"/>
                    <a:pt x="338" y="650"/>
                    <a:pt x="551" y="550"/>
                  </a:cubicBezTo>
                  <a:cubicBezTo>
                    <a:pt x="588" y="538"/>
                    <a:pt x="576" y="475"/>
                    <a:pt x="538" y="475"/>
                  </a:cubicBezTo>
                  <a:cubicBezTo>
                    <a:pt x="501" y="475"/>
                    <a:pt x="463" y="475"/>
                    <a:pt x="426" y="475"/>
                  </a:cubicBezTo>
                  <a:cubicBezTo>
                    <a:pt x="338" y="463"/>
                    <a:pt x="351" y="475"/>
                    <a:pt x="463" y="500"/>
                  </a:cubicBezTo>
                  <a:cubicBezTo>
                    <a:pt x="426" y="538"/>
                    <a:pt x="488" y="600"/>
                    <a:pt x="526" y="5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4" name="Google Shape;1564;p59"/>
            <p:cNvSpPr/>
            <p:nvPr/>
          </p:nvSpPr>
          <p:spPr>
            <a:xfrm>
              <a:off x="3936525" y="4266325"/>
              <a:ext cx="30625" cy="82200"/>
            </a:xfrm>
            <a:custGeom>
              <a:rect b="b" l="l" r="r" t="t"/>
              <a:pathLst>
                <a:path extrusionOk="0" h="3288" w="1225">
                  <a:moveTo>
                    <a:pt x="225" y="3225"/>
                  </a:moveTo>
                  <a:cubicBezTo>
                    <a:pt x="88" y="2012"/>
                    <a:pt x="413" y="1013"/>
                    <a:pt x="1200" y="75"/>
                  </a:cubicBezTo>
                  <a:cubicBezTo>
                    <a:pt x="1225" y="50"/>
                    <a:pt x="1175" y="0"/>
                    <a:pt x="1150" y="38"/>
                  </a:cubicBezTo>
                  <a:cubicBezTo>
                    <a:pt x="213" y="763"/>
                    <a:pt x="0" y="2125"/>
                    <a:pt x="125" y="3225"/>
                  </a:cubicBezTo>
                  <a:cubicBezTo>
                    <a:pt x="138" y="3287"/>
                    <a:pt x="225" y="3287"/>
                    <a:pt x="225" y="3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5" name="Google Shape;1565;p59"/>
            <p:cNvSpPr/>
            <p:nvPr/>
          </p:nvSpPr>
          <p:spPr>
            <a:xfrm>
              <a:off x="3963700" y="4258200"/>
              <a:ext cx="13450" cy="13775"/>
            </a:xfrm>
            <a:custGeom>
              <a:rect b="b" l="l" r="r" t="t"/>
              <a:pathLst>
                <a:path extrusionOk="0" h="551" w="538">
                  <a:moveTo>
                    <a:pt x="475" y="288"/>
                  </a:moveTo>
                  <a:cubicBezTo>
                    <a:pt x="538" y="38"/>
                    <a:pt x="13" y="1"/>
                    <a:pt x="25" y="263"/>
                  </a:cubicBezTo>
                  <a:cubicBezTo>
                    <a:pt x="0" y="550"/>
                    <a:pt x="425" y="525"/>
                    <a:pt x="425" y="238"/>
                  </a:cubicBezTo>
                  <a:cubicBezTo>
                    <a:pt x="425" y="200"/>
                    <a:pt x="375" y="188"/>
                    <a:pt x="363" y="225"/>
                  </a:cubicBezTo>
                  <a:cubicBezTo>
                    <a:pt x="300" y="275"/>
                    <a:pt x="313" y="300"/>
                    <a:pt x="413" y="300"/>
                  </a:cubicBezTo>
                  <a:cubicBezTo>
                    <a:pt x="413" y="338"/>
                    <a:pt x="475" y="338"/>
                    <a:pt x="475" y="3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6" name="Google Shape;1566;p59"/>
            <p:cNvSpPr/>
            <p:nvPr/>
          </p:nvSpPr>
          <p:spPr>
            <a:xfrm>
              <a:off x="4139900" y="4371600"/>
              <a:ext cx="237775" cy="60325"/>
            </a:xfrm>
            <a:custGeom>
              <a:rect b="b" l="l" r="r" t="t"/>
              <a:pathLst>
                <a:path extrusionOk="0" h="2413" w="9511">
                  <a:moveTo>
                    <a:pt x="63" y="2400"/>
                  </a:moveTo>
                  <a:cubicBezTo>
                    <a:pt x="3375" y="1151"/>
                    <a:pt x="6061" y="1"/>
                    <a:pt x="9386" y="2038"/>
                  </a:cubicBezTo>
                  <a:cubicBezTo>
                    <a:pt x="9448" y="2075"/>
                    <a:pt x="9511" y="1975"/>
                    <a:pt x="9448" y="1938"/>
                  </a:cubicBezTo>
                  <a:cubicBezTo>
                    <a:pt x="8023" y="988"/>
                    <a:pt x="6761" y="588"/>
                    <a:pt x="5049" y="751"/>
                  </a:cubicBezTo>
                  <a:cubicBezTo>
                    <a:pt x="3125" y="938"/>
                    <a:pt x="1825" y="1650"/>
                    <a:pt x="38" y="2338"/>
                  </a:cubicBezTo>
                  <a:cubicBezTo>
                    <a:pt x="1" y="2350"/>
                    <a:pt x="26" y="2413"/>
                    <a:pt x="63" y="24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7" name="Google Shape;1567;p59"/>
            <p:cNvSpPr/>
            <p:nvPr/>
          </p:nvSpPr>
          <p:spPr>
            <a:xfrm>
              <a:off x="3860600" y="4327550"/>
              <a:ext cx="31900" cy="49700"/>
            </a:xfrm>
            <a:custGeom>
              <a:rect b="b" l="l" r="r" t="t"/>
              <a:pathLst>
                <a:path extrusionOk="0" h="1988" w="1276">
                  <a:moveTo>
                    <a:pt x="63" y="1975"/>
                  </a:moveTo>
                  <a:cubicBezTo>
                    <a:pt x="625" y="1875"/>
                    <a:pt x="1163" y="1538"/>
                    <a:pt x="1225" y="926"/>
                  </a:cubicBezTo>
                  <a:cubicBezTo>
                    <a:pt x="1275" y="438"/>
                    <a:pt x="900" y="13"/>
                    <a:pt x="413" y="1"/>
                  </a:cubicBezTo>
                  <a:cubicBezTo>
                    <a:pt x="338" y="1"/>
                    <a:pt x="338" y="113"/>
                    <a:pt x="413" y="113"/>
                  </a:cubicBezTo>
                  <a:cubicBezTo>
                    <a:pt x="988" y="138"/>
                    <a:pt x="1263" y="713"/>
                    <a:pt x="1038" y="1213"/>
                  </a:cubicBezTo>
                  <a:cubicBezTo>
                    <a:pt x="850" y="1613"/>
                    <a:pt x="463" y="1825"/>
                    <a:pt x="38" y="1913"/>
                  </a:cubicBezTo>
                  <a:cubicBezTo>
                    <a:pt x="0" y="1925"/>
                    <a:pt x="25" y="1988"/>
                    <a:pt x="63" y="19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8" name="Google Shape;1568;p59"/>
            <p:cNvSpPr/>
            <p:nvPr/>
          </p:nvSpPr>
          <p:spPr>
            <a:xfrm>
              <a:off x="4075225" y="4370975"/>
              <a:ext cx="62825" cy="31575"/>
            </a:xfrm>
            <a:custGeom>
              <a:rect b="b" l="l" r="r" t="t"/>
              <a:pathLst>
                <a:path extrusionOk="0" h="1263" w="2513">
                  <a:moveTo>
                    <a:pt x="2450" y="526"/>
                  </a:moveTo>
                  <a:cubicBezTo>
                    <a:pt x="1825" y="551"/>
                    <a:pt x="1338" y="1"/>
                    <a:pt x="701" y="213"/>
                  </a:cubicBezTo>
                  <a:cubicBezTo>
                    <a:pt x="276" y="363"/>
                    <a:pt x="1" y="763"/>
                    <a:pt x="26" y="1213"/>
                  </a:cubicBezTo>
                  <a:cubicBezTo>
                    <a:pt x="26" y="1250"/>
                    <a:pt x="88" y="1263"/>
                    <a:pt x="88" y="1213"/>
                  </a:cubicBezTo>
                  <a:cubicBezTo>
                    <a:pt x="201" y="426"/>
                    <a:pt x="888" y="126"/>
                    <a:pt x="1588" y="413"/>
                  </a:cubicBezTo>
                  <a:cubicBezTo>
                    <a:pt x="1850" y="551"/>
                    <a:pt x="2150" y="626"/>
                    <a:pt x="2450" y="613"/>
                  </a:cubicBezTo>
                  <a:cubicBezTo>
                    <a:pt x="2513" y="613"/>
                    <a:pt x="2513" y="526"/>
                    <a:pt x="2450" y="5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9" name="Google Shape;1569;p59"/>
            <p:cNvSpPr/>
            <p:nvPr/>
          </p:nvSpPr>
          <p:spPr>
            <a:xfrm>
              <a:off x="4073975" y="4396300"/>
              <a:ext cx="30950" cy="21575"/>
            </a:xfrm>
            <a:custGeom>
              <a:rect b="b" l="l" r="r" t="t"/>
              <a:pathLst>
                <a:path extrusionOk="0" h="863" w="1238">
                  <a:moveTo>
                    <a:pt x="113" y="50"/>
                  </a:moveTo>
                  <a:cubicBezTo>
                    <a:pt x="1" y="337"/>
                    <a:pt x="176" y="587"/>
                    <a:pt x="451" y="700"/>
                  </a:cubicBezTo>
                  <a:cubicBezTo>
                    <a:pt x="676" y="787"/>
                    <a:pt x="1075" y="862"/>
                    <a:pt x="1225" y="612"/>
                  </a:cubicBezTo>
                  <a:cubicBezTo>
                    <a:pt x="1238" y="587"/>
                    <a:pt x="1200" y="550"/>
                    <a:pt x="1175" y="575"/>
                  </a:cubicBezTo>
                  <a:cubicBezTo>
                    <a:pt x="851" y="825"/>
                    <a:pt x="1" y="587"/>
                    <a:pt x="188" y="63"/>
                  </a:cubicBezTo>
                  <a:cubicBezTo>
                    <a:pt x="201" y="25"/>
                    <a:pt x="138" y="0"/>
                    <a:pt x="113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0" name="Google Shape;1570;p59"/>
            <p:cNvSpPr/>
            <p:nvPr/>
          </p:nvSpPr>
          <p:spPr>
            <a:xfrm>
              <a:off x="3834050" y="4258825"/>
              <a:ext cx="81250" cy="56250"/>
            </a:xfrm>
            <a:custGeom>
              <a:rect b="b" l="l" r="r" t="t"/>
              <a:pathLst>
                <a:path extrusionOk="0" h="2250" w="3250">
                  <a:moveTo>
                    <a:pt x="3224" y="2162"/>
                  </a:moveTo>
                  <a:cubicBezTo>
                    <a:pt x="2437" y="1200"/>
                    <a:pt x="1462" y="0"/>
                    <a:pt x="63" y="288"/>
                  </a:cubicBezTo>
                  <a:cubicBezTo>
                    <a:pt x="0" y="300"/>
                    <a:pt x="25" y="375"/>
                    <a:pt x="88" y="375"/>
                  </a:cubicBezTo>
                  <a:cubicBezTo>
                    <a:pt x="1475" y="188"/>
                    <a:pt x="2362" y="1263"/>
                    <a:pt x="3162" y="2200"/>
                  </a:cubicBezTo>
                  <a:cubicBezTo>
                    <a:pt x="3199" y="2250"/>
                    <a:pt x="3249" y="2187"/>
                    <a:pt x="3224" y="2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1" name="Google Shape;1571;p59"/>
            <p:cNvSpPr/>
            <p:nvPr/>
          </p:nvSpPr>
          <p:spPr>
            <a:xfrm>
              <a:off x="4063350" y="4351000"/>
              <a:ext cx="31275" cy="15325"/>
            </a:xfrm>
            <a:custGeom>
              <a:rect b="b" l="l" r="r" t="t"/>
              <a:pathLst>
                <a:path extrusionOk="0" h="613" w="1251">
                  <a:moveTo>
                    <a:pt x="1188" y="500"/>
                  </a:moveTo>
                  <a:cubicBezTo>
                    <a:pt x="776" y="487"/>
                    <a:pt x="401" y="312"/>
                    <a:pt x="113" y="38"/>
                  </a:cubicBezTo>
                  <a:cubicBezTo>
                    <a:pt x="63" y="0"/>
                    <a:pt x="1" y="38"/>
                    <a:pt x="38" y="88"/>
                  </a:cubicBezTo>
                  <a:cubicBezTo>
                    <a:pt x="163" y="250"/>
                    <a:pt x="338" y="375"/>
                    <a:pt x="538" y="450"/>
                  </a:cubicBezTo>
                  <a:cubicBezTo>
                    <a:pt x="738" y="562"/>
                    <a:pt x="963" y="612"/>
                    <a:pt x="1188" y="587"/>
                  </a:cubicBezTo>
                  <a:cubicBezTo>
                    <a:pt x="1238" y="587"/>
                    <a:pt x="1251" y="500"/>
                    <a:pt x="1188" y="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2" name="Google Shape;1572;p59"/>
            <p:cNvSpPr/>
            <p:nvPr/>
          </p:nvSpPr>
          <p:spPr>
            <a:xfrm>
              <a:off x="4063350" y="4344750"/>
              <a:ext cx="34075" cy="21875"/>
            </a:xfrm>
            <a:custGeom>
              <a:rect b="b" l="l" r="r" t="t"/>
              <a:pathLst>
                <a:path extrusionOk="0" h="875" w="1363">
                  <a:moveTo>
                    <a:pt x="101" y="325"/>
                  </a:moveTo>
                  <a:cubicBezTo>
                    <a:pt x="538" y="125"/>
                    <a:pt x="1051" y="412"/>
                    <a:pt x="1251" y="825"/>
                  </a:cubicBezTo>
                  <a:cubicBezTo>
                    <a:pt x="1276" y="875"/>
                    <a:pt x="1363" y="837"/>
                    <a:pt x="1350" y="787"/>
                  </a:cubicBezTo>
                  <a:cubicBezTo>
                    <a:pt x="1138" y="300"/>
                    <a:pt x="538" y="0"/>
                    <a:pt x="51" y="250"/>
                  </a:cubicBezTo>
                  <a:cubicBezTo>
                    <a:pt x="1" y="275"/>
                    <a:pt x="51" y="350"/>
                    <a:pt x="101" y="3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3" name="Google Shape;1573;p59"/>
            <p:cNvSpPr/>
            <p:nvPr/>
          </p:nvSpPr>
          <p:spPr>
            <a:xfrm>
              <a:off x="4299550" y="4347550"/>
              <a:ext cx="132475" cy="60000"/>
            </a:xfrm>
            <a:custGeom>
              <a:rect b="b" l="l" r="r" t="t"/>
              <a:pathLst>
                <a:path extrusionOk="0" h="2400" w="5299">
                  <a:moveTo>
                    <a:pt x="50" y="1825"/>
                  </a:moveTo>
                  <a:cubicBezTo>
                    <a:pt x="1650" y="2138"/>
                    <a:pt x="5074" y="2400"/>
                    <a:pt x="5299" y="51"/>
                  </a:cubicBezTo>
                  <a:cubicBezTo>
                    <a:pt x="5299" y="1"/>
                    <a:pt x="5224" y="13"/>
                    <a:pt x="5224" y="51"/>
                  </a:cubicBezTo>
                  <a:cubicBezTo>
                    <a:pt x="4924" y="2337"/>
                    <a:pt x="1612" y="2038"/>
                    <a:pt x="63" y="1750"/>
                  </a:cubicBezTo>
                  <a:cubicBezTo>
                    <a:pt x="25" y="1738"/>
                    <a:pt x="0" y="1813"/>
                    <a:pt x="50" y="18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4" name="Google Shape;1574;p59"/>
            <p:cNvSpPr/>
            <p:nvPr/>
          </p:nvSpPr>
          <p:spPr>
            <a:xfrm>
              <a:off x="4363900" y="4310050"/>
              <a:ext cx="61575" cy="65325"/>
            </a:xfrm>
            <a:custGeom>
              <a:rect b="b" l="l" r="r" t="t"/>
              <a:pathLst>
                <a:path extrusionOk="0" h="2613" w="2463">
                  <a:moveTo>
                    <a:pt x="1500" y="2588"/>
                  </a:moveTo>
                  <a:cubicBezTo>
                    <a:pt x="2175" y="2263"/>
                    <a:pt x="2463" y="1426"/>
                    <a:pt x="2013" y="788"/>
                  </a:cubicBezTo>
                  <a:cubicBezTo>
                    <a:pt x="1600" y="201"/>
                    <a:pt x="538" y="1"/>
                    <a:pt x="38" y="588"/>
                  </a:cubicBezTo>
                  <a:cubicBezTo>
                    <a:pt x="1" y="638"/>
                    <a:pt x="63" y="713"/>
                    <a:pt x="113" y="663"/>
                  </a:cubicBezTo>
                  <a:cubicBezTo>
                    <a:pt x="588" y="138"/>
                    <a:pt x="1550" y="301"/>
                    <a:pt x="1925" y="851"/>
                  </a:cubicBezTo>
                  <a:cubicBezTo>
                    <a:pt x="2338" y="1438"/>
                    <a:pt x="2113" y="2238"/>
                    <a:pt x="1463" y="2538"/>
                  </a:cubicBezTo>
                  <a:cubicBezTo>
                    <a:pt x="1425" y="2550"/>
                    <a:pt x="1463" y="2613"/>
                    <a:pt x="1488" y="25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5" name="Google Shape;1575;p59"/>
            <p:cNvSpPr/>
            <p:nvPr/>
          </p:nvSpPr>
          <p:spPr>
            <a:xfrm>
              <a:off x="4353900" y="4321000"/>
              <a:ext cx="35950" cy="46575"/>
            </a:xfrm>
            <a:custGeom>
              <a:rect b="b" l="l" r="r" t="t"/>
              <a:pathLst>
                <a:path extrusionOk="0" h="1863" w="1438">
                  <a:moveTo>
                    <a:pt x="688" y="13"/>
                  </a:moveTo>
                  <a:cubicBezTo>
                    <a:pt x="226" y="188"/>
                    <a:pt x="1" y="725"/>
                    <a:pt x="201" y="1188"/>
                  </a:cubicBezTo>
                  <a:cubicBezTo>
                    <a:pt x="401" y="1650"/>
                    <a:pt x="938" y="1862"/>
                    <a:pt x="1388" y="1662"/>
                  </a:cubicBezTo>
                  <a:cubicBezTo>
                    <a:pt x="1438" y="1637"/>
                    <a:pt x="1400" y="1562"/>
                    <a:pt x="1363" y="1575"/>
                  </a:cubicBezTo>
                  <a:cubicBezTo>
                    <a:pt x="938" y="1700"/>
                    <a:pt x="476" y="1575"/>
                    <a:pt x="301" y="1150"/>
                  </a:cubicBezTo>
                  <a:cubicBezTo>
                    <a:pt x="138" y="725"/>
                    <a:pt x="326" y="263"/>
                    <a:pt x="726" y="75"/>
                  </a:cubicBezTo>
                  <a:cubicBezTo>
                    <a:pt x="763" y="50"/>
                    <a:pt x="726" y="0"/>
                    <a:pt x="688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6" name="Google Shape;1576;p59"/>
            <p:cNvSpPr/>
            <p:nvPr/>
          </p:nvSpPr>
          <p:spPr>
            <a:xfrm>
              <a:off x="4384200" y="4332875"/>
              <a:ext cx="17225" cy="30950"/>
            </a:xfrm>
            <a:custGeom>
              <a:rect b="b" l="l" r="r" t="t"/>
              <a:pathLst>
                <a:path extrusionOk="0" h="1238" w="689">
                  <a:moveTo>
                    <a:pt x="51" y="1200"/>
                  </a:moveTo>
                  <a:cubicBezTo>
                    <a:pt x="388" y="1237"/>
                    <a:pt x="626" y="862"/>
                    <a:pt x="626" y="550"/>
                  </a:cubicBezTo>
                  <a:cubicBezTo>
                    <a:pt x="613" y="238"/>
                    <a:pt x="351" y="0"/>
                    <a:pt x="63" y="113"/>
                  </a:cubicBezTo>
                  <a:cubicBezTo>
                    <a:pt x="1" y="138"/>
                    <a:pt x="26" y="225"/>
                    <a:pt x="76" y="200"/>
                  </a:cubicBezTo>
                  <a:cubicBezTo>
                    <a:pt x="688" y="13"/>
                    <a:pt x="638" y="1162"/>
                    <a:pt x="51" y="1125"/>
                  </a:cubicBezTo>
                  <a:cubicBezTo>
                    <a:pt x="1" y="1125"/>
                    <a:pt x="1" y="1200"/>
                    <a:pt x="51" y="12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7" name="Google Shape;1577;p59"/>
            <p:cNvSpPr/>
            <p:nvPr/>
          </p:nvSpPr>
          <p:spPr>
            <a:xfrm>
              <a:off x="4100225" y="4302575"/>
              <a:ext cx="55325" cy="71550"/>
            </a:xfrm>
            <a:custGeom>
              <a:rect b="b" l="l" r="r" t="t"/>
              <a:pathLst>
                <a:path extrusionOk="0" h="2862" w="2213">
                  <a:moveTo>
                    <a:pt x="463" y="2787"/>
                  </a:moveTo>
                  <a:cubicBezTo>
                    <a:pt x="113" y="1462"/>
                    <a:pt x="925" y="387"/>
                    <a:pt x="2175" y="63"/>
                  </a:cubicBezTo>
                  <a:cubicBezTo>
                    <a:pt x="2212" y="50"/>
                    <a:pt x="2200" y="0"/>
                    <a:pt x="2175" y="0"/>
                  </a:cubicBezTo>
                  <a:cubicBezTo>
                    <a:pt x="788" y="100"/>
                    <a:pt x="0" y="1537"/>
                    <a:pt x="388" y="2812"/>
                  </a:cubicBezTo>
                  <a:cubicBezTo>
                    <a:pt x="400" y="2862"/>
                    <a:pt x="488" y="2849"/>
                    <a:pt x="463" y="27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8" name="Google Shape;1578;p59"/>
            <p:cNvSpPr/>
            <p:nvPr/>
          </p:nvSpPr>
          <p:spPr>
            <a:xfrm>
              <a:off x="3701275" y="4276950"/>
              <a:ext cx="111850" cy="104375"/>
            </a:xfrm>
            <a:custGeom>
              <a:rect b="b" l="l" r="r" t="t"/>
              <a:pathLst>
                <a:path extrusionOk="0" h="4175" w="4474">
                  <a:moveTo>
                    <a:pt x="1812" y="3999"/>
                  </a:moveTo>
                  <a:cubicBezTo>
                    <a:pt x="3249" y="4174"/>
                    <a:pt x="4424" y="2737"/>
                    <a:pt x="3712" y="1387"/>
                  </a:cubicBezTo>
                  <a:cubicBezTo>
                    <a:pt x="2987" y="0"/>
                    <a:pt x="1050" y="213"/>
                    <a:pt x="38" y="1150"/>
                  </a:cubicBezTo>
                  <a:cubicBezTo>
                    <a:pt x="0" y="1187"/>
                    <a:pt x="50" y="1237"/>
                    <a:pt x="88" y="1212"/>
                  </a:cubicBezTo>
                  <a:cubicBezTo>
                    <a:pt x="987" y="563"/>
                    <a:pt x="2450" y="113"/>
                    <a:pt x="3337" y="1050"/>
                  </a:cubicBezTo>
                  <a:cubicBezTo>
                    <a:pt x="4474" y="2275"/>
                    <a:pt x="3387" y="4087"/>
                    <a:pt x="1812" y="3899"/>
                  </a:cubicBezTo>
                  <a:cubicBezTo>
                    <a:pt x="1737" y="3887"/>
                    <a:pt x="1737" y="3999"/>
                    <a:pt x="1812" y="39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9" name="Google Shape;1579;p59"/>
            <p:cNvSpPr/>
            <p:nvPr/>
          </p:nvSpPr>
          <p:spPr>
            <a:xfrm>
              <a:off x="3442900" y="4301950"/>
              <a:ext cx="263700" cy="146525"/>
            </a:xfrm>
            <a:custGeom>
              <a:rect b="b" l="l" r="r" t="t"/>
              <a:pathLst>
                <a:path extrusionOk="0" h="5861" w="10548">
                  <a:moveTo>
                    <a:pt x="10460" y="38"/>
                  </a:moveTo>
                  <a:cubicBezTo>
                    <a:pt x="9248" y="1712"/>
                    <a:pt x="8136" y="3812"/>
                    <a:pt x="6224" y="4736"/>
                  </a:cubicBezTo>
                  <a:cubicBezTo>
                    <a:pt x="4462" y="5599"/>
                    <a:pt x="1700" y="5774"/>
                    <a:pt x="75" y="4561"/>
                  </a:cubicBezTo>
                  <a:cubicBezTo>
                    <a:pt x="38" y="4549"/>
                    <a:pt x="0" y="4599"/>
                    <a:pt x="38" y="4611"/>
                  </a:cubicBezTo>
                  <a:cubicBezTo>
                    <a:pt x="1475" y="5861"/>
                    <a:pt x="3962" y="5736"/>
                    <a:pt x="5686" y="5149"/>
                  </a:cubicBezTo>
                  <a:cubicBezTo>
                    <a:pt x="7998" y="4349"/>
                    <a:pt x="9198" y="1950"/>
                    <a:pt x="10523" y="75"/>
                  </a:cubicBezTo>
                  <a:cubicBezTo>
                    <a:pt x="10548" y="38"/>
                    <a:pt x="10485" y="0"/>
                    <a:pt x="10460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0" name="Google Shape;1580;p59"/>
            <p:cNvSpPr/>
            <p:nvPr/>
          </p:nvSpPr>
          <p:spPr>
            <a:xfrm>
              <a:off x="3410100" y="4324750"/>
              <a:ext cx="100625" cy="84375"/>
            </a:xfrm>
            <a:custGeom>
              <a:rect b="b" l="l" r="r" t="t"/>
              <a:pathLst>
                <a:path extrusionOk="0" h="3375" w="4025">
                  <a:moveTo>
                    <a:pt x="1150" y="3287"/>
                  </a:moveTo>
                  <a:cubicBezTo>
                    <a:pt x="613" y="2350"/>
                    <a:pt x="500" y="975"/>
                    <a:pt x="1650" y="425"/>
                  </a:cubicBezTo>
                  <a:cubicBezTo>
                    <a:pt x="1937" y="313"/>
                    <a:pt x="2250" y="263"/>
                    <a:pt x="2550" y="313"/>
                  </a:cubicBezTo>
                  <a:cubicBezTo>
                    <a:pt x="2625" y="325"/>
                    <a:pt x="2699" y="300"/>
                    <a:pt x="2774" y="313"/>
                  </a:cubicBezTo>
                  <a:cubicBezTo>
                    <a:pt x="3537" y="438"/>
                    <a:pt x="3512" y="638"/>
                    <a:pt x="3587" y="1175"/>
                  </a:cubicBezTo>
                  <a:cubicBezTo>
                    <a:pt x="3699" y="2075"/>
                    <a:pt x="3087" y="2412"/>
                    <a:pt x="2312" y="2262"/>
                  </a:cubicBezTo>
                  <a:cubicBezTo>
                    <a:pt x="1725" y="2150"/>
                    <a:pt x="1425" y="1862"/>
                    <a:pt x="1025" y="1450"/>
                  </a:cubicBezTo>
                  <a:cubicBezTo>
                    <a:pt x="725" y="1138"/>
                    <a:pt x="475" y="813"/>
                    <a:pt x="25" y="800"/>
                  </a:cubicBezTo>
                  <a:cubicBezTo>
                    <a:pt x="0" y="800"/>
                    <a:pt x="0" y="838"/>
                    <a:pt x="25" y="838"/>
                  </a:cubicBezTo>
                  <a:cubicBezTo>
                    <a:pt x="738" y="950"/>
                    <a:pt x="1137" y="1850"/>
                    <a:pt x="1725" y="2225"/>
                  </a:cubicBezTo>
                  <a:cubicBezTo>
                    <a:pt x="2150" y="2525"/>
                    <a:pt x="2712" y="2575"/>
                    <a:pt x="3187" y="2350"/>
                  </a:cubicBezTo>
                  <a:cubicBezTo>
                    <a:pt x="3912" y="2025"/>
                    <a:pt x="4024" y="888"/>
                    <a:pt x="3387" y="388"/>
                  </a:cubicBezTo>
                  <a:cubicBezTo>
                    <a:pt x="2874" y="0"/>
                    <a:pt x="1800" y="125"/>
                    <a:pt x="1312" y="488"/>
                  </a:cubicBezTo>
                  <a:cubicBezTo>
                    <a:pt x="388" y="1187"/>
                    <a:pt x="563" y="2450"/>
                    <a:pt x="1087" y="3337"/>
                  </a:cubicBezTo>
                  <a:cubicBezTo>
                    <a:pt x="1112" y="3374"/>
                    <a:pt x="1187" y="3337"/>
                    <a:pt x="1162" y="32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1" name="Google Shape;1581;p59"/>
            <p:cNvSpPr/>
            <p:nvPr/>
          </p:nvSpPr>
          <p:spPr>
            <a:xfrm>
              <a:off x="3347925" y="4341000"/>
              <a:ext cx="55325" cy="13450"/>
            </a:xfrm>
            <a:custGeom>
              <a:rect b="b" l="l" r="r" t="t"/>
              <a:pathLst>
                <a:path extrusionOk="0" h="538" w="2213">
                  <a:moveTo>
                    <a:pt x="2162" y="75"/>
                  </a:moveTo>
                  <a:cubicBezTo>
                    <a:pt x="1475" y="0"/>
                    <a:pt x="625" y="50"/>
                    <a:pt x="25" y="475"/>
                  </a:cubicBezTo>
                  <a:cubicBezTo>
                    <a:pt x="0" y="488"/>
                    <a:pt x="13" y="537"/>
                    <a:pt x="50" y="525"/>
                  </a:cubicBezTo>
                  <a:cubicBezTo>
                    <a:pt x="775" y="300"/>
                    <a:pt x="1387" y="75"/>
                    <a:pt x="2162" y="150"/>
                  </a:cubicBezTo>
                  <a:cubicBezTo>
                    <a:pt x="2212" y="150"/>
                    <a:pt x="2212" y="75"/>
                    <a:pt x="2162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2" name="Google Shape;1582;p59"/>
            <p:cNvSpPr/>
            <p:nvPr/>
          </p:nvSpPr>
          <p:spPr>
            <a:xfrm>
              <a:off x="3593800" y="4288500"/>
              <a:ext cx="81250" cy="96575"/>
            </a:xfrm>
            <a:custGeom>
              <a:rect b="b" l="l" r="r" t="t"/>
              <a:pathLst>
                <a:path extrusionOk="0" h="3863" w="3250">
                  <a:moveTo>
                    <a:pt x="2225" y="3837"/>
                  </a:moveTo>
                  <a:cubicBezTo>
                    <a:pt x="2787" y="3187"/>
                    <a:pt x="3249" y="2375"/>
                    <a:pt x="3062" y="1488"/>
                  </a:cubicBezTo>
                  <a:cubicBezTo>
                    <a:pt x="2887" y="663"/>
                    <a:pt x="2087" y="63"/>
                    <a:pt x="1250" y="26"/>
                  </a:cubicBezTo>
                  <a:cubicBezTo>
                    <a:pt x="663" y="1"/>
                    <a:pt x="0" y="376"/>
                    <a:pt x="75" y="1050"/>
                  </a:cubicBezTo>
                  <a:cubicBezTo>
                    <a:pt x="113" y="1388"/>
                    <a:pt x="463" y="1813"/>
                    <a:pt x="750" y="1438"/>
                  </a:cubicBezTo>
                  <a:cubicBezTo>
                    <a:pt x="775" y="1400"/>
                    <a:pt x="713" y="1363"/>
                    <a:pt x="675" y="1400"/>
                  </a:cubicBezTo>
                  <a:cubicBezTo>
                    <a:pt x="238" y="563"/>
                    <a:pt x="388" y="138"/>
                    <a:pt x="1125" y="126"/>
                  </a:cubicBezTo>
                  <a:cubicBezTo>
                    <a:pt x="1450" y="126"/>
                    <a:pt x="1762" y="213"/>
                    <a:pt x="2037" y="363"/>
                  </a:cubicBezTo>
                  <a:cubicBezTo>
                    <a:pt x="2475" y="576"/>
                    <a:pt x="2800" y="950"/>
                    <a:pt x="2925" y="1413"/>
                  </a:cubicBezTo>
                  <a:cubicBezTo>
                    <a:pt x="3174" y="2300"/>
                    <a:pt x="2712" y="3125"/>
                    <a:pt x="2187" y="3800"/>
                  </a:cubicBezTo>
                  <a:cubicBezTo>
                    <a:pt x="2162" y="3825"/>
                    <a:pt x="2200" y="3862"/>
                    <a:pt x="2225" y="38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3" name="Google Shape;1583;p59"/>
            <p:cNvSpPr/>
            <p:nvPr/>
          </p:nvSpPr>
          <p:spPr>
            <a:xfrm>
              <a:off x="3666275" y="4246025"/>
              <a:ext cx="22825" cy="110600"/>
            </a:xfrm>
            <a:custGeom>
              <a:rect b="b" l="l" r="r" t="t"/>
              <a:pathLst>
                <a:path extrusionOk="0" h="4424" w="913">
                  <a:moveTo>
                    <a:pt x="100" y="4386"/>
                  </a:moveTo>
                  <a:cubicBezTo>
                    <a:pt x="550" y="3862"/>
                    <a:pt x="663" y="3187"/>
                    <a:pt x="738" y="2512"/>
                  </a:cubicBezTo>
                  <a:cubicBezTo>
                    <a:pt x="825" y="1700"/>
                    <a:pt x="913" y="712"/>
                    <a:pt x="388" y="25"/>
                  </a:cubicBezTo>
                  <a:cubicBezTo>
                    <a:pt x="363" y="0"/>
                    <a:pt x="325" y="25"/>
                    <a:pt x="338" y="63"/>
                  </a:cubicBezTo>
                  <a:cubicBezTo>
                    <a:pt x="913" y="1175"/>
                    <a:pt x="888" y="3312"/>
                    <a:pt x="38" y="4324"/>
                  </a:cubicBezTo>
                  <a:cubicBezTo>
                    <a:pt x="1" y="4361"/>
                    <a:pt x="63" y="4424"/>
                    <a:pt x="100" y="43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4" name="Google Shape;1584;p59"/>
            <p:cNvSpPr/>
            <p:nvPr/>
          </p:nvSpPr>
          <p:spPr>
            <a:xfrm>
              <a:off x="3666600" y="4234450"/>
              <a:ext cx="12200" cy="12225"/>
            </a:xfrm>
            <a:custGeom>
              <a:rect b="b" l="l" r="r" t="t"/>
              <a:pathLst>
                <a:path extrusionOk="0" h="489" w="488">
                  <a:moveTo>
                    <a:pt x="350" y="451"/>
                  </a:moveTo>
                  <a:cubicBezTo>
                    <a:pt x="262" y="488"/>
                    <a:pt x="162" y="476"/>
                    <a:pt x="87" y="401"/>
                  </a:cubicBezTo>
                  <a:cubicBezTo>
                    <a:pt x="25" y="338"/>
                    <a:pt x="0" y="251"/>
                    <a:pt x="25" y="163"/>
                  </a:cubicBezTo>
                  <a:cubicBezTo>
                    <a:pt x="25" y="126"/>
                    <a:pt x="38" y="101"/>
                    <a:pt x="50" y="76"/>
                  </a:cubicBezTo>
                  <a:cubicBezTo>
                    <a:pt x="87" y="51"/>
                    <a:pt x="125" y="26"/>
                    <a:pt x="162" y="26"/>
                  </a:cubicBezTo>
                  <a:cubicBezTo>
                    <a:pt x="287" y="1"/>
                    <a:pt x="412" y="63"/>
                    <a:pt x="462" y="188"/>
                  </a:cubicBezTo>
                  <a:cubicBezTo>
                    <a:pt x="487" y="313"/>
                    <a:pt x="375" y="438"/>
                    <a:pt x="250" y="4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5" name="Google Shape;1585;p59"/>
            <p:cNvSpPr/>
            <p:nvPr/>
          </p:nvSpPr>
          <p:spPr>
            <a:xfrm>
              <a:off x="3660650" y="4232275"/>
              <a:ext cx="22200" cy="17200"/>
            </a:xfrm>
            <a:custGeom>
              <a:rect b="b" l="l" r="r" t="t"/>
              <a:pathLst>
                <a:path extrusionOk="0" h="688" w="888">
                  <a:moveTo>
                    <a:pt x="575" y="475"/>
                  </a:moveTo>
                  <a:cubicBezTo>
                    <a:pt x="300" y="450"/>
                    <a:pt x="251" y="375"/>
                    <a:pt x="425" y="275"/>
                  </a:cubicBezTo>
                  <a:cubicBezTo>
                    <a:pt x="575" y="88"/>
                    <a:pt x="588" y="163"/>
                    <a:pt x="475" y="488"/>
                  </a:cubicBezTo>
                  <a:cubicBezTo>
                    <a:pt x="425" y="488"/>
                    <a:pt x="438" y="575"/>
                    <a:pt x="488" y="575"/>
                  </a:cubicBezTo>
                  <a:cubicBezTo>
                    <a:pt x="888" y="575"/>
                    <a:pt x="800" y="0"/>
                    <a:pt x="400" y="63"/>
                  </a:cubicBezTo>
                  <a:cubicBezTo>
                    <a:pt x="1" y="125"/>
                    <a:pt x="238" y="688"/>
                    <a:pt x="613" y="600"/>
                  </a:cubicBezTo>
                  <a:cubicBezTo>
                    <a:pt x="688" y="575"/>
                    <a:pt x="650" y="450"/>
                    <a:pt x="575" y="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6" name="Google Shape;1586;p59"/>
            <p:cNvSpPr/>
            <p:nvPr/>
          </p:nvSpPr>
          <p:spPr>
            <a:xfrm>
              <a:off x="3438200" y="4411600"/>
              <a:ext cx="2850" cy="3150"/>
            </a:xfrm>
            <a:custGeom>
              <a:rect b="b" l="l" r="r" t="t"/>
              <a:pathLst>
                <a:path extrusionOk="0" h="126" w="114">
                  <a:moveTo>
                    <a:pt x="88" y="63"/>
                  </a:moveTo>
                  <a:lnTo>
                    <a:pt x="76" y="25"/>
                  </a:lnTo>
                  <a:cubicBezTo>
                    <a:pt x="76" y="0"/>
                    <a:pt x="26" y="0"/>
                    <a:pt x="13" y="25"/>
                  </a:cubicBezTo>
                  <a:cubicBezTo>
                    <a:pt x="13" y="38"/>
                    <a:pt x="13" y="50"/>
                    <a:pt x="13" y="63"/>
                  </a:cubicBezTo>
                  <a:cubicBezTo>
                    <a:pt x="1" y="125"/>
                    <a:pt x="113" y="125"/>
                    <a:pt x="101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7" name="Google Shape;1587;p59"/>
            <p:cNvSpPr/>
            <p:nvPr/>
          </p:nvSpPr>
          <p:spPr>
            <a:xfrm>
              <a:off x="3308550" y="4353500"/>
              <a:ext cx="42200" cy="17500"/>
            </a:xfrm>
            <a:custGeom>
              <a:rect b="b" l="l" r="r" t="t"/>
              <a:pathLst>
                <a:path extrusionOk="0" h="700" w="1688">
                  <a:moveTo>
                    <a:pt x="1550" y="62"/>
                  </a:moveTo>
                  <a:cubicBezTo>
                    <a:pt x="1463" y="312"/>
                    <a:pt x="1026" y="437"/>
                    <a:pt x="801" y="475"/>
                  </a:cubicBezTo>
                  <a:cubicBezTo>
                    <a:pt x="551" y="512"/>
                    <a:pt x="313" y="512"/>
                    <a:pt x="63" y="462"/>
                  </a:cubicBezTo>
                  <a:cubicBezTo>
                    <a:pt x="1" y="462"/>
                    <a:pt x="1" y="550"/>
                    <a:pt x="51" y="562"/>
                  </a:cubicBezTo>
                  <a:cubicBezTo>
                    <a:pt x="501" y="700"/>
                    <a:pt x="1463" y="625"/>
                    <a:pt x="1663" y="100"/>
                  </a:cubicBezTo>
                  <a:cubicBezTo>
                    <a:pt x="1688" y="37"/>
                    <a:pt x="1575" y="0"/>
                    <a:pt x="1550" y="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8" name="Google Shape;1588;p59"/>
            <p:cNvSpPr/>
            <p:nvPr/>
          </p:nvSpPr>
          <p:spPr>
            <a:xfrm>
              <a:off x="3308250" y="4349125"/>
              <a:ext cx="42200" cy="19700"/>
            </a:xfrm>
            <a:custGeom>
              <a:rect b="b" l="l" r="r" t="t"/>
              <a:pathLst>
                <a:path extrusionOk="0" h="788" w="1688">
                  <a:moveTo>
                    <a:pt x="113" y="737"/>
                  </a:moveTo>
                  <a:cubicBezTo>
                    <a:pt x="513" y="362"/>
                    <a:pt x="1050" y="175"/>
                    <a:pt x="1600" y="237"/>
                  </a:cubicBezTo>
                  <a:cubicBezTo>
                    <a:pt x="1662" y="237"/>
                    <a:pt x="1687" y="163"/>
                    <a:pt x="1625" y="138"/>
                  </a:cubicBezTo>
                  <a:cubicBezTo>
                    <a:pt x="1112" y="0"/>
                    <a:pt x="400" y="312"/>
                    <a:pt x="38" y="675"/>
                  </a:cubicBezTo>
                  <a:cubicBezTo>
                    <a:pt x="0" y="712"/>
                    <a:pt x="63" y="787"/>
                    <a:pt x="113" y="7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9" name="Google Shape;1589;p59"/>
            <p:cNvSpPr/>
            <p:nvPr/>
          </p:nvSpPr>
          <p:spPr>
            <a:xfrm>
              <a:off x="3377300" y="4314750"/>
              <a:ext cx="33450" cy="30025"/>
            </a:xfrm>
            <a:custGeom>
              <a:rect b="b" l="l" r="r" t="t"/>
              <a:pathLst>
                <a:path extrusionOk="0" h="1201" w="1338">
                  <a:moveTo>
                    <a:pt x="1287" y="1113"/>
                  </a:moveTo>
                  <a:cubicBezTo>
                    <a:pt x="975" y="1125"/>
                    <a:pt x="712" y="950"/>
                    <a:pt x="475" y="763"/>
                  </a:cubicBezTo>
                  <a:cubicBezTo>
                    <a:pt x="250" y="588"/>
                    <a:pt x="100" y="325"/>
                    <a:pt x="88" y="38"/>
                  </a:cubicBezTo>
                  <a:cubicBezTo>
                    <a:pt x="75" y="0"/>
                    <a:pt x="0" y="13"/>
                    <a:pt x="13" y="50"/>
                  </a:cubicBezTo>
                  <a:cubicBezTo>
                    <a:pt x="13" y="363"/>
                    <a:pt x="175" y="638"/>
                    <a:pt x="412" y="825"/>
                  </a:cubicBezTo>
                  <a:cubicBezTo>
                    <a:pt x="675" y="1025"/>
                    <a:pt x="937" y="1200"/>
                    <a:pt x="1287" y="1188"/>
                  </a:cubicBezTo>
                  <a:cubicBezTo>
                    <a:pt x="1337" y="1188"/>
                    <a:pt x="1337" y="1100"/>
                    <a:pt x="1287" y="1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0" name="Google Shape;1590;p59"/>
            <p:cNvSpPr/>
            <p:nvPr/>
          </p:nvSpPr>
          <p:spPr>
            <a:xfrm>
              <a:off x="3376975" y="4315050"/>
              <a:ext cx="33450" cy="29100"/>
            </a:xfrm>
            <a:custGeom>
              <a:rect b="b" l="l" r="r" t="t"/>
              <a:pathLst>
                <a:path extrusionOk="0" h="1164" w="1338">
                  <a:moveTo>
                    <a:pt x="51" y="76"/>
                  </a:moveTo>
                  <a:cubicBezTo>
                    <a:pt x="325" y="163"/>
                    <a:pt x="563" y="288"/>
                    <a:pt x="788" y="463"/>
                  </a:cubicBezTo>
                  <a:cubicBezTo>
                    <a:pt x="1025" y="638"/>
                    <a:pt x="1075" y="876"/>
                    <a:pt x="1225" y="1113"/>
                  </a:cubicBezTo>
                  <a:cubicBezTo>
                    <a:pt x="1263" y="1163"/>
                    <a:pt x="1338" y="1138"/>
                    <a:pt x="1325" y="1076"/>
                  </a:cubicBezTo>
                  <a:cubicBezTo>
                    <a:pt x="1213" y="488"/>
                    <a:pt x="625" y="88"/>
                    <a:pt x="76" y="1"/>
                  </a:cubicBezTo>
                  <a:cubicBezTo>
                    <a:pt x="26" y="1"/>
                    <a:pt x="1" y="63"/>
                    <a:pt x="51" y="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1" name="Google Shape;1591;p59"/>
            <p:cNvSpPr/>
            <p:nvPr/>
          </p:nvSpPr>
          <p:spPr>
            <a:xfrm>
              <a:off x="3680325" y="4250400"/>
              <a:ext cx="38450" cy="86550"/>
            </a:xfrm>
            <a:custGeom>
              <a:rect b="b" l="l" r="r" t="t"/>
              <a:pathLst>
                <a:path extrusionOk="0" h="3462" w="1538">
                  <a:moveTo>
                    <a:pt x="88" y="3424"/>
                  </a:moveTo>
                  <a:cubicBezTo>
                    <a:pt x="813" y="2437"/>
                    <a:pt x="1301" y="1300"/>
                    <a:pt x="1525" y="88"/>
                  </a:cubicBezTo>
                  <a:cubicBezTo>
                    <a:pt x="1538" y="25"/>
                    <a:pt x="1438" y="0"/>
                    <a:pt x="1425" y="63"/>
                  </a:cubicBezTo>
                  <a:cubicBezTo>
                    <a:pt x="1213" y="1262"/>
                    <a:pt x="726" y="2399"/>
                    <a:pt x="26" y="3387"/>
                  </a:cubicBezTo>
                  <a:cubicBezTo>
                    <a:pt x="1" y="3437"/>
                    <a:pt x="63" y="3462"/>
                    <a:pt x="88" y="34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2" name="Google Shape;1592;p59"/>
            <p:cNvSpPr/>
            <p:nvPr/>
          </p:nvSpPr>
          <p:spPr>
            <a:xfrm>
              <a:off x="3710950" y="4236025"/>
              <a:ext cx="18150" cy="16575"/>
            </a:xfrm>
            <a:custGeom>
              <a:rect b="b" l="l" r="r" t="t"/>
              <a:pathLst>
                <a:path extrusionOk="0" h="663" w="726">
                  <a:moveTo>
                    <a:pt x="263" y="525"/>
                  </a:moveTo>
                  <a:cubicBezTo>
                    <a:pt x="363" y="488"/>
                    <a:pt x="375" y="488"/>
                    <a:pt x="288" y="500"/>
                  </a:cubicBezTo>
                  <a:cubicBezTo>
                    <a:pt x="250" y="500"/>
                    <a:pt x="213" y="500"/>
                    <a:pt x="176" y="500"/>
                  </a:cubicBezTo>
                  <a:cubicBezTo>
                    <a:pt x="138" y="500"/>
                    <a:pt x="126" y="550"/>
                    <a:pt x="163" y="563"/>
                  </a:cubicBezTo>
                  <a:cubicBezTo>
                    <a:pt x="375" y="663"/>
                    <a:pt x="725" y="438"/>
                    <a:pt x="475" y="213"/>
                  </a:cubicBezTo>
                  <a:cubicBezTo>
                    <a:pt x="213" y="0"/>
                    <a:pt x="1" y="375"/>
                    <a:pt x="188" y="575"/>
                  </a:cubicBezTo>
                  <a:cubicBezTo>
                    <a:pt x="225" y="625"/>
                    <a:pt x="288" y="563"/>
                    <a:pt x="250" y="5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3" name="Google Shape;1593;p59"/>
            <p:cNvSpPr/>
            <p:nvPr/>
          </p:nvSpPr>
          <p:spPr>
            <a:xfrm>
              <a:off x="3642525" y="4266325"/>
              <a:ext cx="30650" cy="82200"/>
            </a:xfrm>
            <a:custGeom>
              <a:rect b="b" l="l" r="r" t="t"/>
              <a:pathLst>
                <a:path extrusionOk="0" h="3288" w="1226">
                  <a:moveTo>
                    <a:pt x="1100" y="3225"/>
                  </a:moveTo>
                  <a:cubicBezTo>
                    <a:pt x="1225" y="2125"/>
                    <a:pt x="1013" y="763"/>
                    <a:pt x="76" y="38"/>
                  </a:cubicBezTo>
                  <a:cubicBezTo>
                    <a:pt x="51" y="0"/>
                    <a:pt x="1" y="50"/>
                    <a:pt x="38" y="75"/>
                  </a:cubicBezTo>
                  <a:cubicBezTo>
                    <a:pt x="813" y="1013"/>
                    <a:pt x="1138" y="2012"/>
                    <a:pt x="1013" y="3225"/>
                  </a:cubicBezTo>
                  <a:cubicBezTo>
                    <a:pt x="1013" y="3287"/>
                    <a:pt x="1088" y="3287"/>
                    <a:pt x="1100" y="3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4" name="Google Shape;1594;p59"/>
            <p:cNvSpPr/>
            <p:nvPr/>
          </p:nvSpPr>
          <p:spPr>
            <a:xfrm>
              <a:off x="3633475" y="4256950"/>
              <a:ext cx="12825" cy="15025"/>
            </a:xfrm>
            <a:custGeom>
              <a:rect b="b" l="l" r="r" t="t"/>
              <a:pathLst>
                <a:path extrusionOk="0" h="601" w="513">
                  <a:moveTo>
                    <a:pt x="100" y="338"/>
                  </a:moveTo>
                  <a:cubicBezTo>
                    <a:pt x="188" y="338"/>
                    <a:pt x="200" y="325"/>
                    <a:pt x="150" y="263"/>
                  </a:cubicBezTo>
                  <a:cubicBezTo>
                    <a:pt x="125" y="238"/>
                    <a:pt x="88" y="250"/>
                    <a:pt x="75" y="288"/>
                  </a:cubicBezTo>
                  <a:cubicBezTo>
                    <a:pt x="75" y="575"/>
                    <a:pt x="513" y="600"/>
                    <a:pt x="475" y="300"/>
                  </a:cubicBezTo>
                  <a:cubicBezTo>
                    <a:pt x="450" y="1"/>
                    <a:pt x="0" y="38"/>
                    <a:pt x="25" y="338"/>
                  </a:cubicBezTo>
                  <a:cubicBezTo>
                    <a:pt x="25" y="388"/>
                    <a:pt x="100" y="388"/>
                    <a:pt x="100" y="3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5" name="Google Shape;1595;p59"/>
            <p:cNvSpPr/>
            <p:nvPr/>
          </p:nvSpPr>
          <p:spPr>
            <a:xfrm>
              <a:off x="3232025" y="4371600"/>
              <a:ext cx="237775" cy="60325"/>
            </a:xfrm>
            <a:custGeom>
              <a:rect b="b" l="l" r="r" t="t"/>
              <a:pathLst>
                <a:path extrusionOk="0" h="2413" w="9511">
                  <a:moveTo>
                    <a:pt x="9473" y="2338"/>
                  </a:moveTo>
                  <a:cubicBezTo>
                    <a:pt x="7711" y="1650"/>
                    <a:pt x="6386" y="938"/>
                    <a:pt x="4461" y="751"/>
                  </a:cubicBezTo>
                  <a:cubicBezTo>
                    <a:pt x="2749" y="576"/>
                    <a:pt x="1500" y="976"/>
                    <a:pt x="63" y="1938"/>
                  </a:cubicBezTo>
                  <a:cubicBezTo>
                    <a:pt x="0" y="1975"/>
                    <a:pt x="63" y="2075"/>
                    <a:pt x="125" y="2038"/>
                  </a:cubicBezTo>
                  <a:cubicBezTo>
                    <a:pt x="3462" y="1"/>
                    <a:pt x="6123" y="1151"/>
                    <a:pt x="9460" y="2400"/>
                  </a:cubicBezTo>
                  <a:cubicBezTo>
                    <a:pt x="9498" y="2413"/>
                    <a:pt x="9510" y="2350"/>
                    <a:pt x="9473" y="23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6" name="Google Shape;1596;p59"/>
            <p:cNvSpPr/>
            <p:nvPr/>
          </p:nvSpPr>
          <p:spPr>
            <a:xfrm>
              <a:off x="3717200" y="4327550"/>
              <a:ext cx="31575" cy="49400"/>
            </a:xfrm>
            <a:custGeom>
              <a:rect b="b" l="l" r="r" t="t"/>
              <a:pathLst>
                <a:path extrusionOk="0" h="1976" w="1263">
                  <a:moveTo>
                    <a:pt x="1225" y="1913"/>
                  </a:moveTo>
                  <a:cubicBezTo>
                    <a:pt x="813" y="1825"/>
                    <a:pt x="413" y="1625"/>
                    <a:pt x="238" y="1213"/>
                  </a:cubicBezTo>
                  <a:cubicBezTo>
                    <a:pt x="13" y="713"/>
                    <a:pt x="288" y="138"/>
                    <a:pt x="863" y="113"/>
                  </a:cubicBezTo>
                  <a:cubicBezTo>
                    <a:pt x="938" y="113"/>
                    <a:pt x="938" y="1"/>
                    <a:pt x="863" y="1"/>
                  </a:cubicBezTo>
                  <a:cubicBezTo>
                    <a:pt x="375" y="13"/>
                    <a:pt x="0" y="438"/>
                    <a:pt x="50" y="926"/>
                  </a:cubicBezTo>
                  <a:cubicBezTo>
                    <a:pt x="100" y="1525"/>
                    <a:pt x="650" y="1875"/>
                    <a:pt x="1200" y="1975"/>
                  </a:cubicBezTo>
                  <a:cubicBezTo>
                    <a:pt x="1238" y="1975"/>
                    <a:pt x="1263" y="1913"/>
                    <a:pt x="1225" y="19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7" name="Google Shape;1597;p59"/>
            <p:cNvSpPr/>
            <p:nvPr/>
          </p:nvSpPr>
          <p:spPr>
            <a:xfrm>
              <a:off x="3471650" y="4370975"/>
              <a:ext cx="62800" cy="31575"/>
            </a:xfrm>
            <a:custGeom>
              <a:rect b="b" l="l" r="r" t="t"/>
              <a:pathLst>
                <a:path extrusionOk="0" h="1263" w="2512">
                  <a:moveTo>
                    <a:pt x="63" y="613"/>
                  </a:moveTo>
                  <a:cubicBezTo>
                    <a:pt x="362" y="626"/>
                    <a:pt x="662" y="551"/>
                    <a:pt x="937" y="413"/>
                  </a:cubicBezTo>
                  <a:cubicBezTo>
                    <a:pt x="1637" y="113"/>
                    <a:pt x="2312" y="426"/>
                    <a:pt x="2424" y="1213"/>
                  </a:cubicBezTo>
                  <a:cubicBezTo>
                    <a:pt x="2424" y="1263"/>
                    <a:pt x="2499" y="1250"/>
                    <a:pt x="2499" y="1213"/>
                  </a:cubicBezTo>
                  <a:cubicBezTo>
                    <a:pt x="2512" y="763"/>
                    <a:pt x="2237" y="363"/>
                    <a:pt x="1825" y="213"/>
                  </a:cubicBezTo>
                  <a:cubicBezTo>
                    <a:pt x="1187" y="1"/>
                    <a:pt x="687" y="551"/>
                    <a:pt x="63" y="526"/>
                  </a:cubicBezTo>
                  <a:cubicBezTo>
                    <a:pt x="0" y="526"/>
                    <a:pt x="13" y="613"/>
                    <a:pt x="63" y="6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8" name="Google Shape;1598;p59"/>
            <p:cNvSpPr/>
            <p:nvPr/>
          </p:nvSpPr>
          <p:spPr>
            <a:xfrm>
              <a:off x="3504750" y="4396300"/>
              <a:ext cx="30650" cy="21575"/>
            </a:xfrm>
            <a:custGeom>
              <a:rect b="b" l="l" r="r" t="t"/>
              <a:pathLst>
                <a:path extrusionOk="0" h="863" w="1226">
                  <a:moveTo>
                    <a:pt x="1050" y="63"/>
                  </a:moveTo>
                  <a:cubicBezTo>
                    <a:pt x="1225" y="587"/>
                    <a:pt x="388" y="825"/>
                    <a:pt x="63" y="575"/>
                  </a:cubicBezTo>
                  <a:cubicBezTo>
                    <a:pt x="38" y="550"/>
                    <a:pt x="1" y="600"/>
                    <a:pt x="13" y="625"/>
                  </a:cubicBezTo>
                  <a:cubicBezTo>
                    <a:pt x="176" y="862"/>
                    <a:pt x="551" y="800"/>
                    <a:pt x="788" y="700"/>
                  </a:cubicBezTo>
                  <a:cubicBezTo>
                    <a:pt x="1063" y="587"/>
                    <a:pt x="1225" y="337"/>
                    <a:pt x="1113" y="50"/>
                  </a:cubicBezTo>
                  <a:cubicBezTo>
                    <a:pt x="1100" y="0"/>
                    <a:pt x="1038" y="25"/>
                    <a:pt x="1050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9" name="Google Shape;1599;p59"/>
            <p:cNvSpPr/>
            <p:nvPr/>
          </p:nvSpPr>
          <p:spPr>
            <a:xfrm>
              <a:off x="3694400" y="4258825"/>
              <a:ext cx="81250" cy="56575"/>
            </a:xfrm>
            <a:custGeom>
              <a:rect b="b" l="l" r="r" t="t"/>
              <a:pathLst>
                <a:path extrusionOk="0" h="2263" w="3250">
                  <a:moveTo>
                    <a:pt x="88" y="2212"/>
                  </a:moveTo>
                  <a:cubicBezTo>
                    <a:pt x="887" y="1263"/>
                    <a:pt x="1775" y="188"/>
                    <a:pt x="3162" y="375"/>
                  </a:cubicBezTo>
                  <a:cubicBezTo>
                    <a:pt x="3224" y="375"/>
                    <a:pt x="3249" y="300"/>
                    <a:pt x="3187" y="288"/>
                  </a:cubicBezTo>
                  <a:cubicBezTo>
                    <a:pt x="1787" y="0"/>
                    <a:pt x="825" y="1200"/>
                    <a:pt x="25" y="2162"/>
                  </a:cubicBezTo>
                  <a:cubicBezTo>
                    <a:pt x="0" y="2200"/>
                    <a:pt x="50" y="2262"/>
                    <a:pt x="88" y="2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0" name="Google Shape;1600;p59"/>
            <p:cNvSpPr/>
            <p:nvPr/>
          </p:nvSpPr>
          <p:spPr>
            <a:xfrm>
              <a:off x="3515075" y="4351000"/>
              <a:ext cx="31250" cy="15325"/>
            </a:xfrm>
            <a:custGeom>
              <a:rect b="b" l="l" r="r" t="t"/>
              <a:pathLst>
                <a:path extrusionOk="0" h="613" w="1250">
                  <a:moveTo>
                    <a:pt x="63" y="600"/>
                  </a:moveTo>
                  <a:cubicBezTo>
                    <a:pt x="288" y="612"/>
                    <a:pt x="512" y="562"/>
                    <a:pt x="712" y="450"/>
                  </a:cubicBezTo>
                  <a:cubicBezTo>
                    <a:pt x="912" y="387"/>
                    <a:pt x="1087" y="262"/>
                    <a:pt x="1212" y="88"/>
                  </a:cubicBezTo>
                  <a:cubicBezTo>
                    <a:pt x="1250" y="50"/>
                    <a:pt x="1187" y="0"/>
                    <a:pt x="1150" y="38"/>
                  </a:cubicBezTo>
                  <a:cubicBezTo>
                    <a:pt x="862" y="325"/>
                    <a:pt x="475" y="487"/>
                    <a:pt x="63" y="512"/>
                  </a:cubicBezTo>
                  <a:cubicBezTo>
                    <a:pt x="0" y="512"/>
                    <a:pt x="13" y="587"/>
                    <a:pt x="63" y="6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1" name="Google Shape;1601;p59"/>
            <p:cNvSpPr/>
            <p:nvPr/>
          </p:nvSpPr>
          <p:spPr>
            <a:xfrm>
              <a:off x="3512250" y="4344750"/>
              <a:ext cx="34075" cy="22200"/>
            </a:xfrm>
            <a:custGeom>
              <a:rect b="b" l="l" r="r" t="t"/>
              <a:pathLst>
                <a:path extrusionOk="0" h="888" w="1363">
                  <a:moveTo>
                    <a:pt x="1313" y="250"/>
                  </a:moveTo>
                  <a:cubicBezTo>
                    <a:pt x="825" y="0"/>
                    <a:pt x="226" y="300"/>
                    <a:pt x="26" y="787"/>
                  </a:cubicBezTo>
                  <a:cubicBezTo>
                    <a:pt x="1" y="837"/>
                    <a:pt x="101" y="887"/>
                    <a:pt x="126" y="825"/>
                  </a:cubicBezTo>
                  <a:cubicBezTo>
                    <a:pt x="313" y="412"/>
                    <a:pt x="825" y="125"/>
                    <a:pt x="1263" y="325"/>
                  </a:cubicBezTo>
                  <a:cubicBezTo>
                    <a:pt x="1325" y="350"/>
                    <a:pt x="1363" y="275"/>
                    <a:pt x="1313" y="2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2" name="Google Shape;1602;p59"/>
            <p:cNvSpPr/>
            <p:nvPr/>
          </p:nvSpPr>
          <p:spPr>
            <a:xfrm>
              <a:off x="3177650" y="4347550"/>
              <a:ext cx="132500" cy="60000"/>
            </a:xfrm>
            <a:custGeom>
              <a:rect b="b" l="l" r="r" t="t"/>
              <a:pathLst>
                <a:path extrusionOk="0" h="2400" w="5300">
                  <a:moveTo>
                    <a:pt x="5224" y="1750"/>
                  </a:moveTo>
                  <a:cubicBezTo>
                    <a:pt x="3687" y="2038"/>
                    <a:pt x="388" y="2350"/>
                    <a:pt x="76" y="51"/>
                  </a:cubicBezTo>
                  <a:cubicBezTo>
                    <a:pt x="76" y="13"/>
                    <a:pt x="1" y="1"/>
                    <a:pt x="13" y="51"/>
                  </a:cubicBezTo>
                  <a:cubicBezTo>
                    <a:pt x="226" y="2400"/>
                    <a:pt x="3662" y="2125"/>
                    <a:pt x="5249" y="1825"/>
                  </a:cubicBezTo>
                  <a:cubicBezTo>
                    <a:pt x="5299" y="1813"/>
                    <a:pt x="5274" y="1738"/>
                    <a:pt x="5224" y="17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3" name="Google Shape;1603;p59"/>
            <p:cNvSpPr/>
            <p:nvPr/>
          </p:nvSpPr>
          <p:spPr>
            <a:xfrm>
              <a:off x="3184850" y="4310375"/>
              <a:ext cx="60925" cy="65000"/>
            </a:xfrm>
            <a:custGeom>
              <a:rect b="b" l="l" r="r" t="t"/>
              <a:pathLst>
                <a:path extrusionOk="0" h="2600" w="2437">
                  <a:moveTo>
                    <a:pt x="975" y="2525"/>
                  </a:moveTo>
                  <a:cubicBezTo>
                    <a:pt x="350" y="2200"/>
                    <a:pt x="88" y="1425"/>
                    <a:pt x="512" y="838"/>
                  </a:cubicBezTo>
                  <a:cubicBezTo>
                    <a:pt x="887" y="300"/>
                    <a:pt x="1850" y="125"/>
                    <a:pt x="2324" y="650"/>
                  </a:cubicBezTo>
                  <a:cubicBezTo>
                    <a:pt x="2362" y="700"/>
                    <a:pt x="2437" y="625"/>
                    <a:pt x="2399" y="575"/>
                  </a:cubicBezTo>
                  <a:cubicBezTo>
                    <a:pt x="1900" y="0"/>
                    <a:pt x="837" y="188"/>
                    <a:pt x="425" y="775"/>
                  </a:cubicBezTo>
                  <a:cubicBezTo>
                    <a:pt x="0" y="1400"/>
                    <a:pt x="238" y="2262"/>
                    <a:pt x="937" y="2575"/>
                  </a:cubicBezTo>
                  <a:cubicBezTo>
                    <a:pt x="975" y="2600"/>
                    <a:pt x="1012" y="2537"/>
                    <a:pt x="975" y="25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4" name="Google Shape;1604;p59"/>
            <p:cNvSpPr/>
            <p:nvPr/>
          </p:nvSpPr>
          <p:spPr>
            <a:xfrm>
              <a:off x="3219825" y="4320675"/>
              <a:ext cx="35950" cy="46900"/>
            </a:xfrm>
            <a:custGeom>
              <a:rect b="b" l="l" r="r" t="t"/>
              <a:pathLst>
                <a:path extrusionOk="0" h="1876" w="1438">
                  <a:moveTo>
                    <a:pt x="713" y="88"/>
                  </a:moveTo>
                  <a:cubicBezTo>
                    <a:pt x="1113" y="276"/>
                    <a:pt x="1300" y="738"/>
                    <a:pt x="1138" y="1151"/>
                  </a:cubicBezTo>
                  <a:cubicBezTo>
                    <a:pt x="963" y="1588"/>
                    <a:pt x="513" y="1713"/>
                    <a:pt x="88" y="1588"/>
                  </a:cubicBezTo>
                  <a:cubicBezTo>
                    <a:pt x="38" y="1575"/>
                    <a:pt x="1" y="1650"/>
                    <a:pt x="51" y="1663"/>
                  </a:cubicBezTo>
                  <a:cubicBezTo>
                    <a:pt x="513" y="1875"/>
                    <a:pt x="1050" y="1663"/>
                    <a:pt x="1238" y="1201"/>
                  </a:cubicBezTo>
                  <a:cubicBezTo>
                    <a:pt x="1438" y="738"/>
                    <a:pt x="1213" y="201"/>
                    <a:pt x="751" y="26"/>
                  </a:cubicBezTo>
                  <a:cubicBezTo>
                    <a:pt x="713" y="1"/>
                    <a:pt x="676" y="63"/>
                    <a:pt x="713" y="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5" name="Google Shape;1605;p59"/>
            <p:cNvSpPr/>
            <p:nvPr/>
          </p:nvSpPr>
          <p:spPr>
            <a:xfrm>
              <a:off x="3208275" y="4332875"/>
              <a:ext cx="17200" cy="30950"/>
            </a:xfrm>
            <a:custGeom>
              <a:rect b="b" l="l" r="r" t="t"/>
              <a:pathLst>
                <a:path extrusionOk="0" h="1238" w="688">
                  <a:moveTo>
                    <a:pt x="650" y="1125"/>
                  </a:moveTo>
                  <a:cubicBezTo>
                    <a:pt x="63" y="1162"/>
                    <a:pt x="0" y="13"/>
                    <a:pt x="613" y="200"/>
                  </a:cubicBezTo>
                  <a:cubicBezTo>
                    <a:pt x="663" y="225"/>
                    <a:pt x="688" y="138"/>
                    <a:pt x="638" y="113"/>
                  </a:cubicBezTo>
                  <a:cubicBezTo>
                    <a:pt x="338" y="0"/>
                    <a:pt x="75" y="263"/>
                    <a:pt x="63" y="550"/>
                  </a:cubicBezTo>
                  <a:cubicBezTo>
                    <a:pt x="63" y="837"/>
                    <a:pt x="300" y="1237"/>
                    <a:pt x="650" y="1200"/>
                  </a:cubicBezTo>
                  <a:cubicBezTo>
                    <a:pt x="688" y="1200"/>
                    <a:pt x="688" y="1125"/>
                    <a:pt x="650" y="1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6" name="Google Shape;1606;p59"/>
            <p:cNvSpPr/>
            <p:nvPr/>
          </p:nvSpPr>
          <p:spPr>
            <a:xfrm>
              <a:off x="3454450" y="4302575"/>
              <a:ext cx="55025" cy="71550"/>
            </a:xfrm>
            <a:custGeom>
              <a:rect b="b" l="l" r="r" t="t"/>
              <a:pathLst>
                <a:path extrusionOk="0" h="2862" w="2201">
                  <a:moveTo>
                    <a:pt x="1825" y="2812"/>
                  </a:moveTo>
                  <a:cubicBezTo>
                    <a:pt x="2200" y="1537"/>
                    <a:pt x="1425" y="100"/>
                    <a:pt x="38" y="0"/>
                  </a:cubicBezTo>
                  <a:cubicBezTo>
                    <a:pt x="1" y="0"/>
                    <a:pt x="1" y="50"/>
                    <a:pt x="38" y="50"/>
                  </a:cubicBezTo>
                  <a:cubicBezTo>
                    <a:pt x="1300" y="375"/>
                    <a:pt x="2100" y="1462"/>
                    <a:pt x="1750" y="2787"/>
                  </a:cubicBezTo>
                  <a:cubicBezTo>
                    <a:pt x="1738" y="2837"/>
                    <a:pt x="1813" y="2862"/>
                    <a:pt x="1838" y="27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7" name="Google Shape;1607;p59"/>
            <p:cNvSpPr/>
            <p:nvPr/>
          </p:nvSpPr>
          <p:spPr>
            <a:xfrm>
              <a:off x="3809050" y="4281625"/>
              <a:ext cx="20025" cy="15350"/>
            </a:xfrm>
            <a:custGeom>
              <a:rect b="b" l="l" r="r" t="t"/>
              <a:pathLst>
                <a:path extrusionOk="0" h="614" w="801">
                  <a:moveTo>
                    <a:pt x="113" y="563"/>
                  </a:moveTo>
                  <a:cubicBezTo>
                    <a:pt x="250" y="326"/>
                    <a:pt x="488" y="163"/>
                    <a:pt x="750" y="101"/>
                  </a:cubicBezTo>
                  <a:cubicBezTo>
                    <a:pt x="800" y="88"/>
                    <a:pt x="788" y="1"/>
                    <a:pt x="738" y="1"/>
                  </a:cubicBezTo>
                  <a:cubicBezTo>
                    <a:pt x="425" y="38"/>
                    <a:pt x="163" y="226"/>
                    <a:pt x="26" y="501"/>
                  </a:cubicBezTo>
                  <a:cubicBezTo>
                    <a:pt x="1" y="563"/>
                    <a:pt x="75" y="613"/>
                    <a:pt x="113" y="5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8" name="Google Shape;1608;p59"/>
            <p:cNvSpPr/>
            <p:nvPr/>
          </p:nvSpPr>
          <p:spPr>
            <a:xfrm>
              <a:off x="3812475" y="4278200"/>
              <a:ext cx="16900" cy="5950"/>
            </a:xfrm>
            <a:custGeom>
              <a:rect b="b" l="l" r="r" t="t"/>
              <a:pathLst>
                <a:path extrusionOk="0" h="238" w="676">
                  <a:moveTo>
                    <a:pt x="613" y="113"/>
                  </a:moveTo>
                  <a:cubicBezTo>
                    <a:pt x="438" y="25"/>
                    <a:pt x="251" y="0"/>
                    <a:pt x="63" y="25"/>
                  </a:cubicBezTo>
                  <a:cubicBezTo>
                    <a:pt x="1" y="38"/>
                    <a:pt x="26" y="138"/>
                    <a:pt x="76" y="138"/>
                  </a:cubicBezTo>
                  <a:cubicBezTo>
                    <a:pt x="251" y="138"/>
                    <a:pt x="413" y="163"/>
                    <a:pt x="576" y="213"/>
                  </a:cubicBezTo>
                  <a:cubicBezTo>
                    <a:pt x="651" y="238"/>
                    <a:pt x="676" y="138"/>
                    <a:pt x="613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9" name="Google Shape;1609;p59"/>
            <p:cNvSpPr/>
            <p:nvPr/>
          </p:nvSpPr>
          <p:spPr>
            <a:xfrm>
              <a:off x="3801250" y="4294125"/>
              <a:ext cx="9375" cy="7850"/>
            </a:xfrm>
            <a:custGeom>
              <a:rect b="b" l="l" r="r" t="t"/>
              <a:pathLst>
                <a:path extrusionOk="0" h="314" w="375">
                  <a:moveTo>
                    <a:pt x="263" y="88"/>
                  </a:moveTo>
                  <a:cubicBezTo>
                    <a:pt x="213" y="113"/>
                    <a:pt x="138" y="88"/>
                    <a:pt x="113" y="38"/>
                  </a:cubicBezTo>
                  <a:cubicBezTo>
                    <a:pt x="75" y="1"/>
                    <a:pt x="0" y="38"/>
                    <a:pt x="13" y="88"/>
                  </a:cubicBezTo>
                  <a:cubicBezTo>
                    <a:pt x="75" y="238"/>
                    <a:pt x="250" y="313"/>
                    <a:pt x="338" y="151"/>
                  </a:cubicBezTo>
                  <a:cubicBezTo>
                    <a:pt x="375" y="101"/>
                    <a:pt x="300" y="38"/>
                    <a:pt x="263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0" name="Google Shape;1610;p59"/>
            <p:cNvSpPr/>
            <p:nvPr/>
          </p:nvSpPr>
          <p:spPr>
            <a:xfrm>
              <a:off x="3783125" y="4280700"/>
              <a:ext cx="20025" cy="15650"/>
            </a:xfrm>
            <a:custGeom>
              <a:rect b="b" l="l" r="r" t="t"/>
              <a:pathLst>
                <a:path extrusionOk="0" h="626" w="801">
                  <a:moveTo>
                    <a:pt x="775" y="538"/>
                  </a:moveTo>
                  <a:cubicBezTo>
                    <a:pt x="625" y="288"/>
                    <a:pt x="350" y="0"/>
                    <a:pt x="38" y="63"/>
                  </a:cubicBezTo>
                  <a:cubicBezTo>
                    <a:pt x="0" y="75"/>
                    <a:pt x="0" y="138"/>
                    <a:pt x="38" y="150"/>
                  </a:cubicBezTo>
                  <a:cubicBezTo>
                    <a:pt x="313" y="213"/>
                    <a:pt x="550" y="363"/>
                    <a:pt x="700" y="588"/>
                  </a:cubicBezTo>
                  <a:cubicBezTo>
                    <a:pt x="738" y="625"/>
                    <a:pt x="800" y="575"/>
                    <a:pt x="775" y="5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1" name="Google Shape;1611;p59"/>
            <p:cNvSpPr/>
            <p:nvPr/>
          </p:nvSpPr>
          <p:spPr>
            <a:xfrm>
              <a:off x="3783425" y="4276325"/>
              <a:ext cx="24400" cy="10325"/>
            </a:xfrm>
            <a:custGeom>
              <a:rect b="b" l="l" r="r" t="t"/>
              <a:pathLst>
                <a:path extrusionOk="0" h="413" w="976">
                  <a:moveTo>
                    <a:pt x="113" y="288"/>
                  </a:moveTo>
                  <a:cubicBezTo>
                    <a:pt x="363" y="125"/>
                    <a:pt x="613" y="188"/>
                    <a:pt x="838" y="363"/>
                  </a:cubicBezTo>
                  <a:cubicBezTo>
                    <a:pt x="888" y="413"/>
                    <a:pt x="976" y="325"/>
                    <a:pt x="913" y="275"/>
                  </a:cubicBezTo>
                  <a:cubicBezTo>
                    <a:pt x="688" y="25"/>
                    <a:pt x="313" y="0"/>
                    <a:pt x="51" y="213"/>
                  </a:cubicBezTo>
                  <a:cubicBezTo>
                    <a:pt x="1" y="250"/>
                    <a:pt x="63" y="325"/>
                    <a:pt x="113" y="2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2" name="Google Shape;1612;p59"/>
            <p:cNvSpPr/>
            <p:nvPr/>
          </p:nvSpPr>
          <p:spPr>
            <a:xfrm>
              <a:off x="3804375" y="4278500"/>
              <a:ext cx="13750" cy="8150"/>
            </a:xfrm>
            <a:custGeom>
              <a:rect b="b" l="l" r="r" t="t"/>
              <a:pathLst>
                <a:path extrusionOk="0" h="326" w="550">
                  <a:moveTo>
                    <a:pt x="138" y="276"/>
                  </a:moveTo>
                  <a:cubicBezTo>
                    <a:pt x="238" y="188"/>
                    <a:pt x="362" y="126"/>
                    <a:pt x="487" y="113"/>
                  </a:cubicBezTo>
                  <a:cubicBezTo>
                    <a:pt x="550" y="113"/>
                    <a:pt x="525" y="26"/>
                    <a:pt x="475" y="13"/>
                  </a:cubicBezTo>
                  <a:cubicBezTo>
                    <a:pt x="312" y="1"/>
                    <a:pt x="163" y="76"/>
                    <a:pt x="50" y="188"/>
                  </a:cubicBezTo>
                  <a:cubicBezTo>
                    <a:pt x="0" y="238"/>
                    <a:pt x="88" y="326"/>
                    <a:pt x="138" y="2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3" name="Google Shape;1613;p59"/>
            <p:cNvSpPr/>
            <p:nvPr/>
          </p:nvSpPr>
          <p:spPr>
            <a:xfrm>
              <a:off x="3798750" y="4264450"/>
              <a:ext cx="14375" cy="12525"/>
            </a:xfrm>
            <a:custGeom>
              <a:rect b="b" l="l" r="r" t="t"/>
              <a:pathLst>
                <a:path extrusionOk="0" h="501" w="575">
                  <a:moveTo>
                    <a:pt x="275" y="475"/>
                  </a:moveTo>
                  <a:cubicBezTo>
                    <a:pt x="400" y="463"/>
                    <a:pt x="537" y="425"/>
                    <a:pt x="550" y="288"/>
                  </a:cubicBezTo>
                  <a:cubicBezTo>
                    <a:pt x="575" y="163"/>
                    <a:pt x="475" y="63"/>
                    <a:pt x="363" y="63"/>
                  </a:cubicBezTo>
                  <a:cubicBezTo>
                    <a:pt x="63" y="0"/>
                    <a:pt x="0" y="463"/>
                    <a:pt x="300" y="488"/>
                  </a:cubicBezTo>
                  <a:cubicBezTo>
                    <a:pt x="375" y="500"/>
                    <a:pt x="400" y="375"/>
                    <a:pt x="325" y="363"/>
                  </a:cubicBezTo>
                  <a:lnTo>
                    <a:pt x="275" y="350"/>
                  </a:lnTo>
                  <a:cubicBezTo>
                    <a:pt x="200" y="350"/>
                    <a:pt x="200" y="475"/>
                    <a:pt x="275" y="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4" name="Google Shape;1614;p59"/>
            <p:cNvSpPr/>
            <p:nvPr/>
          </p:nvSpPr>
          <p:spPr>
            <a:xfrm>
              <a:off x="6793275" y="2739850"/>
              <a:ext cx="104675" cy="111550"/>
            </a:xfrm>
            <a:custGeom>
              <a:rect b="b" l="l" r="r" t="t"/>
              <a:pathLst>
                <a:path extrusionOk="0" h="4462" w="4187">
                  <a:moveTo>
                    <a:pt x="3899" y="1800"/>
                  </a:moveTo>
                  <a:cubicBezTo>
                    <a:pt x="4087" y="3375"/>
                    <a:pt x="2275" y="4462"/>
                    <a:pt x="1062" y="3325"/>
                  </a:cubicBezTo>
                  <a:cubicBezTo>
                    <a:pt x="125" y="2450"/>
                    <a:pt x="563" y="988"/>
                    <a:pt x="1212" y="75"/>
                  </a:cubicBezTo>
                  <a:cubicBezTo>
                    <a:pt x="1237" y="38"/>
                    <a:pt x="1187" y="0"/>
                    <a:pt x="1150" y="25"/>
                  </a:cubicBezTo>
                  <a:cubicBezTo>
                    <a:pt x="213" y="1038"/>
                    <a:pt x="0" y="2975"/>
                    <a:pt x="1387" y="3712"/>
                  </a:cubicBezTo>
                  <a:cubicBezTo>
                    <a:pt x="2737" y="4424"/>
                    <a:pt x="4187" y="3237"/>
                    <a:pt x="3999" y="1800"/>
                  </a:cubicBezTo>
                  <a:cubicBezTo>
                    <a:pt x="3999" y="1738"/>
                    <a:pt x="3887" y="1738"/>
                    <a:pt x="3899" y="1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5" name="Google Shape;1615;p59"/>
            <p:cNvSpPr/>
            <p:nvPr/>
          </p:nvSpPr>
          <p:spPr>
            <a:xfrm>
              <a:off x="6818575" y="2481475"/>
              <a:ext cx="146850" cy="263400"/>
            </a:xfrm>
            <a:custGeom>
              <a:rect b="b" l="l" r="r" t="t"/>
              <a:pathLst>
                <a:path extrusionOk="0" h="10536" w="5874">
                  <a:moveTo>
                    <a:pt x="75" y="10510"/>
                  </a:moveTo>
                  <a:cubicBezTo>
                    <a:pt x="1950" y="9186"/>
                    <a:pt x="4362" y="7986"/>
                    <a:pt x="5137" y="5674"/>
                  </a:cubicBezTo>
                  <a:cubicBezTo>
                    <a:pt x="5724" y="3950"/>
                    <a:pt x="5874" y="1463"/>
                    <a:pt x="4612" y="26"/>
                  </a:cubicBezTo>
                  <a:cubicBezTo>
                    <a:pt x="4587" y="1"/>
                    <a:pt x="4537" y="38"/>
                    <a:pt x="4562" y="63"/>
                  </a:cubicBezTo>
                  <a:cubicBezTo>
                    <a:pt x="5761" y="1700"/>
                    <a:pt x="5586" y="4462"/>
                    <a:pt x="4737" y="6224"/>
                  </a:cubicBezTo>
                  <a:cubicBezTo>
                    <a:pt x="3812" y="8124"/>
                    <a:pt x="1700" y="9236"/>
                    <a:pt x="38" y="10448"/>
                  </a:cubicBezTo>
                  <a:cubicBezTo>
                    <a:pt x="0" y="10473"/>
                    <a:pt x="38" y="10535"/>
                    <a:pt x="75" y="1051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6" name="Google Shape;1616;p59"/>
            <p:cNvSpPr/>
            <p:nvPr/>
          </p:nvSpPr>
          <p:spPr>
            <a:xfrm>
              <a:off x="6840750" y="2448375"/>
              <a:ext cx="85000" cy="100300"/>
            </a:xfrm>
            <a:custGeom>
              <a:rect b="b" l="l" r="r" t="t"/>
              <a:pathLst>
                <a:path extrusionOk="0" h="4012" w="3400">
                  <a:moveTo>
                    <a:pt x="3350" y="1087"/>
                  </a:moveTo>
                  <a:cubicBezTo>
                    <a:pt x="2500" y="587"/>
                    <a:pt x="1313" y="387"/>
                    <a:pt x="576" y="1225"/>
                  </a:cubicBezTo>
                  <a:cubicBezTo>
                    <a:pt x="151" y="1700"/>
                    <a:pt x="1" y="2837"/>
                    <a:pt x="413" y="3387"/>
                  </a:cubicBezTo>
                  <a:cubicBezTo>
                    <a:pt x="900" y="4012"/>
                    <a:pt x="2038" y="3924"/>
                    <a:pt x="2375" y="3187"/>
                  </a:cubicBezTo>
                  <a:cubicBezTo>
                    <a:pt x="2575" y="2749"/>
                    <a:pt x="2550" y="2237"/>
                    <a:pt x="2300" y="1812"/>
                  </a:cubicBezTo>
                  <a:cubicBezTo>
                    <a:pt x="1938" y="1175"/>
                    <a:pt x="975" y="775"/>
                    <a:pt x="863" y="25"/>
                  </a:cubicBezTo>
                  <a:cubicBezTo>
                    <a:pt x="863" y="0"/>
                    <a:pt x="813" y="0"/>
                    <a:pt x="813" y="25"/>
                  </a:cubicBezTo>
                  <a:cubicBezTo>
                    <a:pt x="825" y="437"/>
                    <a:pt x="1100" y="675"/>
                    <a:pt x="1388" y="950"/>
                  </a:cubicBezTo>
                  <a:cubicBezTo>
                    <a:pt x="1675" y="1225"/>
                    <a:pt x="2050" y="1512"/>
                    <a:pt x="2200" y="1862"/>
                  </a:cubicBezTo>
                  <a:cubicBezTo>
                    <a:pt x="2563" y="2724"/>
                    <a:pt x="2313" y="3724"/>
                    <a:pt x="1200" y="3587"/>
                  </a:cubicBezTo>
                  <a:cubicBezTo>
                    <a:pt x="850" y="3649"/>
                    <a:pt x="626" y="3524"/>
                    <a:pt x="551" y="3174"/>
                  </a:cubicBezTo>
                  <a:cubicBezTo>
                    <a:pt x="426" y="3087"/>
                    <a:pt x="338" y="2949"/>
                    <a:pt x="338" y="2799"/>
                  </a:cubicBezTo>
                  <a:cubicBezTo>
                    <a:pt x="338" y="2737"/>
                    <a:pt x="338" y="2674"/>
                    <a:pt x="338" y="2612"/>
                  </a:cubicBezTo>
                  <a:cubicBezTo>
                    <a:pt x="313" y="2362"/>
                    <a:pt x="313" y="2100"/>
                    <a:pt x="363" y="1850"/>
                  </a:cubicBezTo>
                  <a:cubicBezTo>
                    <a:pt x="713" y="487"/>
                    <a:pt x="2375" y="612"/>
                    <a:pt x="3312" y="1150"/>
                  </a:cubicBezTo>
                  <a:cubicBezTo>
                    <a:pt x="3362" y="1175"/>
                    <a:pt x="3400" y="1112"/>
                    <a:pt x="3362" y="10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7" name="Google Shape;1617;p59"/>
            <p:cNvSpPr/>
            <p:nvPr/>
          </p:nvSpPr>
          <p:spPr>
            <a:xfrm>
              <a:off x="6857625" y="2386200"/>
              <a:ext cx="13450" cy="55325"/>
            </a:xfrm>
            <a:custGeom>
              <a:rect b="b" l="l" r="r" t="t"/>
              <a:pathLst>
                <a:path extrusionOk="0" h="2213" w="538">
                  <a:moveTo>
                    <a:pt x="138" y="2162"/>
                  </a:moveTo>
                  <a:cubicBezTo>
                    <a:pt x="63" y="1387"/>
                    <a:pt x="300" y="775"/>
                    <a:pt x="525" y="50"/>
                  </a:cubicBezTo>
                  <a:cubicBezTo>
                    <a:pt x="538" y="13"/>
                    <a:pt x="488" y="0"/>
                    <a:pt x="463" y="25"/>
                  </a:cubicBezTo>
                  <a:cubicBezTo>
                    <a:pt x="51" y="613"/>
                    <a:pt x="1" y="1475"/>
                    <a:pt x="63" y="2162"/>
                  </a:cubicBezTo>
                  <a:cubicBezTo>
                    <a:pt x="63" y="2212"/>
                    <a:pt x="150" y="2212"/>
                    <a:pt x="138" y="2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8" name="Google Shape;1618;p59"/>
            <p:cNvSpPr/>
            <p:nvPr/>
          </p:nvSpPr>
          <p:spPr>
            <a:xfrm>
              <a:off x="6804825" y="2632075"/>
              <a:ext cx="96875" cy="82175"/>
            </a:xfrm>
            <a:custGeom>
              <a:rect b="b" l="l" r="r" t="t"/>
              <a:pathLst>
                <a:path extrusionOk="0" h="3287" w="3875">
                  <a:moveTo>
                    <a:pt x="3800" y="2200"/>
                  </a:moveTo>
                  <a:cubicBezTo>
                    <a:pt x="3125" y="2712"/>
                    <a:pt x="2300" y="3174"/>
                    <a:pt x="1425" y="2937"/>
                  </a:cubicBezTo>
                  <a:cubicBezTo>
                    <a:pt x="963" y="2799"/>
                    <a:pt x="575" y="2474"/>
                    <a:pt x="363" y="2050"/>
                  </a:cubicBezTo>
                  <a:cubicBezTo>
                    <a:pt x="213" y="1762"/>
                    <a:pt x="126" y="1450"/>
                    <a:pt x="126" y="1137"/>
                  </a:cubicBezTo>
                  <a:cubicBezTo>
                    <a:pt x="138" y="400"/>
                    <a:pt x="563" y="250"/>
                    <a:pt x="1400" y="687"/>
                  </a:cubicBezTo>
                  <a:cubicBezTo>
                    <a:pt x="1363" y="712"/>
                    <a:pt x="1400" y="787"/>
                    <a:pt x="1438" y="750"/>
                  </a:cubicBezTo>
                  <a:cubicBezTo>
                    <a:pt x="1813" y="463"/>
                    <a:pt x="1400" y="125"/>
                    <a:pt x="1050" y="75"/>
                  </a:cubicBezTo>
                  <a:cubicBezTo>
                    <a:pt x="388" y="0"/>
                    <a:pt x="1" y="675"/>
                    <a:pt x="26" y="1262"/>
                  </a:cubicBezTo>
                  <a:cubicBezTo>
                    <a:pt x="63" y="2050"/>
                    <a:pt x="613" y="2837"/>
                    <a:pt x="1388" y="3049"/>
                  </a:cubicBezTo>
                  <a:cubicBezTo>
                    <a:pt x="2312" y="3287"/>
                    <a:pt x="3162" y="2824"/>
                    <a:pt x="3837" y="2237"/>
                  </a:cubicBezTo>
                  <a:cubicBezTo>
                    <a:pt x="3875" y="2212"/>
                    <a:pt x="3825" y="2175"/>
                    <a:pt x="3800" y="22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9" name="Google Shape;1619;p59"/>
            <p:cNvSpPr/>
            <p:nvPr/>
          </p:nvSpPr>
          <p:spPr>
            <a:xfrm>
              <a:off x="6762650" y="2704850"/>
              <a:ext cx="110625" cy="22850"/>
            </a:xfrm>
            <a:custGeom>
              <a:rect b="b" l="l" r="r" t="t"/>
              <a:pathLst>
                <a:path extrusionOk="0" h="914" w="4425">
                  <a:moveTo>
                    <a:pt x="4324" y="26"/>
                  </a:moveTo>
                  <a:cubicBezTo>
                    <a:pt x="3325" y="876"/>
                    <a:pt x="1175" y="913"/>
                    <a:pt x="63" y="326"/>
                  </a:cubicBezTo>
                  <a:cubicBezTo>
                    <a:pt x="26" y="313"/>
                    <a:pt x="1" y="363"/>
                    <a:pt x="26" y="388"/>
                  </a:cubicBezTo>
                  <a:cubicBezTo>
                    <a:pt x="713" y="901"/>
                    <a:pt x="1700" y="826"/>
                    <a:pt x="2512" y="738"/>
                  </a:cubicBezTo>
                  <a:cubicBezTo>
                    <a:pt x="3175" y="663"/>
                    <a:pt x="3862" y="538"/>
                    <a:pt x="4387" y="88"/>
                  </a:cubicBezTo>
                  <a:cubicBezTo>
                    <a:pt x="4424" y="51"/>
                    <a:pt x="4374" y="1"/>
                    <a:pt x="4324" y="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0" name="Google Shape;1620;p59"/>
            <p:cNvSpPr/>
            <p:nvPr/>
          </p:nvSpPr>
          <p:spPr>
            <a:xfrm>
              <a:off x="6751100" y="2705175"/>
              <a:ext cx="12200" cy="11900"/>
            </a:xfrm>
            <a:custGeom>
              <a:rect b="b" l="l" r="r" t="t"/>
              <a:pathLst>
                <a:path extrusionOk="0" h="476" w="488">
                  <a:moveTo>
                    <a:pt x="450" y="350"/>
                  </a:moveTo>
                  <a:cubicBezTo>
                    <a:pt x="488" y="263"/>
                    <a:pt x="463" y="150"/>
                    <a:pt x="400" y="88"/>
                  </a:cubicBezTo>
                  <a:cubicBezTo>
                    <a:pt x="338" y="25"/>
                    <a:pt x="238" y="0"/>
                    <a:pt x="150" y="13"/>
                  </a:cubicBezTo>
                  <a:cubicBezTo>
                    <a:pt x="125" y="13"/>
                    <a:pt x="88" y="25"/>
                    <a:pt x="63" y="50"/>
                  </a:cubicBezTo>
                  <a:cubicBezTo>
                    <a:pt x="38" y="88"/>
                    <a:pt x="25" y="125"/>
                    <a:pt x="25" y="163"/>
                  </a:cubicBezTo>
                  <a:cubicBezTo>
                    <a:pt x="0" y="288"/>
                    <a:pt x="63" y="413"/>
                    <a:pt x="175" y="463"/>
                  </a:cubicBezTo>
                  <a:cubicBezTo>
                    <a:pt x="313" y="475"/>
                    <a:pt x="425" y="375"/>
                    <a:pt x="425" y="2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1" name="Google Shape;1621;p59"/>
            <p:cNvSpPr/>
            <p:nvPr/>
          </p:nvSpPr>
          <p:spPr>
            <a:xfrm>
              <a:off x="6748900" y="2702675"/>
              <a:ext cx="16275" cy="18450"/>
            </a:xfrm>
            <a:custGeom>
              <a:rect b="b" l="l" r="r" t="t"/>
              <a:pathLst>
                <a:path extrusionOk="0" h="738" w="651">
                  <a:moveTo>
                    <a:pt x="601" y="463"/>
                  </a:moveTo>
                  <a:cubicBezTo>
                    <a:pt x="650" y="300"/>
                    <a:pt x="563" y="113"/>
                    <a:pt x="388" y="63"/>
                  </a:cubicBezTo>
                  <a:cubicBezTo>
                    <a:pt x="251" y="0"/>
                    <a:pt x="76" y="88"/>
                    <a:pt x="63" y="250"/>
                  </a:cubicBezTo>
                  <a:cubicBezTo>
                    <a:pt x="1" y="650"/>
                    <a:pt x="563" y="738"/>
                    <a:pt x="563" y="338"/>
                  </a:cubicBezTo>
                  <a:cubicBezTo>
                    <a:pt x="563" y="288"/>
                    <a:pt x="501" y="275"/>
                    <a:pt x="488" y="325"/>
                  </a:cubicBezTo>
                  <a:cubicBezTo>
                    <a:pt x="163" y="438"/>
                    <a:pt x="88" y="425"/>
                    <a:pt x="263" y="275"/>
                  </a:cubicBezTo>
                  <a:cubicBezTo>
                    <a:pt x="376" y="100"/>
                    <a:pt x="438" y="150"/>
                    <a:pt x="476" y="425"/>
                  </a:cubicBezTo>
                  <a:cubicBezTo>
                    <a:pt x="451" y="513"/>
                    <a:pt x="576" y="538"/>
                    <a:pt x="601" y="4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2" name="Google Shape;1622;p59"/>
            <p:cNvSpPr/>
            <p:nvPr/>
          </p:nvSpPr>
          <p:spPr>
            <a:xfrm>
              <a:off x="6927925" y="2476175"/>
              <a:ext cx="3450" cy="2825"/>
            </a:xfrm>
            <a:custGeom>
              <a:rect b="b" l="l" r="r" t="t"/>
              <a:pathLst>
                <a:path extrusionOk="0" h="113" w="138">
                  <a:moveTo>
                    <a:pt x="63" y="25"/>
                  </a:moveTo>
                  <a:lnTo>
                    <a:pt x="38" y="38"/>
                  </a:lnTo>
                  <a:cubicBezTo>
                    <a:pt x="0" y="50"/>
                    <a:pt x="0" y="88"/>
                    <a:pt x="38" y="100"/>
                  </a:cubicBezTo>
                  <a:lnTo>
                    <a:pt x="63" y="100"/>
                  </a:lnTo>
                  <a:cubicBezTo>
                    <a:pt x="125" y="113"/>
                    <a:pt x="138" y="0"/>
                    <a:pt x="63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3" name="Google Shape;1623;p59"/>
            <p:cNvSpPr/>
            <p:nvPr/>
          </p:nvSpPr>
          <p:spPr>
            <a:xfrm>
              <a:off x="6869800" y="2346825"/>
              <a:ext cx="17850" cy="42200"/>
            </a:xfrm>
            <a:custGeom>
              <a:rect b="b" l="l" r="r" t="t"/>
              <a:pathLst>
                <a:path extrusionOk="0" h="1688" w="714">
                  <a:moveTo>
                    <a:pt x="101" y="1663"/>
                  </a:moveTo>
                  <a:cubicBezTo>
                    <a:pt x="638" y="1463"/>
                    <a:pt x="713" y="513"/>
                    <a:pt x="576" y="51"/>
                  </a:cubicBezTo>
                  <a:cubicBezTo>
                    <a:pt x="551" y="1"/>
                    <a:pt x="463" y="13"/>
                    <a:pt x="476" y="63"/>
                  </a:cubicBezTo>
                  <a:cubicBezTo>
                    <a:pt x="513" y="313"/>
                    <a:pt x="526" y="563"/>
                    <a:pt x="488" y="800"/>
                  </a:cubicBezTo>
                  <a:cubicBezTo>
                    <a:pt x="438" y="1038"/>
                    <a:pt x="326" y="1463"/>
                    <a:pt x="76" y="1550"/>
                  </a:cubicBezTo>
                  <a:cubicBezTo>
                    <a:pt x="1" y="1575"/>
                    <a:pt x="38" y="1688"/>
                    <a:pt x="101" y="16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4" name="Google Shape;1624;p59"/>
            <p:cNvSpPr/>
            <p:nvPr/>
          </p:nvSpPr>
          <p:spPr>
            <a:xfrm>
              <a:off x="6865425" y="2346525"/>
              <a:ext cx="19725" cy="42200"/>
            </a:xfrm>
            <a:custGeom>
              <a:rect b="b" l="l" r="r" t="t"/>
              <a:pathLst>
                <a:path extrusionOk="0" h="1688" w="789">
                  <a:moveTo>
                    <a:pt x="676" y="50"/>
                  </a:moveTo>
                  <a:cubicBezTo>
                    <a:pt x="313" y="400"/>
                    <a:pt x="1" y="1125"/>
                    <a:pt x="151" y="1625"/>
                  </a:cubicBezTo>
                  <a:cubicBezTo>
                    <a:pt x="163" y="1687"/>
                    <a:pt x="251" y="1662"/>
                    <a:pt x="238" y="1600"/>
                  </a:cubicBezTo>
                  <a:cubicBezTo>
                    <a:pt x="188" y="1062"/>
                    <a:pt x="376" y="513"/>
                    <a:pt x="751" y="113"/>
                  </a:cubicBezTo>
                  <a:cubicBezTo>
                    <a:pt x="788" y="63"/>
                    <a:pt x="726" y="0"/>
                    <a:pt x="676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5" name="Google Shape;1625;p59"/>
            <p:cNvSpPr/>
            <p:nvPr/>
          </p:nvSpPr>
          <p:spPr>
            <a:xfrm>
              <a:off x="6831375" y="2415875"/>
              <a:ext cx="30025" cy="33150"/>
            </a:xfrm>
            <a:custGeom>
              <a:rect b="b" l="l" r="r" t="t"/>
              <a:pathLst>
                <a:path extrusionOk="0" h="1326" w="1201">
                  <a:moveTo>
                    <a:pt x="1188" y="1275"/>
                  </a:moveTo>
                  <a:cubicBezTo>
                    <a:pt x="1200" y="938"/>
                    <a:pt x="1026" y="663"/>
                    <a:pt x="813" y="413"/>
                  </a:cubicBezTo>
                  <a:cubicBezTo>
                    <a:pt x="638" y="163"/>
                    <a:pt x="351" y="13"/>
                    <a:pt x="51" y="0"/>
                  </a:cubicBezTo>
                  <a:cubicBezTo>
                    <a:pt x="13" y="0"/>
                    <a:pt x="1" y="75"/>
                    <a:pt x="38" y="75"/>
                  </a:cubicBezTo>
                  <a:cubicBezTo>
                    <a:pt x="326" y="100"/>
                    <a:pt x="588" y="238"/>
                    <a:pt x="763" y="463"/>
                  </a:cubicBezTo>
                  <a:cubicBezTo>
                    <a:pt x="951" y="713"/>
                    <a:pt x="1125" y="950"/>
                    <a:pt x="1101" y="1275"/>
                  </a:cubicBezTo>
                  <a:cubicBezTo>
                    <a:pt x="1101" y="1325"/>
                    <a:pt x="1175" y="1325"/>
                    <a:pt x="1188" y="12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6" name="Google Shape;1626;p59"/>
            <p:cNvSpPr/>
            <p:nvPr/>
          </p:nvSpPr>
          <p:spPr>
            <a:xfrm>
              <a:off x="6831375" y="2415550"/>
              <a:ext cx="29400" cy="33475"/>
            </a:xfrm>
            <a:custGeom>
              <a:rect b="b" l="l" r="r" t="t"/>
              <a:pathLst>
                <a:path extrusionOk="0" h="1339" w="1176">
                  <a:moveTo>
                    <a:pt x="13" y="63"/>
                  </a:moveTo>
                  <a:cubicBezTo>
                    <a:pt x="101" y="626"/>
                    <a:pt x="501" y="1201"/>
                    <a:pt x="1076" y="1313"/>
                  </a:cubicBezTo>
                  <a:cubicBezTo>
                    <a:pt x="1138" y="1338"/>
                    <a:pt x="1175" y="1251"/>
                    <a:pt x="1125" y="1213"/>
                  </a:cubicBezTo>
                  <a:cubicBezTo>
                    <a:pt x="888" y="1076"/>
                    <a:pt x="651" y="1013"/>
                    <a:pt x="476" y="776"/>
                  </a:cubicBezTo>
                  <a:cubicBezTo>
                    <a:pt x="301" y="563"/>
                    <a:pt x="163" y="313"/>
                    <a:pt x="88" y="38"/>
                  </a:cubicBezTo>
                  <a:cubicBezTo>
                    <a:pt x="76" y="1"/>
                    <a:pt x="1" y="13"/>
                    <a:pt x="13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7" name="Google Shape;1627;p59"/>
            <p:cNvSpPr/>
            <p:nvPr/>
          </p:nvSpPr>
          <p:spPr>
            <a:xfrm>
              <a:off x="6767025" y="2718300"/>
              <a:ext cx="86575" cy="38750"/>
            </a:xfrm>
            <a:custGeom>
              <a:rect b="b" l="l" r="r" t="t"/>
              <a:pathLst>
                <a:path extrusionOk="0" h="1550" w="3463">
                  <a:moveTo>
                    <a:pt x="3387" y="38"/>
                  </a:moveTo>
                  <a:cubicBezTo>
                    <a:pt x="2387" y="738"/>
                    <a:pt x="1250" y="1225"/>
                    <a:pt x="50" y="1437"/>
                  </a:cubicBezTo>
                  <a:cubicBezTo>
                    <a:pt x="0" y="1450"/>
                    <a:pt x="25" y="1550"/>
                    <a:pt x="88" y="1537"/>
                  </a:cubicBezTo>
                  <a:cubicBezTo>
                    <a:pt x="1288" y="1312"/>
                    <a:pt x="2437" y="825"/>
                    <a:pt x="3425" y="100"/>
                  </a:cubicBezTo>
                  <a:cubicBezTo>
                    <a:pt x="3462" y="75"/>
                    <a:pt x="3425" y="0"/>
                    <a:pt x="3387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8" name="Google Shape;1628;p59"/>
            <p:cNvSpPr/>
            <p:nvPr/>
          </p:nvSpPr>
          <p:spPr>
            <a:xfrm>
              <a:off x="6752975" y="2749525"/>
              <a:ext cx="16250" cy="17850"/>
            </a:xfrm>
            <a:custGeom>
              <a:rect b="b" l="l" r="r" t="t"/>
              <a:pathLst>
                <a:path extrusionOk="0" h="714" w="650">
                  <a:moveTo>
                    <a:pt x="575" y="188"/>
                  </a:moveTo>
                  <a:cubicBezTo>
                    <a:pt x="363" y="1"/>
                    <a:pt x="0" y="238"/>
                    <a:pt x="213" y="476"/>
                  </a:cubicBezTo>
                  <a:cubicBezTo>
                    <a:pt x="413" y="713"/>
                    <a:pt x="650" y="376"/>
                    <a:pt x="562" y="163"/>
                  </a:cubicBezTo>
                  <a:cubicBezTo>
                    <a:pt x="537" y="126"/>
                    <a:pt x="487" y="138"/>
                    <a:pt x="487" y="176"/>
                  </a:cubicBezTo>
                  <a:cubicBezTo>
                    <a:pt x="487" y="213"/>
                    <a:pt x="487" y="251"/>
                    <a:pt x="487" y="288"/>
                  </a:cubicBezTo>
                  <a:cubicBezTo>
                    <a:pt x="475" y="376"/>
                    <a:pt x="487" y="363"/>
                    <a:pt x="512" y="263"/>
                  </a:cubicBezTo>
                  <a:cubicBezTo>
                    <a:pt x="550" y="288"/>
                    <a:pt x="612" y="238"/>
                    <a:pt x="575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9" name="Google Shape;1629;p59"/>
            <p:cNvSpPr/>
            <p:nvPr/>
          </p:nvSpPr>
          <p:spPr>
            <a:xfrm>
              <a:off x="6783275" y="2681125"/>
              <a:ext cx="81875" cy="30625"/>
            </a:xfrm>
            <a:custGeom>
              <a:rect b="b" l="l" r="r" t="t"/>
              <a:pathLst>
                <a:path extrusionOk="0" h="1225" w="3275">
                  <a:moveTo>
                    <a:pt x="3212" y="1000"/>
                  </a:moveTo>
                  <a:cubicBezTo>
                    <a:pt x="2000" y="1137"/>
                    <a:pt x="988" y="800"/>
                    <a:pt x="63" y="25"/>
                  </a:cubicBezTo>
                  <a:cubicBezTo>
                    <a:pt x="25" y="0"/>
                    <a:pt x="0" y="38"/>
                    <a:pt x="13" y="75"/>
                  </a:cubicBezTo>
                  <a:cubicBezTo>
                    <a:pt x="738" y="1000"/>
                    <a:pt x="2112" y="1225"/>
                    <a:pt x="3212" y="1087"/>
                  </a:cubicBezTo>
                  <a:cubicBezTo>
                    <a:pt x="3274" y="1087"/>
                    <a:pt x="3274" y="987"/>
                    <a:pt x="3212" y="10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0" name="Google Shape;1630;p59"/>
            <p:cNvSpPr/>
            <p:nvPr/>
          </p:nvSpPr>
          <p:spPr>
            <a:xfrm>
              <a:off x="6773575" y="2671750"/>
              <a:ext cx="15025" cy="12825"/>
            </a:xfrm>
            <a:custGeom>
              <a:rect b="b" l="l" r="r" t="t"/>
              <a:pathLst>
                <a:path extrusionOk="0" h="513" w="601">
                  <a:moveTo>
                    <a:pt x="338" y="25"/>
                  </a:moveTo>
                  <a:cubicBezTo>
                    <a:pt x="38" y="0"/>
                    <a:pt x="1" y="450"/>
                    <a:pt x="301" y="488"/>
                  </a:cubicBezTo>
                  <a:cubicBezTo>
                    <a:pt x="601" y="513"/>
                    <a:pt x="563" y="75"/>
                    <a:pt x="276" y="88"/>
                  </a:cubicBezTo>
                  <a:cubicBezTo>
                    <a:pt x="238" y="88"/>
                    <a:pt x="226" y="138"/>
                    <a:pt x="263" y="150"/>
                  </a:cubicBezTo>
                  <a:cubicBezTo>
                    <a:pt x="313" y="213"/>
                    <a:pt x="338" y="188"/>
                    <a:pt x="338" y="100"/>
                  </a:cubicBezTo>
                  <a:cubicBezTo>
                    <a:pt x="388" y="100"/>
                    <a:pt x="388" y="25"/>
                    <a:pt x="338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1" name="Google Shape;1631;p59"/>
            <p:cNvSpPr/>
            <p:nvPr/>
          </p:nvSpPr>
          <p:spPr>
            <a:xfrm>
              <a:off x="6888250" y="2270600"/>
              <a:ext cx="60000" cy="237450"/>
            </a:xfrm>
            <a:custGeom>
              <a:rect b="b" l="l" r="r" t="t"/>
              <a:pathLst>
                <a:path extrusionOk="0" h="9498" w="2400">
                  <a:moveTo>
                    <a:pt x="2387" y="9448"/>
                  </a:moveTo>
                  <a:cubicBezTo>
                    <a:pt x="1137" y="6136"/>
                    <a:pt x="0" y="3450"/>
                    <a:pt x="2025" y="125"/>
                  </a:cubicBezTo>
                  <a:cubicBezTo>
                    <a:pt x="2062" y="50"/>
                    <a:pt x="1962" y="0"/>
                    <a:pt x="1925" y="63"/>
                  </a:cubicBezTo>
                  <a:cubicBezTo>
                    <a:pt x="975" y="1475"/>
                    <a:pt x="575" y="2750"/>
                    <a:pt x="738" y="4449"/>
                  </a:cubicBezTo>
                  <a:cubicBezTo>
                    <a:pt x="925" y="6386"/>
                    <a:pt x="1637" y="7686"/>
                    <a:pt x="2325" y="9460"/>
                  </a:cubicBezTo>
                  <a:cubicBezTo>
                    <a:pt x="2350" y="9498"/>
                    <a:pt x="2400" y="9485"/>
                    <a:pt x="2387" y="944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2" name="Google Shape;1632;p59"/>
            <p:cNvSpPr/>
            <p:nvPr/>
          </p:nvSpPr>
          <p:spPr>
            <a:xfrm>
              <a:off x="6844200" y="2755475"/>
              <a:ext cx="49375" cy="31875"/>
            </a:xfrm>
            <a:custGeom>
              <a:rect b="b" l="l" r="r" t="t"/>
              <a:pathLst>
                <a:path extrusionOk="0" h="1275" w="1975">
                  <a:moveTo>
                    <a:pt x="1962" y="1213"/>
                  </a:moveTo>
                  <a:cubicBezTo>
                    <a:pt x="1875" y="663"/>
                    <a:pt x="1525" y="125"/>
                    <a:pt x="912" y="63"/>
                  </a:cubicBezTo>
                  <a:cubicBezTo>
                    <a:pt x="425" y="0"/>
                    <a:pt x="0" y="375"/>
                    <a:pt x="0" y="875"/>
                  </a:cubicBezTo>
                  <a:cubicBezTo>
                    <a:pt x="0" y="938"/>
                    <a:pt x="113" y="938"/>
                    <a:pt x="113" y="875"/>
                  </a:cubicBezTo>
                  <a:cubicBezTo>
                    <a:pt x="125" y="300"/>
                    <a:pt x="700" y="13"/>
                    <a:pt x="1200" y="250"/>
                  </a:cubicBezTo>
                  <a:cubicBezTo>
                    <a:pt x="1612" y="425"/>
                    <a:pt x="1812" y="813"/>
                    <a:pt x="1900" y="1238"/>
                  </a:cubicBezTo>
                  <a:cubicBezTo>
                    <a:pt x="1912" y="1275"/>
                    <a:pt x="1975" y="1262"/>
                    <a:pt x="1962" y="1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3" name="Google Shape;1633;p59"/>
            <p:cNvSpPr/>
            <p:nvPr/>
          </p:nvSpPr>
          <p:spPr>
            <a:xfrm>
              <a:off x="6887300" y="2510225"/>
              <a:ext cx="31575" cy="62500"/>
            </a:xfrm>
            <a:custGeom>
              <a:rect b="b" l="l" r="r" t="t"/>
              <a:pathLst>
                <a:path extrusionOk="0" h="2500" w="1263">
                  <a:moveTo>
                    <a:pt x="538" y="50"/>
                  </a:moveTo>
                  <a:cubicBezTo>
                    <a:pt x="563" y="675"/>
                    <a:pt x="1" y="1175"/>
                    <a:pt x="226" y="1812"/>
                  </a:cubicBezTo>
                  <a:cubicBezTo>
                    <a:pt x="376" y="2225"/>
                    <a:pt x="776" y="2500"/>
                    <a:pt x="1213" y="2487"/>
                  </a:cubicBezTo>
                  <a:cubicBezTo>
                    <a:pt x="1250" y="2487"/>
                    <a:pt x="1263" y="2425"/>
                    <a:pt x="1225" y="2412"/>
                  </a:cubicBezTo>
                  <a:cubicBezTo>
                    <a:pt x="438" y="2312"/>
                    <a:pt x="126" y="1625"/>
                    <a:pt x="426" y="925"/>
                  </a:cubicBezTo>
                  <a:cubicBezTo>
                    <a:pt x="563" y="650"/>
                    <a:pt x="626" y="350"/>
                    <a:pt x="626" y="50"/>
                  </a:cubicBezTo>
                  <a:cubicBezTo>
                    <a:pt x="626" y="0"/>
                    <a:pt x="538" y="0"/>
                    <a:pt x="538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4" name="Google Shape;1634;p59"/>
            <p:cNvSpPr/>
            <p:nvPr/>
          </p:nvSpPr>
          <p:spPr>
            <a:xfrm>
              <a:off x="6912925" y="2543350"/>
              <a:ext cx="21575" cy="30625"/>
            </a:xfrm>
            <a:custGeom>
              <a:rect b="b" l="l" r="r" t="t"/>
              <a:pathLst>
                <a:path extrusionOk="0" h="1225" w="863">
                  <a:moveTo>
                    <a:pt x="38" y="1112"/>
                  </a:moveTo>
                  <a:cubicBezTo>
                    <a:pt x="338" y="1225"/>
                    <a:pt x="588" y="1062"/>
                    <a:pt x="700" y="775"/>
                  </a:cubicBezTo>
                  <a:cubicBezTo>
                    <a:pt x="788" y="550"/>
                    <a:pt x="863" y="163"/>
                    <a:pt x="613" y="13"/>
                  </a:cubicBezTo>
                  <a:cubicBezTo>
                    <a:pt x="588" y="0"/>
                    <a:pt x="550" y="25"/>
                    <a:pt x="575" y="63"/>
                  </a:cubicBezTo>
                  <a:cubicBezTo>
                    <a:pt x="825" y="387"/>
                    <a:pt x="588" y="1225"/>
                    <a:pt x="63" y="1050"/>
                  </a:cubicBezTo>
                  <a:cubicBezTo>
                    <a:pt x="13" y="1025"/>
                    <a:pt x="0" y="1100"/>
                    <a:pt x="38" y="11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5" name="Google Shape;1635;p59"/>
            <p:cNvSpPr/>
            <p:nvPr/>
          </p:nvSpPr>
          <p:spPr>
            <a:xfrm>
              <a:off x="6775150" y="2732675"/>
              <a:ext cx="56575" cy="81250"/>
            </a:xfrm>
            <a:custGeom>
              <a:rect b="b" l="l" r="r" t="t"/>
              <a:pathLst>
                <a:path extrusionOk="0" h="3250" w="2263">
                  <a:moveTo>
                    <a:pt x="2162" y="38"/>
                  </a:moveTo>
                  <a:cubicBezTo>
                    <a:pt x="1213" y="825"/>
                    <a:pt x="0" y="1800"/>
                    <a:pt x="300" y="3199"/>
                  </a:cubicBezTo>
                  <a:cubicBezTo>
                    <a:pt x="313" y="3249"/>
                    <a:pt x="400" y="3224"/>
                    <a:pt x="388" y="3174"/>
                  </a:cubicBezTo>
                  <a:cubicBezTo>
                    <a:pt x="200" y="1787"/>
                    <a:pt x="1275" y="900"/>
                    <a:pt x="2225" y="88"/>
                  </a:cubicBezTo>
                  <a:cubicBezTo>
                    <a:pt x="2262" y="63"/>
                    <a:pt x="2200" y="0"/>
                    <a:pt x="2162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6" name="Google Shape;1636;p59"/>
            <p:cNvSpPr/>
            <p:nvPr/>
          </p:nvSpPr>
          <p:spPr>
            <a:xfrm>
              <a:off x="6867625" y="2553650"/>
              <a:ext cx="15025" cy="30950"/>
            </a:xfrm>
            <a:custGeom>
              <a:rect b="b" l="l" r="r" t="t"/>
              <a:pathLst>
                <a:path extrusionOk="0" h="1238" w="601">
                  <a:moveTo>
                    <a:pt x="500" y="63"/>
                  </a:moveTo>
                  <a:cubicBezTo>
                    <a:pt x="475" y="463"/>
                    <a:pt x="313" y="850"/>
                    <a:pt x="25" y="1138"/>
                  </a:cubicBezTo>
                  <a:cubicBezTo>
                    <a:pt x="0" y="1175"/>
                    <a:pt x="38" y="1238"/>
                    <a:pt x="88" y="1213"/>
                  </a:cubicBezTo>
                  <a:cubicBezTo>
                    <a:pt x="250" y="1075"/>
                    <a:pt x="375" y="900"/>
                    <a:pt x="438" y="713"/>
                  </a:cubicBezTo>
                  <a:cubicBezTo>
                    <a:pt x="550" y="513"/>
                    <a:pt x="600" y="288"/>
                    <a:pt x="588" y="63"/>
                  </a:cubicBezTo>
                  <a:cubicBezTo>
                    <a:pt x="588" y="0"/>
                    <a:pt x="488" y="0"/>
                    <a:pt x="488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7" name="Google Shape;1637;p59"/>
            <p:cNvSpPr/>
            <p:nvPr/>
          </p:nvSpPr>
          <p:spPr>
            <a:xfrm>
              <a:off x="6861375" y="2550525"/>
              <a:ext cx="21900" cy="34400"/>
            </a:xfrm>
            <a:custGeom>
              <a:rect b="b" l="l" r="r" t="t"/>
              <a:pathLst>
                <a:path extrusionOk="0" h="1376" w="876">
                  <a:moveTo>
                    <a:pt x="325" y="1275"/>
                  </a:moveTo>
                  <a:cubicBezTo>
                    <a:pt x="113" y="825"/>
                    <a:pt x="413" y="313"/>
                    <a:pt x="825" y="125"/>
                  </a:cubicBezTo>
                  <a:cubicBezTo>
                    <a:pt x="875" y="100"/>
                    <a:pt x="838" y="0"/>
                    <a:pt x="775" y="25"/>
                  </a:cubicBezTo>
                  <a:cubicBezTo>
                    <a:pt x="300" y="238"/>
                    <a:pt x="0" y="838"/>
                    <a:pt x="238" y="1325"/>
                  </a:cubicBezTo>
                  <a:cubicBezTo>
                    <a:pt x="275" y="1375"/>
                    <a:pt x="350" y="1325"/>
                    <a:pt x="325" y="12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8" name="Google Shape;1638;p59"/>
            <p:cNvSpPr/>
            <p:nvPr/>
          </p:nvSpPr>
          <p:spPr>
            <a:xfrm>
              <a:off x="6864175" y="2216250"/>
              <a:ext cx="60025" cy="132175"/>
            </a:xfrm>
            <a:custGeom>
              <a:rect b="b" l="l" r="r" t="t"/>
              <a:pathLst>
                <a:path extrusionOk="0" h="5287" w="2401">
                  <a:moveTo>
                    <a:pt x="1813" y="5236"/>
                  </a:moveTo>
                  <a:cubicBezTo>
                    <a:pt x="2125" y="3649"/>
                    <a:pt x="2400" y="212"/>
                    <a:pt x="51" y="0"/>
                  </a:cubicBezTo>
                  <a:cubicBezTo>
                    <a:pt x="1" y="0"/>
                    <a:pt x="1" y="62"/>
                    <a:pt x="51" y="75"/>
                  </a:cubicBezTo>
                  <a:cubicBezTo>
                    <a:pt x="2338" y="375"/>
                    <a:pt x="2038" y="3687"/>
                    <a:pt x="1738" y="5211"/>
                  </a:cubicBezTo>
                  <a:cubicBezTo>
                    <a:pt x="1738" y="5261"/>
                    <a:pt x="1813" y="5286"/>
                    <a:pt x="1813" y="52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9" name="Google Shape;1639;p59"/>
            <p:cNvSpPr/>
            <p:nvPr/>
          </p:nvSpPr>
          <p:spPr>
            <a:xfrm>
              <a:off x="6826700" y="2222800"/>
              <a:ext cx="65000" cy="61575"/>
            </a:xfrm>
            <a:custGeom>
              <a:rect b="b" l="l" r="r" t="t"/>
              <a:pathLst>
                <a:path extrusionOk="0" h="2463" w="2600">
                  <a:moveTo>
                    <a:pt x="2587" y="963"/>
                  </a:moveTo>
                  <a:cubicBezTo>
                    <a:pt x="2250" y="288"/>
                    <a:pt x="1425" y="0"/>
                    <a:pt x="788" y="450"/>
                  </a:cubicBezTo>
                  <a:cubicBezTo>
                    <a:pt x="200" y="863"/>
                    <a:pt x="0" y="1925"/>
                    <a:pt x="575" y="2425"/>
                  </a:cubicBezTo>
                  <a:cubicBezTo>
                    <a:pt x="638" y="2462"/>
                    <a:pt x="700" y="2387"/>
                    <a:pt x="650" y="2350"/>
                  </a:cubicBezTo>
                  <a:cubicBezTo>
                    <a:pt x="138" y="1875"/>
                    <a:pt x="300" y="900"/>
                    <a:pt x="838" y="525"/>
                  </a:cubicBezTo>
                  <a:cubicBezTo>
                    <a:pt x="1425" y="125"/>
                    <a:pt x="2237" y="350"/>
                    <a:pt x="2537" y="1000"/>
                  </a:cubicBezTo>
                  <a:cubicBezTo>
                    <a:pt x="2550" y="1038"/>
                    <a:pt x="2600" y="1000"/>
                    <a:pt x="2587" y="9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0" name="Google Shape;1640;p59"/>
            <p:cNvSpPr/>
            <p:nvPr/>
          </p:nvSpPr>
          <p:spPr>
            <a:xfrm>
              <a:off x="6837325" y="2258100"/>
              <a:ext cx="46875" cy="35950"/>
            </a:xfrm>
            <a:custGeom>
              <a:rect b="b" l="l" r="r" t="t"/>
              <a:pathLst>
                <a:path extrusionOk="0" h="1438" w="1875">
                  <a:moveTo>
                    <a:pt x="25" y="750"/>
                  </a:moveTo>
                  <a:cubicBezTo>
                    <a:pt x="200" y="1213"/>
                    <a:pt x="738" y="1438"/>
                    <a:pt x="1200" y="1250"/>
                  </a:cubicBezTo>
                  <a:cubicBezTo>
                    <a:pt x="1662" y="1050"/>
                    <a:pt x="1875" y="513"/>
                    <a:pt x="1662" y="51"/>
                  </a:cubicBezTo>
                  <a:cubicBezTo>
                    <a:pt x="1650" y="1"/>
                    <a:pt x="1575" y="38"/>
                    <a:pt x="1587" y="88"/>
                  </a:cubicBezTo>
                  <a:cubicBezTo>
                    <a:pt x="1712" y="513"/>
                    <a:pt x="1587" y="963"/>
                    <a:pt x="1150" y="1150"/>
                  </a:cubicBezTo>
                  <a:cubicBezTo>
                    <a:pt x="738" y="1313"/>
                    <a:pt x="263" y="1125"/>
                    <a:pt x="88" y="713"/>
                  </a:cubicBezTo>
                  <a:cubicBezTo>
                    <a:pt x="63" y="675"/>
                    <a:pt x="0" y="713"/>
                    <a:pt x="25" y="7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1" name="Google Shape;1641;p59"/>
            <p:cNvSpPr/>
            <p:nvPr/>
          </p:nvSpPr>
          <p:spPr>
            <a:xfrm>
              <a:off x="6849500" y="2246850"/>
              <a:ext cx="30650" cy="17200"/>
            </a:xfrm>
            <a:custGeom>
              <a:rect b="b" l="l" r="r" t="t"/>
              <a:pathLst>
                <a:path extrusionOk="0" h="688" w="1226">
                  <a:moveTo>
                    <a:pt x="1200" y="638"/>
                  </a:moveTo>
                  <a:cubicBezTo>
                    <a:pt x="1225" y="301"/>
                    <a:pt x="863" y="51"/>
                    <a:pt x="550" y="63"/>
                  </a:cubicBezTo>
                  <a:cubicBezTo>
                    <a:pt x="238" y="63"/>
                    <a:pt x="1" y="338"/>
                    <a:pt x="113" y="626"/>
                  </a:cubicBezTo>
                  <a:cubicBezTo>
                    <a:pt x="138" y="676"/>
                    <a:pt x="213" y="663"/>
                    <a:pt x="201" y="601"/>
                  </a:cubicBezTo>
                  <a:cubicBezTo>
                    <a:pt x="13" y="1"/>
                    <a:pt x="1163" y="51"/>
                    <a:pt x="1125" y="638"/>
                  </a:cubicBezTo>
                  <a:cubicBezTo>
                    <a:pt x="1125" y="688"/>
                    <a:pt x="1200" y="688"/>
                    <a:pt x="1200" y="6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2" name="Google Shape;1642;p59"/>
            <p:cNvSpPr/>
            <p:nvPr/>
          </p:nvSpPr>
          <p:spPr>
            <a:xfrm>
              <a:off x="6819200" y="2492725"/>
              <a:ext cx="71575" cy="55025"/>
            </a:xfrm>
            <a:custGeom>
              <a:rect b="b" l="l" r="r" t="t"/>
              <a:pathLst>
                <a:path extrusionOk="0" h="2201" w="2863">
                  <a:moveTo>
                    <a:pt x="2787" y="1750"/>
                  </a:moveTo>
                  <a:cubicBezTo>
                    <a:pt x="1463" y="2100"/>
                    <a:pt x="375" y="1288"/>
                    <a:pt x="50" y="26"/>
                  </a:cubicBezTo>
                  <a:cubicBezTo>
                    <a:pt x="50" y="1"/>
                    <a:pt x="0" y="1"/>
                    <a:pt x="0" y="26"/>
                  </a:cubicBezTo>
                  <a:cubicBezTo>
                    <a:pt x="100" y="1425"/>
                    <a:pt x="1538" y="2200"/>
                    <a:pt x="2812" y="1813"/>
                  </a:cubicBezTo>
                  <a:cubicBezTo>
                    <a:pt x="2862" y="1800"/>
                    <a:pt x="2837" y="1725"/>
                    <a:pt x="2787" y="17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3" name="Google Shape;1643;p59"/>
            <p:cNvSpPr/>
            <p:nvPr/>
          </p:nvSpPr>
          <p:spPr>
            <a:xfrm>
              <a:off x="6793275" y="2835125"/>
              <a:ext cx="104675" cy="111575"/>
            </a:xfrm>
            <a:custGeom>
              <a:rect b="b" l="l" r="r" t="t"/>
              <a:pathLst>
                <a:path extrusionOk="0" h="4463" w="4187">
                  <a:moveTo>
                    <a:pt x="3999" y="2663"/>
                  </a:moveTo>
                  <a:cubicBezTo>
                    <a:pt x="4187" y="1213"/>
                    <a:pt x="2737" y="38"/>
                    <a:pt x="1387" y="751"/>
                  </a:cubicBezTo>
                  <a:cubicBezTo>
                    <a:pt x="0" y="1488"/>
                    <a:pt x="225" y="3425"/>
                    <a:pt x="1162" y="4437"/>
                  </a:cubicBezTo>
                  <a:cubicBezTo>
                    <a:pt x="1187" y="4462"/>
                    <a:pt x="1237" y="4425"/>
                    <a:pt x="1212" y="4387"/>
                  </a:cubicBezTo>
                  <a:cubicBezTo>
                    <a:pt x="563" y="3488"/>
                    <a:pt x="125" y="2013"/>
                    <a:pt x="1062" y="1138"/>
                  </a:cubicBezTo>
                  <a:cubicBezTo>
                    <a:pt x="2275" y="1"/>
                    <a:pt x="4087" y="1088"/>
                    <a:pt x="3899" y="2663"/>
                  </a:cubicBezTo>
                  <a:cubicBezTo>
                    <a:pt x="3887" y="2738"/>
                    <a:pt x="3999" y="2725"/>
                    <a:pt x="4012" y="26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4" name="Google Shape;1644;p59"/>
            <p:cNvSpPr/>
            <p:nvPr/>
          </p:nvSpPr>
          <p:spPr>
            <a:xfrm>
              <a:off x="6818575" y="2941350"/>
              <a:ext cx="146550" cy="263725"/>
            </a:xfrm>
            <a:custGeom>
              <a:rect b="b" l="l" r="r" t="t"/>
              <a:pathLst>
                <a:path extrusionOk="0" h="10549" w="5862">
                  <a:moveTo>
                    <a:pt x="38" y="101"/>
                  </a:moveTo>
                  <a:cubicBezTo>
                    <a:pt x="1700" y="1313"/>
                    <a:pt x="3812" y="2425"/>
                    <a:pt x="4737" y="4325"/>
                  </a:cubicBezTo>
                  <a:cubicBezTo>
                    <a:pt x="5586" y="6087"/>
                    <a:pt x="5761" y="8849"/>
                    <a:pt x="4562" y="10486"/>
                  </a:cubicBezTo>
                  <a:cubicBezTo>
                    <a:pt x="4537" y="10511"/>
                    <a:pt x="4587" y="10548"/>
                    <a:pt x="4612" y="10523"/>
                  </a:cubicBezTo>
                  <a:cubicBezTo>
                    <a:pt x="5861" y="9086"/>
                    <a:pt x="5724" y="6587"/>
                    <a:pt x="5137" y="4875"/>
                  </a:cubicBezTo>
                  <a:cubicBezTo>
                    <a:pt x="4349" y="2550"/>
                    <a:pt x="1950" y="1363"/>
                    <a:pt x="75" y="26"/>
                  </a:cubicBezTo>
                  <a:cubicBezTo>
                    <a:pt x="38" y="1"/>
                    <a:pt x="0" y="63"/>
                    <a:pt x="38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5" name="Google Shape;1645;p59"/>
            <p:cNvSpPr/>
            <p:nvPr/>
          </p:nvSpPr>
          <p:spPr>
            <a:xfrm>
              <a:off x="6841075" y="3137250"/>
              <a:ext cx="84375" cy="100925"/>
            </a:xfrm>
            <a:custGeom>
              <a:rect b="b" l="l" r="r" t="t"/>
              <a:pathLst>
                <a:path extrusionOk="0" h="4037" w="3375">
                  <a:moveTo>
                    <a:pt x="3299" y="2875"/>
                  </a:moveTo>
                  <a:cubicBezTo>
                    <a:pt x="2362" y="3412"/>
                    <a:pt x="987" y="3537"/>
                    <a:pt x="438" y="2375"/>
                  </a:cubicBezTo>
                  <a:cubicBezTo>
                    <a:pt x="313" y="2100"/>
                    <a:pt x="275" y="1787"/>
                    <a:pt x="325" y="1487"/>
                  </a:cubicBezTo>
                  <a:cubicBezTo>
                    <a:pt x="325" y="1412"/>
                    <a:pt x="313" y="1325"/>
                    <a:pt x="325" y="1250"/>
                  </a:cubicBezTo>
                  <a:cubicBezTo>
                    <a:pt x="450" y="488"/>
                    <a:pt x="650" y="513"/>
                    <a:pt x="1175" y="450"/>
                  </a:cubicBezTo>
                  <a:cubicBezTo>
                    <a:pt x="2075" y="338"/>
                    <a:pt x="2425" y="938"/>
                    <a:pt x="2275" y="1725"/>
                  </a:cubicBezTo>
                  <a:cubicBezTo>
                    <a:pt x="2162" y="2300"/>
                    <a:pt x="1875" y="2600"/>
                    <a:pt x="1462" y="3000"/>
                  </a:cubicBezTo>
                  <a:cubicBezTo>
                    <a:pt x="1150" y="3299"/>
                    <a:pt x="825" y="3549"/>
                    <a:pt x="800" y="3999"/>
                  </a:cubicBezTo>
                  <a:cubicBezTo>
                    <a:pt x="800" y="4024"/>
                    <a:pt x="850" y="4037"/>
                    <a:pt x="850" y="3999"/>
                  </a:cubicBezTo>
                  <a:cubicBezTo>
                    <a:pt x="950" y="3287"/>
                    <a:pt x="1862" y="2900"/>
                    <a:pt x="2225" y="2312"/>
                  </a:cubicBezTo>
                  <a:cubicBezTo>
                    <a:pt x="2525" y="1875"/>
                    <a:pt x="2575" y="1325"/>
                    <a:pt x="2362" y="850"/>
                  </a:cubicBezTo>
                  <a:cubicBezTo>
                    <a:pt x="2025" y="113"/>
                    <a:pt x="887" y="0"/>
                    <a:pt x="400" y="650"/>
                  </a:cubicBezTo>
                  <a:cubicBezTo>
                    <a:pt x="0" y="1163"/>
                    <a:pt x="138" y="2237"/>
                    <a:pt x="500" y="2725"/>
                  </a:cubicBezTo>
                  <a:cubicBezTo>
                    <a:pt x="1200" y="3662"/>
                    <a:pt x="2450" y="3462"/>
                    <a:pt x="3337" y="2950"/>
                  </a:cubicBezTo>
                  <a:cubicBezTo>
                    <a:pt x="3374" y="2912"/>
                    <a:pt x="3337" y="2850"/>
                    <a:pt x="3299" y="28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6" name="Google Shape;1646;p59"/>
            <p:cNvSpPr/>
            <p:nvPr/>
          </p:nvSpPr>
          <p:spPr>
            <a:xfrm>
              <a:off x="6857325" y="3245025"/>
              <a:ext cx="13750" cy="55325"/>
            </a:xfrm>
            <a:custGeom>
              <a:rect b="b" l="l" r="r" t="t"/>
              <a:pathLst>
                <a:path extrusionOk="0" h="2213" w="550">
                  <a:moveTo>
                    <a:pt x="75" y="51"/>
                  </a:moveTo>
                  <a:cubicBezTo>
                    <a:pt x="0" y="738"/>
                    <a:pt x="63" y="1588"/>
                    <a:pt x="475" y="2188"/>
                  </a:cubicBezTo>
                  <a:cubicBezTo>
                    <a:pt x="500" y="2213"/>
                    <a:pt x="550" y="2200"/>
                    <a:pt x="537" y="2163"/>
                  </a:cubicBezTo>
                  <a:cubicBezTo>
                    <a:pt x="300" y="1438"/>
                    <a:pt x="75" y="825"/>
                    <a:pt x="150" y="51"/>
                  </a:cubicBezTo>
                  <a:cubicBezTo>
                    <a:pt x="150" y="1"/>
                    <a:pt x="87" y="1"/>
                    <a:pt x="75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7" name="Google Shape;1647;p59"/>
            <p:cNvSpPr/>
            <p:nvPr/>
          </p:nvSpPr>
          <p:spPr>
            <a:xfrm>
              <a:off x="6805150" y="2972925"/>
              <a:ext cx="96550" cy="81550"/>
            </a:xfrm>
            <a:custGeom>
              <a:rect b="b" l="l" r="r" t="t"/>
              <a:pathLst>
                <a:path extrusionOk="0" h="3262" w="3862">
                  <a:moveTo>
                    <a:pt x="3824" y="1025"/>
                  </a:moveTo>
                  <a:cubicBezTo>
                    <a:pt x="3187" y="475"/>
                    <a:pt x="2362" y="0"/>
                    <a:pt x="1487" y="187"/>
                  </a:cubicBezTo>
                  <a:cubicBezTo>
                    <a:pt x="662" y="375"/>
                    <a:pt x="50" y="1175"/>
                    <a:pt x="25" y="2012"/>
                  </a:cubicBezTo>
                  <a:cubicBezTo>
                    <a:pt x="0" y="2587"/>
                    <a:pt x="375" y="3262"/>
                    <a:pt x="1037" y="3187"/>
                  </a:cubicBezTo>
                  <a:cubicBezTo>
                    <a:pt x="1387" y="3149"/>
                    <a:pt x="1812" y="2799"/>
                    <a:pt x="1437" y="2512"/>
                  </a:cubicBezTo>
                  <a:cubicBezTo>
                    <a:pt x="1387" y="2487"/>
                    <a:pt x="1350" y="2549"/>
                    <a:pt x="1387" y="2587"/>
                  </a:cubicBezTo>
                  <a:cubicBezTo>
                    <a:pt x="562" y="3012"/>
                    <a:pt x="138" y="2862"/>
                    <a:pt x="125" y="2124"/>
                  </a:cubicBezTo>
                  <a:cubicBezTo>
                    <a:pt x="125" y="1812"/>
                    <a:pt x="200" y="1500"/>
                    <a:pt x="362" y="1225"/>
                  </a:cubicBezTo>
                  <a:cubicBezTo>
                    <a:pt x="562" y="787"/>
                    <a:pt x="950" y="462"/>
                    <a:pt x="1412" y="325"/>
                  </a:cubicBezTo>
                  <a:cubicBezTo>
                    <a:pt x="2299" y="88"/>
                    <a:pt x="3124" y="550"/>
                    <a:pt x="3787" y="1075"/>
                  </a:cubicBezTo>
                  <a:cubicBezTo>
                    <a:pt x="3824" y="1087"/>
                    <a:pt x="3862" y="1050"/>
                    <a:pt x="3837" y="10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8" name="Google Shape;1648;p59"/>
            <p:cNvSpPr/>
            <p:nvPr/>
          </p:nvSpPr>
          <p:spPr>
            <a:xfrm>
              <a:off x="6762350" y="2958850"/>
              <a:ext cx="110600" cy="22825"/>
            </a:xfrm>
            <a:custGeom>
              <a:rect b="b" l="l" r="r" t="t"/>
              <a:pathLst>
                <a:path extrusionOk="0" h="913" w="4424">
                  <a:moveTo>
                    <a:pt x="4399" y="825"/>
                  </a:moveTo>
                  <a:cubicBezTo>
                    <a:pt x="3874" y="376"/>
                    <a:pt x="3187" y="251"/>
                    <a:pt x="2524" y="176"/>
                  </a:cubicBezTo>
                  <a:cubicBezTo>
                    <a:pt x="1700" y="88"/>
                    <a:pt x="725" y="1"/>
                    <a:pt x="38" y="526"/>
                  </a:cubicBezTo>
                  <a:cubicBezTo>
                    <a:pt x="0" y="551"/>
                    <a:pt x="25" y="601"/>
                    <a:pt x="63" y="588"/>
                  </a:cubicBezTo>
                  <a:cubicBezTo>
                    <a:pt x="1187" y="1"/>
                    <a:pt x="3324" y="38"/>
                    <a:pt x="4324" y="875"/>
                  </a:cubicBezTo>
                  <a:cubicBezTo>
                    <a:pt x="4374" y="913"/>
                    <a:pt x="4424" y="863"/>
                    <a:pt x="4386" y="8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9" name="Google Shape;1649;p59"/>
            <p:cNvSpPr/>
            <p:nvPr/>
          </p:nvSpPr>
          <p:spPr>
            <a:xfrm>
              <a:off x="6751100" y="2969475"/>
              <a:ext cx="12200" cy="11900"/>
            </a:xfrm>
            <a:custGeom>
              <a:rect b="b" l="l" r="r" t="t"/>
              <a:pathLst>
                <a:path extrusionOk="0" h="476" w="488">
                  <a:moveTo>
                    <a:pt x="450" y="126"/>
                  </a:moveTo>
                  <a:cubicBezTo>
                    <a:pt x="488" y="213"/>
                    <a:pt x="463" y="313"/>
                    <a:pt x="400" y="388"/>
                  </a:cubicBezTo>
                  <a:cubicBezTo>
                    <a:pt x="338" y="450"/>
                    <a:pt x="238" y="475"/>
                    <a:pt x="150" y="463"/>
                  </a:cubicBezTo>
                  <a:cubicBezTo>
                    <a:pt x="125" y="450"/>
                    <a:pt x="88" y="438"/>
                    <a:pt x="63" y="425"/>
                  </a:cubicBezTo>
                  <a:cubicBezTo>
                    <a:pt x="38" y="388"/>
                    <a:pt x="25" y="350"/>
                    <a:pt x="25" y="313"/>
                  </a:cubicBezTo>
                  <a:cubicBezTo>
                    <a:pt x="0" y="188"/>
                    <a:pt x="63" y="63"/>
                    <a:pt x="175" y="13"/>
                  </a:cubicBezTo>
                  <a:cubicBezTo>
                    <a:pt x="313" y="1"/>
                    <a:pt x="425" y="101"/>
                    <a:pt x="425" y="2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0" name="Google Shape;1650;p59"/>
            <p:cNvSpPr/>
            <p:nvPr/>
          </p:nvSpPr>
          <p:spPr>
            <a:xfrm>
              <a:off x="6748600" y="2965425"/>
              <a:ext cx="17200" cy="22200"/>
            </a:xfrm>
            <a:custGeom>
              <a:rect b="b" l="l" r="r" t="t"/>
              <a:pathLst>
                <a:path extrusionOk="0" h="888" w="688">
                  <a:moveTo>
                    <a:pt x="475" y="300"/>
                  </a:moveTo>
                  <a:cubicBezTo>
                    <a:pt x="450" y="587"/>
                    <a:pt x="375" y="637"/>
                    <a:pt x="275" y="462"/>
                  </a:cubicBezTo>
                  <a:cubicBezTo>
                    <a:pt x="100" y="300"/>
                    <a:pt x="163" y="288"/>
                    <a:pt x="488" y="413"/>
                  </a:cubicBezTo>
                  <a:cubicBezTo>
                    <a:pt x="488" y="450"/>
                    <a:pt x="575" y="438"/>
                    <a:pt x="575" y="400"/>
                  </a:cubicBezTo>
                  <a:cubicBezTo>
                    <a:pt x="575" y="0"/>
                    <a:pt x="0" y="88"/>
                    <a:pt x="63" y="487"/>
                  </a:cubicBezTo>
                  <a:cubicBezTo>
                    <a:pt x="125" y="887"/>
                    <a:pt x="687" y="650"/>
                    <a:pt x="600" y="275"/>
                  </a:cubicBezTo>
                  <a:cubicBezTo>
                    <a:pt x="575" y="200"/>
                    <a:pt x="475" y="238"/>
                    <a:pt x="475" y="3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1" name="Google Shape;1651;p59"/>
            <p:cNvSpPr/>
            <p:nvPr/>
          </p:nvSpPr>
          <p:spPr>
            <a:xfrm>
              <a:off x="6927925" y="3207225"/>
              <a:ext cx="3450" cy="2850"/>
            </a:xfrm>
            <a:custGeom>
              <a:rect b="b" l="l" r="r" t="t"/>
              <a:pathLst>
                <a:path extrusionOk="0" h="114" w="138">
                  <a:moveTo>
                    <a:pt x="63" y="13"/>
                  </a:moveTo>
                  <a:lnTo>
                    <a:pt x="38" y="26"/>
                  </a:lnTo>
                  <a:cubicBezTo>
                    <a:pt x="0" y="38"/>
                    <a:pt x="0" y="76"/>
                    <a:pt x="38" y="88"/>
                  </a:cubicBezTo>
                  <a:lnTo>
                    <a:pt x="63" y="101"/>
                  </a:lnTo>
                  <a:cubicBezTo>
                    <a:pt x="125" y="113"/>
                    <a:pt x="138" y="1"/>
                    <a:pt x="63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2" name="Google Shape;1652;p59"/>
            <p:cNvSpPr/>
            <p:nvPr/>
          </p:nvSpPr>
          <p:spPr>
            <a:xfrm>
              <a:off x="6870125" y="3297525"/>
              <a:ext cx="17525" cy="42200"/>
            </a:xfrm>
            <a:custGeom>
              <a:rect b="b" l="l" r="r" t="t"/>
              <a:pathLst>
                <a:path extrusionOk="0" h="1688" w="701">
                  <a:moveTo>
                    <a:pt x="63" y="138"/>
                  </a:moveTo>
                  <a:cubicBezTo>
                    <a:pt x="313" y="225"/>
                    <a:pt x="425" y="662"/>
                    <a:pt x="475" y="887"/>
                  </a:cubicBezTo>
                  <a:cubicBezTo>
                    <a:pt x="513" y="1125"/>
                    <a:pt x="500" y="1375"/>
                    <a:pt x="463" y="1625"/>
                  </a:cubicBezTo>
                  <a:cubicBezTo>
                    <a:pt x="463" y="1675"/>
                    <a:pt x="550" y="1687"/>
                    <a:pt x="563" y="1637"/>
                  </a:cubicBezTo>
                  <a:cubicBezTo>
                    <a:pt x="700" y="1175"/>
                    <a:pt x="625" y="225"/>
                    <a:pt x="100" y="25"/>
                  </a:cubicBezTo>
                  <a:cubicBezTo>
                    <a:pt x="25" y="0"/>
                    <a:pt x="0" y="113"/>
                    <a:pt x="63" y="1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3" name="Google Shape;1653;p59"/>
            <p:cNvSpPr/>
            <p:nvPr/>
          </p:nvSpPr>
          <p:spPr>
            <a:xfrm>
              <a:off x="6865425" y="3297825"/>
              <a:ext cx="19725" cy="42200"/>
            </a:xfrm>
            <a:custGeom>
              <a:rect b="b" l="l" r="r" t="t"/>
              <a:pathLst>
                <a:path extrusionOk="0" h="1688" w="789">
                  <a:moveTo>
                    <a:pt x="751" y="1575"/>
                  </a:moveTo>
                  <a:cubicBezTo>
                    <a:pt x="376" y="1175"/>
                    <a:pt x="188" y="625"/>
                    <a:pt x="238" y="88"/>
                  </a:cubicBezTo>
                  <a:cubicBezTo>
                    <a:pt x="238" y="26"/>
                    <a:pt x="163" y="1"/>
                    <a:pt x="151" y="63"/>
                  </a:cubicBezTo>
                  <a:cubicBezTo>
                    <a:pt x="1" y="563"/>
                    <a:pt x="313" y="1288"/>
                    <a:pt x="676" y="1638"/>
                  </a:cubicBezTo>
                  <a:cubicBezTo>
                    <a:pt x="726" y="1688"/>
                    <a:pt x="788" y="1613"/>
                    <a:pt x="751" y="1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4" name="Google Shape;1654;p59"/>
            <p:cNvSpPr/>
            <p:nvPr/>
          </p:nvSpPr>
          <p:spPr>
            <a:xfrm>
              <a:off x="6831375" y="3237525"/>
              <a:ext cx="30025" cy="33150"/>
            </a:xfrm>
            <a:custGeom>
              <a:rect b="b" l="l" r="r" t="t"/>
              <a:pathLst>
                <a:path extrusionOk="0" h="1326" w="1201">
                  <a:moveTo>
                    <a:pt x="1101" y="51"/>
                  </a:moveTo>
                  <a:cubicBezTo>
                    <a:pt x="1125" y="363"/>
                    <a:pt x="951" y="613"/>
                    <a:pt x="763" y="863"/>
                  </a:cubicBezTo>
                  <a:cubicBezTo>
                    <a:pt x="588" y="1088"/>
                    <a:pt x="326" y="1225"/>
                    <a:pt x="38" y="1250"/>
                  </a:cubicBezTo>
                  <a:cubicBezTo>
                    <a:pt x="1" y="1250"/>
                    <a:pt x="13" y="1325"/>
                    <a:pt x="51" y="1325"/>
                  </a:cubicBezTo>
                  <a:cubicBezTo>
                    <a:pt x="351" y="1313"/>
                    <a:pt x="638" y="1163"/>
                    <a:pt x="813" y="913"/>
                  </a:cubicBezTo>
                  <a:cubicBezTo>
                    <a:pt x="1013" y="663"/>
                    <a:pt x="1200" y="388"/>
                    <a:pt x="1188" y="51"/>
                  </a:cubicBezTo>
                  <a:cubicBezTo>
                    <a:pt x="1188" y="1"/>
                    <a:pt x="1101" y="1"/>
                    <a:pt x="1101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5" name="Google Shape;1655;p59"/>
            <p:cNvSpPr/>
            <p:nvPr/>
          </p:nvSpPr>
          <p:spPr>
            <a:xfrm>
              <a:off x="6831700" y="3237850"/>
              <a:ext cx="29075" cy="33125"/>
            </a:xfrm>
            <a:custGeom>
              <a:rect b="b" l="l" r="r" t="t"/>
              <a:pathLst>
                <a:path extrusionOk="0" h="1325" w="1163">
                  <a:moveTo>
                    <a:pt x="75" y="1275"/>
                  </a:moveTo>
                  <a:cubicBezTo>
                    <a:pt x="150" y="1012"/>
                    <a:pt x="288" y="763"/>
                    <a:pt x="463" y="538"/>
                  </a:cubicBezTo>
                  <a:cubicBezTo>
                    <a:pt x="638" y="313"/>
                    <a:pt x="875" y="250"/>
                    <a:pt x="1112" y="113"/>
                  </a:cubicBezTo>
                  <a:cubicBezTo>
                    <a:pt x="1162" y="75"/>
                    <a:pt x="1125" y="0"/>
                    <a:pt x="1063" y="13"/>
                  </a:cubicBezTo>
                  <a:cubicBezTo>
                    <a:pt x="488" y="125"/>
                    <a:pt x="88" y="700"/>
                    <a:pt x="0" y="1262"/>
                  </a:cubicBezTo>
                  <a:cubicBezTo>
                    <a:pt x="0" y="1300"/>
                    <a:pt x="63" y="1325"/>
                    <a:pt x="75" y="12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6" name="Google Shape;1656;p59"/>
            <p:cNvSpPr/>
            <p:nvPr/>
          </p:nvSpPr>
          <p:spPr>
            <a:xfrm>
              <a:off x="6767025" y="2929475"/>
              <a:ext cx="86575" cy="38475"/>
            </a:xfrm>
            <a:custGeom>
              <a:rect b="b" l="l" r="r" t="t"/>
              <a:pathLst>
                <a:path extrusionOk="0" h="1539" w="3463">
                  <a:moveTo>
                    <a:pt x="3425" y="1451"/>
                  </a:moveTo>
                  <a:cubicBezTo>
                    <a:pt x="2437" y="713"/>
                    <a:pt x="1288" y="226"/>
                    <a:pt x="88" y="13"/>
                  </a:cubicBezTo>
                  <a:cubicBezTo>
                    <a:pt x="25" y="1"/>
                    <a:pt x="0" y="88"/>
                    <a:pt x="50" y="101"/>
                  </a:cubicBezTo>
                  <a:cubicBezTo>
                    <a:pt x="1250" y="326"/>
                    <a:pt x="2387" y="801"/>
                    <a:pt x="3387" y="1513"/>
                  </a:cubicBezTo>
                  <a:cubicBezTo>
                    <a:pt x="3425" y="1538"/>
                    <a:pt x="3462" y="1476"/>
                    <a:pt x="3425" y="14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7" name="Google Shape;1657;p59"/>
            <p:cNvSpPr/>
            <p:nvPr/>
          </p:nvSpPr>
          <p:spPr>
            <a:xfrm>
              <a:off x="6752650" y="2919175"/>
              <a:ext cx="16575" cy="17825"/>
            </a:xfrm>
            <a:custGeom>
              <a:rect b="b" l="l" r="r" t="t"/>
              <a:pathLst>
                <a:path extrusionOk="0" h="713" w="663">
                  <a:moveTo>
                    <a:pt x="525" y="463"/>
                  </a:moveTo>
                  <a:cubicBezTo>
                    <a:pt x="488" y="363"/>
                    <a:pt x="488" y="351"/>
                    <a:pt x="500" y="425"/>
                  </a:cubicBezTo>
                  <a:cubicBezTo>
                    <a:pt x="500" y="463"/>
                    <a:pt x="500" y="500"/>
                    <a:pt x="500" y="538"/>
                  </a:cubicBezTo>
                  <a:cubicBezTo>
                    <a:pt x="500" y="575"/>
                    <a:pt x="550" y="600"/>
                    <a:pt x="563" y="563"/>
                  </a:cubicBezTo>
                  <a:cubicBezTo>
                    <a:pt x="663" y="338"/>
                    <a:pt x="438" y="1"/>
                    <a:pt x="213" y="238"/>
                  </a:cubicBezTo>
                  <a:cubicBezTo>
                    <a:pt x="1" y="488"/>
                    <a:pt x="376" y="713"/>
                    <a:pt x="575" y="525"/>
                  </a:cubicBezTo>
                  <a:cubicBezTo>
                    <a:pt x="625" y="488"/>
                    <a:pt x="563" y="425"/>
                    <a:pt x="513" y="4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8" name="Google Shape;1658;p59"/>
            <p:cNvSpPr/>
            <p:nvPr/>
          </p:nvSpPr>
          <p:spPr>
            <a:xfrm>
              <a:off x="6783275" y="2974800"/>
              <a:ext cx="81875" cy="30325"/>
            </a:xfrm>
            <a:custGeom>
              <a:rect b="b" l="l" r="r" t="t"/>
              <a:pathLst>
                <a:path extrusionOk="0" h="1213" w="3275">
                  <a:moveTo>
                    <a:pt x="3212" y="137"/>
                  </a:moveTo>
                  <a:cubicBezTo>
                    <a:pt x="2112" y="0"/>
                    <a:pt x="738" y="225"/>
                    <a:pt x="13" y="1150"/>
                  </a:cubicBezTo>
                  <a:cubicBezTo>
                    <a:pt x="0" y="1187"/>
                    <a:pt x="25" y="1212"/>
                    <a:pt x="63" y="1200"/>
                  </a:cubicBezTo>
                  <a:cubicBezTo>
                    <a:pt x="1000" y="412"/>
                    <a:pt x="2000" y="87"/>
                    <a:pt x="3212" y="225"/>
                  </a:cubicBezTo>
                  <a:cubicBezTo>
                    <a:pt x="3274" y="225"/>
                    <a:pt x="3274" y="137"/>
                    <a:pt x="3212" y="1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9" name="Google Shape;1659;p59"/>
            <p:cNvSpPr/>
            <p:nvPr/>
          </p:nvSpPr>
          <p:spPr>
            <a:xfrm>
              <a:off x="6773575" y="3001650"/>
              <a:ext cx="14725" cy="13150"/>
            </a:xfrm>
            <a:custGeom>
              <a:rect b="b" l="l" r="r" t="t"/>
              <a:pathLst>
                <a:path extrusionOk="0" h="526" w="589">
                  <a:moveTo>
                    <a:pt x="338" y="426"/>
                  </a:moveTo>
                  <a:cubicBezTo>
                    <a:pt x="338" y="326"/>
                    <a:pt x="313" y="313"/>
                    <a:pt x="263" y="376"/>
                  </a:cubicBezTo>
                  <a:cubicBezTo>
                    <a:pt x="226" y="388"/>
                    <a:pt x="238" y="438"/>
                    <a:pt x="276" y="438"/>
                  </a:cubicBezTo>
                  <a:cubicBezTo>
                    <a:pt x="563" y="438"/>
                    <a:pt x="588" y="1"/>
                    <a:pt x="301" y="38"/>
                  </a:cubicBezTo>
                  <a:cubicBezTo>
                    <a:pt x="1" y="63"/>
                    <a:pt x="38" y="526"/>
                    <a:pt x="338" y="488"/>
                  </a:cubicBezTo>
                  <a:cubicBezTo>
                    <a:pt x="376" y="488"/>
                    <a:pt x="376" y="426"/>
                    <a:pt x="338" y="4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0" name="Google Shape;1660;p59"/>
            <p:cNvSpPr/>
            <p:nvPr/>
          </p:nvSpPr>
          <p:spPr>
            <a:xfrm>
              <a:off x="6888250" y="3178475"/>
              <a:ext cx="60325" cy="237475"/>
            </a:xfrm>
            <a:custGeom>
              <a:rect b="b" l="l" r="r" t="t"/>
              <a:pathLst>
                <a:path extrusionOk="0" h="9499" w="2413">
                  <a:moveTo>
                    <a:pt x="2337" y="38"/>
                  </a:moveTo>
                  <a:cubicBezTo>
                    <a:pt x="1650" y="1800"/>
                    <a:pt x="925" y="3125"/>
                    <a:pt x="738" y="5050"/>
                  </a:cubicBezTo>
                  <a:cubicBezTo>
                    <a:pt x="575" y="6762"/>
                    <a:pt x="975" y="8011"/>
                    <a:pt x="1925" y="9436"/>
                  </a:cubicBezTo>
                  <a:cubicBezTo>
                    <a:pt x="1975" y="9498"/>
                    <a:pt x="2075" y="9436"/>
                    <a:pt x="2037" y="9373"/>
                  </a:cubicBezTo>
                  <a:cubicBezTo>
                    <a:pt x="0" y="6049"/>
                    <a:pt x="1137" y="3375"/>
                    <a:pt x="2400" y="51"/>
                  </a:cubicBezTo>
                  <a:cubicBezTo>
                    <a:pt x="2412" y="13"/>
                    <a:pt x="2350" y="1"/>
                    <a:pt x="2337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1" name="Google Shape;1661;p59"/>
            <p:cNvSpPr/>
            <p:nvPr/>
          </p:nvSpPr>
          <p:spPr>
            <a:xfrm>
              <a:off x="6844200" y="2899500"/>
              <a:ext cx="49375" cy="31575"/>
            </a:xfrm>
            <a:custGeom>
              <a:rect b="b" l="l" r="r" t="t"/>
              <a:pathLst>
                <a:path extrusionOk="0" h="1263" w="1975">
                  <a:moveTo>
                    <a:pt x="1912" y="25"/>
                  </a:moveTo>
                  <a:cubicBezTo>
                    <a:pt x="1825" y="450"/>
                    <a:pt x="1612" y="838"/>
                    <a:pt x="1212" y="1025"/>
                  </a:cubicBezTo>
                  <a:cubicBezTo>
                    <a:pt x="712" y="1237"/>
                    <a:pt x="125" y="975"/>
                    <a:pt x="113" y="400"/>
                  </a:cubicBezTo>
                  <a:cubicBezTo>
                    <a:pt x="113" y="325"/>
                    <a:pt x="0" y="325"/>
                    <a:pt x="0" y="400"/>
                  </a:cubicBezTo>
                  <a:cubicBezTo>
                    <a:pt x="0" y="888"/>
                    <a:pt x="438" y="1262"/>
                    <a:pt x="925" y="1212"/>
                  </a:cubicBezTo>
                  <a:cubicBezTo>
                    <a:pt x="1525" y="1150"/>
                    <a:pt x="1875" y="613"/>
                    <a:pt x="1975" y="50"/>
                  </a:cubicBezTo>
                  <a:cubicBezTo>
                    <a:pt x="1975" y="13"/>
                    <a:pt x="1912" y="0"/>
                    <a:pt x="1912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2" name="Google Shape;1662;p59"/>
            <p:cNvSpPr/>
            <p:nvPr/>
          </p:nvSpPr>
          <p:spPr>
            <a:xfrm>
              <a:off x="6887300" y="3113825"/>
              <a:ext cx="31575" cy="62500"/>
            </a:xfrm>
            <a:custGeom>
              <a:rect b="b" l="l" r="r" t="t"/>
              <a:pathLst>
                <a:path extrusionOk="0" h="2500" w="1263">
                  <a:moveTo>
                    <a:pt x="626" y="2449"/>
                  </a:moveTo>
                  <a:cubicBezTo>
                    <a:pt x="626" y="2149"/>
                    <a:pt x="563" y="1850"/>
                    <a:pt x="426" y="1575"/>
                  </a:cubicBezTo>
                  <a:cubicBezTo>
                    <a:pt x="126" y="875"/>
                    <a:pt x="426" y="200"/>
                    <a:pt x="1225" y="88"/>
                  </a:cubicBezTo>
                  <a:cubicBezTo>
                    <a:pt x="1263" y="88"/>
                    <a:pt x="1250" y="13"/>
                    <a:pt x="1213" y="13"/>
                  </a:cubicBezTo>
                  <a:cubicBezTo>
                    <a:pt x="776" y="0"/>
                    <a:pt x="376" y="275"/>
                    <a:pt x="226" y="687"/>
                  </a:cubicBezTo>
                  <a:cubicBezTo>
                    <a:pt x="1" y="1325"/>
                    <a:pt x="563" y="1825"/>
                    <a:pt x="538" y="2449"/>
                  </a:cubicBezTo>
                  <a:cubicBezTo>
                    <a:pt x="538" y="2499"/>
                    <a:pt x="613" y="2499"/>
                    <a:pt x="626" y="244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3" name="Google Shape;1663;p59"/>
            <p:cNvSpPr/>
            <p:nvPr/>
          </p:nvSpPr>
          <p:spPr>
            <a:xfrm>
              <a:off x="6912925" y="3112575"/>
              <a:ext cx="21575" cy="30625"/>
            </a:xfrm>
            <a:custGeom>
              <a:rect b="b" l="l" r="r" t="t"/>
              <a:pathLst>
                <a:path extrusionOk="0" h="1225" w="863">
                  <a:moveTo>
                    <a:pt x="63" y="175"/>
                  </a:moveTo>
                  <a:cubicBezTo>
                    <a:pt x="588" y="0"/>
                    <a:pt x="825" y="837"/>
                    <a:pt x="575" y="1162"/>
                  </a:cubicBezTo>
                  <a:cubicBezTo>
                    <a:pt x="550" y="1200"/>
                    <a:pt x="588" y="1225"/>
                    <a:pt x="613" y="1212"/>
                  </a:cubicBezTo>
                  <a:cubicBezTo>
                    <a:pt x="863" y="1062"/>
                    <a:pt x="788" y="675"/>
                    <a:pt x="700" y="437"/>
                  </a:cubicBezTo>
                  <a:cubicBezTo>
                    <a:pt x="588" y="163"/>
                    <a:pt x="338" y="0"/>
                    <a:pt x="38" y="113"/>
                  </a:cubicBezTo>
                  <a:cubicBezTo>
                    <a:pt x="0" y="125"/>
                    <a:pt x="13" y="200"/>
                    <a:pt x="63" y="1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4" name="Google Shape;1664;p59"/>
            <p:cNvSpPr/>
            <p:nvPr/>
          </p:nvSpPr>
          <p:spPr>
            <a:xfrm>
              <a:off x="6775450" y="2872625"/>
              <a:ext cx="56575" cy="81250"/>
            </a:xfrm>
            <a:custGeom>
              <a:rect b="b" l="l" r="r" t="t"/>
              <a:pathLst>
                <a:path extrusionOk="0" h="3250" w="2263">
                  <a:moveTo>
                    <a:pt x="2213" y="3162"/>
                  </a:moveTo>
                  <a:cubicBezTo>
                    <a:pt x="1263" y="2350"/>
                    <a:pt x="201" y="1463"/>
                    <a:pt x="388" y="76"/>
                  </a:cubicBezTo>
                  <a:cubicBezTo>
                    <a:pt x="388" y="26"/>
                    <a:pt x="301" y="1"/>
                    <a:pt x="288" y="51"/>
                  </a:cubicBezTo>
                  <a:cubicBezTo>
                    <a:pt x="1" y="1450"/>
                    <a:pt x="1213" y="2425"/>
                    <a:pt x="2163" y="3212"/>
                  </a:cubicBezTo>
                  <a:cubicBezTo>
                    <a:pt x="2200" y="3250"/>
                    <a:pt x="2263" y="3187"/>
                    <a:pt x="2213" y="3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5" name="Google Shape;1665;p59"/>
            <p:cNvSpPr/>
            <p:nvPr/>
          </p:nvSpPr>
          <p:spPr>
            <a:xfrm>
              <a:off x="6867625" y="3101950"/>
              <a:ext cx="15325" cy="30950"/>
            </a:xfrm>
            <a:custGeom>
              <a:rect b="b" l="l" r="r" t="t"/>
              <a:pathLst>
                <a:path extrusionOk="0" h="1238" w="613">
                  <a:moveTo>
                    <a:pt x="588" y="1175"/>
                  </a:moveTo>
                  <a:cubicBezTo>
                    <a:pt x="613" y="950"/>
                    <a:pt x="563" y="725"/>
                    <a:pt x="450" y="525"/>
                  </a:cubicBezTo>
                  <a:cubicBezTo>
                    <a:pt x="375" y="325"/>
                    <a:pt x="250" y="150"/>
                    <a:pt x="88" y="25"/>
                  </a:cubicBezTo>
                  <a:cubicBezTo>
                    <a:pt x="50" y="0"/>
                    <a:pt x="0" y="63"/>
                    <a:pt x="38" y="100"/>
                  </a:cubicBezTo>
                  <a:cubicBezTo>
                    <a:pt x="313" y="388"/>
                    <a:pt x="488" y="775"/>
                    <a:pt x="500" y="1175"/>
                  </a:cubicBezTo>
                  <a:cubicBezTo>
                    <a:pt x="500" y="1237"/>
                    <a:pt x="588" y="1237"/>
                    <a:pt x="600" y="11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6" name="Google Shape;1666;p59"/>
            <p:cNvSpPr/>
            <p:nvPr/>
          </p:nvSpPr>
          <p:spPr>
            <a:xfrm>
              <a:off x="6861375" y="3101625"/>
              <a:ext cx="21900" cy="34075"/>
            </a:xfrm>
            <a:custGeom>
              <a:rect b="b" l="l" r="r" t="t"/>
              <a:pathLst>
                <a:path extrusionOk="0" h="1363" w="876">
                  <a:moveTo>
                    <a:pt x="238" y="51"/>
                  </a:moveTo>
                  <a:cubicBezTo>
                    <a:pt x="0" y="538"/>
                    <a:pt x="300" y="1150"/>
                    <a:pt x="775" y="1350"/>
                  </a:cubicBezTo>
                  <a:cubicBezTo>
                    <a:pt x="838" y="1363"/>
                    <a:pt x="875" y="1275"/>
                    <a:pt x="825" y="1250"/>
                  </a:cubicBezTo>
                  <a:cubicBezTo>
                    <a:pt x="413" y="1050"/>
                    <a:pt x="113" y="551"/>
                    <a:pt x="325" y="101"/>
                  </a:cubicBezTo>
                  <a:cubicBezTo>
                    <a:pt x="350" y="51"/>
                    <a:pt x="275" y="1"/>
                    <a:pt x="238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7" name="Google Shape;1667;p59"/>
            <p:cNvSpPr/>
            <p:nvPr/>
          </p:nvSpPr>
          <p:spPr>
            <a:xfrm>
              <a:off x="6864175" y="3338125"/>
              <a:ext cx="59700" cy="132175"/>
            </a:xfrm>
            <a:custGeom>
              <a:rect b="b" l="l" r="r" t="t"/>
              <a:pathLst>
                <a:path extrusionOk="0" h="5287" w="2388">
                  <a:moveTo>
                    <a:pt x="1738" y="63"/>
                  </a:moveTo>
                  <a:cubicBezTo>
                    <a:pt x="2038" y="1600"/>
                    <a:pt x="2350" y="4912"/>
                    <a:pt x="51" y="5212"/>
                  </a:cubicBezTo>
                  <a:cubicBezTo>
                    <a:pt x="1" y="5212"/>
                    <a:pt x="1" y="5287"/>
                    <a:pt x="51" y="5287"/>
                  </a:cubicBezTo>
                  <a:cubicBezTo>
                    <a:pt x="2388" y="5074"/>
                    <a:pt x="2125" y="1638"/>
                    <a:pt x="1813" y="51"/>
                  </a:cubicBezTo>
                  <a:cubicBezTo>
                    <a:pt x="1813" y="1"/>
                    <a:pt x="1738" y="26"/>
                    <a:pt x="1738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8" name="Google Shape;1668;p59"/>
            <p:cNvSpPr/>
            <p:nvPr/>
          </p:nvSpPr>
          <p:spPr>
            <a:xfrm>
              <a:off x="6826700" y="3402175"/>
              <a:ext cx="65000" cy="61250"/>
            </a:xfrm>
            <a:custGeom>
              <a:rect b="b" l="l" r="r" t="t"/>
              <a:pathLst>
                <a:path extrusionOk="0" h="2450" w="2600">
                  <a:moveTo>
                    <a:pt x="2537" y="1475"/>
                  </a:moveTo>
                  <a:cubicBezTo>
                    <a:pt x="2212" y="2100"/>
                    <a:pt x="1437" y="2362"/>
                    <a:pt x="838" y="1938"/>
                  </a:cubicBezTo>
                  <a:cubicBezTo>
                    <a:pt x="300" y="1563"/>
                    <a:pt x="138" y="588"/>
                    <a:pt x="650" y="125"/>
                  </a:cubicBezTo>
                  <a:cubicBezTo>
                    <a:pt x="700" y="76"/>
                    <a:pt x="638" y="1"/>
                    <a:pt x="575" y="51"/>
                  </a:cubicBezTo>
                  <a:cubicBezTo>
                    <a:pt x="0" y="538"/>
                    <a:pt x="200" y="1613"/>
                    <a:pt x="788" y="2012"/>
                  </a:cubicBezTo>
                  <a:cubicBezTo>
                    <a:pt x="1412" y="2450"/>
                    <a:pt x="2275" y="2200"/>
                    <a:pt x="2587" y="1500"/>
                  </a:cubicBezTo>
                  <a:cubicBezTo>
                    <a:pt x="2600" y="1475"/>
                    <a:pt x="2550" y="1438"/>
                    <a:pt x="2537" y="1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9" name="Google Shape;1669;p59"/>
            <p:cNvSpPr/>
            <p:nvPr/>
          </p:nvSpPr>
          <p:spPr>
            <a:xfrm>
              <a:off x="6837325" y="3392175"/>
              <a:ext cx="46575" cy="35950"/>
            </a:xfrm>
            <a:custGeom>
              <a:rect b="b" l="l" r="r" t="t"/>
              <a:pathLst>
                <a:path extrusionOk="0" h="1438" w="1863">
                  <a:moveTo>
                    <a:pt x="75" y="738"/>
                  </a:moveTo>
                  <a:cubicBezTo>
                    <a:pt x="263" y="326"/>
                    <a:pt x="738" y="138"/>
                    <a:pt x="1150" y="301"/>
                  </a:cubicBezTo>
                  <a:cubicBezTo>
                    <a:pt x="1587" y="488"/>
                    <a:pt x="1712" y="938"/>
                    <a:pt x="1575" y="1363"/>
                  </a:cubicBezTo>
                  <a:cubicBezTo>
                    <a:pt x="1562" y="1413"/>
                    <a:pt x="1637" y="1438"/>
                    <a:pt x="1662" y="1400"/>
                  </a:cubicBezTo>
                  <a:cubicBezTo>
                    <a:pt x="1862" y="938"/>
                    <a:pt x="1650" y="401"/>
                    <a:pt x="1200" y="201"/>
                  </a:cubicBezTo>
                  <a:cubicBezTo>
                    <a:pt x="738" y="1"/>
                    <a:pt x="200" y="226"/>
                    <a:pt x="13" y="700"/>
                  </a:cubicBezTo>
                  <a:cubicBezTo>
                    <a:pt x="0" y="738"/>
                    <a:pt x="50" y="775"/>
                    <a:pt x="75" y="7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0" name="Google Shape;1670;p59"/>
            <p:cNvSpPr/>
            <p:nvPr/>
          </p:nvSpPr>
          <p:spPr>
            <a:xfrm>
              <a:off x="6849500" y="3422475"/>
              <a:ext cx="30950" cy="17525"/>
            </a:xfrm>
            <a:custGeom>
              <a:rect b="b" l="l" r="r" t="t"/>
              <a:pathLst>
                <a:path extrusionOk="0" h="701" w="1238">
                  <a:moveTo>
                    <a:pt x="1125" y="51"/>
                  </a:moveTo>
                  <a:cubicBezTo>
                    <a:pt x="1163" y="638"/>
                    <a:pt x="13" y="701"/>
                    <a:pt x="201" y="88"/>
                  </a:cubicBezTo>
                  <a:cubicBezTo>
                    <a:pt x="226" y="26"/>
                    <a:pt x="138" y="13"/>
                    <a:pt x="113" y="63"/>
                  </a:cubicBezTo>
                  <a:cubicBezTo>
                    <a:pt x="1" y="351"/>
                    <a:pt x="263" y="626"/>
                    <a:pt x="550" y="626"/>
                  </a:cubicBezTo>
                  <a:cubicBezTo>
                    <a:pt x="838" y="626"/>
                    <a:pt x="1238" y="388"/>
                    <a:pt x="1200" y="51"/>
                  </a:cubicBezTo>
                  <a:cubicBezTo>
                    <a:pt x="1200" y="1"/>
                    <a:pt x="1125" y="1"/>
                    <a:pt x="1125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1" name="Google Shape;1671;p59"/>
            <p:cNvSpPr/>
            <p:nvPr/>
          </p:nvSpPr>
          <p:spPr>
            <a:xfrm>
              <a:off x="6819200" y="3138500"/>
              <a:ext cx="71575" cy="55325"/>
            </a:xfrm>
            <a:custGeom>
              <a:rect b="b" l="l" r="r" t="t"/>
              <a:pathLst>
                <a:path extrusionOk="0" h="2213" w="2863">
                  <a:moveTo>
                    <a:pt x="2812" y="388"/>
                  </a:moveTo>
                  <a:cubicBezTo>
                    <a:pt x="1538" y="0"/>
                    <a:pt x="100" y="788"/>
                    <a:pt x="0" y="2175"/>
                  </a:cubicBezTo>
                  <a:cubicBezTo>
                    <a:pt x="0" y="2212"/>
                    <a:pt x="50" y="2212"/>
                    <a:pt x="50" y="2187"/>
                  </a:cubicBezTo>
                  <a:cubicBezTo>
                    <a:pt x="375" y="925"/>
                    <a:pt x="1463" y="113"/>
                    <a:pt x="2787" y="463"/>
                  </a:cubicBezTo>
                  <a:cubicBezTo>
                    <a:pt x="2837" y="475"/>
                    <a:pt x="2862" y="400"/>
                    <a:pt x="2800" y="3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2" name="Google Shape;1672;p59"/>
            <p:cNvSpPr/>
            <p:nvPr/>
          </p:nvSpPr>
          <p:spPr>
            <a:xfrm>
              <a:off x="6798275" y="2819200"/>
              <a:ext cx="15325" cy="20025"/>
            </a:xfrm>
            <a:custGeom>
              <a:rect b="b" l="l" r="r" t="t"/>
              <a:pathLst>
                <a:path extrusionOk="0" h="801" w="613">
                  <a:moveTo>
                    <a:pt x="550" y="688"/>
                  </a:moveTo>
                  <a:cubicBezTo>
                    <a:pt x="325" y="538"/>
                    <a:pt x="163" y="313"/>
                    <a:pt x="100" y="51"/>
                  </a:cubicBezTo>
                  <a:cubicBezTo>
                    <a:pt x="88" y="1"/>
                    <a:pt x="0" y="1"/>
                    <a:pt x="0" y="63"/>
                  </a:cubicBezTo>
                  <a:cubicBezTo>
                    <a:pt x="50" y="363"/>
                    <a:pt x="238" y="625"/>
                    <a:pt x="513" y="775"/>
                  </a:cubicBezTo>
                  <a:cubicBezTo>
                    <a:pt x="562" y="800"/>
                    <a:pt x="612" y="713"/>
                    <a:pt x="550" y="6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3" name="Google Shape;1673;p59"/>
            <p:cNvSpPr/>
            <p:nvPr/>
          </p:nvSpPr>
          <p:spPr>
            <a:xfrm>
              <a:off x="6794825" y="2818575"/>
              <a:ext cx="5975" cy="16900"/>
            </a:xfrm>
            <a:custGeom>
              <a:rect b="b" l="l" r="r" t="t"/>
              <a:pathLst>
                <a:path extrusionOk="0" h="676" w="239">
                  <a:moveTo>
                    <a:pt x="101" y="76"/>
                  </a:moveTo>
                  <a:cubicBezTo>
                    <a:pt x="26" y="238"/>
                    <a:pt x="1" y="426"/>
                    <a:pt x="26" y="613"/>
                  </a:cubicBezTo>
                  <a:cubicBezTo>
                    <a:pt x="38" y="675"/>
                    <a:pt x="138" y="663"/>
                    <a:pt x="138" y="601"/>
                  </a:cubicBezTo>
                  <a:cubicBezTo>
                    <a:pt x="138" y="426"/>
                    <a:pt x="163" y="263"/>
                    <a:pt x="213" y="101"/>
                  </a:cubicBezTo>
                  <a:cubicBezTo>
                    <a:pt x="238" y="26"/>
                    <a:pt x="126" y="1"/>
                    <a:pt x="101" y="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4" name="Google Shape;1674;p59"/>
            <p:cNvSpPr/>
            <p:nvPr/>
          </p:nvSpPr>
          <p:spPr>
            <a:xfrm>
              <a:off x="6810775" y="2837625"/>
              <a:ext cx="7500" cy="9400"/>
            </a:xfrm>
            <a:custGeom>
              <a:rect b="b" l="l" r="r" t="t"/>
              <a:pathLst>
                <a:path extrusionOk="0" h="376" w="300">
                  <a:moveTo>
                    <a:pt x="75" y="101"/>
                  </a:moveTo>
                  <a:cubicBezTo>
                    <a:pt x="112" y="163"/>
                    <a:pt x="87" y="226"/>
                    <a:pt x="38" y="263"/>
                  </a:cubicBezTo>
                  <a:cubicBezTo>
                    <a:pt x="0" y="301"/>
                    <a:pt x="38" y="376"/>
                    <a:pt x="87" y="351"/>
                  </a:cubicBezTo>
                  <a:cubicBezTo>
                    <a:pt x="237" y="288"/>
                    <a:pt x="300" y="113"/>
                    <a:pt x="137" y="26"/>
                  </a:cubicBezTo>
                  <a:cubicBezTo>
                    <a:pt x="87" y="1"/>
                    <a:pt x="38" y="63"/>
                    <a:pt x="75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5" name="Google Shape;1675;p59"/>
            <p:cNvSpPr/>
            <p:nvPr/>
          </p:nvSpPr>
          <p:spPr>
            <a:xfrm>
              <a:off x="6797325" y="2844825"/>
              <a:ext cx="15650" cy="20325"/>
            </a:xfrm>
            <a:custGeom>
              <a:rect b="b" l="l" r="r" t="t"/>
              <a:pathLst>
                <a:path extrusionOk="0" h="813" w="626">
                  <a:moveTo>
                    <a:pt x="526" y="25"/>
                  </a:moveTo>
                  <a:cubicBezTo>
                    <a:pt x="288" y="188"/>
                    <a:pt x="1" y="450"/>
                    <a:pt x="63" y="763"/>
                  </a:cubicBezTo>
                  <a:cubicBezTo>
                    <a:pt x="76" y="813"/>
                    <a:pt x="138" y="813"/>
                    <a:pt x="151" y="763"/>
                  </a:cubicBezTo>
                  <a:cubicBezTo>
                    <a:pt x="201" y="500"/>
                    <a:pt x="363" y="263"/>
                    <a:pt x="588" y="100"/>
                  </a:cubicBezTo>
                  <a:cubicBezTo>
                    <a:pt x="625" y="63"/>
                    <a:pt x="576" y="0"/>
                    <a:pt x="526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6" name="Google Shape;1676;p59"/>
            <p:cNvSpPr/>
            <p:nvPr/>
          </p:nvSpPr>
          <p:spPr>
            <a:xfrm>
              <a:off x="6792950" y="2840450"/>
              <a:ext cx="10025" cy="24075"/>
            </a:xfrm>
            <a:custGeom>
              <a:rect b="b" l="l" r="r" t="t"/>
              <a:pathLst>
                <a:path extrusionOk="0" h="963" w="401">
                  <a:moveTo>
                    <a:pt x="288" y="850"/>
                  </a:moveTo>
                  <a:cubicBezTo>
                    <a:pt x="113" y="613"/>
                    <a:pt x="188" y="350"/>
                    <a:pt x="351" y="138"/>
                  </a:cubicBezTo>
                  <a:cubicBezTo>
                    <a:pt x="401" y="75"/>
                    <a:pt x="326" y="0"/>
                    <a:pt x="276" y="50"/>
                  </a:cubicBezTo>
                  <a:cubicBezTo>
                    <a:pt x="26" y="275"/>
                    <a:pt x="1" y="663"/>
                    <a:pt x="201" y="925"/>
                  </a:cubicBezTo>
                  <a:cubicBezTo>
                    <a:pt x="238" y="963"/>
                    <a:pt x="326" y="900"/>
                    <a:pt x="288" y="8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7" name="Google Shape;1677;p59"/>
            <p:cNvSpPr/>
            <p:nvPr/>
          </p:nvSpPr>
          <p:spPr>
            <a:xfrm>
              <a:off x="6795150" y="2829825"/>
              <a:ext cx="8150" cy="14075"/>
            </a:xfrm>
            <a:custGeom>
              <a:rect b="b" l="l" r="r" t="t"/>
              <a:pathLst>
                <a:path extrusionOk="0" h="563" w="326">
                  <a:moveTo>
                    <a:pt x="263" y="425"/>
                  </a:moveTo>
                  <a:cubicBezTo>
                    <a:pt x="175" y="325"/>
                    <a:pt x="125" y="200"/>
                    <a:pt x="113" y="63"/>
                  </a:cubicBezTo>
                  <a:cubicBezTo>
                    <a:pt x="100" y="1"/>
                    <a:pt x="13" y="26"/>
                    <a:pt x="13" y="76"/>
                  </a:cubicBezTo>
                  <a:cubicBezTo>
                    <a:pt x="0" y="238"/>
                    <a:pt x="63" y="400"/>
                    <a:pt x="188" y="500"/>
                  </a:cubicBezTo>
                  <a:cubicBezTo>
                    <a:pt x="238" y="563"/>
                    <a:pt x="325" y="475"/>
                    <a:pt x="263" y="4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8" name="Google Shape;1678;p59"/>
            <p:cNvSpPr/>
            <p:nvPr/>
          </p:nvSpPr>
          <p:spPr>
            <a:xfrm>
              <a:off x="6781075" y="2835125"/>
              <a:ext cx="12525" cy="14400"/>
            </a:xfrm>
            <a:custGeom>
              <a:rect b="b" l="l" r="r" t="t"/>
              <a:pathLst>
                <a:path extrusionOk="0" h="576" w="501">
                  <a:moveTo>
                    <a:pt x="476" y="288"/>
                  </a:moveTo>
                  <a:cubicBezTo>
                    <a:pt x="463" y="163"/>
                    <a:pt x="426" y="38"/>
                    <a:pt x="288" y="13"/>
                  </a:cubicBezTo>
                  <a:cubicBezTo>
                    <a:pt x="163" y="1"/>
                    <a:pt x="63" y="88"/>
                    <a:pt x="63" y="213"/>
                  </a:cubicBezTo>
                  <a:cubicBezTo>
                    <a:pt x="1" y="501"/>
                    <a:pt x="463" y="576"/>
                    <a:pt x="488" y="263"/>
                  </a:cubicBezTo>
                  <a:cubicBezTo>
                    <a:pt x="501" y="188"/>
                    <a:pt x="376" y="176"/>
                    <a:pt x="363" y="251"/>
                  </a:cubicBezTo>
                  <a:cubicBezTo>
                    <a:pt x="363" y="263"/>
                    <a:pt x="363" y="276"/>
                    <a:pt x="351" y="288"/>
                  </a:cubicBezTo>
                  <a:cubicBezTo>
                    <a:pt x="351" y="376"/>
                    <a:pt x="488" y="376"/>
                    <a:pt x="476" y="2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9" name="Google Shape;1679;p59"/>
            <p:cNvSpPr/>
            <p:nvPr/>
          </p:nvSpPr>
          <p:spPr>
            <a:xfrm>
              <a:off x="695500" y="2835450"/>
              <a:ext cx="104675" cy="111250"/>
            </a:xfrm>
            <a:custGeom>
              <a:rect b="b" l="l" r="r" t="t"/>
              <a:pathLst>
                <a:path extrusionOk="0" h="4450" w="4187">
                  <a:moveTo>
                    <a:pt x="288" y="2650"/>
                  </a:moveTo>
                  <a:cubicBezTo>
                    <a:pt x="100" y="1075"/>
                    <a:pt x="1912" y="0"/>
                    <a:pt x="3124" y="1125"/>
                  </a:cubicBezTo>
                  <a:cubicBezTo>
                    <a:pt x="4062" y="2000"/>
                    <a:pt x="3624" y="3475"/>
                    <a:pt x="2974" y="4374"/>
                  </a:cubicBezTo>
                  <a:cubicBezTo>
                    <a:pt x="2949" y="4412"/>
                    <a:pt x="2999" y="4449"/>
                    <a:pt x="3037" y="4424"/>
                  </a:cubicBezTo>
                  <a:cubicBezTo>
                    <a:pt x="3974" y="3412"/>
                    <a:pt x="4187" y="1475"/>
                    <a:pt x="2799" y="738"/>
                  </a:cubicBezTo>
                  <a:cubicBezTo>
                    <a:pt x="1450" y="25"/>
                    <a:pt x="0" y="1213"/>
                    <a:pt x="188" y="2650"/>
                  </a:cubicBezTo>
                  <a:cubicBezTo>
                    <a:pt x="188" y="2712"/>
                    <a:pt x="300" y="2725"/>
                    <a:pt x="288" y="2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0" name="Google Shape;1680;p59"/>
            <p:cNvSpPr/>
            <p:nvPr/>
          </p:nvSpPr>
          <p:spPr>
            <a:xfrm>
              <a:off x="628000" y="2941675"/>
              <a:ext cx="146875" cy="263700"/>
            </a:xfrm>
            <a:custGeom>
              <a:rect b="b" l="l" r="r" t="t"/>
              <a:pathLst>
                <a:path extrusionOk="0" h="10548" w="5875">
                  <a:moveTo>
                    <a:pt x="5812" y="25"/>
                  </a:moveTo>
                  <a:cubicBezTo>
                    <a:pt x="3937" y="1350"/>
                    <a:pt x="1513" y="2550"/>
                    <a:pt x="738" y="4862"/>
                  </a:cubicBezTo>
                  <a:cubicBezTo>
                    <a:pt x="151" y="6599"/>
                    <a:pt x="1" y="9073"/>
                    <a:pt x="1263" y="10523"/>
                  </a:cubicBezTo>
                  <a:cubicBezTo>
                    <a:pt x="1288" y="10548"/>
                    <a:pt x="1338" y="10510"/>
                    <a:pt x="1313" y="10485"/>
                  </a:cubicBezTo>
                  <a:cubicBezTo>
                    <a:pt x="113" y="8848"/>
                    <a:pt x="288" y="6086"/>
                    <a:pt x="1138" y="4324"/>
                  </a:cubicBezTo>
                  <a:cubicBezTo>
                    <a:pt x="2063" y="2412"/>
                    <a:pt x="4175" y="1300"/>
                    <a:pt x="5837" y="100"/>
                  </a:cubicBezTo>
                  <a:cubicBezTo>
                    <a:pt x="5874" y="63"/>
                    <a:pt x="5837" y="0"/>
                    <a:pt x="5799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1" name="Google Shape;1681;p59"/>
            <p:cNvSpPr/>
            <p:nvPr/>
          </p:nvSpPr>
          <p:spPr>
            <a:xfrm>
              <a:off x="668000" y="3137875"/>
              <a:ext cx="85000" cy="100300"/>
            </a:xfrm>
            <a:custGeom>
              <a:rect b="b" l="l" r="r" t="t"/>
              <a:pathLst>
                <a:path extrusionOk="0" h="4012" w="3400">
                  <a:moveTo>
                    <a:pt x="38" y="2925"/>
                  </a:moveTo>
                  <a:cubicBezTo>
                    <a:pt x="900" y="3424"/>
                    <a:pt x="2075" y="3624"/>
                    <a:pt x="2812" y="2787"/>
                  </a:cubicBezTo>
                  <a:cubicBezTo>
                    <a:pt x="3237" y="2312"/>
                    <a:pt x="3400" y="1175"/>
                    <a:pt x="2975" y="625"/>
                  </a:cubicBezTo>
                  <a:cubicBezTo>
                    <a:pt x="2500" y="0"/>
                    <a:pt x="1350" y="88"/>
                    <a:pt x="1025" y="825"/>
                  </a:cubicBezTo>
                  <a:cubicBezTo>
                    <a:pt x="813" y="1262"/>
                    <a:pt x="838" y="1775"/>
                    <a:pt x="1088" y="2200"/>
                  </a:cubicBezTo>
                  <a:cubicBezTo>
                    <a:pt x="1450" y="2837"/>
                    <a:pt x="2425" y="3237"/>
                    <a:pt x="2537" y="3987"/>
                  </a:cubicBezTo>
                  <a:cubicBezTo>
                    <a:pt x="2537" y="4012"/>
                    <a:pt x="2575" y="4012"/>
                    <a:pt x="2575" y="3987"/>
                  </a:cubicBezTo>
                  <a:cubicBezTo>
                    <a:pt x="2562" y="3574"/>
                    <a:pt x="2287" y="3337"/>
                    <a:pt x="2000" y="3062"/>
                  </a:cubicBezTo>
                  <a:cubicBezTo>
                    <a:pt x="1713" y="2787"/>
                    <a:pt x="1350" y="2500"/>
                    <a:pt x="1188" y="2150"/>
                  </a:cubicBezTo>
                  <a:cubicBezTo>
                    <a:pt x="825" y="1287"/>
                    <a:pt x="1075" y="288"/>
                    <a:pt x="2200" y="425"/>
                  </a:cubicBezTo>
                  <a:cubicBezTo>
                    <a:pt x="2550" y="350"/>
                    <a:pt x="2762" y="488"/>
                    <a:pt x="2837" y="838"/>
                  </a:cubicBezTo>
                  <a:cubicBezTo>
                    <a:pt x="2975" y="913"/>
                    <a:pt x="3050" y="1063"/>
                    <a:pt x="3050" y="1212"/>
                  </a:cubicBezTo>
                  <a:cubicBezTo>
                    <a:pt x="3062" y="1275"/>
                    <a:pt x="3062" y="1337"/>
                    <a:pt x="3050" y="1400"/>
                  </a:cubicBezTo>
                  <a:cubicBezTo>
                    <a:pt x="3087" y="1650"/>
                    <a:pt x="3075" y="1912"/>
                    <a:pt x="3025" y="2162"/>
                  </a:cubicBezTo>
                  <a:cubicBezTo>
                    <a:pt x="2687" y="3524"/>
                    <a:pt x="1025" y="3399"/>
                    <a:pt x="75" y="2862"/>
                  </a:cubicBezTo>
                  <a:cubicBezTo>
                    <a:pt x="38" y="2837"/>
                    <a:pt x="0" y="2900"/>
                    <a:pt x="38" y="29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2" name="Google Shape;1682;p59"/>
            <p:cNvSpPr/>
            <p:nvPr/>
          </p:nvSpPr>
          <p:spPr>
            <a:xfrm>
              <a:off x="722350" y="3245025"/>
              <a:ext cx="13775" cy="55325"/>
            </a:xfrm>
            <a:custGeom>
              <a:rect b="b" l="l" r="r" t="t"/>
              <a:pathLst>
                <a:path extrusionOk="0" h="2213" w="551">
                  <a:moveTo>
                    <a:pt x="401" y="51"/>
                  </a:moveTo>
                  <a:cubicBezTo>
                    <a:pt x="476" y="825"/>
                    <a:pt x="238" y="1438"/>
                    <a:pt x="13" y="2163"/>
                  </a:cubicBezTo>
                  <a:cubicBezTo>
                    <a:pt x="1" y="2200"/>
                    <a:pt x="51" y="2213"/>
                    <a:pt x="76" y="2188"/>
                  </a:cubicBezTo>
                  <a:cubicBezTo>
                    <a:pt x="488" y="1588"/>
                    <a:pt x="551" y="738"/>
                    <a:pt x="476" y="51"/>
                  </a:cubicBezTo>
                  <a:cubicBezTo>
                    <a:pt x="476" y="1"/>
                    <a:pt x="388" y="1"/>
                    <a:pt x="401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3" name="Google Shape;1683;p59"/>
            <p:cNvSpPr/>
            <p:nvPr/>
          </p:nvSpPr>
          <p:spPr>
            <a:xfrm>
              <a:off x="692050" y="2972300"/>
              <a:ext cx="96575" cy="82175"/>
            </a:xfrm>
            <a:custGeom>
              <a:rect b="b" l="l" r="r" t="t"/>
              <a:pathLst>
                <a:path extrusionOk="0" h="3287" w="3863">
                  <a:moveTo>
                    <a:pt x="63" y="1100"/>
                  </a:moveTo>
                  <a:cubicBezTo>
                    <a:pt x="738" y="575"/>
                    <a:pt x="1563" y="113"/>
                    <a:pt x="2450" y="350"/>
                  </a:cubicBezTo>
                  <a:cubicBezTo>
                    <a:pt x="2900" y="487"/>
                    <a:pt x="3287" y="812"/>
                    <a:pt x="3500" y="1250"/>
                  </a:cubicBezTo>
                  <a:cubicBezTo>
                    <a:pt x="3650" y="1525"/>
                    <a:pt x="3737" y="1837"/>
                    <a:pt x="3737" y="2149"/>
                  </a:cubicBezTo>
                  <a:cubicBezTo>
                    <a:pt x="3725" y="2887"/>
                    <a:pt x="3300" y="3037"/>
                    <a:pt x="2463" y="2612"/>
                  </a:cubicBezTo>
                  <a:cubicBezTo>
                    <a:pt x="2500" y="2574"/>
                    <a:pt x="2463" y="2512"/>
                    <a:pt x="2425" y="2537"/>
                  </a:cubicBezTo>
                  <a:cubicBezTo>
                    <a:pt x="2050" y="2824"/>
                    <a:pt x="2463" y="3162"/>
                    <a:pt x="2812" y="3212"/>
                  </a:cubicBezTo>
                  <a:cubicBezTo>
                    <a:pt x="3475" y="3287"/>
                    <a:pt x="3862" y="2612"/>
                    <a:pt x="3837" y="2037"/>
                  </a:cubicBezTo>
                  <a:cubicBezTo>
                    <a:pt x="3812" y="1237"/>
                    <a:pt x="3250" y="450"/>
                    <a:pt x="2475" y="250"/>
                  </a:cubicBezTo>
                  <a:cubicBezTo>
                    <a:pt x="1550" y="0"/>
                    <a:pt x="701" y="475"/>
                    <a:pt x="26" y="1050"/>
                  </a:cubicBezTo>
                  <a:cubicBezTo>
                    <a:pt x="1" y="1075"/>
                    <a:pt x="38" y="1112"/>
                    <a:pt x="63" y="1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4" name="Google Shape;1684;p59"/>
            <p:cNvSpPr/>
            <p:nvPr/>
          </p:nvSpPr>
          <p:spPr>
            <a:xfrm>
              <a:off x="720175" y="2958850"/>
              <a:ext cx="110625" cy="22825"/>
            </a:xfrm>
            <a:custGeom>
              <a:rect b="b" l="l" r="r" t="t"/>
              <a:pathLst>
                <a:path extrusionOk="0" h="913" w="4425">
                  <a:moveTo>
                    <a:pt x="100" y="875"/>
                  </a:moveTo>
                  <a:cubicBezTo>
                    <a:pt x="1100" y="38"/>
                    <a:pt x="3250" y="1"/>
                    <a:pt x="4362" y="588"/>
                  </a:cubicBezTo>
                  <a:cubicBezTo>
                    <a:pt x="4399" y="601"/>
                    <a:pt x="4424" y="551"/>
                    <a:pt x="4399" y="526"/>
                  </a:cubicBezTo>
                  <a:cubicBezTo>
                    <a:pt x="3712" y="1"/>
                    <a:pt x="2725" y="88"/>
                    <a:pt x="1912" y="176"/>
                  </a:cubicBezTo>
                  <a:cubicBezTo>
                    <a:pt x="1250" y="251"/>
                    <a:pt x="563" y="376"/>
                    <a:pt x="38" y="825"/>
                  </a:cubicBezTo>
                  <a:cubicBezTo>
                    <a:pt x="0" y="863"/>
                    <a:pt x="63" y="913"/>
                    <a:pt x="100" y="8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5" name="Google Shape;1685;p59"/>
            <p:cNvSpPr/>
            <p:nvPr/>
          </p:nvSpPr>
          <p:spPr>
            <a:xfrm>
              <a:off x="830150" y="2969475"/>
              <a:ext cx="12200" cy="11900"/>
            </a:xfrm>
            <a:custGeom>
              <a:rect b="b" l="l" r="r" t="t"/>
              <a:pathLst>
                <a:path extrusionOk="0" h="476" w="488">
                  <a:moveTo>
                    <a:pt x="50" y="126"/>
                  </a:moveTo>
                  <a:cubicBezTo>
                    <a:pt x="0" y="213"/>
                    <a:pt x="25" y="325"/>
                    <a:pt x="88" y="388"/>
                  </a:cubicBezTo>
                  <a:cubicBezTo>
                    <a:pt x="163" y="450"/>
                    <a:pt x="250" y="475"/>
                    <a:pt x="338" y="463"/>
                  </a:cubicBezTo>
                  <a:cubicBezTo>
                    <a:pt x="375" y="450"/>
                    <a:pt x="400" y="438"/>
                    <a:pt x="425" y="425"/>
                  </a:cubicBezTo>
                  <a:cubicBezTo>
                    <a:pt x="450" y="388"/>
                    <a:pt x="463" y="350"/>
                    <a:pt x="463" y="313"/>
                  </a:cubicBezTo>
                  <a:cubicBezTo>
                    <a:pt x="488" y="188"/>
                    <a:pt x="425" y="63"/>
                    <a:pt x="300" y="13"/>
                  </a:cubicBezTo>
                  <a:cubicBezTo>
                    <a:pt x="175" y="1"/>
                    <a:pt x="50" y="101"/>
                    <a:pt x="50" y="2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6" name="Google Shape;1686;p59"/>
            <p:cNvSpPr/>
            <p:nvPr/>
          </p:nvSpPr>
          <p:spPr>
            <a:xfrm>
              <a:off x="828275" y="2965425"/>
              <a:ext cx="16275" cy="17825"/>
            </a:xfrm>
            <a:custGeom>
              <a:rect b="b" l="l" r="r" t="t"/>
              <a:pathLst>
                <a:path extrusionOk="0" h="713" w="651">
                  <a:moveTo>
                    <a:pt x="63" y="275"/>
                  </a:moveTo>
                  <a:cubicBezTo>
                    <a:pt x="0" y="438"/>
                    <a:pt x="88" y="625"/>
                    <a:pt x="263" y="675"/>
                  </a:cubicBezTo>
                  <a:cubicBezTo>
                    <a:pt x="425" y="712"/>
                    <a:pt x="575" y="650"/>
                    <a:pt x="588" y="487"/>
                  </a:cubicBezTo>
                  <a:cubicBezTo>
                    <a:pt x="650" y="88"/>
                    <a:pt x="88" y="0"/>
                    <a:pt x="88" y="400"/>
                  </a:cubicBezTo>
                  <a:cubicBezTo>
                    <a:pt x="88" y="438"/>
                    <a:pt x="163" y="450"/>
                    <a:pt x="163" y="413"/>
                  </a:cubicBezTo>
                  <a:cubicBezTo>
                    <a:pt x="488" y="288"/>
                    <a:pt x="563" y="313"/>
                    <a:pt x="388" y="462"/>
                  </a:cubicBezTo>
                  <a:cubicBezTo>
                    <a:pt x="275" y="637"/>
                    <a:pt x="213" y="587"/>
                    <a:pt x="175" y="300"/>
                  </a:cubicBezTo>
                  <a:cubicBezTo>
                    <a:pt x="188" y="238"/>
                    <a:pt x="88" y="200"/>
                    <a:pt x="63" y="2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7" name="Google Shape;1687;p59"/>
            <p:cNvSpPr/>
            <p:nvPr/>
          </p:nvSpPr>
          <p:spPr>
            <a:xfrm>
              <a:off x="662375" y="3207225"/>
              <a:ext cx="3150" cy="2850"/>
            </a:xfrm>
            <a:custGeom>
              <a:rect b="b" l="l" r="r" t="t"/>
              <a:pathLst>
                <a:path extrusionOk="0" h="114" w="126">
                  <a:moveTo>
                    <a:pt x="63" y="101"/>
                  </a:moveTo>
                  <a:lnTo>
                    <a:pt x="88" y="88"/>
                  </a:lnTo>
                  <a:cubicBezTo>
                    <a:pt x="126" y="76"/>
                    <a:pt x="126" y="38"/>
                    <a:pt x="88" y="26"/>
                  </a:cubicBezTo>
                  <a:lnTo>
                    <a:pt x="63" y="13"/>
                  </a:lnTo>
                  <a:cubicBezTo>
                    <a:pt x="1" y="1"/>
                    <a:pt x="1" y="113"/>
                    <a:pt x="63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8" name="Google Shape;1688;p59"/>
            <p:cNvSpPr/>
            <p:nvPr/>
          </p:nvSpPr>
          <p:spPr>
            <a:xfrm>
              <a:off x="705800" y="3297525"/>
              <a:ext cx="17525" cy="42200"/>
            </a:xfrm>
            <a:custGeom>
              <a:rect b="b" l="l" r="r" t="t"/>
              <a:pathLst>
                <a:path extrusionOk="0" h="1688" w="701">
                  <a:moveTo>
                    <a:pt x="613" y="25"/>
                  </a:moveTo>
                  <a:cubicBezTo>
                    <a:pt x="76" y="225"/>
                    <a:pt x="1" y="1175"/>
                    <a:pt x="138" y="1637"/>
                  </a:cubicBezTo>
                  <a:cubicBezTo>
                    <a:pt x="163" y="1687"/>
                    <a:pt x="251" y="1675"/>
                    <a:pt x="238" y="1612"/>
                  </a:cubicBezTo>
                  <a:cubicBezTo>
                    <a:pt x="201" y="1375"/>
                    <a:pt x="188" y="1125"/>
                    <a:pt x="226" y="887"/>
                  </a:cubicBezTo>
                  <a:cubicBezTo>
                    <a:pt x="263" y="650"/>
                    <a:pt x="375" y="225"/>
                    <a:pt x="638" y="125"/>
                  </a:cubicBezTo>
                  <a:cubicBezTo>
                    <a:pt x="700" y="100"/>
                    <a:pt x="675" y="0"/>
                    <a:pt x="600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9" name="Google Shape;1689;p59"/>
            <p:cNvSpPr/>
            <p:nvPr/>
          </p:nvSpPr>
          <p:spPr>
            <a:xfrm>
              <a:off x="708300" y="3297825"/>
              <a:ext cx="19700" cy="42200"/>
            </a:xfrm>
            <a:custGeom>
              <a:rect b="b" l="l" r="r" t="t"/>
              <a:pathLst>
                <a:path extrusionOk="0" h="1688" w="788">
                  <a:moveTo>
                    <a:pt x="113" y="1638"/>
                  </a:moveTo>
                  <a:cubicBezTo>
                    <a:pt x="475" y="1288"/>
                    <a:pt x="788" y="563"/>
                    <a:pt x="638" y="63"/>
                  </a:cubicBezTo>
                  <a:cubicBezTo>
                    <a:pt x="625" y="1"/>
                    <a:pt x="538" y="26"/>
                    <a:pt x="550" y="88"/>
                  </a:cubicBezTo>
                  <a:cubicBezTo>
                    <a:pt x="600" y="625"/>
                    <a:pt x="413" y="1175"/>
                    <a:pt x="38" y="1575"/>
                  </a:cubicBezTo>
                  <a:cubicBezTo>
                    <a:pt x="1" y="1613"/>
                    <a:pt x="63" y="1688"/>
                    <a:pt x="113" y="16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0" name="Google Shape;1690;p59"/>
            <p:cNvSpPr/>
            <p:nvPr/>
          </p:nvSpPr>
          <p:spPr>
            <a:xfrm>
              <a:off x="732050" y="3237525"/>
              <a:ext cx="30000" cy="33150"/>
            </a:xfrm>
            <a:custGeom>
              <a:rect b="b" l="l" r="r" t="t"/>
              <a:pathLst>
                <a:path extrusionOk="0" h="1326" w="1200">
                  <a:moveTo>
                    <a:pt x="25" y="51"/>
                  </a:moveTo>
                  <a:cubicBezTo>
                    <a:pt x="0" y="388"/>
                    <a:pt x="175" y="663"/>
                    <a:pt x="388" y="913"/>
                  </a:cubicBezTo>
                  <a:cubicBezTo>
                    <a:pt x="563" y="1163"/>
                    <a:pt x="850" y="1313"/>
                    <a:pt x="1150" y="1325"/>
                  </a:cubicBezTo>
                  <a:cubicBezTo>
                    <a:pt x="1200" y="1325"/>
                    <a:pt x="1200" y="1250"/>
                    <a:pt x="1163" y="1250"/>
                  </a:cubicBezTo>
                  <a:cubicBezTo>
                    <a:pt x="875" y="1225"/>
                    <a:pt x="613" y="1088"/>
                    <a:pt x="450" y="863"/>
                  </a:cubicBezTo>
                  <a:cubicBezTo>
                    <a:pt x="263" y="613"/>
                    <a:pt x="88" y="363"/>
                    <a:pt x="100" y="51"/>
                  </a:cubicBezTo>
                  <a:cubicBezTo>
                    <a:pt x="100" y="1"/>
                    <a:pt x="25" y="1"/>
                    <a:pt x="25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1" name="Google Shape;1691;p59"/>
            <p:cNvSpPr/>
            <p:nvPr/>
          </p:nvSpPr>
          <p:spPr>
            <a:xfrm>
              <a:off x="732675" y="3237850"/>
              <a:ext cx="29375" cy="33125"/>
            </a:xfrm>
            <a:custGeom>
              <a:rect b="b" l="l" r="r" t="t"/>
              <a:pathLst>
                <a:path extrusionOk="0" h="1325" w="1175">
                  <a:moveTo>
                    <a:pt x="1163" y="1262"/>
                  </a:moveTo>
                  <a:cubicBezTo>
                    <a:pt x="1088" y="700"/>
                    <a:pt x="675" y="125"/>
                    <a:pt x="100" y="13"/>
                  </a:cubicBezTo>
                  <a:cubicBezTo>
                    <a:pt x="38" y="0"/>
                    <a:pt x="0" y="75"/>
                    <a:pt x="50" y="113"/>
                  </a:cubicBezTo>
                  <a:cubicBezTo>
                    <a:pt x="288" y="250"/>
                    <a:pt x="525" y="313"/>
                    <a:pt x="700" y="550"/>
                  </a:cubicBezTo>
                  <a:cubicBezTo>
                    <a:pt x="875" y="763"/>
                    <a:pt x="1013" y="1012"/>
                    <a:pt x="1100" y="1287"/>
                  </a:cubicBezTo>
                  <a:cubicBezTo>
                    <a:pt x="1113" y="1325"/>
                    <a:pt x="1175" y="1312"/>
                    <a:pt x="1163" y="12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2" name="Google Shape;1692;p59"/>
            <p:cNvSpPr/>
            <p:nvPr/>
          </p:nvSpPr>
          <p:spPr>
            <a:xfrm>
              <a:off x="739850" y="2929475"/>
              <a:ext cx="86875" cy="38475"/>
            </a:xfrm>
            <a:custGeom>
              <a:rect b="b" l="l" r="r" t="t"/>
              <a:pathLst>
                <a:path extrusionOk="0" h="1539" w="3475">
                  <a:moveTo>
                    <a:pt x="76" y="1513"/>
                  </a:moveTo>
                  <a:cubicBezTo>
                    <a:pt x="1075" y="801"/>
                    <a:pt x="2213" y="326"/>
                    <a:pt x="3412" y="101"/>
                  </a:cubicBezTo>
                  <a:cubicBezTo>
                    <a:pt x="3475" y="88"/>
                    <a:pt x="3450" y="1"/>
                    <a:pt x="3387" y="13"/>
                  </a:cubicBezTo>
                  <a:cubicBezTo>
                    <a:pt x="2175" y="226"/>
                    <a:pt x="1025" y="726"/>
                    <a:pt x="38" y="1451"/>
                  </a:cubicBezTo>
                  <a:cubicBezTo>
                    <a:pt x="1" y="1476"/>
                    <a:pt x="38" y="1538"/>
                    <a:pt x="76" y="15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3" name="Google Shape;1693;p59"/>
            <p:cNvSpPr/>
            <p:nvPr/>
          </p:nvSpPr>
          <p:spPr>
            <a:xfrm>
              <a:off x="824200" y="2919175"/>
              <a:ext cx="16275" cy="17825"/>
            </a:xfrm>
            <a:custGeom>
              <a:rect b="b" l="l" r="r" t="t"/>
              <a:pathLst>
                <a:path extrusionOk="0" h="713" w="651">
                  <a:moveTo>
                    <a:pt x="88" y="525"/>
                  </a:moveTo>
                  <a:cubicBezTo>
                    <a:pt x="288" y="713"/>
                    <a:pt x="651" y="475"/>
                    <a:pt x="451" y="238"/>
                  </a:cubicBezTo>
                  <a:cubicBezTo>
                    <a:pt x="238" y="1"/>
                    <a:pt x="1" y="338"/>
                    <a:pt x="101" y="563"/>
                  </a:cubicBezTo>
                  <a:cubicBezTo>
                    <a:pt x="113" y="600"/>
                    <a:pt x="176" y="575"/>
                    <a:pt x="176" y="538"/>
                  </a:cubicBezTo>
                  <a:cubicBezTo>
                    <a:pt x="163" y="500"/>
                    <a:pt x="163" y="463"/>
                    <a:pt x="176" y="425"/>
                  </a:cubicBezTo>
                  <a:cubicBezTo>
                    <a:pt x="176" y="351"/>
                    <a:pt x="176" y="351"/>
                    <a:pt x="151" y="463"/>
                  </a:cubicBezTo>
                  <a:cubicBezTo>
                    <a:pt x="101" y="425"/>
                    <a:pt x="38" y="488"/>
                    <a:pt x="88" y="5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4" name="Google Shape;1694;p59"/>
            <p:cNvSpPr/>
            <p:nvPr/>
          </p:nvSpPr>
          <p:spPr>
            <a:xfrm>
              <a:off x="728300" y="2974800"/>
              <a:ext cx="82175" cy="30625"/>
            </a:xfrm>
            <a:custGeom>
              <a:rect b="b" l="l" r="r" t="t"/>
              <a:pathLst>
                <a:path extrusionOk="0" h="1225" w="3287">
                  <a:moveTo>
                    <a:pt x="63" y="225"/>
                  </a:moveTo>
                  <a:cubicBezTo>
                    <a:pt x="1288" y="87"/>
                    <a:pt x="2287" y="425"/>
                    <a:pt x="3225" y="1200"/>
                  </a:cubicBezTo>
                  <a:cubicBezTo>
                    <a:pt x="3250" y="1225"/>
                    <a:pt x="3287" y="1187"/>
                    <a:pt x="3262" y="1150"/>
                  </a:cubicBezTo>
                  <a:cubicBezTo>
                    <a:pt x="2537" y="212"/>
                    <a:pt x="1163" y="0"/>
                    <a:pt x="63" y="137"/>
                  </a:cubicBezTo>
                  <a:cubicBezTo>
                    <a:pt x="0" y="137"/>
                    <a:pt x="0" y="237"/>
                    <a:pt x="63" y="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5" name="Google Shape;1695;p59"/>
            <p:cNvSpPr/>
            <p:nvPr/>
          </p:nvSpPr>
          <p:spPr>
            <a:xfrm>
              <a:off x="805150" y="3001975"/>
              <a:ext cx="15025" cy="12825"/>
            </a:xfrm>
            <a:custGeom>
              <a:rect b="b" l="l" r="r" t="t"/>
              <a:pathLst>
                <a:path extrusionOk="0" h="513" w="601">
                  <a:moveTo>
                    <a:pt x="250" y="475"/>
                  </a:moveTo>
                  <a:cubicBezTo>
                    <a:pt x="550" y="513"/>
                    <a:pt x="600" y="50"/>
                    <a:pt x="288" y="25"/>
                  </a:cubicBezTo>
                  <a:cubicBezTo>
                    <a:pt x="1" y="0"/>
                    <a:pt x="26" y="425"/>
                    <a:pt x="313" y="425"/>
                  </a:cubicBezTo>
                  <a:cubicBezTo>
                    <a:pt x="350" y="425"/>
                    <a:pt x="363" y="375"/>
                    <a:pt x="325" y="363"/>
                  </a:cubicBezTo>
                  <a:cubicBezTo>
                    <a:pt x="275" y="300"/>
                    <a:pt x="250" y="325"/>
                    <a:pt x="250" y="413"/>
                  </a:cubicBezTo>
                  <a:cubicBezTo>
                    <a:pt x="213" y="413"/>
                    <a:pt x="213" y="475"/>
                    <a:pt x="250" y="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6" name="Google Shape;1696;p59"/>
            <p:cNvSpPr/>
            <p:nvPr/>
          </p:nvSpPr>
          <p:spPr>
            <a:xfrm>
              <a:off x="644875" y="3178475"/>
              <a:ext cx="60325" cy="237475"/>
            </a:xfrm>
            <a:custGeom>
              <a:rect b="b" l="l" r="r" t="t"/>
              <a:pathLst>
                <a:path extrusionOk="0" h="9499" w="2413">
                  <a:moveTo>
                    <a:pt x="26" y="51"/>
                  </a:moveTo>
                  <a:cubicBezTo>
                    <a:pt x="1275" y="3362"/>
                    <a:pt x="2413" y="6049"/>
                    <a:pt x="388" y="9373"/>
                  </a:cubicBezTo>
                  <a:cubicBezTo>
                    <a:pt x="338" y="9448"/>
                    <a:pt x="451" y="9498"/>
                    <a:pt x="488" y="9436"/>
                  </a:cubicBezTo>
                  <a:cubicBezTo>
                    <a:pt x="1438" y="8024"/>
                    <a:pt x="1838" y="6749"/>
                    <a:pt x="1675" y="5050"/>
                  </a:cubicBezTo>
                  <a:cubicBezTo>
                    <a:pt x="1488" y="3113"/>
                    <a:pt x="776" y="1813"/>
                    <a:pt x="76" y="38"/>
                  </a:cubicBezTo>
                  <a:cubicBezTo>
                    <a:pt x="63" y="1"/>
                    <a:pt x="1" y="13"/>
                    <a:pt x="26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7" name="Google Shape;1697;p59"/>
            <p:cNvSpPr/>
            <p:nvPr/>
          </p:nvSpPr>
          <p:spPr>
            <a:xfrm>
              <a:off x="699875" y="2899175"/>
              <a:ext cx="49375" cy="31900"/>
            </a:xfrm>
            <a:custGeom>
              <a:rect b="b" l="l" r="r" t="t"/>
              <a:pathLst>
                <a:path extrusionOk="0" h="1276" w="1975">
                  <a:moveTo>
                    <a:pt x="13" y="63"/>
                  </a:moveTo>
                  <a:cubicBezTo>
                    <a:pt x="100" y="613"/>
                    <a:pt x="450" y="1151"/>
                    <a:pt x="1062" y="1213"/>
                  </a:cubicBezTo>
                  <a:cubicBezTo>
                    <a:pt x="1550" y="1275"/>
                    <a:pt x="1975" y="888"/>
                    <a:pt x="1975" y="401"/>
                  </a:cubicBezTo>
                  <a:cubicBezTo>
                    <a:pt x="1975" y="326"/>
                    <a:pt x="1862" y="326"/>
                    <a:pt x="1862" y="401"/>
                  </a:cubicBezTo>
                  <a:cubicBezTo>
                    <a:pt x="1850" y="976"/>
                    <a:pt x="1275" y="1263"/>
                    <a:pt x="775" y="1026"/>
                  </a:cubicBezTo>
                  <a:cubicBezTo>
                    <a:pt x="363" y="838"/>
                    <a:pt x="163" y="463"/>
                    <a:pt x="75" y="38"/>
                  </a:cubicBezTo>
                  <a:cubicBezTo>
                    <a:pt x="63" y="1"/>
                    <a:pt x="0" y="13"/>
                    <a:pt x="13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8" name="Google Shape;1698;p59"/>
            <p:cNvSpPr/>
            <p:nvPr/>
          </p:nvSpPr>
          <p:spPr>
            <a:xfrm>
              <a:off x="674550" y="3113825"/>
              <a:ext cx="31600" cy="62800"/>
            </a:xfrm>
            <a:custGeom>
              <a:rect b="b" l="l" r="r" t="t"/>
              <a:pathLst>
                <a:path extrusionOk="0" h="2512" w="1264">
                  <a:moveTo>
                    <a:pt x="726" y="2449"/>
                  </a:moveTo>
                  <a:cubicBezTo>
                    <a:pt x="713" y="1825"/>
                    <a:pt x="1263" y="1325"/>
                    <a:pt x="1038" y="687"/>
                  </a:cubicBezTo>
                  <a:cubicBezTo>
                    <a:pt x="888" y="275"/>
                    <a:pt x="488" y="0"/>
                    <a:pt x="51" y="13"/>
                  </a:cubicBezTo>
                  <a:cubicBezTo>
                    <a:pt x="13" y="13"/>
                    <a:pt x="1" y="75"/>
                    <a:pt x="38" y="88"/>
                  </a:cubicBezTo>
                  <a:cubicBezTo>
                    <a:pt x="838" y="200"/>
                    <a:pt x="1138" y="875"/>
                    <a:pt x="838" y="1575"/>
                  </a:cubicBezTo>
                  <a:cubicBezTo>
                    <a:pt x="701" y="1850"/>
                    <a:pt x="638" y="2149"/>
                    <a:pt x="651" y="2449"/>
                  </a:cubicBezTo>
                  <a:cubicBezTo>
                    <a:pt x="651" y="2499"/>
                    <a:pt x="726" y="2512"/>
                    <a:pt x="726" y="244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9" name="Google Shape;1699;p59"/>
            <p:cNvSpPr/>
            <p:nvPr/>
          </p:nvSpPr>
          <p:spPr>
            <a:xfrm>
              <a:off x="658950" y="3112575"/>
              <a:ext cx="21575" cy="30625"/>
            </a:xfrm>
            <a:custGeom>
              <a:rect b="b" l="l" r="r" t="t"/>
              <a:pathLst>
                <a:path extrusionOk="0" h="1225" w="863">
                  <a:moveTo>
                    <a:pt x="825" y="113"/>
                  </a:moveTo>
                  <a:cubicBezTo>
                    <a:pt x="525" y="0"/>
                    <a:pt x="275" y="163"/>
                    <a:pt x="163" y="437"/>
                  </a:cubicBezTo>
                  <a:cubicBezTo>
                    <a:pt x="75" y="675"/>
                    <a:pt x="0" y="1062"/>
                    <a:pt x="250" y="1212"/>
                  </a:cubicBezTo>
                  <a:cubicBezTo>
                    <a:pt x="275" y="1225"/>
                    <a:pt x="313" y="1200"/>
                    <a:pt x="300" y="1162"/>
                  </a:cubicBezTo>
                  <a:cubicBezTo>
                    <a:pt x="50" y="837"/>
                    <a:pt x="275" y="0"/>
                    <a:pt x="800" y="175"/>
                  </a:cubicBezTo>
                  <a:cubicBezTo>
                    <a:pt x="850" y="200"/>
                    <a:pt x="862" y="125"/>
                    <a:pt x="825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0" name="Google Shape;1700;p59"/>
            <p:cNvSpPr/>
            <p:nvPr/>
          </p:nvSpPr>
          <p:spPr>
            <a:xfrm>
              <a:off x="762050" y="2872625"/>
              <a:ext cx="56250" cy="81250"/>
            </a:xfrm>
            <a:custGeom>
              <a:rect b="b" l="l" r="r" t="t"/>
              <a:pathLst>
                <a:path extrusionOk="0" h="3250" w="2250">
                  <a:moveTo>
                    <a:pt x="87" y="3212"/>
                  </a:moveTo>
                  <a:cubicBezTo>
                    <a:pt x="1037" y="2425"/>
                    <a:pt x="2249" y="1450"/>
                    <a:pt x="1962" y="51"/>
                  </a:cubicBezTo>
                  <a:cubicBezTo>
                    <a:pt x="1949" y="1"/>
                    <a:pt x="1862" y="26"/>
                    <a:pt x="1875" y="76"/>
                  </a:cubicBezTo>
                  <a:cubicBezTo>
                    <a:pt x="2062" y="1463"/>
                    <a:pt x="987" y="2350"/>
                    <a:pt x="37" y="3162"/>
                  </a:cubicBezTo>
                  <a:cubicBezTo>
                    <a:pt x="0" y="3187"/>
                    <a:pt x="62" y="3250"/>
                    <a:pt x="100" y="32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1" name="Google Shape;1701;p59"/>
            <p:cNvSpPr/>
            <p:nvPr/>
          </p:nvSpPr>
          <p:spPr>
            <a:xfrm>
              <a:off x="710800" y="3101950"/>
              <a:ext cx="15325" cy="30950"/>
            </a:xfrm>
            <a:custGeom>
              <a:rect b="b" l="l" r="r" t="t"/>
              <a:pathLst>
                <a:path extrusionOk="0" h="1238" w="613">
                  <a:moveTo>
                    <a:pt x="101" y="1175"/>
                  </a:moveTo>
                  <a:cubicBezTo>
                    <a:pt x="126" y="775"/>
                    <a:pt x="288" y="388"/>
                    <a:pt x="575" y="100"/>
                  </a:cubicBezTo>
                  <a:cubicBezTo>
                    <a:pt x="613" y="63"/>
                    <a:pt x="563" y="0"/>
                    <a:pt x="525" y="25"/>
                  </a:cubicBezTo>
                  <a:cubicBezTo>
                    <a:pt x="350" y="150"/>
                    <a:pt x="225" y="325"/>
                    <a:pt x="163" y="525"/>
                  </a:cubicBezTo>
                  <a:cubicBezTo>
                    <a:pt x="51" y="725"/>
                    <a:pt x="1" y="950"/>
                    <a:pt x="13" y="1175"/>
                  </a:cubicBezTo>
                  <a:cubicBezTo>
                    <a:pt x="13" y="1237"/>
                    <a:pt x="113" y="1237"/>
                    <a:pt x="113" y="11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2" name="Google Shape;1702;p59"/>
            <p:cNvSpPr/>
            <p:nvPr/>
          </p:nvSpPr>
          <p:spPr>
            <a:xfrm>
              <a:off x="710175" y="3101625"/>
              <a:ext cx="21900" cy="34400"/>
            </a:xfrm>
            <a:custGeom>
              <a:rect b="b" l="l" r="r" t="t"/>
              <a:pathLst>
                <a:path extrusionOk="0" h="1376" w="876">
                  <a:moveTo>
                    <a:pt x="550" y="101"/>
                  </a:moveTo>
                  <a:cubicBezTo>
                    <a:pt x="763" y="538"/>
                    <a:pt x="475" y="1050"/>
                    <a:pt x="51" y="1250"/>
                  </a:cubicBezTo>
                  <a:cubicBezTo>
                    <a:pt x="1" y="1275"/>
                    <a:pt x="38" y="1375"/>
                    <a:pt x="101" y="1350"/>
                  </a:cubicBezTo>
                  <a:cubicBezTo>
                    <a:pt x="575" y="1138"/>
                    <a:pt x="875" y="538"/>
                    <a:pt x="638" y="51"/>
                  </a:cubicBezTo>
                  <a:cubicBezTo>
                    <a:pt x="613" y="1"/>
                    <a:pt x="525" y="51"/>
                    <a:pt x="550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3" name="Google Shape;1703;p59"/>
            <p:cNvSpPr/>
            <p:nvPr/>
          </p:nvSpPr>
          <p:spPr>
            <a:xfrm>
              <a:off x="669550" y="3338125"/>
              <a:ext cx="60025" cy="132175"/>
            </a:xfrm>
            <a:custGeom>
              <a:rect b="b" l="l" r="r" t="t"/>
              <a:pathLst>
                <a:path extrusionOk="0" h="5287" w="2401">
                  <a:moveTo>
                    <a:pt x="576" y="51"/>
                  </a:moveTo>
                  <a:cubicBezTo>
                    <a:pt x="263" y="1638"/>
                    <a:pt x="1" y="5074"/>
                    <a:pt x="2350" y="5287"/>
                  </a:cubicBezTo>
                  <a:cubicBezTo>
                    <a:pt x="2400" y="5287"/>
                    <a:pt x="2388" y="5224"/>
                    <a:pt x="2350" y="5212"/>
                  </a:cubicBezTo>
                  <a:cubicBezTo>
                    <a:pt x="63" y="4912"/>
                    <a:pt x="363" y="1600"/>
                    <a:pt x="651" y="63"/>
                  </a:cubicBezTo>
                  <a:cubicBezTo>
                    <a:pt x="663" y="13"/>
                    <a:pt x="588" y="1"/>
                    <a:pt x="576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4" name="Google Shape;1704;p59"/>
            <p:cNvSpPr/>
            <p:nvPr/>
          </p:nvSpPr>
          <p:spPr>
            <a:xfrm>
              <a:off x="701750" y="3402175"/>
              <a:ext cx="65000" cy="61575"/>
            </a:xfrm>
            <a:custGeom>
              <a:rect b="b" l="l" r="r" t="t"/>
              <a:pathLst>
                <a:path extrusionOk="0" h="2463" w="2600">
                  <a:moveTo>
                    <a:pt x="13" y="1500"/>
                  </a:moveTo>
                  <a:cubicBezTo>
                    <a:pt x="350" y="2175"/>
                    <a:pt x="1175" y="2462"/>
                    <a:pt x="1825" y="2012"/>
                  </a:cubicBezTo>
                  <a:cubicBezTo>
                    <a:pt x="2400" y="1600"/>
                    <a:pt x="2599" y="538"/>
                    <a:pt x="2025" y="38"/>
                  </a:cubicBezTo>
                  <a:cubicBezTo>
                    <a:pt x="1975" y="1"/>
                    <a:pt x="1900" y="76"/>
                    <a:pt x="1950" y="113"/>
                  </a:cubicBezTo>
                  <a:cubicBezTo>
                    <a:pt x="2462" y="588"/>
                    <a:pt x="2300" y="1563"/>
                    <a:pt x="1762" y="1938"/>
                  </a:cubicBezTo>
                  <a:cubicBezTo>
                    <a:pt x="1150" y="2350"/>
                    <a:pt x="400" y="2112"/>
                    <a:pt x="75" y="1463"/>
                  </a:cubicBezTo>
                  <a:cubicBezTo>
                    <a:pt x="50" y="1425"/>
                    <a:pt x="0" y="1463"/>
                    <a:pt x="13" y="1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5" name="Google Shape;1705;p59"/>
            <p:cNvSpPr/>
            <p:nvPr/>
          </p:nvSpPr>
          <p:spPr>
            <a:xfrm>
              <a:off x="709550" y="3392175"/>
              <a:ext cx="46575" cy="35950"/>
            </a:xfrm>
            <a:custGeom>
              <a:rect b="b" l="l" r="r" t="t"/>
              <a:pathLst>
                <a:path extrusionOk="0" h="1438" w="1863">
                  <a:moveTo>
                    <a:pt x="1850" y="700"/>
                  </a:moveTo>
                  <a:cubicBezTo>
                    <a:pt x="1663" y="226"/>
                    <a:pt x="1125" y="1"/>
                    <a:pt x="663" y="201"/>
                  </a:cubicBezTo>
                  <a:cubicBezTo>
                    <a:pt x="200" y="401"/>
                    <a:pt x="1" y="938"/>
                    <a:pt x="200" y="1400"/>
                  </a:cubicBezTo>
                  <a:cubicBezTo>
                    <a:pt x="225" y="1438"/>
                    <a:pt x="300" y="1413"/>
                    <a:pt x="288" y="1363"/>
                  </a:cubicBezTo>
                  <a:cubicBezTo>
                    <a:pt x="163" y="938"/>
                    <a:pt x="275" y="488"/>
                    <a:pt x="713" y="301"/>
                  </a:cubicBezTo>
                  <a:cubicBezTo>
                    <a:pt x="1125" y="138"/>
                    <a:pt x="1600" y="326"/>
                    <a:pt x="1788" y="738"/>
                  </a:cubicBezTo>
                  <a:cubicBezTo>
                    <a:pt x="1800" y="775"/>
                    <a:pt x="1863" y="738"/>
                    <a:pt x="1838" y="7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6" name="Google Shape;1706;p59"/>
            <p:cNvSpPr/>
            <p:nvPr/>
          </p:nvSpPr>
          <p:spPr>
            <a:xfrm>
              <a:off x="713300" y="3422475"/>
              <a:ext cx="30950" cy="17225"/>
            </a:xfrm>
            <a:custGeom>
              <a:rect b="b" l="l" r="r" t="t"/>
              <a:pathLst>
                <a:path extrusionOk="0" h="689" w="1238">
                  <a:moveTo>
                    <a:pt x="26" y="51"/>
                  </a:moveTo>
                  <a:cubicBezTo>
                    <a:pt x="1" y="388"/>
                    <a:pt x="375" y="638"/>
                    <a:pt x="688" y="626"/>
                  </a:cubicBezTo>
                  <a:cubicBezTo>
                    <a:pt x="1000" y="626"/>
                    <a:pt x="1238" y="351"/>
                    <a:pt x="1113" y="63"/>
                  </a:cubicBezTo>
                  <a:cubicBezTo>
                    <a:pt x="1100" y="13"/>
                    <a:pt x="1013" y="26"/>
                    <a:pt x="1025" y="88"/>
                  </a:cubicBezTo>
                  <a:cubicBezTo>
                    <a:pt x="1213" y="688"/>
                    <a:pt x="75" y="638"/>
                    <a:pt x="100" y="51"/>
                  </a:cubicBezTo>
                  <a:cubicBezTo>
                    <a:pt x="100" y="1"/>
                    <a:pt x="38" y="1"/>
                    <a:pt x="26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7" name="Google Shape;1707;p59"/>
            <p:cNvSpPr/>
            <p:nvPr/>
          </p:nvSpPr>
          <p:spPr>
            <a:xfrm>
              <a:off x="702675" y="3138500"/>
              <a:ext cx="71875" cy="55325"/>
            </a:xfrm>
            <a:custGeom>
              <a:rect b="b" l="l" r="r" t="t"/>
              <a:pathLst>
                <a:path extrusionOk="0" h="2213" w="2875">
                  <a:moveTo>
                    <a:pt x="88" y="463"/>
                  </a:moveTo>
                  <a:cubicBezTo>
                    <a:pt x="1400" y="113"/>
                    <a:pt x="2487" y="925"/>
                    <a:pt x="2812" y="2187"/>
                  </a:cubicBezTo>
                  <a:cubicBezTo>
                    <a:pt x="2812" y="2212"/>
                    <a:pt x="2875" y="2212"/>
                    <a:pt x="2862" y="2175"/>
                  </a:cubicBezTo>
                  <a:cubicBezTo>
                    <a:pt x="2762" y="788"/>
                    <a:pt x="1325" y="0"/>
                    <a:pt x="51" y="388"/>
                  </a:cubicBezTo>
                  <a:cubicBezTo>
                    <a:pt x="1" y="400"/>
                    <a:pt x="26" y="475"/>
                    <a:pt x="76" y="4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8" name="Google Shape;1708;p59"/>
            <p:cNvSpPr/>
            <p:nvPr/>
          </p:nvSpPr>
          <p:spPr>
            <a:xfrm>
              <a:off x="695500" y="2739850"/>
              <a:ext cx="104675" cy="111550"/>
            </a:xfrm>
            <a:custGeom>
              <a:rect b="b" l="l" r="r" t="t"/>
              <a:pathLst>
                <a:path extrusionOk="0" h="4462" w="4187">
                  <a:moveTo>
                    <a:pt x="188" y="1800"/>
                  </a:moveTo>
                  <a:cubicBezTo>
                    <a:pt x="0" y="3250"/>
                    <a:pt x="1450" y="4424"/>
                    <a:pt x="2799" y="3712"/>
                  </a:cubicBezTo>
                  <a:cubicBezTo>
                    <a:pt x="4187" y="2975"/>
                    <a:pt x="3962" y="1038"/>
                    <a:pt x="3024" y="25"/>
                  </a:cubicBezTo>
                  <a:cubicBezTo>
                    <a:pt x="2999" y="0"/>
                    <a:pt x="2949" y="38"/>
                    <a:pt x="2974" y="75"/>
                  </a:cubicBezTo>
                  <a:cubicBezTo>
                    <a:pt x="3624" y="975"/>
                    <a:pt x="4074" y="2450"/>
                    <a:pt x="3124" y="3325"/>
                  </a:cubicBezTo>
                  <a:cubicBezTo>
                    <a:pt x="1912" y="4462"/>
                    <a:pt x="100" y="3375"/>
                    <a:pt x="288" y="1800"/>
                  </a:cubicBezTo>
                  <a:cubicBezTo>
                    <a:pt x="300" y="1738"/>
                    <a:pt x="188" y="1738"/>
                    <a:pt x="175" y="1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9" name="Google Shape;1709;p59"/>
            <p:cNvSpPr/>
            <p:nvPr/>
          </p:nvSpPr>
          <p:spPr>
            <a:xfrm>
              <a:off x="628325" y="2481475"/>
              <a:ext cx="146850" cy="263400"/>
            </a:xfrm>
            <a:custGeom>
              <a:rect b="b" l="l" r="r" t="t"/>
              <a:pathLst>
                <a:path extrusionOk="0" h="10536" w="5874">
                  <a:moveTo>
                    <a:pt x="5836" y="10448"/>
                  </a:moveTo>
                  <a:cubicBezTo>
                    <a:pt x="4162" y="9236"/>
                    <a:pt x="2050" y="8124"/>
                    <a:pt x="1125" y="6224"/>
                  </a:cubicBezTo>
                  <a:cubicBezTo>
                    <a:pt x="275" y="4462"/>
                    <a:pt x="100" y="1688"/>
                    <a:pt x="1300" y="63"/>
                  </a:cubicBezTo>
                  <a:cubicBezTo>
                    <a:pt x="1325" y="38"/>
                    <a:pt x="1275" y="1"/>
                    <a:pt x="1250" y="26"/>
                  </a:cubicBezTo>
                  <a:cubicBezTo>
                    <a:pt x="0" y="1463"/>
                    <a:pt x="138" y="3950"/>
                    <a:pt x="725" y="5674"/>
                  </a:cubicBezTo>
                  <a:cubicBezTo>
                    <a:pt x="1513" y="7986"/>
                    <a:pt x="3912" y="9186"/>
                    <a:pt x="5799" y="10510"/>
                  </a:cubicBezTo>
                  <a:cubicBezTo>
                    <a:pt x="5836" y="10535"/>
                    <a:pt x="5874" y="10473"/>
                    <a:pt x="5836" y="1044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0" name="Google Shape;1710;p59"/>
            <p:cNvSpPr/>
            <p:nvPr/>
          </p:nvSpPr>
          <p:spPr>
            <a:xfrm>
              <a:off x="667675" y="2448375"/>
              <a:ext cx="84700" cy="100925"/>
            </a:xfrm>
            <a:custGeom>
              <a:rect b="b" l="l" r="r" t="t"/>
              <a:pathLst>
                <a:path extrusionOk="0" h="4037" w="3388">
                  <a:moveTo>
                    <a:pt x="88" y="1150"/>
                  </a:moveTo>
                  <a:cubicBezTo>
                    <a:pt x="1026" y="625"/>
                    <a:pt x="2413" y="500"/>
                    <a:pt x="2950" y="1662"/>
                  </a:cubicBezTo>
                  <a:cubicBezTo>
                    <a:pt x="3075" y="1937"/>
                    <a:pt x="3113" y="2249"/>
                    <a:pt x="3075" y="2549"/>
                  </a:cubicBezTo>
                  <a:cubicBezTo>
                    <a:pt x="3063" y="2624"/>
                    <a:pt x="3075" y="2712"/>
                    <a:pt x="3075" y="2774"/>
                  </a:cubicBezTo>
                  <a:cubicBezTo>
                    <a:pt x="2938" y="3549"/>
                    <a:pt x="2738" y="3524"/>
                    <a:pt x="2213" y="3587"/>
                  </a:cubicBezTo>
                  <a:cubicBezTo>
                    <a:pt x="1313" y="3699"/>
                    <a:pt x="976" y="3087"/>
                    <a:pt x="1113" y="2312"/>
                  </a:cubicBezTo>
                  <a:cubicBezTo>
                    <a:pt x="1226" y="1737"/>
                    <a:pt x="1526" y="1425"/>
                    <a:pt x="1938" y="1037"/>
                  </a:cubicBezTo>
                  <a:cubicBezTo>
                    <a:pt x="2250" y="737"/>
                    <a:pt x="2575" y="487"/>
                    <a:pt x="2588" y="25"/>
                  </a:cubicBezTo>
                  <a:cubicBezTo>
                    <a:pt x="2588" y="0"/>
                    <a:pt x="2550" y="0"/>
                    <a:pt x="2538" y="25"/>
                  </a:cubicBezTo>
                  <a:cubicBezTo>
                    <a:pt x="2438" y="750"/>
                    <a:pt x="1538" y="1137"/>
                    <a:pt x="1163" y="1725"/>
                  </a:cubicBezTo>
                  <a:cubicBezTo>
                    <a:pt x="863" y="2149"/>
                    <a:pt x="813" y="2712"/>
                    <a:pt x="1026" y="3187"/>
                  </a:cubicBezTo>
                  <a:cubicBezTo>
                    <a:pt x="1363" y="3912"/>
                    <a:pt x="2500" y="4036"/>
                    <a:pt x="2988" y="3387"/>
                  </a:cubicBezTo>
                  <a:cubicBezTo>
                    <a:pt x="3388" y="2874"/>
                    <a:pt x="3263" y="1800"/>
                    <a:pt x="2900" y="1312"/>
                  </a:cubicBezTo>
                  <a:cubicBezTo>
                    <a:pt x="2200" y="387"/>
                    <a:pt x="938" y="575"/>
                    <a:pt x="51" y="1087"/>
                  </a:cubicBezTo>
                  <a:cubicBezTo>
                    <a:pt x="1" y="1112"/>
                    <a:pt x="51" y="1187"/>
                    <a:pt x="88" y="1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1" name="Google Shape;1711;p59"/>
            <p:cNvSpPr/>
            <p:nvPr/>
          </p:nvSpPr>
          <p:spPr>
            <a:xfrm>
              <a:off x="722350" y="2386200"/>
              <a:ext cx="13775" cy="55325"/>
            </a:xfrm>
            <a:custGeom>
              <a:rect b="b" l="l" r="r" t="t"/>
              <a:pathLst>
                <a:path extrusionOk="0" h="2213" w="551">
                  <a:moveTo>
                    <a:pt x="476" y="2162"/>
                  </a:moveTo>
                  <a:cubicBezTo>
                    <a:pt x="551" y="1475"/>
                    <a:pt x="488" y="625"/>
                    <a:pt x="76" y="25"/>
                  </a:cubicBezTo>
                  <a:cubicBezTo>
                    <a:pt x="51" y="0"/>
                    <a:pt x="1" y="13"/>
                    <a:pt x="13" y="50"/>
                  </a:cubicBezTo>
                  <a:cubicBezTo>
                    <a:pt x="251" y="775"/>
                    <a:pt x="476" y="1387"/>
                    <a:pt x="401" y="2162"/>
                  </a:cubicBezTo>
                  <a:cubicBezTo>
                    <a:pt x="401" y="2212"/>
                    <a:pt x="476" y="2212"/>
                    <a:pt x="476" y="2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2" name="Google Shape;1712;p59"/>
            <p:cNvSpPr/>
            <p:nvPr/>
          </p:nvSpPr>
          <p:spPr>
            <a:xfrm>
              <a:off x="691750" y="2632075"/>
              <a:ext cx="96875" cy="81550"/>
            </a:xfrm>
            <a:custGeom>
              <a:rect b="b" l="l" r="r" t="t"/>
              <a:pathLst>
                <a:path extrusionOk="0" h="3262" w="3875">
                  <a:moveTo>
                    <a:pt x="38" y="2237"/>
                  </a:moveTo>
                  <a:cubicBezTo>
                    <a:pt x="688" y="2787"/>
                    <a:pt x="1500" y="3262"/>
                    <a:pt x="2375" y="3074"/>
                  </a:cubicBezTo>
                  <a:cubicBezTo>
                    <a:pt x="3212" y="2887"/>
                    <a:pt x="3812" y="2087"/>
                    <a:pt x="3849" y="1250"/>
                  </a:cubicBezTo>
                  <a:cubicBezTo>
                    <a:pt x="3874" y="675"/>
                    <a:pt x="3487" y="0"/>
                    <a:pt x="2824" y="75"/>
                  </a:cubicBezTo>
                  <a:cubicBezTo>
                    <a:pt x="2475" y="113"/>
                    <a:pt x="2062" y="463"/>
                    <a:pt x="2437" y="750"/>
                  </a:cubicBezTo>
                  <a:cubicBezTo>
                    <a:pt x="2475" y="775"/>
                    <a:pt x="2512" y="712"/>
                    <a:pt x="2475" y="675"/>
                  </a:cubicBezTo>
                  <a:cubicBezTo>
                    <a:pt x="3299" y="250"/>
                    <a:pt x="3724" y="400"/>
                    <a:pt x="3749" y="1137"/>
                  </a:cubicBezTo>
                  <a:cubicBezTo>
                    <a:pt x="3737" y="1450"/>
                    <a:pt x="3662" y="1762"/>
                    <a:pt x="3499" y="2037"/>
                  </a:cubicBezTo>
                  <a:cubicBezTo>
                    <a:pt x="3299" y="2474"/>
                    <a:pt x="2912" y="2799"/>
                    <a:pt x="2450" y="2937"/>
                  </a:cubicBezTo>
                  <a:cubicBezTo>
                    <a:pt x="1562" y="3174"/>
                    <a:pt x="750" y="2712"/>
                    <a:pt x="75" y="2187"/>
                  </a:cubicBezTo>
                  <a:cubicBezTo>
                    <a:pt x="50" y="2162"/>
                    <a:pt x="0" y="2212"/>
                    <a:pt x="38" y="22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3" name="Google Shape;1713;p59"/>
            <p:cNvSpPr/>
            <p:nvPr/>
          </p:nvSpPr>
          <p:spPr>
            <a:xfrm>
              <a:off x="720475" y="2704850"/>
              <a:ext cx="110625" cy="22850"/>
            </a:xfrm>
            <a:custGeom>
              <a:rect b="b" l="l" r="r" t="t"/>
              <a:pathLst>
                <a:path extrusionOk="0" h="914" w="4425">
                  <a:moveTo>
                    <a:pt x="38" y="88"/>
                  </a:moveTo>
                  <a:cubicBezTo>
                    <a:pt x="551" y="538"/>
                    <a:pt x="1238" y="663"/>
                    <a:pt x="1913" y="738"/>
                  </a:cubicBezTo>
                  <a:cubicBezTo>
                    <a:pt x="2725" y="826"/>
                    <a:pt x="3712" y="913"/>
                    <a:pt x="4400" y="388"/>
                  </a:cubicBezTo>
                  <a:cubicBezTo>
                    <a:pt x="4425" y="363"/>
                    <a:pt x="4400" y="313"/>
                    <a:pt x="4362" y="326"/>
                  </a:cubicBezTo>
                  <a:cubicBezTo>
                    <a:pt x="3238" y="913"/>
                    <a:pt x="1101" y="876"/>
                    <a:pt x="101" y="26"/>
                  </a:cubicBezTo>
                  <a:cubicBezTo>
                    <a:pt x="63" y="1"/>
                    <a:pt x="1" y="51"/>
                    <a:pt x="38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4" name="Google Shape;1714;p59"/>
            <p:cNvSpPr/>
            <p:nvPr/>
          </p:nvSpPr>
          <p:spPr>
            <a:xfrm>
              <a:off x="830150" y="2705175"/>
              <a:ext cx="12200" cy="11900"/>
            </a:xfrm>
            <a:custGeom>
              <a:rect b="b" l="l" r="r" t="t"/>
              <a:pathLst>
                <a:path extrusionOk="0" h="476" w="488">
                  <a:moveTo>
                    <a:pt x="50" y="350"/>
                  </a:moveTo>
                  <a:cubicBezTo>
                    <a:pt x="0" y="263"/>
                    <a:pt x="25" y="150"/>
                    <a:pt x="88" y="88"/>
                  </a:cubicBezTo>
                  <a:cubicBezTo>
                    <a:pt x="163" y="25"/>
                    <a:pt x="250" y="0"/>
                    <a:pt x="338" y="13"/>
                  </a:cubicBezTo>
                  <a:cubicBezTo>
                    <a:pt x="375" y="13"/>
                    <a:pt x="400" y="25"/>
                    <a:pt x="425" y="50"/>
                  </a:cubicBezTo>
                  <a:cubicBezTo>
                    <a:pt x="450" y="88"/>
                    <a:pt x="463" y="125"/>
                    <a:pt x="463" y="163"/>
                  </a:cubicBezTo>
                  <a:cubicBezTo>
                    <a:pt x="488" y="288"/>
                    <a:pt x="425" y="413"/>
                    <a:pt x="300" y="463"/>
                  </a:cubicBezTo>
                  <a:cubicBezTo>
                    <a:pt x="175" y="475"/>
                    <a:pt x="50" y="375"/>
                    <a:pt x="50" y="2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5" name="Google Shape;1715;p59"/>
            <p:cNvSpPr/>
            <p:nvPr/>
          </p:nvSpPr>
          <p:spPr>
            <a:xfrm>
              <a:off x="827325" y="2698925"/>
              <a:ext cx="17225" cy="22200"/>
            </a:xfrm>
            <a:custGeom>
              <a:rect b="b" l="l" r="r" t="t"/>
              <a:pathLst>
                <a:path extrusionOk="0" h="888" w="689">
                  <a:moveTo>
                    <a:pt x="213" y="588"/>
                  </a:moveTo>
                  <a:cubicBezTo>
                    <a:pt x="251" y="300"/>
                    <a:pt x="313" y="250"/>
                    <a:pt x="426" y="425"/>
                  </a:cubicBezTo>
                  <a:cubicBezTo>
                    <a:pt x="601" y="575"/>
                    <a:pt x="526" y="588"/>
                    <a:pt x="201" y="475"/>
                  </a:cubicBezTo>
                  <a:cubicBezTo>
                    <a:pt x="201" y="438"/>
                    <a:pt x="126" y="450"/>
                    <a:pt x="126" y="488"/>
                  </a:cubicBezTo>
                  <a:cubicBezTo>
                    <a:pt x="126" y="888"/>
                    <a:pt x="688" y="800"/>
                    <a:pt x="626" y="400"/>
                  </a:cubicBezTo>
                  <a:cubicBezTo>
                    <a:pt x="576" y="0"/>
                    <a:pt x="1" y="238"/>
                    <a:pt x="101" y="613"/>
                  </a:cubicBezTo>
                  <a:cubicBezTo>
                    <a:pt x="113" y="700"/>
                    <a:pt x="238" y="663"/>
                    <a:pt x="213" y="5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6" name="Google Shape;1716;p59"/>
            <p:cNvSpPr/>
            <p:nvPr/>
          </p:nvSpPr>
          <p:spPr>
            <a:xfrm>
              <a:off x="662375" y="2476475"/>
              <a:ext cx="3150" cy="3150"/>
            </a:xfrm>
            <a:custGeom>
              <a:rect b="b" l="l" r="r" t="t"/>
              <a:pathLst>
                <a:path extrusionOk="0" h="126" w="126">
                  <a:moveTo>
                    <a:pt x="63" y="88"/>
                  </a:moveTo>
                  <a:lnTo>
                    <a:pt x="88" y="88"/>
                  </a:lnTo>
                  <a:cubicBezTo>
                    <a:pt x="126" y="88"/>
                    <a:pt x="126" y="38"/>
                    <a:pt x="88" y="26"/>
                  </a:cubicBezTo>
                  <a:lnTo>
                    <a:pt x="63" y="26"/>
                  </a:lnTo>
                  <a:cubicBezTo>
                    <a:pt x="1" y="1"/>
                    <a:pt x="1" y="126"/>
                    <a:pt x="63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7" name="Google Shape;1717;p59"/>
            <p:cNvSpPr/>
            <p:nvPr/>
          </p:nvSpPr>
          <p:spPr>
            <a:xfrm>
              <a:off x="705800" y="2346825"/>
              <a:ext cx="17525" cy="42200"/>
            </a:xfrm>
            <a:custGeom>
              <a:rect b="b" l="l" r="r" t="t"/>
              <a:pathLst>
                <a:path extrusionOk="0" h="1688" w="701">
                  <a:moveTo>
                    <a:pt x="638" y="1550"/>
                  </a:moveTo>
                  <a:cubicBezTo>
                    <a:pt x="388" y="1463"/>
                    <a:pt x="276" y="1025"/>
                    <a:pt x="226" y="800"/>
                  </a:cubicBezTo>
                  <a:cubicBezTo>
                    <a:pt x="188" y="563"/>
                    <a:pt x="201" y="313"/>
                    <a:pt x="238" y="63"/>
                  </a:cubicBezTo>
                  <a:cubicBezTo>
                    <a:pt x="238" y="13"/>
                    <a:pt x="163" y="1"/>
                    <a:pt x="138" y="51"/>
                  </a:cubicBezTo>
                  <a:cubicBezTo>
                    <a:pt x="1" y="513"/>
                    <a:pt x="76" y="1463"/>
                    <a:pt x="613" y="1663"/>
                  </a:cubicBezTo>
                  <a:cubicBezTo>
                    <a:pt x="675" y="1688"/>
                    <a:pt x="700" y="1575"/>
                    <a:pt x="638" y="15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8" name="Google Shape;1718;p59"/>
            <p:cNvSpPr/>
            <p:nvPr/>
          </p:nvSpPr>
          <p:spPr>
            <a:xfrm>
              <a:off x="708300" y="2346525"/>
              <a:ext cx="19700" cy="42200"/>
            </a:xfrm>
            <a:custGeom>
              <a:rect b="b" l="l" r="r" t="t"/>
              <a:pathLst>
                <a:path extrusionOk="0" h="1688" w="788">
                  <a:moveTo>
                    <a:pt x="38" y="113"/>
                  </a:moveTo>
                  <a:cubicBezTo>
                    <a:pt x="413" y="513"/>
                    <a:pt x="600" y="1062"/>
                    <a:pt x="550" y="1600"/>
                  </a:cubicBezTo>
                  <a:cubicBezTo>
                    <a:pt x="550" y="1662"/>
                    <a:pt x="625" y="1687"/>
                    <a:pt x="638" y="1625"/>
                  </a:cubicBezTo>
                  <a:cubicBezTo>
                    <a:pt x="788" y="1125"/>
                    <a:pt x="475" y="400"/>
                    <a:pt x="113" y="50"/>
                  </a:cubicBezTo>
                  <a:cubicBezTo>
                    <a:pt x="63" y="0"/>
                    <a:pt x="1" y="63"/>
                    <a:pt x="38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9" name="Google Shape;1719;p59"/>
            <p:cNvSpPr/>
            <p:nvPr/>
          </p:nvSpPr>
          <p:spPr>
            <a:xfrm>
              <a:off x="732050" y="2415875"/>
              <a:ext cx="30000" cy="33150"/>
            </a:xfrm>
            <a:custGeom>
              <a:rect b="b" l="l" r="r" t="t"/>
              <a:pathLst>
                <a:path extrusionOk="0" h="1326" w="1200">
                  <a:moveTo>
                    <a:pt x="100" y="1275"/>
                  </a:moveTo>
                  <a:cubicBezTo>
                    <a:pt x="88" y="963"/>
                    <a:pt x="250" y="713"/>
                    <a:pt x="450" y="463"/>
                  </a:cubicBezTo>
                  <a:cubicBezTo>
                    <a:pt x="613" y="238"/>
                    <a:pt x="875" y="100"/>
                    <a:pt x="1163" y="75"/>
                  </a:cubicBezTo>
                  <a:cubicBezTo>
                    <a:pt x="1200" y="75"/>
                    <a:pt x="1200" y="0"/>
                    <a:pt x="1150" y="0"/>
                  </a:cubicBezTo>
                  <a:cubicBezTo>
                    <a:pt x="850" y="13"/>
                    <a:pt x="563" y="163"/>
                    <a:pt x="388" y="413"/>
                  </a:cubicBezTo>
                  <a:cubicBezTo>
                    <a:pt x="188" y="663"/>
                    <a:pt x="0" y="938"/>
                    <a:pt x="25" y="1275"/>
                  </a:cubicBezTo>
                  <a:cubicBezTo>
                    <a:pt x="25" y="1325"/>
                    <a:pt x="100" y="1325"/>
                    <a:pt x="100" y="12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0" name="Google Shape;1720;p59"/>
            <p:cNvSpPr/>
            <p:nvPr/>
          </p:nvSpPr>
          <p:spPr>
            <a:xfrm>
              <a:off x="732675" y="2415550"/>
              <a:ext cx="29075" cy="33475"/>
            </a:xfrm>
            <a:custGeom>
              <a:rect b="b" l="l" r="r" t="t"/>
              <a:pathLst>
                <a:path extrusionOk="0" h="1339" w="1163">
                  <a:moveTo>
                    <a:pt x="1100" y="51"/>
                  </a:moveTo>
                  <a:cubicBezTo>
                    <a:pt x="1013" y="313"/>
                    <a:pt x="875" y="563"/>
                    <a:pt x="700" y="788"/>
                  </a:cubicBezTo>
                  <a:cubicBezTo>
                    <a:pt x="525" y="1013"/>
                    <a:pt x="288" y="1076"/>
                    <a:pt x="50" y="1213"/>
                  </a:cubicBezTo>
                  <a:cubicBezTo>
                    <a:pt x="0" y="1251"/>
                    <a:pt x="38" y="1338"/>
                    <a:pt x="100" y="1313"/>
                  </a:cubicBezTo>
                  <a:cubicBezTo>
                    <a:pt x="675" y="1201"/>
                    <a:pt x="1088" y="626"/>
                    <a:pt x="1163" y="63"/>
                  </a:cubicBezTo>
                  <a:cubicBezTo>
                    <a:pt x="1163" y="26"/>
                    <a:pt x="1113" y="1"/>
                    <a:pt x="1100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1" name="Google Shape;1721;p59"/>
            <p:cNvSpPr/>
            <p:nvPr/>
          </p:nvSpPr>
          <p:spPr>
            <a:xfrm>
              <a:off x="739850" y="2718600"/>
              <a:ext cx="86875" cy="38450"/>
            </a:xfrm>
            <a:custGeom>
              <a:rect b="b" l="l" r="r" t="t"/>
              <a:pathLst>
                <a:path extrusionOk="0" h="1538" w="3475">
                  <a:moveTo>
                    <a:pt x="38" y="88"/>
                  </a:moveTo>
                  <a:cubicBezTo>
                    <a:pt x="1025" y="813"/>
                    <a:pt x="2175" y="1313"/>
                    <a:pt x="3387" y="1525"/>
                  </a:cubicBezTo>
                  <a:cubicBezTo>
                    <a:pt x="3450" y="1538"/>
                    <a:pt x="3475" y="1450"/>
                    <a:pt x="3412" y="1438"/>
                  </a:cubicBezTo>
                  <a:cubicBezTo>
                    <a:pt x="2213" y="1213"/>
                    <a:pt x="1075" y="738"/>
                    <a:pt x="76" y="26"/>
                  </a:cubicBezTo>
                  <a:cubicBezTo>
                    <a:pt x="38" y="1"/>
                    <a:pt x="1" y="63"/>
                    <a:pt x="38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2" name="Google Shape;1722;p59"/>
            <p:cNvSpPr/>
            <p:nvPr/>
          </p:nvSpPr>
          <p:spPr>
            <a:xfrm>
              <a:off x="824200" y="2749525"/>
              <a:ext cx="16600" cy="17850"/>
            </a:xfrm>
            <a:custGeom>
              <a:rect b="b" l="l" r="r" t="t"/>
              <a:pathLst>
                <a:path extrusionOk="0" h="714" w="664">
                  <a:moveTo>
                    <a:pt x="151" y="251"/>
                  </a:moveTo>
                  <a:cubicBezTo>
                    <a:pt x="176" y="351"/>
                    <a:pt x="188" y="363"/>
                    <a:pt x="176" y="288"/>
                  </a:cubicBezTo>
                  <a:cubicBezTo>
                    <a:pt x="163" y="251"/>
                    <a:pt x="163" y="213"/>
                    <a:pt x="176" y="176"/>
                  </a:cubicBezTo>
                  <a:cubicBezTo>
                    <a:pt x="176" y="138"/>
                    <a:pt x="113" y="113"/>
                    <a:pt x="101" y="151"/>
                  </a:cubicBezTo>
                  <a:cubicBezTo>
                    <a:pt x="1" y="376"/>
                    <a:pt x="238" y="713"/>
                    <a:pt x="451" y="463"/>
                  </a:cubicBezTo>
                  <a:cubicBezTo>
                    <a:pt x="663" y="213"/>
                    <a:pt x="288" y="1"/>
                    <a:pt x="88" y="176"/>
                  </a:cubicBezTo>
                  <a:cubicBezTo>
                    <a:pt x="38" y="213"/>
                    <a:pt x="101" y="276"/>
                    <a:pt x="151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3" name="Google Shape;1723;p59"/>
            <p:cNvSpPr/>
            <p:nvPr/>
          </p:nvSpPr>
          <p:spPr>
            <a:xfrm>
              <a:off x="728300" y="2681125"/>
              <a:ext cx="82175" cy="30625"/>
            </a:xfrm>
            <a:custGeom>
              <a:rect b="b" l="l" r="r" t="t"/>
              <a:pathLst>
                <a:path extrusionOk="0" h="1225" w="3287">
                  <a:moveTo>
                    <a:pt x="63" y="1087"/>
                  </a:moveTo>
                  <a:cubicBezTo>
                    <a:pt x="1163" y="1225"/>
                    <a:pt x="2537" y="1000"/>
                    <a:pt x="3262" y="75"/>
                  </a:cubicBezTo>
                  <a:cubicBezTo>
                    <a:pt x="3287" y="38"/>
                    <a:pt x="3250" y="0"/>
                    <a:pt x="3225" y="25"/>
                  </a:cubicBezTo>
                  <a:cubicBezTo>
                    <a:pt x="2287" y="812"/>
                    <a:pt x="1288" y="1137"/>
                    <a:pt x="63" y="1000"/>
                  </a:cubicBezTo>
                  <a:cubicBezTo>
                    <a:pt x="0" y="987"/>
                    <a:pt x="0" y="1087"/>
                    <a:pt x="63" y="10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4" name="Google Shape;1724;p59"/>
            <p:cNvSpPr/>
            <p:nvPr/>
          </p:nvSpPr>
          <p:spPr>
            <a:xfrm>
              <a:off x="805150" y="2671750"/>
              <a:ext cx="15025" cy="12825"/>
            </a:xfrm>
            <a:custGeom>
              <a:rect b="b" l="l" r="r" t="t"/>
              <a:pathLst>
                <a:path extrusionOk="0" h="513" w="601">
                  <a:moveTo>
                    <a:pt x="250" y="100"/>
                  </a:moveTo>
                  <a:cubicBezTo>
                    <a:pt x="250" y="188"/>
                    <a:pt x="275" y="213"/>
                    <a:pt x="325" y="150"/>
                  </a:cubicBezTo>
                  <a:cubicBezTo>
                    <a:pt x="363" y="138"/>
                    <a:pt x="350" y="88"/>
                    <a:pt x="313" y="88"/>
                  </a:cubicBezTo>
                  <a:cubicBezTo>
                    <a:pt x="26" y="88"/>
                    <a:pt x="1" y="513"/>
                    <a:pt x="288" y="488"/>
                  </a:cubicBezTo>
                  <a:cubicBezTo>
                    <a:pt x="600" y="450"/>
                    <a:pt x="550" y="0"/>
                    <a:pt x="250" y="25"/>
                  </a:cubicBezTo>
                  <a:cubicBezTo>
                    <a:pt x="213" y="25"/>
                    <a:pt x="213" y="100"/>
                    <a:pt x="250" y="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5" name="Google Shape;1725;p59"/>
            <p:cNvSpPr/>
            <p:nvPr/>
          </p:nvSpPr>
          <p:spPr>
            <a:xfrm>
              <a:off x="644875" y="2270600"/>
              <a:ext cx="60325" cy="237450"/>
            </a:xfrm>
            <a:custGeom>
              <a:rect b="b" l="l" r="r" t="t"/>
              <a:pathLst>
                <a:path extrusionOk="0" h="9498" w="2413">
                  <a:moveTo>
                    <a:pt x="76" y="9473"/>
                  </a:moveTo>
                  <a:cubicBezTo>
                    <a:pt x="776" y="7698"/>
                    <a:pt x="1488" y="6374"/>
                    <a:pt x="1675" y="4462"/>
                  </a:cubicBezTo>
                  <a:cubicBezTo>
                    <a:pt x="1838" y="2737"/>
                    <a:pt x="1438" y="1488"/>
                    <a:pt x="488" y="63"/>
                  </a:cubicBezTo>
                  <a:cubicBezTo>
                    <a:pt x="451" y="0"/>
                    <a:pt x="338" y="63"/>
                    <a:pt x="388" y="125"/>
                  </a:cubicBezTo>
                  <a:cubicBezTo>
                    <a:pt x="2413" y="3450"/>
                    <a:pt x="1275" y="6124"/>
                    <a:pt x="26" y="9448"/>
                  </a:cubicBezTo>
                  <a:cubicBezTo>
                    <a:pt x="1" y="9485"/>
                    <a:pt x="63" y="9498"/>
                    <a:pt x="76" y="947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6" name="Google Shape;1726;p59"/>
            <p:cNvSpPr/>
            <p:nvPr/>
          </p:nvSpPr>
          <p:spPr>
            <a:xfrm>
              <a:off x="699875" y="2755475"/>
              <a:ext cx="49375" cy="31875"/>
            </a:xfrm>
            <a:custGeom>
              <a:rect b="b" l="l" r="r" t="t"/>
              <a:pathLst>
                <a:path extrusionOk="0" h="1275" w="1975">
                  <a:moveTo>
                    <a:pt x="75" y="1238"/>
                  </a:moveTo>
                  <a:cubicBezTo>
                    <a:pt x="163" y="813"/>
                    <a:pt x="363" y="425"/>
                    <a:pt x="775" y="238"/>
                  </a:cubicBezTo>
                  <a:cubicBezTo>
                    <a:pt x="1262" y="25"/>
                    <a:pt x="1850" y="288"/>
                    <a:pt x="1862" y="863"/>
                  </a:cubicBezTo>
                  <a:cubicBezTo>
                    <a:pt x="1862" y="938"/>
                    <a:pt x="1975" y="938"/>
                    <a:pt x="1975" y="863"/>
                  </a:cubicBezTo>
                  <a:cubicBezTo>
                    <a:pt x="1975" y="375"/>
                    <a:pt x="1550" y="0"/>
                    <a:pt x="1062" y="50"/>
                  </a:cubicBezTo>
                  <a:cubicBezTo>
                    <a:pt x="450" y="113"/>
                    <a:pt x="100" y="663"/>
                    <a:pt x="13" y="1213"/>
                  </a:cubicBezTo>
                  <a:cubicBezTo>
                    <a:pt x="0" y="1250"/>
                    <a:pt x="63" y="1275"/>
                    <a:pt x="75" y="1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7" name="Google Shape;1727;p59"/>
            <p:cNvSpPr/>
            <p:nvPr/>
          </p:nvSpPr>
          <p:spPr>
            <a:xfrm>
              <a:off x="674550" y="2510225"/>
              <a:ext cx="31600" cy="62500"/>
            </a:xfrm>
            <a:custGeom>
              <a:rect b="b" l="l" r="r" t="t"/>
              <a:pathLst>
                <a:path extrusionOk="0" h="2500" w="1264">
                  <a:moveTo>
                    <a:pt x="651" y="50"/>
                  </a:moveTo>
                  <a:cubicBezTo>
                    <a:pt x="638" y="350"/>
                    <a:pt x="701" y="650"/>
                    <a:pt x="838" y="925"/>
                  </a:cubicBezTo>
                  <a:cubicBezTo>
                    <a:pt x="1138" y="1625"/>
                    <a:pt x="838" y="2312"/>
                    <a:pt x="38" y="2412"/>
                  </a:cubicBezTo>
                  <a:cubicBezTo>
                    <a:pt x="1" y="2412"/>
                    <a:pt x="13" y="2487"/>
                    <a:pt x="51" y="2487"/>
                  </a:cubicBezTo>
                  <a:cubicBezTo>
                    <a:pt x="488" y="2500"/>
                    <a:pt x="888" y="2225"/>
                    <a:pt x="1038" y="1812"/>
                  </a:cubicBezTo>
                  <a:cubicBezTo>
                    <a:pt x="1263" y="1175"/>
                    <a:pt x="713" y="675"/>
                    <a:pt x="726" y="50"/>
                  </a:cubicBezTo>
                  <a:cubicBezTo>
                    <a:pt x="726" y="0"/>
                    <a:pt x="651" y="0"/>
                    <a:pt x="651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8" name="Google Shape;1728;p59"/>
            <p:cNvSpPr/>
            <p:nvPr/>
          </p:nvSpPr>
          <p:spPr>
            <a:xfrm>
              <a:off x="658950" y="2543350"/>
              <a:ext cx="21575" cy="30625"/>
            </a:xfrm>
            <a:custGeom>
              <a:rect b="b" l="l" r="r" t="t"/>
              <a:pathLst>
                <a:path extrusionOk="0" h="1225" w="863">
                  <a:moveTo>
                    <a:pt x="800" y="1050"/>
                  </a:moveTo>
                  <a:cubicBezTo>
                    <a:pt x="288" y="1225"/>
                    <a:pt x="38" y="387"/>
                    <a:pt x="300" y="63"/>
                  </a:cubicBezTo>
                  <a:cubicBezTo>
                    <a:pt x="313" y="25"/>
                    <a:pt x="275" y="0"/>
                    <a:pt x="250" y="13"/>
                  </a:cubicBezTo>
                  <a:cubicBezTo>
                    <a:pt x="0" y="163"/>
                    <a:pt x="75" y="550"/>
                    <a:pt x="163" y="775"/>
                  </a:cubicBezTo>
                  <a:cubicBezTo>
                    <a:pt x="275" y="1062"/>
                    <a:pt x="525" y="1225"/>
                    <a:pt x="825" y="1112"/>
                  </a:cubicBezTo>
                  <a:cubicBezTo>
                    <a:pt x="862" y="1100"/>
                    <a:pt x="850" y="1025"/>
                    <a:pt x="800" y="10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9" name="Google Shape;1729;p59"/>
            <p:cNvSpPr/>
            <p:nvPr/>
          </p:nvSpPr>
          <p:spPr>
            <a:xfrm>
              <a:off x="761725" y="2732675"/>
              <a:ext cx="56575" cy="81250"/>
            </a:xfrm>
            <a:custGeom>
              <a:rect b="b" l="l" r="r" t="t"/>
              <a:pathLst>
                <a:path extrusionOk="0" h="3250" w="2263">
                  <a:moveTo>
                    <a:pt x="50" y="88"/>
                  </a:moveTo>
                  <a:cubicBezTo>
                    <a:pt x="988" y="900"/>
                    <a:pt x="2062" y="1787"/>
                    <a:pt x="1875" y="3174"/>
                  </a:cubicBezTo>
                  <a:cubicBezTo>
                    <a:pt x="1875" y="3224"/>
                    <a:pt x="1950" y="3249"/>
                    <a:pt x="1962" y="3199"/>
                  </a:cubicBezTo>
                  <a:cubicBezTo>
                    <a:pt x="2262" y="1800"/>
                    <a:pt x="1050" y="825"/>
                    <a:pt x="88" y="38"/>
                  </a:cubicBezTo>
                  <a:cubicBezTo>
                    <a:pt x="50" y="0"/>
                    <a:pt x="1" y="63"/>
                    <a:pt x="38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0" name="Google Shape;1730;p59"/>
            <p:cNvSpPr/>
            <p:nvPr/>
          </p:nvSpPr>
          <p:spPr>
            <a:xfrm>
              <a:off x="710500" y="2553650"/>
              <a:ext cx="15325" cy="30950"/>
            </a:xfrm>
            <a:custGeom>
              <a:rect b="b" l="l" r="r" t="t"/>
              <a:pathLst>
                <a:path extrusionOk="0" h="1238" w="613">
                  <a:moveTo>
                    <a:pt x="25" y="63"/>
                  </a:moveTo>
                  <a:cubicBezTo>
                    <a:pt x="0" y="288"/>
                    <a:pt x="50" y="513"/>
                    <a:pt x="162" y="713"/>
                  </a:cubicBezTo>
                  <a:cubicBezTo>
                    <a:pt x="237" y="900"/>
                    <a:pt x="362" y="1075"/>
                    <a:pt x="525" y="1213"/>
                  </a:cubicBezTo>
                  <a:cubicBezTo>
                    <a:pt x="575" y="1238"/>
                    <a:pt x="612" y="1175"/>
                    <a:pt x="587" y="1138"/>
                  </a:cubicBezTo>
                  <a:cubicBezTo>
                    <a:pt x="300" y="850"/>
                    <a:pt x="125" y="463"/>
                    <a:pt x="113" y="63"/>
                  </a:cubicBezTo>
                  <a:cubicBezTo>
                    <a:pt x="113" y="0"/>
                    <a:pt x="25" y="0"/>
                    <a:pt x="25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1" name="Google Shape;1731;p59"/>
            <p:cNvSpPr/>
            <p:nvPr/>
          </p:nvSpPr>
          <p:spPr>
            <a:xfrm>
              <a:off x="710175" y="2550525"/>
              <a:ext cx="21900" cy="34400"/>
            </a:xfrm>
            <a:custGeom>
              <a:rect b="b" l="l" r="r" t="t"/>
              <a:pathLst>
                <a:path extrusionOk="0" h="1376" w="876">
                  <a:moveTo>
                    <a:pt x="638" y="1325"/>
                  </a:moveTo>
                  <a:cubicBezTo>
                    <a:pt x="875" y="838"/>
                    <a:pt x="575" y="225"/>
                    <a:pt x="101" y="25"/>
                  </a:cubicBezTo>
                  <a:cubicBezTo>
                    <a:pt x="38" y="0"/>
                    <a:pt x="1" y="100"/>
                    <a:pt x="51" y="125"/>
                  </a:cubicBezTo>
                  <a:cubicBezTo>
                    <a:pt x="475" y="313"/>
                    <a:pt x="763" y="825"/>
                    <a:pt x="550" y="1275"/>
                  </a:cubicBezTo>
                  <a:cubicBezTo>
                    <a:pt x="525" y="1325"/>
                    <a:pt x="613" y="1375"/>
                    <a:pt x="638" y="13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2" name="Google Shape;1732;p59"/>
            <p:cNvSpPr/>
            <p:nvPr/>
          </p:nvSpPr>
          <p:spPr>
            <a:xfrm>
              <a:off x="669550" y="2216250"/>
              <a:ext cx="59700" cy="132175"/>
            </a:xfrm>
            <a:custGeom>
              <a:rect b="b" l="l" r="r" t="t"/>
              <a:pathLst>
                <a:path extrusionOk="0" h="5287" w="2388">
                  <a:moveTo>
                    <a:pt x="651" y="5211"/>
                  </a:moveTo>
                  <a:cubicBezTo>
                    <a:pt x="363" y="3674"/>
                    <a:pt x="51" y="375"/>
                    <a:pt x="2338" y="75"/>
                  </a:cubicBezTo>
                  <a:cubicBezTo>
                    <a:pt x="2388" y="75"/>
                    <a:pt x="2388" y="0"/>
                    <a:pt x="2338" y="0"/>
                  </a:cubicBezTo>
                  <a:cubicBezTo>
                    <a:pt x="1" y="212"/>
                    <a:pt x="263" y="3649"/>
                    <a:pt x="576" y="5236"/>
                  </a:cubicBezTo>
                  <a:cubicBezTo>
                    <a:pt x="588" y="5286"/>
                    <a:pt x="663" y="5261"/>
                    <a:pt x="651" y="52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3" name="Google Shape;1733;p59"/>
            <p:cNvSpPr/>
            <p:nvPr/>
          </p:nvSpPr>
          <p:spPr>
            <a:xfrm>
              <a:off x="701750" y="2223100"/>
              <a:ext cx="65000" cy="61275"/>
            </a:xfrm>
            <a:custGeom>
              <a:rect b="b" l="l" r="r" t="t"/>
              <a:pathLst>
                <a:path extrusionOk="0" h="2451" w="2600">
                  <a:moveTo>
                    <a:pt x="75" y="976"/>
                  </a:moveTo>
                  <a:cubicBezTo>
                    <a:pt x="400" y="351"/>
                    <a:pt x="1162" y="88"/>
                    <a:pt x="1762" y="513"/>
                  </a:cubicBezTo>
                  <a:cubicBezTo>
                    <a:pt x="2300" y="888"/>
                    <a:pt x="2474" y="1863"/>
                    <a:pt x="1950" y="2325"/>
                  </a:cubicBezTo>
                  <a:cubicBezTo>
                    <a:pt x="1900" y="2375"/>
                    <a:pt x="1975" y="2450"/>
                    <a:pt x="2025" y="2400"/>
                  </a:cubicBezTo>
                  <a:cubicBezTo>
                    <a:pt x="2599" y="1913"/>
                    <a:pt x="2412" y="838"/>
                    <a:pt x="1825" y="438"/>
                  </a:cubicBezTo>
                  <a:cubicBezTo>
                    <a:pt x="1187" y="1"/>
                    <a:pt x="325" y="251"/>
                    <a:pt x="13" y="938"/>
                  </a:cubicBezTo>
                  <a:cubicBezTo>
                    <a:pt x="0" y="976"/>
                    <a:pt x="50" y="1013"/>
                    <a:pt x="75" y="9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4" name="Google Shape;1734;p59"/>
            <p:cNvSpPr/>
            <p:nvPr/>
          </p:nvSpPr>
          <p:spPr>
            <a:xfrm>
              <a:off x="709550" y="2258100"/>
              <a:ext cx="46900" cy="35950"/>
            </a:xfrm>
            <a:custGeom>
              <a:rect b="b" l="l" r="r" t="t"/>
              <a:pathLst>
                <a:path extrusionOk="0" h="1438" w="1876">
                  <a:moveTo>
                    <a:pt x="1788" y="713"/>
                  </a:moveTo>
                  <a:cubicBezTo>
                    <a:pt x="1600" y="1125"/>
                    <a:pt x="1138" y="1313"/>
                    <a:pt x="725" y="1150"/>
                  </a:cubicBezTo>
                  <a:cubicBezTo>
                    <a:pt x="288" y="963"/>
                    <a:pt x="163" y="513"/>
                    <a:pt x="288" y="88"/>
                  </a:cubicBezTo>
                  <a:cubicBezTo>
                    <a:pt x="300" y="38"/>
                    <a:pt x="225" y="1"/>
                    <a:pt x="213" y="51"/>
                  </a:cubicBezTo>
                  <a:cubicBezTo>
                    <a:pt x="1" y="513"/>
                    <a:pt x="213" y="1050"/>
                    <a:pt x="675" y="1250"/>
                  </a:cubicBezTo>
                  <a:cubicBezTo>
                    <a:pt x="1138" y="1438"/>
                    <a:pt x="1675" y="1225"/>
                    <a:pt x="1850" y="750"/>
                  </a:cubicBezTo>
                  <a:cubicBezTo>
                    <a:pt x="1875" y="713"/>
                    <a:pt x="1813" y="675"/>
                    <a:pt x="1800" y="7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5" name="Google Shape;1735;p59"/>
            <p:cNvSpPr/>
            <p:nvPr/>
          </p:nvSpPr>
          <p:spPr>
            <a:xfrm>
              <a:off x="713300" y="2246550"/>
              <a:ext cx="30950" cy="17500"/>
            </a:xfrm>
            <a:custGeom>
              <a:rect b="b" l="l" r="r" t="t"/>
              <a:pathLst>
                <a:path extrusionOk="0" h="700" w="1238">
                  <a:moveTo>
                    <a:pt x="100" y="650"/>
                  </a:moveTo>
                  <a:cubicBezTo>
                    <a:pt x="75" y="63"/>
                    <a:pt x="1213" y="0"/>
                    <a:pt x="1025" y="613"/>
                  </a:cubicBezTo>
                  <a:cubicBezTo>
                    <a:pt x="1013" y="675"/>
                    <a:pt x="1100" y="688"/>
                    <a:pt x="1113" y="638"/>
                  </a:cubicBezTo>
                  <a:cubicBezTo>
                    <a:pt x="1238" y="350"/>
                    <a:pt x="975" y="75"/>
                    <a:pt x="688" y="75"/>
                  </a:cubicBezTo>
                  <a:cubicBezTo>
                    <a:pt x="388" y="75"/>
                    <a:pt x="1" y="313"/>
                    <a:pt x="26" y="650"/>
                  </a:cubicBezTo>
                  <a:cubicBezTo>
                    <a:pt x="26" y="700"/>
                    <a:pt x="113" y="700"/>
                    <a:pt x="100" y="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6" name="Google Shape;1736;p59"/>
            <p:cNvSpPr/>
            <p:nvPr/>
          </p:nvSpPr>
          <p:spPr>
            <a:xfrm>
              <a:off x="703000" y="2492725"/>
              <a:ext cx="71550" cy="55325"/>
            </a:xfrm>
            <a:custGeom>
              <a:rect b="b" l="l" r="r" t="t"/>
              <a:pathLst>
                <a:path extrusionOk="0" h="2213" w="2862">
                  <a:moveTo>
                    <a:pt x="50" y="1838"/>
                  </a:moveTo>
                  <a:cubicBezTo>
                    <a:pt x="1312" y="2213"/>
                    <a:pt x="2749" y="1438"/>
                    <a:pt x="2862" y="38"/>
                  </a:cubicBezTo>
                  <a:cubicBezTo>
                    <a:pt x="2862" y="13"/>
                    <a:pt x="2812" y="1"/>
                    <a:pt x="2799" y="38"/>
                  </a:cubicBezTo>
                  <a:cubicBezTo>
                    <a:pt x="2474" y="1300"/>
                    <a:pt x="1400" y="2113"/>
                    <a:pt x="75" y="1763"/>
                  </a:cubicBezTo>
                  <a:cubicBezTo>
                    <a:pt x="25" y="1750"/>
                    <a:pt x="0" y="1825"/>
                    <a:pt x="50" y="18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7" name="Google Shape;1737;p59"/>
            <p:cNvSpPr/>
            <p:nvPr/>
          </p:nvSpPr>
          <p:spPr>
            <a:xfrm>
              <a:off x="779850" y="2847325"/>
              <a:ext cx="15325" cy="20025"/>
            </a:xfrm>
            <a:custGeom>
              <a:rect b="b" l="l" r="r" t="t"/>
              <a:pathLst>
                <a:path extrusionOk="0" h="801" w="613">
                  <a:moveTo>
                    <a:pt x="63" y="113"/>
                  </a:moveTo>
                  <a:cubicBezTo>
                    <a:pt x="288" y="263"/>
                    <a:pt x="450" y="488"/>
                    <a:pt x="513" y="750"/>
                  </a:cubicBezTo>
                  <a:cubicBezTo>
                    <a:pt x="525" y="800"/>
                    <a:pt x="613" y="800"/>
                    <a:pt x="613" y="738"/>
                  </a:cubicBezTo>
                  <a:cubicBezTo>
                    <a:pt x="575" y="438"/>
                    <a:pt x="388" y="163"/>
                    <a:pt x="113" y="25"/>
                  </a:cubicBezTo>
                  <a:cubicBezTo>
                    <a:pt x="50" y="0"/>
                    <a:pt x="0" y="88"/>
                    <a:pt x="63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8" name="Google Shape;1738;p59"/>
            <p:cNvSpPr/>
            <p:nvPr/>
          </p:nvSpPr>
          <p:spPr>
            <a:xfrm>
              <a:off x="792975" y="2850750"/>
              <a:ext cx="5950" cy="16900"/>
            </a:xfrm>
            <a:custGeom>
              <a:rect b="b" l="l" r="r" t="t"/>
              <a:pathLst>
                <a:path extrusionOk="0" h="676" w="238">
                  <a:moveTo>
                    <a:pt x="125" y="613"/>
                  </a:moveTo>
                  <a:cubicBezTo>
                    <a:pt x="200" y="451"/>
                    <a:pt x="238" y="251"/>
                    <a:pt x="200" y="76"/>
                  </a:cubicBezTo>
                  <a:cubicBezTo>
                    <a:pt x="188" y="1"/>
                    <a:pt x="100" y="26"/>
                    <a:pt x="88" y="88"/>
                  </a:cubicBezTo>
                  <a:cubicBezTo>
                    <a:pt x="100" y="251"/>
                    <a:pt x="63" y="426"/>
                    <a:pt x="13" y="588"/>
                  </a:cubicBezTo>
                  <a:cubicBezTo>
                    <a:pt x="0" y="651"/>
                    <a:pt x="100" y="676"/>
                    <a:pt x="125" y="6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9" name="Google Shape;1739;p59"/>
            <p:cNvSpPr/>
            <p:nvPr/>
          </p:nvSpPr>
          <p:spPr>
            <a:xfrm>
              <a:off x="775150" y="2839500"/>
              <a:ext cx="7525" cy="9400"/>
            </a:xfrm>
            <a:custGeom>
              <a:rect b="b" l="l" r="r" t="t"/>
              <a:pathLst>
                <a:path extrusionOk="0" h="376" w="301">
                  <a:moveTo>
                    <a:pt x="226" y="276"/>
                  </a:moveTo>
                  <a:cubicBezTo>
                    <a:pt x="201" y="213"/>
                    <a:pt x="213" y="151"/>
                    <a:pt x="263" y="113"/>
                  </a:cubicBezTo>
                  <a:cubicBezTo>
                    <a:pt x="301" y="76"/>
                    <a:pt x="263" y="1"/>
                    <a:pt x="213" y="26"/>
                  </a:cubicBezTo>
                  <a:cubicBezTo>
                    <a:pt x="76" y="76"/>
                    <a:pt x="1" y="263"/>
                    <a:pt x="163" y="351"/>
                  </a:cubicBezTo>
                  <a:cubicBezTo>
                    <a:pt x="213" y="376"/>
                    <a:pt x="276" y="313"/>
                    <a:pt x="226" y="2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0" name="Google Shape;1740;p59"/>
            <p:cNvSpPr/>
            <p:nvPr/>
          </p:nvSpPr>
          <p:spPr>
            <a:xfrm>
              <a:off x="780775" y="2821400"/>
              <a:ext cx="15650" cy="20325"/>
            </a:xfrm>
            <a:custGeom>
              <a:rect b="b" l="l" r="r" t="t"/>
              <a:pathLst>
                <a:path extrusionOk="0" h="813" w="626">
                  <a:moveTo>
                    <a:pt x="88" y="787"/>
                  </a:moveTo>
                  <a:cubicBezTo>
                    <a:pt x="338" y="625"/>
                    <a:pt x="626" y="363"/>
                    <a:pt x="563" y="50"/>
                  </a:cubicBezTo>
                  <a:cubicBezTo>
                    <a:pt x="538" y="0"/>
                    <a:pt x="488" y="0"/>
                    <a:pt x="463" y="50"/>
                  </a:cubicBezTo>
                  <a:cubicBezTo>
                    <a:pt x="413" y="313"/>
                    <a:pt x="263" y="550"/>
                    <a:pt x="38" y="712"/>
                  </a:cubicBezTo>
                  <a:cubicBezTo>
                    <a:pt x="1" y="750"/>
                    <a:pt x="51" y="812"/>
                    <a:pt x="88" y="7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1" name="Google Shape;1741;p59"/>
            <p:cNvSpPr/>
            <p:nvPr/>
          </p:nvSpPr>
          <p:spPr>
            <a:xfrm>
              <a:off x="790475" y="2821700"/>
              <a:ext cx="10325" cy="24400"/>
            </a:xfrm>
            <a:custGeom>
              <a:rect b="b" l="l" r="r" t="t"/>
              <a:pathLst>
                <a:path extrusionOk="0" h="976" w="413">
                  <a:moveTo>
                    <a:pt x="113" y="126"/>
                  </a:moveTo>
                  <a:cubicBezTo>
                    <a:pt x="288" y="363"/>
                    <a:pt x="225" y="625"/>
                    <a:pt x="50" y="838"/>
                  </a:cubicBezTo>
                  <a:cubicBezTo>
                    <a:pt x="0" y="900"/>
                    <a:pt x="75" y="975"/>
                    <a:pt x="138" y="925"/>
                  </a:cubicBezTo>
                  <a:cubicBezTo>
                    <a:pt x="375" y="700"/>
                    <a:pt x="413" y="313"/>
                    <a:pt x="200" y="51"/>
                  </a:cubicBezTo>
                  <a:cubicBezTo>
                    <a:pt x="163" y="1"/>
                    <a:pt x="75" y="76"/>
                    <a:pt x="113" y="1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2" name="Google Shape;1742;p59"/>
            <p:cNvSpPr/>
            <p:nvPr/>
          </p:nvSpPr>
          <p:spPr>
            <a:xfrm>
              <a:off x="790150" y="2842625"/>
              <a:ext cx="8150" cy="14100"/>
            </a:xfrm>
            <a:custGeom>
              <a:rect b="b" l="l" r="r" t="t"/>
              <a:pathLst>
                <a:path extrusionOk="0" h="564" w="326">
                  <a:moveTo>
                    <a:pt x="63" y="138"/>
                  </a:moveTo>
                  <a:cubicBezTo>
                    <a:pt x="151" y="238"/>
                    <a:pt x="201" y="363"/>
                    <a:pt x="213" y="501"/>
                  </a:cubicBezTo>
                  <a:cubicBezTo>
                    <a:pt x="226" y="563"/>
                    <a:pt x="313" y="538"/>
                    <a:pt x="313" y="488"/>
                  </a:cubicBezTo>
                  <a:cubicBezTo>
                    <a:pt x="326" y="326"/>
                    <a:pt x="263" y="163"/>
                    <a:pt x="138" y="63"/>
                  </a:cubicBezTo>
                  <a:cubicBezTo>
                    <a:pt x="88" y="1"/>
                    <a:pt x="1" y="88"/>
                    <a:pt x="63" y="1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3" name="Google Shape;1743;p59"/>
            <p:cNvSpPr/>
            <p:nvPr/>
          </p:nvSpPr>
          <p:spPr>
            <a:xfrm>
              <a:off x="799850" y="2837000"/>
              <a:ext cx="12500" cy="14400"/>
            </a:xfrm>
            <a:custGeom>
              <a:rect b="b" l="l" r="r" t="t"/>
              <a:pathLst>
                <a:path extrusionOk="0" h="576" w="500">
                  <a:moveTo>
                    <a:pt x="25" y="288"/>
                  </a:moveTo>
                  <a:cubicBezTo>
                    <a:pt x="38" y="413"/>
                    <a:pt x="75" y="538"/>
                    <a:pt x="225" y="563"/>
                  </a:cubicBezTo>
                  <a:cubicBezTo>
                    <a:pt x="338" y="576"/>
                    <a:pt x="437" y="488"/>
                    <a:pt x="437" y="363"/>
                  </a:cubicBezTo>
                  <a:cubicBezTo>
                    <a:pt x="500" y="63"/>
                    <a:pt x="38" y="1"/>
                    <a:pt x="13" y="313"/>
                  </a:cubicBezTo>
                  <a:cubicBezTo>
                    <a:pt x="0" y="388"/>
                    <a:pt x="125" y="401"/>
                    <a:pt x="150" y="326"/>
                  </a:cubicBezTo>
                  <a:cubicBezTo>
                    <a:pt x="150" y="313"/>
                    <a:pt x="150" y="301"/>
                    <a:pt x="163" y="288"/>
                  </a:cubicBezTo>
                  <a:cubicBezTo>
                    <a:pt x="163" y="201"/>
                    <a:pt x="25" y="201"/>
                    <a:pt x="25" y="2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1744" name="Shape 1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5" name="Google Shape;1745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46" name="Google Shape;1746;p60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1747" name="Google Shape;1747;p60"/>
            <p:cNvSpPr/>
            <p:nvPr/>
          </p:nvSpPr>
          <p:spPr>
            <a:xfrm>
              <a:off x="246225" y="895325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8" name="Google Shape;1748;p60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9" name="Google Shape;1749;p60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0" name="Google Shape;1750;p60"/>
            <p:cNvSpPr/>
            <p:nvPr/>
          </p:nvSpPr>
          <p:spPr>
            <a:xfrm>
              <a:off x="469300" y="1108400"/>
              <a:ext cx="6669850" cy="3485050"/>
            </a:xfrm>
            <a:custGeom>
              <a:rect b="b" l="l" r="r" t="t"/>
              <a:pathLst>
                <a:path extrusionOk="0" fill="none" h="139402" w="266794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1" name="Google Shape;1751;p60"/>
            <p:cNvSpPr/>
            <p:nvPr/>
          </p:nvSpPr>
          <p:spPr>
            <a:xfrm>
              <a:off x="299025" y="955950"/>
              <a:ext cx="7010700" cy="3789950"/>
            </a:xfrm>
            <a:custGeom>
              <a:rect b="b" l="l" r="r" t="t"/>
              <a:pathLst>
                <a:path extrusionOk="0" fill="none" h="151598" w="280428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2" name="Google Shape;1752;p60"/>
            <p:cNvSpPr/>
            <p:nvPr/>
          </p:nvSpPr>
          <p:spPr>
            <a:xfrm>
              <a:off x="7234100" y="895325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3" name="Google Shape;1753;p60"/>
            <p:cNvSpPr/>
            <p:nvPr/>
          </p:nvSpPr>
          <p:spPr>
            <a:xfrm>
              <a:off x="246225" y="4678400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4" name="Google Shape;1754;p60"/>
            <p:cNvSpPr/>
            <p:nvPr/>
          </p:nvSpPr>
          <p:spPr>
            <a:xfrm>
              <a:off x="7234100" y="4678400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58" name="Shape 1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9" name="Google Shape;1759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60" name="Google Shape;1760;p62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1761" name="Google Shape;1761;p62"/>
            <p:cNvSpPr/>
            <p:nvPr/>
          </p:nvSpPr>
          <p:spPr>
            <a:xfrm>
              <a:off x="246225" y="895325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2" name="Google Shape;1762;p62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3" name="Google Shape;1763;p62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4" name="Google Shape;1764;p62"/>
            <p:cNvSpPr/>
            <p:nvPr/>
          </p:nvSpPr>
          <p:spPr>
            <a:xfrm>
              <a:off x="469300" y="1108400"/>
              <a:ext cx="6669850" cy="3485050"/>
            </a:xfrm>
            <a:custGeom>
              <a:rect b="b" l="l" r="r" t="t"/>
              <a:pathLst>
                <a:path extrusionOk="0" fill="none" h="139402" w="266794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5" name="Google Shape;1765;p62"/>
            <p:cNvSpPr/>
            <p:nvPr/>
          </p:nvSpPr>
          <p:spPr>
            <a:xfrm>
              <a:off x="299025" y="955950"/>
              <a:ext cx="7010700" cy="3789950"/>
            </a:xfrm>
            <a:custGeom>
              <a:rect b="b" l="l" r="r" t="t"/>
              <a:pathLst>
                <a:path extrusionOk="0" fill="none" h="151598" w="280428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6" name="Google Shape;1766;p62"/>
            <p:cNvSpPr/>
            <p:nvPr/>
          </p:nvSpPr>
          <p:spPr>
            <a:xfrm>
              <a:off x="7234100" y="895325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7" name="Google Shape;1767;p62"/>
            <p:cNvSpPr/>
            <p:nvPr/>
          </p:nvSpPr>
          <p:spPr>
            <a:xfrm>
              <a:off x="246225" y="4678400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8" name="Google Shape;1768;p62"/>
            <p:cNvSpPr/>
            <p:nvPr/>
          </p:nvSpPr>
          <p:spPr>
            <a:xfrm>
              <a:off x="7234100" y="4678400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69" name="Google Shape;1769;p62"/>
          <p:cNvSpPr txBox="1"/>
          <p:nvPr>
            <p:ph type="ctrTitle"/>
          </p:nvPr>
        </p:nvSpPr>
        <p:spPr>
          <a:xfrm>
            <a:off x="2361575" y="1453450"/>
            <a:ext cx="4421100" cy="205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770" name="Google Shape;1770;p62"/>
          <p:cNvSpPr txBox="1"/>
          <p:nvPr>
            <p:ph idx="1" type="subTitle"/>
          </p:nvPr>
        </p:nvSpPr>
        <p:spPr>
          <a:xfrm>
            <a:off x="2494100" y="3578625"/>
            <a:ext cx="41559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71" name="Shape 1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2" name="Google Shape;1772;p6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73" name="Google Shape;1773;p63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1774" name="Google Shape;1774;p63"/>
            <p:cNvSpPr/>
            <p:nvPr/>
          </p:nvSpPr>
          <p:spPr>
            <a:xfrm>
              <a:off x="246225" y="895325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5" name="Google Shape;1775;p63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6" name="Google Shape;1776;p63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7" name="Google Shape;1777;p63"/>
            <p:cNvSpPr/>
            <p:nvPr/>
          </p:nvSpPr>
          <p:spPr>
            <a:xfrm>
              <a:off x="469300" y="1108400"/>
              <a:ext cx="6669850" cy="3485050"/>
            </a:xfrm>
            <a:custGeom>
              <a:rect b="b" l="l" r="r" t="t"/>
              <a:pathLst>
                <a:path extrusionOk="0" fill="none" h="139402" w="266794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8" name="Google Shape;1778;p63"/>
            <p:cNvSpPr/>
            <p:nvPr/>
          </p:nvSpPr>
          <p:spPr>
            <a:xfrm>
              <a:off x="299025" y="955950"/>
              <a:ext cx="7010700" cy="3789950"/>
            </a:xfrm>
            <a:custGeom>
              <a:rect b="b" l="l" r="r" t="t"/>
              <a:pathLst>
                <a:path extrusionOk="0" fill="none" h="151598" w="280428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9" name="Google Shape;1779;p63"/>
            <p:cNvSpPr/>
            <p:nvPr/>
          </p:nvSpPr>
          <p:spPr>
            <a:xfrm>
              <a:off x="7234100" y="895325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0" name="Google Shape;1780;p63"/>
            <p:cNvSpPr/>
            <p:nvPr/>
          </p:nvSpPr>
          <p:spPr>
            <a:xfrm>
              <a:off x="246225" y="4678400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1" name="Google Shape;1781;p63"/>
            <p:cNvSpPr/>
            <p:nvPr/>
          </p:nvSpPr>
          <p:spPr>
            <a:xfrm>
              <a:off x="7234100" y="4678400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82" name="Google Shape;1782;p63"/>
          <p:cNvSpPr txBox="1"/>
          <p:nvPr>
            <p:ph type="title"/>
          </p:nvPr>
        </p:nvSpPr>
        <p:spPr>
          <a:xfrm>
            <a:off x="2477400" y="2167355"/>
            <a:ext cx="4189200" cy="961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83" name="Google Shape;1783;p63"/>
          <p:cNvSpPr txBox="1"/>
          <p:nvPr>
            <p:ph hasCustomPrompt="1" idx="2" type="title"/>
          </p:nvPr>
        </p:nvSpPr>
        <p:spPr>
          <a:xfrm>
            <a:off x="3745950" y="1111621"/>
            <a:ext cx="1652100" cy="915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7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784" name="Google Shape;1784;p63"/>
          <p:cNvSpPr txBox="1"/>
          <p:nvPr>
            <p:ph idx="1" type="subTitle"/>
          </p:nvPr>
        </p:nvSpPr>
        <p:spPr>
          <a:xfrm>
            <a:off x="2477400" y="3418375"/>
            <a:ext cx="41892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85" name="Shape 1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6" name="Google Shape;1786;p6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87" name="Google Shape;1787;p64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1788" name="Google Shape;1788;p64"/>
            <p:cNvSpPr/>
            <p:nvPr/>
          </p:nvSpPr>
          <p:spPr>
            <a:xfrm>
              <a:off x="246225" y="895325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9" name="Google Shape;1789;p64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0" name="Google Shape;1790;p64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1" name="Google Shape;1791;p64"/>
            <p:cNvSpPr/>
            <p:nvPr/>
          </p:nvSpPr>
          <p:spPr>
            <a:xfrm>
              <a:off x="469300" y="1108400"/>
              <a:ext cx="6669850" cy="3485050"/>
            </a:xfrm>
            <a:custGeom>
              <a:rect b="b" l="l" r="r" t="t"/>
              <a:pathLst>
                <a:path extrusionOk="0" fill="none" h="139402" w="266794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2" name="Google Shape;1792;p64"/>
            <p:cNvSpPr/>
            <p:nvPr/>
          </p:nvSpPr>
          <p:spPr>
            <a:xfrm>
              <a:off x="299025" y="955950"/>
              <a:ext cx="7010700" cy="3789950"/>
            </a:xfrm>
            <a:custGeom>
              <a:rect b="b" l="l" r="r" t="t"/>
              <a:pathLst>
                <a:path extrusionOk="0" fill="none" h="151598" w="280428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3" name="Google Shape;1793;p64"/>
            <p:cNvSpPr/>
            <p:nvPr/>
          </p:nvSpPr>
          <p:spPr>
            <a:xfrm>
              <a:off x="7234100" y="895325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4" name="Google Shape;1794;p64"/>
            <p:cNvSpPr/>
            <p:nvPr/>
          </p:nvSpPr>
          <p:spPr>
            <a:xfrm>
              <a:off x="246225" y="4678400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5" name="Google Shape;1795;p64"/>
            <p:cNvSpPr/>
            <p:nvPr/>
          </p:nvSpPr>
          <p:spPr>
            <a:xfrm>
              <a:off x="7234100" y="4678400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96" name="Google Shape;1796;p64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1797" name="Google Shape;1797;p64"/>
          <p:cNvSpPr txBox="1"/>
          <p:nvPr>
            <p:ph idx="1" type="body"/>
          </p:nvPr>
        </p:nvSpPr>
        <p:spPr>
          <a:xfrm>
            <a:off x="720000" y="1291951"/>
            <a:ext cx="7704000" cy="35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ctr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798" name="Shape 1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9" name="Google Shape;1799;p6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00" name="Google Shape;1800;p65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1801" name="Google Shape;1801;p65"/>
            <p:cNvSpPr/>
            <p:nvPr/>
          </p:nvSpPr>
          <p:spPr>
            <a:xfrm>
              <a:off x="246225" y="895325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2" name="Google Shape;1802;p65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3" name="Google Shape;1803;p65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4" name="Google Shape;1804;p65"/>
            <p:cNvSpPr/>
            <p:nvPr/>
          </p:nvSpPr>
          <p:spPr>
            <a:xfrm>
              <a:off x="469300" y="1108400"/>
              <a:ext cx="6669850" cy="3485050"/>
            </a:xfrm>
            <a:custGeom>
              <a:rect b="b" l="l" r="r" t="t"/>
              <a:pathLst>
                <a:path extrusionOk="0" fill="none" h="139402" w="266794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5" name="Google Shape;1805;p65"/>
            <p:cNvSpPr/>
            <p:nvPr/>
          </p:nvSpPr>
          <p:spPr>
            <a:xfrm>
              <a:off x="299025" y="955950"/>
              <a:ext cx="7010700" cy="3789950"/>
            </a:xfrm>
            <a:custGeom>
              <a:rect b="b" l="l" r="r" t="t"/>
              <a:pathLst>
                <a:path extrusionOk="0" fill="none" h="151598" w="280428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6" name="Google Shape;1806;p65"/>
            <p:cNvSpPr/>
            <p:nvPr/>
          </p:nvSpPr>
          <p:spPr>
            <a:xfrm>
              <a:off x="7234100" y="895325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7" name="Google Shape;1807;p65"/>
            <p:cNvSpPr/>
            <p:nvPr/>
          </p:nvSpPr>
          <p:spPr>
            <a:xfrm>
              <a:off x="246225" y="4678400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8" name="Google Shape;1808;p65"/>
            <p:cNvSpPr/>
            <p:nvPr/>
          </p:nvSpPr>
          <p:spPr>
            <a:xfrm>
              <a:off x="7234100" y="4678400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09" name="Google Shape;1809;p65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1810" name="Google Shape;1810;p65"/>
          <p:cNvSpPr txBox="1"/>
          <p:nvPr>
            <p:ph idx="1" type="subTitle"/>
          </p:nvPr>
        </p:nvSpPr>
        <p:spPr>
          <a:xfrm>
            <a:off x="5055284" y="3814624"/>
            <a:ext cx="250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811" name="Google Shape;1811;p65"/>
          <p:cNvSpPr txBox="1"/>
          <p:nvPr>
            <p:ph idx="2" type="subTitle"/>
          </p:nvPr>
        </p:nvSpPr>
        <p:spPr>
          <a:xfrm>
            <a:off x="1583300" y="3814624"/>
            <a:ext cx="250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812" name="Google Shape;1812;p65"/>
          <p:cNvSpPr txBox="1"/>
          <p:nvPr>
            <p:ph idx="3" type="subTitle"/>
          </p:nvPr>
        </p:nvSpPr>
        <p:spPr>
          <a:xfrm>
            <a:off x="5055275" y="3241925"/>
            <a:ext cx="2505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1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1813" name="Google Shape;1813;p65"/>
          <p:cNvSpPr txBox="1"/>
          <p:nvPr>
            <p:ph idx="4" type="subTitle"/>
          </p:nvPr>
        </p:nvSpPr>
        <p:spPr>
          <a:xfrm>
            <a:off x="1583075" y="3241925"/>
            <a:ext cx="2505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1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814" name="Shape 1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5" name="Google Shape;1815;p6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16" name="Google Shape;1816;p66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1817" name="Google Shape;1817;p66"/>
            <p:cNvSpPr/>
            <p:nvPr/>
          </p:nvSpPr>
          <p:spPr>
            <a:xfrm>
              <a:off x="246225" y="895325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8" name="Google Shape;1818;p66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9" name="Google Shape;1819;p66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0" name="Google Shape;1820;p66"/>
            <p:cNvSpPr/>
            <p:nvPr/>
          </p:nvSpPr>
          <p:spPr>
            <a:xfrm>
              <a:off x="469300" y="1108400"/>
              <a:ext cx="6669850" cy="3485050"/>
            </a:xfrm>
            <a:custGeom>
              <a:rect b="b" l="l" r="r" t="t"/>
              <a:pathLst>
                <a:path extrusionOk="0" fill="none" h="139402" w="266794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1" name="Google Shape;1821;p66"/>
            <p:cNvSpPr/>
            <p:nvPr/>
          </p:nvSpPr>
          <p:spPr>
            <a:xfrm>
              <a:off x="299025" y="955950"/>
              <a:ext cx="7010700" cy="3789950"/>
            </a:xfrm>
            <a:custGeom>
              <a:rect b="b" l="l" r="r" t="t"/>
              <a:pathLst>
                <a:path extrusionOk="0" fill="none" h="151598" w="280428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2" name="Google Shape;1822;p66"/>
            <p:cNvSpPr/>
            <p:nvPr/>
          </p:nvSpPr>
          <p:spPr>
            <a:xfrm>
              <a:off x="7234100" y="895325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3" name="Google Shape;1823;p66"/>
            <p:cNvSpPr/>
            <p:nvPr/>
          </p:nvSpPr>
          <p:spPr>
            <a:xfrm>
              <a:off x="246225" y="4678400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4" name="Google Shape;1824;p66"/>
            <p:cNvSpPr/>
            <p:nvPr/>
          </p:nvSpPr>
          <p:spPr>
            <a:xfrm>
              <a:off x="7234100" y="4678400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25" name="Google Shape;1825;p66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826" name="Shape 1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7" name="Google Shape;1827;p6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28" name="Google Shape;1828;p67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1829" name="Google Shape;1829;p67"/>
            <p:cNvSpPr/>
            <p:nvPr/>
          </p:nvSpPr>
          <p:spPr>
            <a:xfrm>
              <a:off x="246225" y="895325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0" name="Google Shape;1830;p67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1" name="Google Shape;1831;p67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2" name="Google Shape;1832;p67"/>
            <p:cNvSpPr/>
            <p:nvPr/>
          </p:nvSpPr>
          <p:spPr>
            <a:xfrm>
              <a:off x="469300" y="1108400"/>
              <a:ext cx="6669850" cy="3485050"/>
            </a:xfrm>
            <a:custGeom>
              <a:rect b="b" l="l" r="r" t="t"/>
              <a:pathLst>
                <a:path extrusionOk="0" fill="none" h="139402" w="266794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3" name="Google Shape;1833;p67"/>
            <p:cNvSpPr/>
            <p:nvPr/>
          </p:nvSpPr>
          <p:spPr>
            <a:xfrm>
              <a:off x="299025" y="955950"/>
              <a:ext cx="7010700" cy="3789950"/>
            </a:xfrm>
            <a:custGeom>
              <a:rect b="b" l="l" r="r" t="t"/>
              <a:pathLst>
                <a:path extrusionOk="0" fill="none" h="151598" w="280428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4" name="Google Shape;1834;p67"/>
            <p:cNvSpPr/>
            <p:nvPr/>
          </p:nvSpPr>
          <p:spPr>
            <a:xfrm>
              <a:off x="7234100" y="895325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5" name="Google Shape;1835;p67"/>
            <p:cNvSpPr/>
            <p:nvPr/>
          </p:nvSpPr>
          <p:spPr>
            <a:xfrm>
              <a:off x="246225" y="4678400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6" name="Google Shape;1836;p67"/>
            <p:cNvSpPr/>
            <p:nvPr/>
          </p:nvSpPr>
          <p:spPr>
            <a:xfrm>
              <a:off x="7234100" y="4678400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37" name="Google Shape;1837;p67"/>
          <p:cNvSpPr txBox="1"/>
          <p:nvPr>
            <p:ph type="title"/>
          </p:nvPr>
        </p:nvSpPr>
        <p:spPr>
          <a:xfrm>
            <a:off x="4613575" y="945275"/>
            <a:ext cx="3817200" cy="9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1838" name="Google Shape;1838;p67"/>
          <p:cNvSpPr txBox="1"/>
          <p:nvPr>
            <p:ph idx="1" type="subTitle"/>
          </p:nvPr>
        </p:nvSpPr>
        <p:spPr>
          <a:xfrm>
            <a:off x="4613575" y="2124600"/>
            <a:ext cx="3817200" cy="229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Source Sans 3 Light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1839" name="Google Shape;1839;p67"/>
          <p:cNvSpPr/>
          <p:nvPr>
            <p:ph idx="2" type="pic"/>
          </p:nvPr>
        </p:nvSpPr>
        <p:spPr>
          <a:xfrm>
            <a:off x="938600" y="1061400"/>
            <a:ext cx="3020700" cy="3020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840" name="Shape 1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1" name="Google Shape;1841;p6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42" name="Google Shape;1842;p68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1843" name="Google Shape;1843;p68"/>
            <p:cNvSpPr/>
            <p:nvPr/>
          </p:nvSpPr>
          <p:spPr>
            <a:xfrm>
              <a:off x="246225" y="895325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4" name="Google Shape;1844;p68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5" name="Google Shape;1845;p68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6" name="Google Shape;1846;p68"/>
            <p:cNvSpPr/>
            <p:nvPr/>
          </p:nvSpPr>
          <p:spPr>
            <a:xfrm>
              <a:off x="469300" y="1108400"/>
              <a:ext cx="6669850" cy="3485050"/>
            </a:xfrm>
            <a:custGeom>
              <a:rect b="b" l="l" r="r" t="t"/>
              <a:pathLst>
                <a:path extrusionOk="0" fill="none" h="139402" w="266794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7" name="Google Shape;1847;p68"/>
            <p:cNvSpPr/>
            <p:nvPr/>
          </p:nvSpPr>
          <p:spPr>
            <a:xfrm>
              <a:off x="299025" y="955950"/>
              <a:ext cx="7010700" cy="3789950"/>
            </a:xfrm>
            <a:custGeom>
              <a:rect b="b" l="l" r="r" t="t"/>
              <a:pathLst>
                <a:path extrusionOk="0" fill="none" h="151598" w="280428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8" name="Google Shape;1848;p68"/>
            <p:cNvSpPr/>
            <p:nvPr/>
          </p:nvSpPr>
          <p:spPr>
            <a:xfrm>
              <a:off x="7234100" y="895325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9" name="Google Shape;1849;p68"/>
            <p:cNvSpPr/>
            <p:nvPr/>
          </p:nvSpPr>
          <p:spPr>
            <a:xfrm>
              <a:off x="246225" y="4678400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0" name="Google Shape;1850;p68"/>
            <p:cNvSpPr/>
            <p:nvPr/>
          </p:nvSpPr>
          <p:spPr>
            <a:xfrm>
              <a:off x="7234100" y="4678400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51" name="Google Shape;1851;p68"/>
          <p:cNvSpPr txBox="1"/>
          <p:nvPr>
            <p:ph type="title"/>
          </p:nvPr>
        </p:nvSpPr>
        <p:spPr>
          <a:xfrm>
            <a:off x="1768550" y="1208400"/>
            <a:ext cx="56070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852" name="Shape 1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3" name="Google Shape;1853;p6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54" name="Google Shape;1854;p69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1855" name="Google Shape;1855;p69"/>
            <p:cNvSpPr/>
            <p:nvPr/>
          </p:nvSpPr>
          <p:spPr>
            <a:xfrm>
              <a:off x="246225" y="895325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6" name="Google Shape;1856;p69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7" name="Google Shape;1857;p69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8" name="Google Shape;1858;p69"/>
            <p:cNvSpPr/>
            <p:nvPr/>
          </p:nvSpPr>
          <p:spPr>
            <a:xfrm>
              <a:off x="469300" y="1108400"/>
              <a:ext cx="6669850" cy="3485050"/>
            </a:xfrm>
            <a:custGeom>
              <a:rect b="b" l="l" r="r" t="t"/>
              <a:pathLst>
                <a:path extrusionOk="0" fill="none" h="139402" w="266794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9" name="Google Shape;1859;p69"/>
            <p:cNvSpPr/>
            <p:nvPr/>
          </p:nvSpPr>
          <p:spPr>
            <a:xfrm>
              <a:off x="299025" y="955950"/>
              <a:ext cx="7010700" cy="3789950"/>
            </a:xfrm>
            <a:custGeom>
              <a:rect b="b" l="l" r="r" t="t"/>
              <a:pathLst>
                <a:path extrusionOk="0" fill="none" h="151598" w="280428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0" name="Google Shape;1860;p69"/>
            <p:cNvSpPr/>
            <p:nvPr/>
          </p:nvSpPr>
          <p:spPr>
            <a:xfrm>
              <a:off x="7234100" y="895325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1" name="Google Shape;1861;p69"/>
            <p:cNvSpPr/>
            <p:nvPr/>
          </p:nvSpPr>
          <p:spPr>
            <a:xfrm>
              <a:off x="246225" y="4678400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2" name="Google Shape;1862;p69"/>
            <p:cNvSpPr/>
            <p:nvPr/>
          </p:nvSpPr>
          <p:spPr>
            <a:xfrm>
              <a:off x="7234100" y="4678400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63" name="Google Shape;1863;p69"/>
          <p:cNvSpPr txBox="1"/>
          <p:nvPr>
            <p:ph type="title"/>
          </p:nvPr>
        </p:nvSpPr>
        <p:spPr>
          <a:xfrm>
            <a:off x="2135550" y="1412138"/>
            <a:ext cx="4872900" cy="116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6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1864" name="Google Shape;1864;p69"/>
          <p:cNvSpPr txBox="1"/>
          <p:nvPr>
            <p:ph idx="1" type="subTitle"/>
          </p:nvPr>
        </p:nvSpPr>
        <p:spPr>
          <a:xfrm>
            <a:off x="2135550" y="2816913"/>
            <a:ext cx="48729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865" name="Shape 1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6" name="Google Shape;1866;p70"/>
          <p:cNvSpPr/>
          <p:nvPr>
            <p:ph idx="2" type="pic"/>
          </p:nvPr>
        </p:nvSpPr>
        <p:spPr>
          <a:xfrm>
            <a:off x="-25" y="-13725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1867" name="Google Shape;1867;p70"/>
          <p:cNvSpPr txBox="1"/>
          <p:nvPr>
            <p:ph type="title"/>
          </p:nvPr>
        </p:nvSpPr>
        <p:spPr>
          <a:xfrm>
            <a:off x="1082575" y="3959850"/>
            <a:ext cx="6978900" cy="6441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868" name="Shape 1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9" name="Google Shape;1869;p7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70" name="Google Shape;1870;p71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1871" name="Google Shape;1871;p71"/>
            <p:cNvSpPr/>
            <p:nvPr/>
          </p:nvSpPr>
          <p:spPr>
            <a:xfrm>
              <a:off x="246225" y="895325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2" name="Google Shape;1872;p71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3" name="Google Shape;1873;p71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4" name="Google Shape;1874;p71"/>
            <p:cNvSpPr/>
            <p:nvPr/>
          </p:nvSpPr>
          <p:spPr>
            <a:xfrm>
              <a:off x="469300" y="1108400"/>
              <a:ext cx="6669850" cy="3485050"/>
            </a:xfrm>
            <a:custGeom>
              <a:rect b="b" l="l" r="r" t="t"/>
              <a:pathLst>
                <a:path extrusionOk="0" fill="none" h="139402" w="266794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5" name="Google Shape;1875;p71"/>
            <p:cNvSpPr/>
            <p:nvPr/>
          </p:nvSpPr>
          <p:spPr>
            <a:xfrm>
              <a:off x="299025" y="955950"/>
              <a:ext cx="7010700" cy="3789950"/>
            </a:xfrm>
            <a:custGeom>
              <a:rect b="b" l="l" r="r" t="t"/>
              <a:pathLst>
                <a:path extrusionOk="0" fill="none" h="151598" w="280428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6" name="Google Shape;1876;p71"/>
            <p:cNvSpPr/>
            <p:nvPr/>
          </p:nvSpPr>
          <p:spPr>
            <a:xfrm>
              <a:off x="7234100" y="895325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7" name="Google Shape;1877;p71"/>
            <p:cNvSpPr/>
            <p:nvPr/>
          </p:nvSpPr>
          <p:spPr>
            <a:xfrm>
              <a:off x="246225" y="4678400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8" name="Google Shape;1878;p71"/>
            <p:cNvSpPr/>
            <p:nvPr/>
          </p:nvSpPr>
          <p:spPr>
            <a:xfrm>
              <a:off x="7234100" y="4678400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79" name="Google Shape;1879;p71"/>
          <p:cNvSpPr txBox="1"/>
          <p:nvPr>
            <p:ph hasCustomPrompt="1" type="title"/>
          </p:nvPr>
        </p:nvSpPr>
        <p:spPr>
          <a:xfrm>
            <a:off x="1958450" y="1463550"/>
            <a:ext cx="5227200" cy="123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880" name="Google Shape;1880;p71"/>
          <p:cNvSpPr txBox="1"/>
          <p:nvPr>
            <p:ph idx="1" type="subTitle"/>
          </p:nvPr>
        </p:nvSpPr>
        <p:spPr>
          <a:xfrm>
            <a:off x="1958450" y="2850300"/>
            <a:ext cx="52272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1881" name="Shape 18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1882" name="Shape 1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3" name="Google Shape;1883;p7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84" name="Google Shape;1884;p73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1885" name="Google Shape;1885;p73"/>
            <p:cNvSpPr/>
            <p:nvPr/>
          </p:nvSpPr>
          <p:spPr>
            <a:xfrm>
              <a:off x="246225" y="895325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6" name="Google Shape;1886;p73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7" name="Google Shape;1887;p73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8" name="Google Shape;1888;p73"/>
            <p:cNvSpPr/>
            <p:nvPr/>
          </p:nvSpPr>
          <p:spPr>
            <a:xfrm>
              <a:off x="469300" y="1108400"/>
              <a:ext cx="6669850" cy="3485050"/>
            </a:xfrm>
            <a:custGeom>
              <a:rect b="b" l="l" r="r" t="t"/>
              <a:pathLst>
                <a:path extrusionOk="0" fill="none" h="139402" w="266794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9" name="Google Shape;1889;p73"/>
            <p:cNvSpPr/>
            <p:nvPr/>
          </p:nvSpPr>
          <p:spPr>
            <a:xfrm>
              <a:off x="299025" y="955950"/>
              <a:ext cx="7010700" cy="3789950"/>
            </a:xfrm>
            <a:custGeom>
              <a:rect b="b" l="l" r="r" t="t"/>
              <a:pathLst>
                <a:path extrusionOk="0" fill="none" h="151598" w="280428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0" name="Google Shape;1890;p73"/>
            <p:cNvSpPr/>
            <p:nvPr/>
          </p:nvSpPr>
          <p:spPr>
            <a:xfrm>
              <a:off x="7234100" y="895325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1" name="Google Shape;1891;p73"/>
            <p:cNvSpPr/>
            <p:nvPr/>
          </p:nvSpPr>
          <p:spPr>
            <a:xfrm>
              <a:off x="246225" y="4678400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2" name="Google Shape;1892;p73"/>
            <p:cNvSpPr/>
            <p:nvPr/>
          </p:nvSpPr>
          <p:spPr>
            <a:xfrm>
              <a:off x="7234100" y="4678400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93" name="Google Shape;1893;p73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1894" name="Google Shape;1894;p73"/>
          <p:cNvSpPr txBox="1"/>
          <p:nvPr>
            <p:ph idx="1" type="subTitle"/>
          </p:nvPr>
        </p:nvSpPr>
        <p:spPr>
          <a:xfrm>
            <a:off x="796000" y="2111290"/>
            <a:ext cx="2259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5" name="Google Shape;1895;p73"/>
          <p:cNvSpPr txBox="1"/>
          <p:nvPr>
            <p:ph idx="2" type="subTitle"/>
          </p:nvPr>
        </p:nvSpPr>
        <p:spPr>
          <a:xfrm>
            <a:off x="3442015" y="2111290"/>
            <a:ext cx="2259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6" name="Google Shape;1896;p73"/>
          <p:cNvSpPr txBox="1"/>
          <p:nvPr>
            <p:ph idx="3" type="subTitle"/>
          </p:nvPr>
        </p:nvSpPr>
        <p:spPr>
          <a:xfrm>
            <a:off x="796000" y="3844474"/>
            <a:ext cx="2259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7" name="Google Shape;1897;p73"/>
          <p:cNvSpPr txBox="1"/>
          <p:nvPr>
            <p:ph idx="4" type="subTitle"/>
          </p:nvPr>
        </p:nvSpPr>
        <p:spPr>
          <a:xfrm>
            <a:off x="3442015" y="3844474"/>
            <a:ext cx="2259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8" name="Google Shape;1898;p73"/>
          <p:cNvSpPr txBox="1"/>
          <p:nvPr>
            <p:ph idx="5" type="subTitle"/>
          </p:nvPr>
        </p:nvSpPr>
        <p:spPr>
          <a:xfrm>
            <a:off x="6088037" y="2111290"/>
            <a:ext cx="2259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9" name="Google Shape;1899;p73"/>
          <p:cNvSpPr txBox="1"/>
          <p:nvPr>
            <p:ph idx="6" type="subTitle"/>
          </p:nvPr>
        </p:nvSpPr>
        <p:spPr>
          <a:xfrm>
            <a:off x="6088037" y="3844474"/>
            <a:ext cx="2259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0" name="Google Shape;1900;p73"/>
          <p:cNvSpPr txBox="1"/>
          <p:nvPr>
            <p:ph hasCustomPrompt="1" idx="7" type="title"/>
          </p:nvPr>
        </p:nvSpPr>
        <p:spPr>
          <a:xfrm>
            <a:off x="1565904" y="1332025"/>
            <a:ext cx="7203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901" name="Google Shape;1901;p73"/>
          <p:cNvSpPr txBox="1"/>
          <p:nvPr>
            <p:ph hasCustomPrompt="1" idx="8" type="title"/>
          </p:nvPr>
        </p:nvSpPr>
        <p:spPr>
          <a:xfrm>
            <a:off x="1565904" y="3064624"/>
            <a:ext cx="7203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902" name="Google Shape;1902;p73"/>
          <p:cNvSpPr txBox="1"/>
          <p:nvPr>
            <p:ph hasCustomPrompt="1" idx="9" type="title"/>
          </p:nvPr>
        </p:nvSpPr>
        <p:spPr>
          <a:xfrm>
            <a:off x="4211919" y="1332025"/>
            <a:ext cx="7203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903" name="Google Shape;1903;p73"/>
          <p:cNvSpPr txBox="1"/>
          <p:nvPr>
            <p:ph hasCustomPrompt="1" idx="13" type="title"/>
          </p:nvPr>
        </p:nvSpPr>
        <p:spPr>
          <a:xfrm>
            <a:off x="4211919" y="3064624"/>
            <a:ext cx="7203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904" name="Google Shape;1904;p73"/>
          <p:cNvSpPr txBox="1"/>
          <p:nvPr>
            <p:ph hasCustomPrompt="1" idx="14" type="title"/>
          </p:nvPr>
        </p:nvSpPr>
        <p:spPr>
          <a:xfrm>
            <a:off x="6857941" y="1332025"/>
            <a:ext cx="7203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905" name="Google Shape;1905;p73"/>
          <p:cNvSpPr txBox="1"/>
          <p:nvPr>
            <p:ph hasCustomPrompt="1" idx="15" type="title"/>
          </p:nvPr>
        </p:nvSpPr>
        <p:spPr>
          <a:xfrm>
            <a:off x="6857941" y="3064624"/>
            <a:ext cx="720300" cy="4476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906" name="Google Shape;1906;p73"/>
          <p:cNvSpPr txBox="1"/>
          <p:nvPr>
            <p:ph idx="16" type="subTitle"/>
          </p:nvPr>
        </p:nvSpPr>
        <p:spPr>
          <a:xfrm>
            <a:off x="796000" y="1779408"/>
            <a:ext cx="22599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1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1907" name="Google Shape;1907;p73"/>
          <p:cNvSpPr txBox="1"/>
          <p:nvPr>
            <p:ph idx="17" type="subTitle"/>
          </p:nvPr>
        </p:nvSpPr>
        <p:spPr>
          <a:xfrm>
            <a:off x="3442015" y="1779408"/>
            <a:ext cx="22599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1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1908" name="Google Shape;1908;p73"/>
          <p:cNvSpPr txBox="1"/>
          <p:nvPr>
            <p:ph idx="18" type="subTitle"/>
          </p:nvPr>
        </p:nvSpPr>
        <p:spPr>
          <a:xfrm>
            <a:off x="6088037" y="1779408"/>
            <a:ext cx="22599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1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1909" name="Google Shape;1909;p73"/>
          <p:cNvSpPr txBox="1"/>
          <p:nvPr>
            <p:ph idx="19" type="subTitle"/>
          </p:nvPr>
        </p:nvSpPr>
        <p:spPr>
          <a:xfrm>
            <a:off x="796000" y="3512074"/>
            <a:ext cx="22599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1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1910" name="Google Shape;1910;p73"/>
          <p:cNvSpPr txBox="1"/>
          <p:nvPr>
            <p:ph idx="20" type="subTitle"/>
          </p:nvPr>
        </p:nvSpPr>
        <p:spPr>
          <a:xfrm>
            <a:off x="3442015" y="3512074"/>
            <a:ext cx="22599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1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1911" name="Google Shape;1911;p73"/>
          <p:cNvSpPr txBox="1"/>
          <p:nvPr>
            <p:ph idx="21" type="subTitle"/>
          </p:nvPr>
        </p:nvSpPr>
        <p:spPr>
          <a:xfrm>
            <a:off x="6088037" y="3512074"/>
            <a:ext cx="22599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1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1912" name="Shape 1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3" name="Google Shape;1913;p7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14" name="Google Shape;1914;p74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1915" name="Google Shape;1915;p74"/>
            <p:cNvSpPr/>
            <p:nvPr/>
          </p:nvSpPr>
          <p:spPr>
            <a:xfrm>
              <a:off x="246225" y="895325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6" name="Google Shape;1916;p74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7" name="Google Shape;1917;p74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8" name="Google Shape;1918;p74"/>
            <p:cNvSpPr/>
            <p:nvPr/>
          </p:nvSpPr>
          <p:spPr>
            <a:xfrm>
              <a:off x="469300" y="1108400"/>
              <a:ext cx="6669850" cy="3485050"/>
            </a:xfrm>
            <a:custGeom>
              <a:rect b="b" l="l" r="r" t="t"/>
              <a:pathLst>
                <a:path extrusionOk="0" fill="none" h="139402" w="266794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9" name="Google Shape;1919;p74"/>
            <p:cNvSpPr/>
            <p:nvPr/>
          </p:nvSpPr>
          <p:spPr>
            <a:xfrm>
              <a:off x="299025" y="955950"/>
              <a:ext cx="7010700" cy="3789950"/>
            </a:xfrm>
            <a:custGeom>
              <a:rect b="b" l="l" r="r" t="t"/>
              <a:pathLst>
                <a:path extrusionOk="0" fill="none" h="151598" w="280428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0" name="Google Shape;1920;p74"/>
            <p:cNvSpPr/>
            <p:nvPr/>
          </p:nvSpPr>
          <p:spPr>
            <a:xfrm>
              <a:off x="7234100" y="895325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1" name="Google Shape;1921;p74"/>
            <p:cNvSpPr/>
            <p:nvPr/>
          </p:nvSpPr>
          <p:spPr>
            <a:xfrm>
              <a:off x="246225" y="4678400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2" name="Google Shape;1922;p74"/>
            <p:cNvSpPr/>
            <p:nvPr/>
          </p:nvSpPr>
          <p:spPr>
            <a:xfrm>
              <a:off x="7234100" y="4678400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23" name="Google Shape;1923;p74"/>
          <p:cNvSpPr txBox="1"/>
          <p:nvPr>
            <p:ph type="title"/>
          </p:nvPr>
        </p:nvSpPr>
        <p:spPr>
          <a:xfrm>
            <a:off x="3065400" y="3370075"/>
            <a:ext cx="3013200" cy="4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7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924" name="Google Shape;1924;p74"/>
          <p:cNvSpPr txBox="1"/>
          <p:nvPr>
            <p:ph idx="1" type="subTitle"/>
          </p:nvPr>
        </p:nvSpPr>
        <p:spPr>
          <a:xfrm>
            <a:off x="1749300" y="1491475"/>
            <a:ext cx="5645400" cy="161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7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1925" name="Shape 1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6" name="Google Shape;1926;p7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27" name="Google Shape;1927;p75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1928" name="Google Shape;1928;p75"/>
            <p:cNvSpPr/>
            <p:nvPr/>
          </p:nvSpPr>
          <p:spPr>
            <a:xfrm>
              <a:off x="246225" y="895325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9" name="Google Shape;1929;p75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0" name="Google Shape;1930;p75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1" name="Google Shape;1931;p75"/>
            <p:cNvSpPr/>
            <p:nvPr/>
          </p:nvSpPr>
          <p:spPr>
            <a:xfrm>
              <a:off x="469300" y="1108400"/>
              <a:ext cx="6669850" cy="3485050"/>
            </a:xfrm>
            <a:custGeom>
              <a:rect b="b" l="l" r="r" t="t"/>
              <a:pathLst>
                <a:path extrusionOk="0" fill="none" h="139402" w="266794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2" name="Google Shape;1932;p75"/>
            <p:cNvSpPr/>
            <p:nvPr/>
          </p:nvSpPr>
          <p:spPr>
            <a:xfrm>
              <a:off x="299025" y="955950"/>
              <a:ext cx="7010700" cy="3789950"/>
            </a:xfrm>
            <a:custGeom>
              <a:rect b="b" l="l" r="r" t="t"/>
              <a:pathLst>
                <a:path extrusionOk="0" fill="none" h="151598" w="280428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3" name="Google Shape;1933;p75"/>
            <p:cNvSpPr/>
            <p:nvPr/>
          </p:nvSpPr>
          <p:spPr>
            <a:xfrm>
              <a:off x="7234100" y="895325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4" name="Google Shape;1934;p75"/>
            <p:cNvSpPr/>
            <p:nvPr/>
          </p:nvSpPr>
          <p:spPr>
            <a:xfrm>
              <a:off x="246225" y="4678400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5" name="Google Shape;1935;p75"/>
            <p:cNvSpPr/>
            <p:nvPr/>
          </p:nvSpPr>
          <p:spPr>
            <a:xfrm>
              <a:off x="7234100" y="4678400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36" name="Google Shape;1936;p75"/>
          <p:cNvSpPr txBox="1"/>
          <p:nvPr>
            <p:ph type="title"/>
          </p:nvPr>
        </p:nvSpPr>
        <p:spPr>
          <a:xfrm>
            <a:off x="720000" y="1370888"/>
            <a:ext cx="3519600" cy="150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1937" name="Google Shape;1937;p75"/>
          <p:cNvSpPr txBox="1"/>
          <p:nvPr>
            <p:ph idx="1" type="subTitle"/>
          </p:nvPr>
        </p:nvSpPr>
        <p:spPr>
          <a:xfrm>
            <a:off x="720000" y="2875613"/>
            <a:ext cx="3519600" cy="89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8" name="Google Shape;1938;p75"/>
          <p:cNvSpPr/>
          <p:nvPr>
            <p:ph idx="2" type="pic"/>
          </p:nvPr>
        </p:nvSpPr>
        <p:spPr>
          <a:xfrm>
            <a:off x="4931805" y="1000781"/>
            <a:ext cx="3246900" cy="3246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1939" name="Shape 1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0" name="Google Shape;1940;p7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41" name="Google Shape;1941;p76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1942" name="Google Shape;1942;p76"/>
            <p:cNvSpPr/>
            <p:nvPr/>
          </p:nvSpPr>
          <p:spPr>
            <a:xfrm>
              <a:off x="246225" y="895325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3" name="Google Shape;1943;p76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4" name="Google Shape;1944;p76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5" name="Google Shape;1945;p76"/>
            <p:cNvSpPr/>
            <p:nvPr/>
          </p:nvSpPr>
          <p:spPr>
            <a:xfrm>
              <a:off x="469300" y="1108400"/>
              <a:ext cx="6669850" cy="3485050"/>
            </a:xfrm>
            <a:custGeom>
              <a:rect b="b" l="l" r="r" t="t"/>
              <a:pathLst>
                <a:path extrusionOk="0" fill="none" h="139402" w="266794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6" name="Google Shape;1946;p76"/>
            <p:cNvSpPr/>
            <p:nvPr/>
          </p:nvSpPr>
          <p:spPr>
            <a:xfrm>
              <a:off x="299025" y="955950"/>
              <a:ext cx="7010700" cy="3789950"/>
            </a:xfrm>
            <a:custGeom>
              <a:rect b="b" l="l" r="r" t="t"/>
              <a:pathLst>
                <a:path extrusionOk="0" fill="none" h="151598" w="280428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7" name="Google Shape;1947;p76"/>
            <p:cNvSpPr/>
            <p:nvPr/>
          </p:nvSpPr>
          <p:spPr>
            <a:xfrm>
              <a:off x="7234100" y="895325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8" name="Google Shape;1948;p76"/>
            <p:cNvSpPr/>
            <p:nvPr/>
          </p:nvSpPr>
          <p:spPr>
            <a:xfrm>
              <a:off x="246225" y="4678400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9" name="Google Shape;1949;p76"/>
            <p:cNvSpPr/>
            <p:nvPr/>
          </p:nvSpPr>
          <p:spPr>
            <a:xfrm>
              <a:off x="7234100" y="4678400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50" name="Google Shape;1950;p76"/>
          <p:cNvSpPr txBox="1"/>
          <p:nvPr>
            <p:ph type="title"/>
          </p:nvPr>
        </p:nvSpPr>
        <p:spPr>
          <a:xfrm>
            <a:off x="872400" y="1362425"/>
            <a:ext cx="2638200" cy="106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1951" name="Google Shape;1951;p76"/>
          <p:cNvSpPr txBox="1"/>
          <p:nvPr>
            <p:ph idx="1" type="subTitle"/>
          </p:nvPr>
        </p:nvSpPr>
        <p:spPr>
          <a:xfrm>
            <a:off x="872400" y="2501825"/>
            <a:ext cx="2638200" cy="115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">
    <p:spTree>
      <p:nvGrpSpPr>
        <p:cNvPr id="1952" name="Shape 1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3" name="Google Shape;1953;p7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54" name="Google Shape;1954;p77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1955" name="Google Shape;1955;p77"/>
            <p:cNvSpPr/>
            <p:nvPr/>
          </p:nvSpPr>
          <p:spPr>
            <a:xfrm>
              <a:off x="246225" y="895325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6" name="Google Shape;1956;p77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7" name="Google Shape;1957;p77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8" name="Google Shape;1958;p77"/>
            <p:cNvSpPr/>
            <p:nvPr/>
          </p:nvSpPr>
          <p:spPr>
            <a:xfrm>
              <a:off x="469300" y="1108400"/>
              <a:ext cx="6669850" cy="3485050"/>
            </a:xfrm>
            <a:custGeom>
              <a:rect b="b" l="l" r="r" t="t"/>
              <a:pathLst>
                <a:path extrusionOk="0" fill="none" h="139402" w="266794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9" name="Google Shape;1959;p77"/>
            <p:cNvSpPr/>
            <p:nvPr/>
          </p:nvSpPr>
          <p:spPr>
            <a:xfrm>
              <a:off x="299025" y="955950"/>
              <a:ext cx="7010700" cy="3789950"/>
            </a:xfrm>
            <a:custGeom>
              <a:rect b="b" l="l" r="r" t="t"/>
              <a:pathLst>
                <a:path extrusionOk="0" fill="none" h="151598" w="280428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0" name="Google Shape;1960;p77"/>
            <p:cNvSpPr/>
            <p:nvPr/>
          </p:nvSpPr>
          <p:spPr>
            <a:xfrm>
              <a:off x="7234100" y="895325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1" name="Google Shape;1961;p77"/>
            <p:cNvSpPr/>
            <p:nvPr/>
          </p:nvSpPr>
          <p:spPr>
            <a:xfrm>
              <a:off x="246225" y="4678400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2" name="Google Shape;1962;p77"/>
            <p:cNvSpPr/>
            <p:nvPr/>
          </p:nvSpPr>
          <p:spPr>
            <a:xfrm>
              <a:off x="7234100" y="4678400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63" name="Google Shape;1963;p77"/>
          <p:cNvSpPr txBox="1"/>
          <p:nvPr>
            <p:ph type="title"/>
          </p:nvPr>
        </p:nvSpPr>
        <p:spPr>
          <a:xfrm>
            <a:off x="5640175" y="1362425"/>
            <a:ext cx="2638200" cy="106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1964" name="Google Shape;1964;p77"/>
          <p:cNvSpPr txBox="1"/>
          <p:nvPr>
            <p:ph idx="1" type="subTitle"/>
          </p:nvPr>
        </p:nvSpPr>
        <p:spPr>
          <a:xfrm>
            <a:off x="5640175" y="2501825"/>
            <a:ext cx="2638200" cy="115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TITLE_AND_BODY_1">
    <p:spTree>
      <p:nvGrpSpPr>
        <p:cNvPr id="1965" name="Shape 1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6" name="Google Shape;1966;p7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67" name="Google Shape;1967;p78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1968" name="Google Shape;1968;p78"/>
            <p:cNvSpPr/>
            <p:nvPr/>
          </p:nvSpPr>
          <p:spPr>
            <a:xfrm>
              <a:off x="246225" y="895325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9" name="Google Shape;1969;p78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0" name="Google Shape;1970;p78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1" name="Google Shape;1971;p78"/>
            <p:cNvSpPr/>
            <p:nvPr/>
          </p:nvSpPr>
          <p:spPr>
            <a:xfrm>
              <a:off x="469300" y="1108400"/>
              <a:ext cx="6669850" cy="3485050"/>
            </a:xfrm>
            <a:custGeom>
              <a:rect b="b" l="l" r="r" t="t"/>
              <a:pathLst>
                <a:path extrusionOk="0" fill="none" h="139402" w="266794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2" name="Google Shape;1972;p78"/>
            <p:cNvSpPr/>
            <p:nvPr/>
          </p:nvSpPr>
          <p:spPr>
            <a:xfrm>
              <a:off x="299025" y="955950"/>
              <a:ext cx="7010700" cy="3789950"/>
            </a:xfrm>
            <a:custGeom>
              <a:rect b="b" l="l" r="r" t="t"/>
              <a:pathLst>
                <a:path extrusionOk="0" fill="none" h="151598" w="280428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3" name="Google Shape;1973;p78"/>
            <p:cNvSpPr/>
            <p:nvPr/>
          </p:nvSpPr>
          <p:spPr>
            <a:xfrm>
              <a:off x="7234100" y="895325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4" name="Google Shape;1974;p78"/>
            <p:cNvSpPr/>
            <p:nvPr/>
          </p:nvSpPr>
          <p:spPr>
            <a:xfrm>
              <a:off x="246225" y="4678400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5" name="Google Shape;1975;p78"/>
            <p:cNvSpPr/>
            <p:nvPr/>
          </p:nvSpPr>
          <p:spPr>
            <a:xfrm>
              <a:off x="7234100" y="4678400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76" name="Google Shape;1976;p78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1977" name="Google Shape;1977;p78"/>
          <p:cNvSpPr txBox="1"/>
          <p:nvPr>
            <p:ph idx="1" type="body"/>
          </p:nvPr>
        </p:nvSpPr>
        <p:spPr>
          <a:xfrm>
            <a:off x="720000" y="1291938"/>
            <a:ext cx="7704000" cy="331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TITLE_AND_BODY_1_1">
    <p:spTree>
      <p:nvGrpSpPr>
        <p:cNvPr id="1978" name="Shape 1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9" name="Google Shape;1979;p7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80" name="Google Shape;1980;p79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1981" name="Google Shape;1981;p79"/>
            <p:cNvSpPr/>
            <p:nvPr/>
          </p:nvSpPr>
          <p:spPr>
            <a:xfrm>
              <a:off x="246225" y="895325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2" name="Google Shape;1982;p79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3" name="Google Shape;1983;p79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4" name="Google Shape;1984;p79"/>
            <p:cNvSpPr/>
            <p:nvPr/>
          </p:nvSpPr>
          <p:spPr>
            <a:xfrm>
              <a:off x="469300" y="1108400"/>
              <a:ext cx="6669850" cy="3485050"/>
            </a:xfrm>
            <a:custGeom>
              <a:rect b="b" l="l" r="r" t="t"/>
              <a:pathLst>
                <a:path extrusionOk="0" fill="none" h="139402" w="266794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5" name="Google Shape;1985;p79"/>
            <p:cNvSpPr/>
            <p:nvPr/>
          </p:nvSpPr>
          <p:spPr>
            <a:xfrm>
              <a:off x="299025" y="955950"/>
              <a:ext cx="7010700" cy="3789950"/>
            </a:xfrm>
            <a:custGeom>
              <a:rect b="b" l="l" r="r" t="t"/>
              <a:pathLst>
                <a:path extrusionOk="0" fill="none" h="151598" w="280428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6" name="Google Shape;1986;p79"/>
            <p:cNvSpPr/>
            <p:nvPr/>
          </p:nvSpPr>
          <p:spPr>
            <a:xfrm>
              <a:off x="7234100" y="895325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7" name="Google Shape;1987;p79"/>
            <p:cNvSpPr/>
            <p:nvPr/>
          </p:nvSpPr>
          <p:spPr>
            <a:xfrm>
              <a:off x="246225" y="4678400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8" name="Google Shape;1988;p79"/>
            <p:cNvSpPr/>
            <p:nvPr/>
          </p:nvSpPr>
          <p:spPr>
            <a:xfrm>
              <a:off x="7234100" y="4678400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89" name="Google Shape;1989;p79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1990" name="Google Shape;1990;p79"/>
          <p:cNvSpPr txBox="1"/>
          <p:nvPr>
            <p:ph idx="1" type="body"/>
          </p:nvPr>
        </p:nvSpPr>
        <p:spPr>
          <a:xfrm>
            <a:off x="720000" y="1291951"/>
            <a:ext cx="7704000" cy="144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Font typeface="Source Sans 3 Light"/>
              <a:buChar char="●"/>
              <a:defRPr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1991" name="Shape 1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2" name="Google Shape;1992;p8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93" name="Google Shape;1993;p80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1994" name="Google Shape;1994;p80"/>
            <p:cNvSpPr/>
            <p:nvPr/>
          </p:nvSpPr>
          <p:spPr>
            <a:xfrm>
              <a:off x="246225" y="895325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5" name="Google Shape;1995;p80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6" name="Google Shape;1996;p80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7" name="Google Shape;1997;p80"/>
            <p:cNvSpPr/>
            <p:nvPr/>
          </p:nvSpPr>
          <p:spPr>
            <a:xfrm>
              <a:off x="469300" y="1108400"/>
              <a:ext cx="6669850" cy="3485050"/>
            </a:xfrm>
            <a:custGeom>
              <a:rect b="b" l="l" r="r" t="t"/>
              <a:pathLst>
                <a:path extrusionOk="0" fill="none" h="139402" w="266794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8" name="Google Shape;1998;p80"/>
            <p:cNvSpPr/>
            <p:nvPr/>
          </p:nvSpPr>
          <p:spPr>
            <a:xfrm>
              <a:off x="299025" y="955950"/>
              <a:ext cx="7010700" cy="3789950"/>
            </a:xfrm>
            <a:custGeom>
              <a:rect b="b" l="l" r="r" t="t"/>
              <a:pathLst>
                <a:path extrusionOk="0" fill="none" h="151598" w="280428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9" name="Google Shape;1999;p80"/>
            <p:cNvSpPr/>
            <p:nvPr/>
          </p:nvSpPr>
          <p:spPr>
            <a:xfrm>
              <a:off x="7234100" y="895325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0" name="Google Shape;2000;p80"/>
            <p:cNvSpPr/>
            <p:nvPr/>
          </p:nvSpPr>
          <p:spPr>
            <a:xfrm>
              <a:off x="246225" y="4678400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1" name="Google Shape;2001;p80"/>
            <p:cNvSpPr/>
            <p:nvPr/>
          </p:nvSpPr>
          <p:spPr>
            <a:xfrm>
              <a:off x="7234100" y="4678400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02" name="Google Shape;2002;p80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2003" name="Google Shape;2003;p80"/>
          <p:cNvSpPr txBox="1"/>
          <p:nvPr>
            <p:ph idx="1" type="subTitle"/>
          </p:nvPr>
        </p:nvSpPr>
        <p:spPr>
          <a:xfrm>
            <a:off x="4914510" y="3016575"/>
            <a:ext cx="2574900" cy="11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04" name="Google Shape;2004;p80"/>
          <p:cNvSpPr txBox="1"/>
          <p:nvPr>
            <p:ph idx="2" type="subTitle"/>
          </p:nvPr>
        </p:nvSpPr>
        <p:spPr>
          <a:xfrm>
            <a:off x="1654588" y="3016575"/>
            <a:ext cx="2574900" cy="11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05" name="Google Shape;2005;p80"/>
          <p:cNvSpPr txBox="1"/>
          <p:nvPr>
            <p:ph idx="3" type="subTitle"/>
          </p:nvPr>
        </p:nvSpPr>
        <p:spPr>
          <a:xfrm>
            <a:off x="1654588" y="2457675"/>
            <a:ext cx="25749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1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2006" name="Google Shape;2006;p80"/>
          <p:cNvSpPr txBox="1"/>
          <p:nvPr>
            <p:ph idx="4" type="subTitle"/>
          </p:nvPr>
        </p:nvSpPr>
        <p:spPr>
          <a:xfrm>
            <a:off x="4914511" y="2457675"/>
            <a:ext cx="25749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1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">
    <p:spTree>
      <p:nvGrpSpPr>
        <p:cNvPr id="2007" name="Shape 2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8" name="Google Shape;2008;p8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09" name="Google Shape;2009;p81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2010" name="Google Shape;2010;p81"/>
            <p:cNvSpPr/>
            <p:nvPr/>
          </p:nvSpPr>
          <p:spPr>
            <a:xfrm>
              <a:off x="246225" y="895325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1" name="Google Shape;2011;p81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2" name="Google Shape;2012;p81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3" name="Google Shape;2013;p81"/>
            <p:cNvSpPr/>
            <p:nvPr/>
          </p:nvSpPr>
          <p:spPr>
            <a:xfrm>
              <a:off x="469300" y="1108400"/>
              <a:ext cx="6669850" cy="3485050"/>
            </a:xfrm>
            <a:custGeom>
              <a:rect b="b" l="l" r="r" t="t"/>
              <a:pathLst>
                <a:path extrusionOk="0" fill="none" h="139402" w="266794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4" name="Google Shape;2014;p81"/>
            <p:cNvSpPr/>
            <p:nvPr/>
          </p:nvSpPr>
          <p:spPr>
            <a:xfrm>
              <a:off x="299025" y="955950"/>
              <a:ext cx="7010700" cy="3789950"/>
            </a:xfrm>
            <a:custGeom>
              <a:rect b="b" l="l" r="r" t="t"/>
              <a:pathLst>
                <a:path extrusionOk="0" fill="none" h="151598" w="280428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5" name="Google Shape;2015;p81"/>
            <p:cNvSpPr/>
            <p:nvPr/>
          </p:nvSpPr>
          <p:spPr>
            <a:xfrm>
              <a:off x="7234100" y="895325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6" name="Google Shape;2016;p81"/>
            <p:cNvSpPr/>
            <p:nvPr/>
          </p:nvSpPr>
          <p:spPr>
            <a:xfrm>
              <a:off x="246225" y="4678400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7" name="Google Shape;2017;p81"/>
            <p:cNvSpPr/>
            <p:nvPr/>
          </p:nvSpPr>
          <p:spPr>
            <a:xfrm>
              <a:off x="7234100" y="4678400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18" name="Google Shape;2018;p81"/>
          <p:cNvSpPr txBox="1"/>
          <p:nvPr>
            <p:ph type="title"/>
          </p:nvPr>
        </p:nvSpPr>
        <p:spPr>
          <a:xfrm>
            <a:off x="1144550" y="597425"/>
            <a:ext cx="6855300" cy="97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2019" name="Google Shape;2019;p81"/>
          <p:cNvSpPr txBox="1"/>
          <p:nvPr>
            <p:ph idx="1" type="subTitle"/>
          </p:nvPr>
        </p:nvSpPr>
        <p:spPr>
          <a:xfrm>
            <a:off x="4825664" y="2070950"/>
            <a:ext cx="3174000" cy="189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0" name="Google Shape;2020;p81"/>
          <p:cNvSpPr txBox="1"/>
          <p:nvPr>
            <p:ph idx="2" type="subTitle"/>
          </p:nvPr>
        </p:nvSpPr>
        <p:spPr>
          <a:xfrm>
            <a:off x="1144550" y="2070950"/>
            <a:ext cx="3174000" cy="189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3">
  <p:cSld name="TITLE_AND_BODY_1_1_1">
    <p:spTree>
      <p:nvGrpSpPr>
        <p:cNvPr id="2021" name="Shape 2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2" name="Google Shape;2022;p8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23" name="Google Shape;2023;p82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2024" name="Google Shape;2024;p82"/>
            <p:cNvSpPr/>
            <p:nvPr/>
          </p:nvSpPr>
          <p:spPr>
            <a:xfrm>
              <a:off x="246225" y="895325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5" name="Google Shape;2025;p82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6" name="Google Shape;2026;p82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7" name="Google Shape;2027;p82"/>
            <p:cNvSpPr/>
            <p:nvPr/>
          </p:nvSpPr>
          <p:spPr>
            <a:xfrm>
              <a:off x="469300" y="1108400"/>
              <a:ext cx="6669850" cy="3485050"/>
            </a:xfrm>
            <a:custGeom>
              <a:rect b="b" l="l" r="r" t="t"/>
              <a:pathLst>
                <a:path extrusionOk="0" fill="none" h="139402" w="266794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8" name="Google Shape;2028;p82"/>
            <p:cNvSpPr/>
            <p:nvPr/>
          </p:nvSpPr>
          <p:spPr>
            <a:xfrm>
              <a:off x="299025" y="955950"/>
              <a:ext cx="7010700" cy="3789950"/>
            </a:xfrm>
            <a:custGeom>
              <a:rect b="b" l="l" r="r" t="t"/>
              <a:pathLst>
                <a:path extrusionOk="0" fill="none" h="151598" w="280428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9" name="Google Shape;2029;p82"/>
            <p:cNvSpPr/>
            <p:nvPr/>
          </p:nvSpPr>
          <p:spPr>
            <a:xfrm>
              <a:off x="7234100" y="895325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0" name="Google Shape;2030;p82"/>
            <p:cNvSpPr/>
            <p:nvPr/>
          </p:nvSpPr>
          <p:spPr>
            <a:xfrm>
              <a:off x="246225" y="4678400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1" name="Google Shape;2031;p82"/>
            <p:cNvSpPr/>
            <p:nvPr/>
          </p:nvSpPr>
          <p:spPr>
            <a:xfrm>
              <a:off x="7234100" y="4678400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32" name="Google Shape;2032;p82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2033" name="Google Shape;2033;p82"/>
          <p:cNvSpPr txBox="1"/>
          <p:nvPr>
            <p:ph idx="1" type="body"/>
          </p:nvPr>
        </p:nvSpPr>
        <p:spPr>
          <a:xfrm>
            <a:off x="1077138" y="2757175"/>
            <a:ext cx="3243600" cy="16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2034" name="Google Shape;2034;p82"/>
          <p:cNvSpPr txBox="1"/>
          <p:nvPr>
            <p:ph idx="2" type="body"/>
          </p:nvPr>
        </p:nvSpPr>
        <p:spPr>
          <a:xfrm>
            <a:off x="4823266" y="2757175"/>
            <a:ext cx="3243600" cy="16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2035" name="Google Shape;2035;p82"/>
          <p:cNvSpPr txBox="1"/>
          <p:nvPr>
            <p:ph idx="3" type="subTitle"/>
          </p:nvPr>
        </p:nvSpPr>
        <p:spPr>
          <a:xfrm>
            <a:off x="1077112" y="2198275"/>
            <a:ext cx="32436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1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2036" name="Google Shape;2036;p82"/>
          <p:cNvSpPr txBox="1"/>
          <p:nvPr>
            <p:ph idx="4" type="subTitle"/>
          </p:nvPr>
        </p:nvSpPr>
        <p:spPr>
          <a:xfrm>
            <a:off x="4823276" y="2198275"/>
            <a:ext cx="32436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1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2037" name="Shape 2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8" name="Google Shape;2038;p8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39" name="Google Shape;2039;p83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2040" name="Google Shape;2040;p83"/>
            <p:cNvSpPr/>
            <p:nvPr/>
          </p:nvSpPr>
          <p:spPr>
            <a:xfrm>
              <a:off x="246225" y="895325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1" name="Google Shape;2041;p83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2" name="Google Shape;2042;p83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3" name="Google Shape;2043;p83"/>
            <p:cNvSpPr/>
            <p:nvPr/>
          </p:nvSpPr>
          <p:spPr>
            <a:xfrm>
              <a:off x="469300" y="1108400"/>
              <a:ext cx="6669850" cy="3485050"/>
            </a:xfrm>
            <a:custGeom>
              <a:rect b="b" l="l" r="r" t="t"/>
              <a:pathLst>
                <a:path extrusionOk="0" fill="none" h="139402" w="266794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4" name="Google Shape;2044;p83"/>
            <p:cNvSpPr/>
            <p:nvPr/>
          </p:nvSpPr>
          <p:spPr>
            <a:xfrm>
              <a:off x="299025" y="955950"/>
              <a:ext cx="7010700" cy="3789950"/>
            </a:xfrm>
            <a:custGeom>
              <a:rect b="b" l="l" r="r" t="t"/>
              <a:pathLst>
                <a:path extrusionOk="0" fill="none" h="151598" w="280428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5" name="Google Shape;2045;p83"/>
            <p:cNvSpPr/>
            <p:nvPr/>
          </p:nvSpPr>
          <p:spPr>
            <a:xfrm>
              <a:off x="7234100" y="895325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6" name="Google Shape;2046;p83"/>
            <p:cNvSpPr/>
            <p:nvPr/>
          </p:nvSpPr>
          <p:spPr>
            <a:xfrm>
              <a:off x="246225" y="4678400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7" name="Google Shape;2047;p83"/>
            <p:cNvSpPr/>
            <p:nvPr/>
          </p:nvSpPr>
          <p:spPr>
            <a:xfrm>
              <a:off x="7234100" y="4678400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48" name="Google Shape;2048;p83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2049" name="Google Shape;2049;p83"/>
          <p:cNvSpPr txBox="1"/>
          <p:nvPr>
            <p:ph idx="1" type="subTitle"/>
          </p:nvPr>
        </p:nvSpPr>
        <p:spPr>
          <a:xfrm>
            <a:off x="937625" y="3117025"/>
            <a:ext cx="2175300" cy="96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0" name="Google Shape;2050;p83"/>
          <p:cNvSpPr txBox="1"/>
          <p:nvPr>
            <p:ph idx="2" type="subTitle"/>
          </p:nvPr>
        </p:nvSpPr>
        <p:spPr>
          <a:xfrm>
            <a:off x="3484347" y="3117025"/>
            <a:ext cx="2175300" cy="96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1" name="Google Shape;2051;p83"/>
          <p:cNvSpPr txBox="1"/>
          <p:nvPr>
            <p:ph idx="3" type="subTitle"/>
          </p:nvPr>
        </p:nvSpPr>
        <p:spPr>
          <a:xfrm>
            <a:off x="6031075" y="3117025"/>
            <a:ext cx="2175300" cy="96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2" name="Google Shape;2052;p83"/>
          <p:cNvSpPr txBox="1"/>
          <p:nvPr>
            <p:ph idx="4" type="subTitle"/>
          </p:nvPr>
        </p:nvSpPr>
        <p:spPr>
          <a:xfrm>
            <a:off x="937625" y="2669922"/>
            <a:ext cx="2175300" cy="44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1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2053" name="Google Shape;2053;p83"/>
          <p:cNvSpPr txBox="1"/>
          <p:nvPr>
            <p:ph idx="5" type="subTitle"/>
          </p:nvPr>
        </p:nvSpPr>
        <p:spPr>
          <a:xfrm>
            <a:off x="3484350" y="2669922"/>
            <a:ext cx="2175300" cy="44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1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2054" name="Google Shape;2054;p83"/>
          <p:cNvSpPr txBox="1"/>
          <p:nvPr>
            <p:ph idx="6" type="subTitle"/>
          </p:nvPr>
        </p:nvSpPr>
        <p:spPr>
          <a:xfrm>
            <a:off x="6031075" y="2669922"/>
            <a:ext cx="2175300" cy="44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1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2055" name="Shape 2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6" name="Google Shape;2056;p8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57" name="Google Shape;2057;p84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2058" name="Google Shape;2058;p84"/>
            <p:cNvSpPr/>
            <p:nvPr/>
          </p:nvSpPr>
          <p:spPr>
            <a:xfrm>
              <a:off x="246225" y="895325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9" name="Google Shape;2059;p84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0" name="Google Shape;2060;p84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1" name="Google Shape;2061;p84"/>
            <p:cNvSpPr/>
            <p:nvPr/>
          </p:nvSpPr>
          <p:spPr>
            <a:xfrm>
              <a:off x="469300" y="1108400"/>
              <a:ext cx="6669850" cy="3485050"/>
            </a:xfrm>
            <a:custGeom>
              <a:rect b="b" l="l" r="r" t="t"/>
              <a:pathLst>
                <a:path extrusionOk="0" fill="none" h="139402" w="266794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2" name="Google Shape;2062;p84"/>
            <p:cNvSpPr/>
            <p:nvPr/>
          </p:nvSpPr>
          <p:spPr>
            <a:xfrm>
              <a:off x="299025" y="955950"/>
              <a:ext cx="7010700" cy="3789950"/>
            </a:xfrm>
            <a:custGeom>
              <a:rect b="b" l="l" r="r" t="t"/>
              <a:pathLst>
                <a:path extrusionOk="0" fill="none" h="151598" w="280428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3" name="Google Shape;2063;p84"/>
            <p:cNvSpPr/>
            <p:nvPr/>
          </p:nvSpPr>
          <p:spPr>
            <a:xfrm>
              <a:off x="7234100" y="895325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4" name="Google Shape;2064;p84"/>
            <p:cNvSpPr/>
            <p:nvPr/>
          </p:nvSpPr>
          <p:spPr>
            <a:xfrm>
              <a:off x="246225" y="4678400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5" name="Google Shape;2065;p84"/>
            <p:cNvSpPr/>
            <p:nvPr/>
          </p:nvSpPr>
          <p:spPr>
            <a:xfrm>
              <a:off x="7234100" y="4678400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66" name="Google Shape;2066;p84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2067" name="Google Shape;2067;p84"/>
          <p:cNvSpPr txBox="1"/>
          <p:nvPr>
            <p:ph idx="1" type="subTitle"/>
          </p:nvPr>
        </p:nvSpPr>
        <p:spPr>
          <a:xfrm>
            <a:off x="2110300" y="1983750"/>
            <a:ext cx="1978200" cy="58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8" name="Google Shape;2068;p84"/>
          <p:cNvSpPr txBox="1"/>
          <p:nvPr>
            <p:ph idx="2" type="subTitle"/>
          </p:nvPr>
        </p:nvSpPr>
        <p:spPr>
          <a:xfrm>
            <a:off x="5055497" y="1983750"/>
            <a:ext cx="1978200" cy="58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9" name="Google Shape;2069;p84"/>
          <p:cNvSpPr txBox="1"/>
          <p:nvPr>
            <p:ph idx="3" type="subTitle"/>
          </p:nvPr>
        </p:nvSpPr>
        <p:spPr>
          <a:xfrm>
            <a:off x="2110300" y="3424519"/>
            <a:ext cx="1978200" cy="58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0" name="Google Shape;2070;p84"/>
          <p:cNvSpPr txBox="1"/>
          <p:nvPr>
            <p:ph idx="4" type="subTitle"/>
          </p:nvPr>
        </p:nvSpPr>
        <p:spPr>
          <a:xfrm>
            <a:off x="5055497" y="3424519"/>
            <a:ext cx="1978200" cy="58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1" name="Google Shape;2071;p84"/>
          <p:cNvSpPr txBox="1"/>
          <p:nvPr>
            <p:ph idx="5" type="subTitle"/>
          </p:nvPr>
        </p:nvSpPr>
        <p:spPr>
          <a:xfrm>
            <a:off x="2110300" y="1616550"/>
            <a:ext cx="1978200" cy="44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1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2072" name="Google Shape;2072;p84"/>
          <p:cNvSpPr txBox="1"/>
          <p:nvPr>
            <p:ph idx="6" type="subTitle"/>
          </p:nvPr>
        </p:nvSpPr>
        <p:spPr>
          <a:xfrm>
            <a:off x="2110300" y="3057405"/>
            <a:ext cx="1978200" cy="44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1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2073" name="Google Shape;2073;p84"/>
          <p:cNvSpPr txBox="1"/>
          <p:nvPr>
            <p:ph idx="7" type="subTitle"/>
          </p:nvPr>
        </p:nvSpPr>
        <p:spPr>
          <a:xfrm>
            <a:off x="5055493" y="1616550"/>
            <a:ext cx="1978200" cy="44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1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2074" name="Google Shape;2074;p84"/>
          <p:cNvSpPr txBox="1"/>
          <p:nvPr>
            <p:ph idx="8" type="subTitle"/>
          </p:nvPr>
        </p:nvSpPr>
        <p:spPr>
          <a:xfrm>
            <a:off x="5055493" y="3057405"/>
            <a:ext cx="1978200" cy="44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1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2075" name="Shape 2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6" name="Google Shape;2076;p8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77" name="Google Shape;2077;p85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2078" name="Google Shape;2078;p85"/>
            <p:cNvSpPr/>
            <p:nvPr/>
          </p:nvSpPr>
          <p:spPr>
            <a:xfrm>
              <a:off x="246225" y="895325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9" name="Google Shape;2079;p85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0" name="Google Shape;2080;p85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1" name="Google Shape;2081;p85"/>
            <p:cNvSpPr/>
            <p:nvPr/>
          </p:nvSpPr>
          <p:spPr>
            <a:xfrm>
              <a:off x="469300" y="1108400"/>
              <a:ext cx="6669850" cy="3485050"/>
            </a:xfrm>
            <a:custGeom>
              <a:rect b="b" l="l" r="r" t="t"/>
              <a:pathLst>
                <a:path extrusionOk="0" fill="none" h="139402" w="266794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2" name="Google Shape;2082;p85"/>
            <p:cNvSpPr/>
            <p:nvPr/>
          </p:nvSpPr>
          <p:spPr>
            <a:xfrm>
              <a:off x="299025" y="955950"/>
              <a:ext cx="7010700" cy="3789950"/>
            </a:xfrm>
            <a:custGeom>
              <a:rect b="b" l="l" r="r" t="t"/>
              <a:pathLst>
                <a:path extrusionOk="0" fill="none" h="151598" w="280428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3" name="Google Shape;2083;p85"/>
            <p:cNvSpPr/>
            <p:nvPr/>
          </p:nvSpPr>
          <p:spPr>
            <a:xfrm>
              <a:off x="7234100" y="895325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4" name="Google Shape;2084;p85"/>
            <p:cNvSpPr/>
            <p:nvPr/>
          </p:nvSpPr>
          <p:spPr>
            <a:xfrm>
              <a:off x="246225" y="4678400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5" name="Google Shape;2085;p85"/>
            <p:cNvSpPr/>
            <p:nvPr/>
          </p:nvSpPr>
          <p:spPr>
            <a:xfrm>
              <a:off x="7234100" y="4678400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86" name="Google Shape;2086;p85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2087" name="Google Shape;2087;p85"/>
          <p:cNvSpPr txBox="1"/>
          <p:nvPr>
            <p:ph idx="1" type="subTitle"/>
          </p:nvPr>
        </p:nvSpPr>
        <p:spPr>
          <a:xfrm>
            <a:off x="1109152" y="2175450"/>
            <a:ext cx="19860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8" name="Google Shape;2088;p85"/>
          <p:cNvSpPr txBox="1"/>
          <p:nvPr>
            <p:ph idx="2" type="subTitle"/>
          </p:nvPr>
        </p:nvSpPr>
        <p:spPr>
          <a:xfrm>
            <a:off x="3579000" y="2175450"/>
            <a:ext cx="19860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9" name="Google Shape;2089;p85"/>
          <p:cNvSpPr txBox="1"/>
          <p:nvPr>
            <p:ph idx="3" type="subTitle"/>
          </p:nvPr>
        </p:nvSpPr>
        <p:spPr>
          <a:xfrm>
            <a:off x="1109152" y="3892400"/>
            <a:ext cx="19860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0" name="Google Shape;2090;p85"/>
          <p:cNvSpPr txBox="1"/>
          <p:nvPr>
            <p:ph idx="4" type="subTitle"/>
          </p:nvPr>
        </p:nvSpPr>
        <p:spPr>
          <a:xfrm>
            <a:off x="3579000" y="3892400"/>
            <a:ext cx="19860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1" name="Google Shape;2091;p85"/>
          <p:cNvSpPr txBox="1"/>
          <p:nvPr>
            <p:ph idx="5" type="subTitle"/>
          </p:nvPr>
        </p:nvSpPr>
        <p:spPr>
          <a:xfrm>
            <a:off x="6048848" y="2175450"/>
            <a:ext cx="19860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2" name="Google Shape;2092;p85"/>
          <p:cNvSpPr txBox="1"/>
          <p:nvPr>
            <p:ph idx="6" type="subTitle"/>
          </p:nvPr>
        </p:nvSpPr>
        <p:spPr>
          <a:xfrm>
            <a:off x="6048848" y="3892400"/>
            <a:ext cx="19860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3" name="Google Shape;2093;p85"/>
          <p:cNvSpPr txBox="1"/>
          <p:nvPr>
            <p:ph idx="7" type="subTitle"/>
          </p:nvPr>
        </p:nvSpPr>
        <p:spPr>
          <a:xfrm>
            <a:off x="1113052" y="1835249"/>
            <a:ext cx="1978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1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2094" name="Google Shape;2094;p85"/>
          <p:cNvSpPr txBox="1"/>
          <p:nvPr>
            <p:ph idx="8" type="subTitle"/>
          </p:nvPr>
        </p:nvSpPr>
        <p:spPr>
          <a:xfrm>
            <a:off x="3582900" y="1835249"/>
            <a:ext cx="1978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1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2095" name="Google Shape;2095;p85"/>
          <p:cNvSpPr txBox="1"/>
          <p:nvPr>
            <p:ph idx="9" type="subTitle"/>
          </p:nvPr>
        </p:nvSpPr>
        <p:spPr>
          <a:xfrm>
            <a:off x="6052748" y="1835249"/>
            <a:ext cx="1978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1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2096" name="Google Shape;2096;p85"/>
          <p:cNvSpPr txBox="1"/>
          <p:nvPr>
            <p:ph idx="13" type="subTitle"/>
          </p:nvPr>
        </p:nvSpPr>
        <p:spPr>
          <a:xfrm>
            <a:off x="1113052" y="3552175"/>
            <a:ext cx="1978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1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2097" name="Google Shape;2097;p85"/>
          <p:cNvSpPr txBox="1"/>
          <p:nvPr>
            <p:ph idx="14" type="subTitle"/>
          </p:nvPr>
        </p:nvSpPr>
        <p:spPr>
          <a:xfrm>
            <a:off x="3582900" y="3552175"/>
            <a:ext cx="1978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1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2098" name="Google Shape;2098;p85"/>
          <p:cNvSpPr txBox="1"/>
          <p:nvPr>
            <p:ph idx="15" type="subTitle"/>
          </p:nvPr>
        </p:nvSpPr>
        <p:spPr>
          <a:xfrm>
            <a:off x="6052748" y="3552175"/>
            <a:ext cx="1978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1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2099" name="Shape 2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0" name="Google Shape;2100;p8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01" name="Google Shape;2101;p86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2102" name="Google Shape;2102;p86"/>
            <p:cNvSpPr/>
            <p:nvPr/>
          </p:nvSpPr>
          <p:spPr>
            <a:xfrm>
              <a:off x="246225" y="895325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3" name="Google Shape;2103;p86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4" name="Google Shape;2104;p86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5" name="Google Shape;2105;p86"/>
            <p:cNvSpPr/>
            <p:nvPr/>
          </p:nvSpPr>
          <p:spPr>
            <a:xfrm>
              <a:off x="469300" y="1108400"/>
              <a:ext cx="6669850" cy="3485050"/>
            </a:xfrm>
            <a:custGeom>
              <a:rect b="b" l="l" r="r" t="t"/>
              <a:pathLst>
                <a:path extrusionOk="0" fill="none" h="139402" w="266794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6" name="Google Shape;2106;p86"/>
            <p:cNvSpPr/>
            <p:nvPr/>
          </p:nvSpPr>
          <p:spPr>
            <a:xfrm>
              <a:off x="299025" y="955950"/>
              <a:ext cx="7010700" cy="3789950"/>
            </a:xfrm>
            <a:custGeom>
              <a:rect b="b" l="l" r="r" t="t"/>
              <a:pathLst>
                <a:path extrusionOk="0" fill="none" h="151598" w="280428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7" name="Google Shape;2107;p86"/>
            <p:cNvSpPr/>
            <p:nvPr/>
          </p:nvSpPr>
          <p:spPr>
            <a:xfrm>
              <a:off x="7234100" y="895325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8" name="Google Shape;2108;p86"/>
            <p:cNvSpPr/>
            <p:nvPr/>
          </p:nvSpPr>
          <p:spPr>
            <a:xfrm>
              <a:off x="246225" y="4678400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9" name="Google Shape;2109;p86"/>
            <p:cNvSpPr/>
            <p:nvPr/>
          </p:nvSpPr>
          <p:spPr>
            <a:xfrm>
              <a:off x="7234100" y="4678400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10" name="Google Shape;2110;p86"/>
          <p:cNvSpPr txBox="1"/>
          <p:nvPr>
            <p:ph hasCustomPrompt="1" type="title"/>
          </p:nvPr>
        </p:nvSpPr>
        <p:spPr>
          <a:xfrm>
            <a:off x="2223600" y="638357"/>
            <a:ext cx="46968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111" name="Google Shape;2111;p86"/>
          <p:cNvSpPr txBox="1"/>
          <p:nvPr>
            <p:ph idx="1" type="subTitle"/>
          </p:nvPr>
        </p:nvSpPr>
        <p:spPr>
          <a:xfrm>
            <a:off x="2223600" y="1327276"/>
            <a:ext cx="4696800" cy="38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112" name="Google Shape;2112;p86"/>
          <p:cNvSpPr txBox="1"/>
          <p:nvPr>
            <p:ph hasCustomPrompt="1" idx="2" type="title"/>
          </p:nvPr>
        </p:nvSpPr>
        <p:spPr>
          <a:xfrm>
            <a:off x="2223600" y="1990612"/>
            <a:ext cx="46968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113" name="Google Shape;2113;p86"/>
          <p:cNvSpPr txBox="1"/>
          <p:nvPr>
            <p:ph idx="3" type="subTitle"/>
          </p:nvPr>
        </p:nvSpPr>
        <p:spPr>
          <a:xfrm>
            <a:off x="2223600" y="2679528"/>
            <a:ext cx="4696800" cy="38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114" name="Google Shape;2114;p86"/>
          <p:cNvSpPr txBox="1"/>
          <p:nvPr>
            <p:ph hasCustomPrompt="1" idx="4" type="title"/>
          </p:nvPr>
        </p:nvSpPr>
        <p:spPr>
          <a:xfrm>
            <a:off x="2223600" y="3342868"/>
            <a:ext cx="46968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115" name="Google Shape;2115;p86"/>
          <p:cNvSpPr txBox="1"/>
          <p:nvPr>
            <p:ph idx="5" type="subTitle"/>
          </p:nvPr>
        </p:nvSpPr>
        <p:spPr>
          <a:xfrm>
            <a:off x="2223600" y="4031797"/>
            <a:ext cx="4696800" cy="38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8_1">
    <p:spTree>
      <p:nvGrpSpPr>
        <p:cNvPr id="2116" name="Shape 2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7" name="Google Shape;2117;p8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18" name="Google Shape;2118;p87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2119" name="Google Shape;2119;p87"/>
            <p:cNvSpPr/>
            <p:nvPr/>
          </p:nvSpPr>
          <p:spPr>
            <a:xfrm>
              <a:off x="246225" y="895325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0" name="Google Shape;2120;p87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1" name="Google Shape;2121;p87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2" name="Google Shape;2122;p87"/>
            <p:cNvSpPr/>
            <p:nvPr/>
          </p:nvSpPr>
          <p:spPr>
            <a:xfrm>
              <a:off x="469300" y="1108400"/>
              <a:ext cx="6669850" cy="3485050"/>
            </a:xfrm>
            <a:custGeom>
              <a:rect b="b" l="l" r="r" t="t"/>
              <a:pathLst>
                <a:path extrusionOk="0" fill="none" h="139402" w="266794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3" name="Google Shape;2123;p87"/>
            <p:cNvSpPr/>
            <p:nvPr/>
          </p:nvSpPr>
          <p:spPr>
            <a:xfrm>
              <a:off x="299025" y="955950"/>
              <a:ext cx="7010700" cy="3789950"/>
            </a:xfrm>
            <a:custGeom>
              <a:rect b="b" l="l" r="r" t="t"/>
              <a:pathLst>
                <a:path extrusionOk="0" fill="none" h="151598" w="280428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4" name="Google Shape;2124;p87"/>
            <p:cNvSpPr/>
            <p:nvPr/>
          </p:nvSpPr>
          <p:spPr>
            <a:xfrm>
              <a:off x="7234100" y="895325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5" name="Google Shape;2125;p87"/>
            <p:cNvSpPr/>
            <p:nvPr/>
          </p:nvSpPr>
          <p:spPr>
            <a:xfrm>
              <a:off x="246225" y="4678400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6" name="Google Shape;2126;p87"/>
            <p:cNvSpPr/>
            <p:nvPr/>
          </p:nvSpPr>
          <p:spPr>
            <a:xfrm>
              <a:off x="7234100" y="4678400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27" name="Google Shape;2127;p87"/>
          <p:cNvSpPr txBox="1"/>
          <p:nvPr>
            <p:ph hasCustomPrompt="1" type="title"/>
          </p:nvPr>
        </p:nvSpPr>
        <p:spPr>
          <a:xfrm>
            <a:off x="1216350" y="1339675"/>
            <a:ext cx="1398900" cy="406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128" name="Google Shape;2128;p87"/>
          <p:cNvSpPr txBox="1"/>
          <p:nvPr>
            <p:ph idx="1" type="subTitle"/>
          </p:nvPr>
        </p:nvSpPr>
        <p:spPr>
          <a:xfrm>
            <a:off x="720000" y="3645875"/>
            <a:ext cx="2391600" cy="8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129" name="Google Shape;2129;p87"/>
          <p:cNvSpPr txBox="1"/>
          <p:nvPr>
            <p:ph idx="2" type="subTitle"/>
          </p:nvPr>
        </p:nvSpPr>
        <p:spPr>
          <a:xfrm>
            <a:off x="720000" y="3225050"/>
            <a:ext cx="23916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b="1" sz="1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b="1" sz="24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b="1" sz="24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b="1" sz="24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b="1" sz="24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b="1" sz="24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b="1" sz="24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b="1" sz="24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b="1" sz="24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2130" name="Google Shape;2130;p87"/>
          <p:cNvSpPr txBox="1"/>
          <p:nvPr>
            <p:ph hasCustomPrompt="1" idx="3" type="title"/>
          </p:nvPr>
        </p:nvSpPr>
        <p:spPr>
          <a:xfrm>
            <a:off x="3873100" y="1339675"/>
            <a:ext cx="1397700" cy="406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131" name="Google Shape;2131;p87"/>
          <p:cNvSpPr txBox="1"/>
          <p:nvPr>
            <p:ph idx="4" type="subTitle"/>
          </p:nvPr>
        </p:nvSpPr>
        <p:spPr>
          <a:xfrm>
            <a:off x="3376200" y="3645875"/>
            <a:ext cx="2391600" cy="8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132" name="Google Shape;2132;p87"/>
          <p:cNvSpPr txBox="1"/>
          <p:nvPr>
            <p:ph idx="5" type="subTitle"/>
          </p:nvPr>
        </p:nvSpPr>
        <p:spPr>
          <a:xfrm>
            <a:off x="3376200" y="3225050"/>
            <a:ext cx="23916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b="1" sz="1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b="1" sz="24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b="1" sz="24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b="1" sz="24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b="1" sz="24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b="1" sz="24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b="1" sz="24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b="1" sz="24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b="1" sz="24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2133" name="Google Shape;2133;p87"/>
          <p:cNvSpPr txBox="1"/>
          <p:nvPr>
            <p:ph hasCustomPrompt="1" idx="6" type="title"/>
          </p:nvPr>
        </p:nvSpPr>
        <p:spPr>
          <a:xfrm>
            <a:off x="6528650" y="1339675"/>
            <a:ext cx="1397700" cy="406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1"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134" name="Google Shape;2134;p87"/>
          <p:cNvSpPr txBox="1"/>
          <p:nvPr>
            <p:ph idx="7" type="subTitle"/>
          </p:nvPr>
        </p:nvSpPr>
        <p:spPr>
          <a:xfrm>
            <a:off x="6032300" y="3645875"/>
            <a:ext cx="2391600" cy="88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135" name="Google Shape;2135;p87"/>
          <p:cNvSpPr txBox="1"/>
          <p:nvPr>
            <p:ph idx="8" type="subTitle"/>
          </p:nvPr>
        </p:nvSpPr>
        <p:spPr>
          <a:xfrm>
            <a:off x="6032300" y="3225050"/>
            <a:ext cx="23916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b="1" sz="1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b="1" sz="24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b="1" sz="24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b="1" sz="24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b="1" sz="24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b="1" sz="24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b="1" sz="24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b="1" sz="24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Libre Baskerville"/>
              <a:buNone/>
              <a:defRPr b="1" sz="24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2136" name="Google Shape;2136;p87"/>
          <p:cNvSpPr txBox="1"/>
          <p:nvPr>
            <p:ph idx="9"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2137" name="Shape 2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8" name="Google Shape;2138;p8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39" name="Google Shape;2139;p88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2140" name="Google Shape;2140;p88"/>
            <p:cNvSpPr/>
            <p:nvPr/>
          </p:nvSpPr>
          <p:spPr>
            <a:xfrm>
              <a:off x="246225" y="895325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1" name="Google Shape;2141;p88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2" name="Google Shape;2142;p88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3" name="Google Shape;2143;p88"/>
            <p:cNvSpPr/>
            <p:nvPr/>
          </p:nvSpPr>
          <p:spPr>
            <a:xfrm>
              <a:off x="469300" y="1108400"/>
              <a:ext cx="6669850" cy="3485050"/>
            </a:xfrm>
            <a:custGeom>
              <a:rect b="b" l="l" r="r" t="t"/>
              <a:pathLst>
                <a:path extrusionOk="0" fill="none" h="139402" w="266794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4" name="Google Shape;2144;p88"/>
            <p:cNvSpPr/>
            <p:nvPr/>
          </p:nvSpPr>
          <p:spPr>
            <a:xfrm>
              <a:off x="299025" y="955950"/>
              <a:ext cx="7010700" cy="3789950"/>
            </a:xfrm>
            <a:custGeom>
              <a:rect b="b" l="l" r="r" t="t"/>
              <a:pathLst>
                <a:path extrusionOk="0" fill="none" h="151598" w="280428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5" name="Google Shape;2145;p88"/>
            <p:cNvSpPr/>
            <p:nvPr/>
          </p:nvSpPr>
          <p:spPr>
            <a:xfrm>
              <a:off x="7234100" y="895325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6" name="Google Shape;2146;p88"/>
            <p:cNvSpPr/>
            <p:nvPr/>
          </p:nvSpPr>
          <p:spPr>
            <a:xfrm>
              <a:off x="246225" y="4678400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7" name="Google Shape;2147;p88"/>
            <p:cNvSpPr/>
            <p:nvPr/>
          </p:nvSpPr>
          <p:spPr>
            <a:xfrm>
              <a:off x="7234100" y="4678400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48" name="Google Shape;2148;p88"/>
          <p:cNvSpPr txBox="1"/>
          <p:nvPr>
            <p:ph type="title"/>
          </p:nvPr>
        </p:nvSpPr>
        <p:spPr>
          <a:xfrm>
            <a:off x="2347938" y="677525"/>
            <a:ext cx="44481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2149" name="Google Shape;2149;p88"/>
          <p:cNvSpPr txBox="1"/>
          <p:nvPr>
            <p:ph idx="1" type="subTitle"/>
          </p:nvPr>
        </p:nvSpPr>
        <p:spPr>
          <a:xfrm>
            <a:off x="2347900" y="1765250"/>
            <a:ext cx="4448100" cy="105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0" name="Google Shape;2150;p88"/>
          <p:cNvSpPr txBox="1"/>
          <p:nvPr/>
        </p:nvSpPr>
        <p:spPr>
          <a:xfrm>
            <a:off x="2405700" y="3611950"/>
            <a:ext cx="43326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CREDITS:</a:t>
            </a:r>
            <a:r>
              <a:rPr lang="en" sz="1000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 This presentation template was created by </a:t>
            </a:r>
            <a:r>
              <a:rPr b="1" lang="en" sz="1000" u="sng">
                <a:solidFill>
                  <a:schemeClr val="hlink"/>
                </a:solidFill>
                <a:latin typeface="Source Sans 3"/>
                <a:ea typeface="Source Sans 3"/>
                <a:cs typeface="Source Sans 3"/>
                <a:sym typeface="Source Sans 3"/>
                <a:hlinkClick r:id="rId3"/>
              </a:rPr>
              <a:t>Slidesgo</a:t>
            </a:r>
            <a:r>
              <a:rPr lang="en" sz="1000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, and includes icons by </a:t>
            </a:r>
            <a:r>
              <a:rPr b="1" lang="en" sz="1000" u="sng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, and infographics &amp; images by </a:t>
            </a:r>
            <a:r>
              <a:rPr b="1" lang="en" sz="1000" u="sng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000" u="sng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endParaRPr b="1" sz="1000" u="sng"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2151" name="Shape 2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2" name="Google Shape;2152;p8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53" name="Google Shape;2153;p89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2154" name="Google Shape;2154;p89"/>
            <p:cNvSpPr/>
            <p:nvPr/>
          </p:nvSpPr>
          <p:spPr>
            <a:xfrm>
              <a:off x="246225" y="895325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5" name="Google Shape;2155;p89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6" name="Google Shape;2156;p89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7" name="Google Shape;2157;p89"/>
            <p:cNvSpPr/>
            <p:nvPr/>
          </p:nvSpPr>
          <p:spPr>
            <a:xfrm>
              <a:off x="469300" y="1108400"/>
              <a:ext cx="6669850" cy="3485050"/>
            </a:xfrm>
            <a:custGeom>
              <a:rect b="b" l="l" r="r" t="t"/>
              <a:pathLst>
                <a:path extrusionOk="0" fill="none" h="139402" w="266794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8" name="Google Shape;2158;p89"/>
            <p:cNvSpPr/>
            <p:nvPr/>
          </p:nvSpPr>
          <p:spPr>
            <a:xfrm>
              <a:off x="299025" y="955950"/>
              <a:ext cx="7010700" cy="3789950"/>
            </a:xfrm>
            <a:custGeom>
              <a:rect b="b" l="l" r="r" t="t"/>
              <a:pathLst>
                <a:path extrusionOk="0" fill="none" h="151598" w="280428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9" name="Google Shape;2159;p89"/>
            <p:cNvSpPr/>
            <p:nvPr/>
          </p:nvSpPr>
          <p:spPr>
            <a:xfrm>
              <a:off x="7234100" y="895325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0" name="Google Shape;2160;p89"/>
            <p:cNvSpPr/>
            <p:nvPr/>
          </p:nvSpPr>
          <p:spPr>
            <a:xfrm>
              <a:off x="246225" y="4678400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1" name="Google Shape;2161;p89"/>
            <p:cNvSpPr/>
            <p:nvPr/>
          </p:nvSpPr>
          <p:spPr>
            <a:xfrm>
              <a:off x="7234100" y="4678400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62" name="Google Shape;2162;p89"/>
          <p:cNvGrpSpPr/>
          <p:nvPr/>
        </p:nvGrpSpPr>
        <p:grpSpPr>
          <a:xfrm>
            <a:off x="565056" y="519563"/>
            <a:ext cx="8012737" cy="4104778"/>
            <a:chOff x="585525" y="1202450"/>
            <a:chExt cx="6436450" cy="3297275"/>
          </a:xfrm>
        </p:grpSpPr>
        <p:sp>
          <p:nvSpPr>
            <p:cNvPr id="2163" name="Google Shape;2163;p89"/>
            <p:cNvSpPr/>
            <p:nvPr/>
          </p:nvSpPr>
          <p:spPr>
            <a:xfrm>
              <a:off x="839525" y="1202450"/>
              <a:ext cx="551125" cy="190275"/>
            </a:xfrm>
            <a:custGeom>
              <a:rect b="b" l="l" r="r" t="t"/>
              <a:pathLst>
                <a:path extrusionOk="0" h="7611" w="22045">
                  <a:moveTo>
                    <a:pt x="21819" y="2949"/>
                  </a:moveTo>
                  <a:cubicBezTo>
                    <a:pt x="16996" y="7611"/>
                    <a:pt x="10597" y="0"/>
                    <a:pt x="4949" y="1300"/>
                  </a:cubicBezTo>
                  <a:cubicBezTo>
                    <a:pt x="1962" y="2000"/>
                    <a:pt x="0" y="4312"/>
                    <a:pt x="100" y="7373"/>
                  </a:cubicBezTo>
                  <a:cubicBezTo>
                    <a:pt x="113" y="7461"/>
                    <a:pt x="225" y="7461"/>
                    <a:pt x="238" y="7373"/>
                  </a:cubicBezTo>
                  <a:cubicBezTo>
                    <a:pt x="513" y="1100"/>
                    <a:pt x="7511" y="887"/>
                    <a:pt x="11872" y="2724"/>
                  </a:cubicBezTo>
                  <a:cubicBezTo>
                    <a:pt x="13597" y="3449"/>
                    <a:pt x="15309" y="4437"/>
                    <a:pt x="17208" y="4661"/>
                  </a:cubicBezTo>
                  <a:cubicBezTo>
                    <a:pt x="19108" y="4886"/>
                    <a:pt x="20620" y="4387"/>
                    <a:pt x="21957" y="3087"/>
                  </a:cubicBezTo>
                  <a:cubicBezTo>
                    <a:pt x="22044" y="2999"/>
                    <a:pt x="21919" y="2874"/>
                    <a:pt x="21832" y="294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4" name="Google Shape;2164;p89"/>
            <p:cNvSpPr/>
            <p:nvPr/>
          </p:nvSpPr>
          <p:spPr>
            <a:xfrm>
              <a:off x="844200" y="1369575"/>
              <a:ext cx="180925" cy="121575"/>
            </a:xfrm>
            <a:custGeom>
              <a:rect b="b" l="l" r="r" t="t"/>
              <a:pathLst>
                <a:path extrusionOk="0" h="4863" w="7237">
                  <a:moveTo>
                    <a:pt x="13" y="1688"/>
                  </a:moveTo>
                  <a:cubicBezTo>
                    <a:pt x="151" y="3700"/>
                    <a:pt x="2612" y="4862"/>
                    <a:pt x="4412" y="4325"/>
                  </a:cubicBezTo>
                  <a:cubicBezTo>
                    <a:pt x="5924" y="3875"/>
                    <a:pt x="7236" y="1338"/>
                    <a:pt x="5849" y="88"/>
                  </a:cubicBezTo>
                  <a:cubicBezTo>
                    <a:pt x="5774" y="1"/>
                    <a:pt x="5649" y="126"/>
                    <a:pt x="5737" y="201"/>
                  </a:cubicBezTo>
                  <a:cubicBezTo>
                    <a:pt x="7124" y="1725"/>
                    <a:pt x="5474" y="4025"/>
                    <a:pt x="3837" y="4225"/>
                  </a:cubicBezTo>
                  <a:cubicBezTo>
                    <a:pt x="2288" y="4425"/>
                    <a:pt x="326" y="3413"/>
                    <a:pt x="201" y="1688"/>
                  </a:cubicBezTo>
                  <a:cubicBezTo>
                    <a:pt x="201" y="1563"/>
                    <a:pt x="1" y="1563"/>
                    <a:pt x="13" y="16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5" name="Google Shape;2165;p89"/>
            <p:cNvSpPr/>
            <p:nvPr/>
          </p:nvSpPr>
          <p:spPr>
            <a:xfrm>
              <a:off x="898575" y="1348025"/>
              <a:ext cx="73125" cy="77200"/>
            </a:xfrm>
            <a:custGeom>
              <a:rect b="b" l="l" r="r" t="t"/>
              <a:pathLst>
                <a:path extrusionOk="0" h="3088" w="2925">
                  <a:moveTo>
                    <a:pt x="2849" y="488"/>
                  </a:moveTo>
                  <a:cubicBezTo>
                    <a:pt x="2025" y="1"/>
                    <a:pt x="800" y="351"/>
                    <a:pt x="387" y="1238"/>
                  </a:cubicBezTo>
                  <a:cubicBezTo>
                    <a:pt x="0" y="2063"/>
                    <a:pt x="612" y="2987"/>
                    <a:pt x="1487" y="3075"/>
                  </a:cubicBezTo>
                  <a:cubicBezTo>
                    <a:pt x="1600" y="3087"/>
                    <a:pt x="1625" y="2900"/>
                    <a:pt x="1512" y="2887"/>
                  </a:cubicBezTo>
                  <a:cubicBezTo>
                    <a:pt x="700" y="2737"/>
                    <a:pt x="200" y="1913"/>
                    <a:pt x="675" y="1163"/>
                  </a:cubicBezTo>
                  <a:cubicBezTo>
                    <a:pt x="1137" y="476"/>
                    <a:pt x="2037" y="251"/>
                    <a:pt x="2774" y="625"/>
                  </a:cubicBezTo>
                  <a:cubicBezTo>
                    <a:pt x="2862" y="663"/>
                    <a:pt x="2924" y="551"/>
                    <a:pt x="2849" y="4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6" name="Google Shape;2166;p89"/>
            <p:cNvSpPr/>
            <p:nvPr/>
          </p:nvSpPr>
          <p:spPr>
            <a:xfrm>
              <a:off x="944800" y="1418950"/>
              <a:ext cx="25" cy="325"/>
            </a:xfrm>
            <a:custGeom>
              <a:rect b="b" l="l" r="r" t="t"/>
              <a:pathLst>
                <a:path extrusionOk="0" h="13" w="1">
                  <a:moveTo>
                    <a:pt x="1" y="13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7" name="Google Shape;2167;p89"/>
            <p:cNvSpPr/>
            <p:nvPr/>
          </p:nvSpPr>
          <p:spPr>
            <a:xfrm>
              <a:off x="752350" y="1240875"/>
              <a:ext cx="206850" cy="104050"/>
            </a:xfrm>
            <a:custGeom>
              <a:rect b="b" l="l" r="r" t="t"/>
              <a:pathLst>
                <a:path extrusionOk="0" h="4162" w="8274">
                  <a:moveTo>
                    <a:pt x="8123" y="25"/>
                  </a:moveTo>
                  <a:cubicBezTo>
                    <a:pt x="6999" y="263"/>
                    <a:pt x="5937" y="725"/>
                    <a:pt x="4987" y="1375"/>
                  </a:cubicBezTo>
                  <a:cubicBezTo>
                    <a:pt x="3537" y="2387"/>
                    <a:pt x="2063" y="4162"/>
                    <a:pt x="176" y="2875"/>
                  </a:cubicBezTo>
                  <a:cubicBezTo>
                    <a:pt x="101" y="2825"/>
                    <a:pt x="1" y="2950"/>
                    <a:pt x="76" y="3012"/>
                  </a:cubicBezTo>
                  <a:cubicBezTo>
                    <a:pt x="825" y="3699"/>
                    <a:pt x="1775" y="3699"/>
                    <a:pt x="2700" y="3299"/>
                  </a:cubicBezTo>
                  <a:cubicBezTo>
                    <a:pt x="3375" y="2999"/>
                    <a:pt x="3912" y="2475"/>
                    <a:pt x="4474" y="2025"/>
                  </a:cubicBezTo>
                  <a:cubicBezTo>
                    <a:pt x="5549" y="1137"/>
                    <a:pt x="6811" y="500"/>
                    <a:pt x="8173" y="175"/>
                  </a:cubicBezTo>
                  <a:cubicBezTo>
                    <a:pt x="8273" y="150"/>
                    <a:pt x="8223" y="0"/>
                    <a:pt x="8123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8" name="Google Shape;2168;p89"/>
            <p:cNvSpPr/>
            <p:nvPr/>
          </p:nvSpPr>
          <p:spPr>
            <a:xfrm>
              <a:off x="1012600" y="1245875"/>
              <a:ext cx="88750" cy="80000"/>
            </a:xfrm>
            <a:custGeom>
              <a:rect b="b" l="l" r="r" t="t"/>
              <a:pathLst>
                <a:path extrusionOk="0" h="3200" w="3550">
                  <a:moveTo>
                    <a:pt x="3437" y="313"/>
                  </a:moveTo>
                  <a:cubicBezTo>
                    <a:pt x="2562" y="113"/>
                    <a:pt x="1700" y="0"/>
                    <a:pt x="900" y="488"/>
                  </a:cubicBezTo>
                  <a:cubicBezTo>
                    <a:pt x="363" y="813"/>
                    <a:pt x="0" y="1325"/>
                    <a:pt x="100" y="1975"/>
                  </a:cubicBezTo>
                  <a:cubicBezTo>
                    <a:pt x="200" y="2587"/>
                    <a:pt x="700" y="3062"/>
                    <a:pt x="1325" y="3137"/>
                  </a:cubicBezTo>
                  <a:cubicBezTo>
                    <a:pt x="1787" y="3187"/>
                    <a:pt x="2462" y="3024"/>
                    <a:pt x="2512" y="2475"/>
                  </a:cubicBezTo>
                  <a:cubicBezTo>
                    <a:pt x="2525" y="2387"/>
                    <a:pt x="2400" y="2387"/>
                    <a:pt x="2387" y="2475"/>
                  </a:cubicBezTo>
                  <a:cubicBezTo>
                    <a:pt x="2312" y="3199"/>
                    <a:pt x="1100" y="2937"/>
                    <a:pt x="788" y="2712"/>
                  </a:cubicBezTo>
                  <a:cubicBezTo>
                    <a:pt x="300" y="2362"/>
                    <a:pt x="150" y="1700"/>
                    <a:pt x="450" y="1175"/>
                  </a:cubicBezTo>
                  <a:cubicBezTo>
                    <a:pt x="1063" y="163"/>
                    <a:pt x="2412" y="263"/>
                    <a:pt x="3387" y="488"/>
                  </a:cubicBezTo>
                  <a:cubicBezTo>
                    <a:pt x="3499" y="513"/>
                    <a:pt x="3549" y="338"/>
                    <a:pt x="3437" y="3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9" name="Google Shape;2169;p89"/>
            <p:cNvSpPr/>
            <p:nvPr/>
          </p:nvSpPr>
          <p:spPr>
            <a:xfrm>
              <a:off x="1123500" y="1272100"/>
              <a:ext cx="33450" cy="43775"/>
            </a:xfrm>
            <a:custGeom>
              <a:rect b="b" l="l" r="r" t="t"/>
              <a:pathLst>
                <a:path extrusionOk="0" h="1751" w="1338">
                  <a:moveTo>
                    <a:pt x="1238" y="188"/>
                  </a:moveTo>
                  <a:cubicBezTo>
                    <a:pt x="688" y="1"/>
                    <a:pt x="1" y="326"/>
                    <a:pt x="76" y="976"/>
                  </a:cubicBezTo>
                  <a:cubicBezTo>
                    <a:pt x="126" y="1413"/>
                    <a:pt x="825" y="1750"/>
                    <a:pt x="1088" y="1326"/>
                  </a:cubicBezTo>
                  <a:cubicBezTo>
                    <a:pt x="1163" y="1213"/>
                    <a:pt x="975" y="1101"/>
                    <a:pt x="900" y="1213"/>
                  </a:cubicBezTo>
                  <a:cubicBezTo>
                    <a:pt x="788" y="1288"/>
                    <a:pt x="651" y="1301"/>
                    <a:pt x="538" y="1263"/>
                  </a:cubicBezTo>
                  <a:cubicBezTo>
                    <a:pt x="263" y="1026"/>
                    <a:pt x="213" y="813"/>
                    <a:pt x="388" y="613"/>
                  </a:cubicBezTo>
                  <a:cubicBezTo>
                    <a:pt x="551" y="301"/>
                    <a:pt x="888" y="263"/>
                    <a:pt x="1188" y="351"/>
                  </a:cubicBezTo>
                  <a:cubicBezTo>
                    <a:pt x="1288" y="376"/>
                    <a:pt x="1338" y="226"/>
                    <a:pt x="1238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0" name="Google Shape;2170;p89"/>
            <p:cNvSpPr/>
            <p:nvPr/>
          </p:nvSpPr>
          <p:spPr>
            <a:xfrm>
              <a:off x="732975" y="1292100"/>
              <a:ext cx="31900" cy="31900"/>
            </a:xfrm>
            <a:custGeom>
              <a:rect b="b" l="l" r="r" t="t"/>
              <a:pathLst>
                <a:path extrusionOk="0" h="1276" w="1276">
                  <a:moveTo>
                    <a:pt x="951" y="925"/>
                  </a:moveTo>
                  <a:cubicBezTo>
                    <a:pt x="1275" y="563"/>
                    <a:pt x="826" y="1"/>
                    <a:pt x="413" y="326"/>
                  </a:cubicBezTo>
                  <a:cubicBezTo>
                    <a:pt x="1" y="651"/>
                    <a:pt x="476" y="1275"/>
                    <a:pt x="888" y="975"/>
                  </a:cubicBezTo>
                  <a:cubicBezTo>
                    <a:pt x="963" y="925"/>
                    <a:pt x="913" y="813"/>
                    <a:pt x="826" y="826"/>
                  </a:cubicBezTo>
                  <a:lnTo>
                    <a:pt x="826" y="826"/>
                  </a:lnTo>
                  <a:cubicBezTo>
                    <a:pt x="788" y="901"/>
                    <a:pt x="888" y="1000"/>
                    <a:pt x="951" y="9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1" name="Google Shape;2171;p89"/>
            <p:cNvSpPr/>
            <p:nvPr/>
          </p:nvSpPr>
          <p:spPr>
            <a:xfrm>
              <a:off x="809225" y="1274925"/>
              <a:ext cx="77800" cy="113125"/>
            </a:xfrm>
            <a:custGeom>
              <a:rect b="b" l="l" r="r" t="t"/>
              <a:pathLst>
                <a:path extrusionOk="0" h="4525" w="3112">
                  <a:moveTo>
                    <a:pt x="2949" y="63"/>
                  </a:moveTo>
                  <a:cubicBezTo>
                    <a:pt x="1550" y="1163"/>
                    <a:pt x="525" y="2675"/>
                    <a:pt x="25" y="4374"/>
                  </a:cubicBezTo>
                  <a:cubicBezTo>
                    <a:pt x="0" y="4462"/>
                    <a:pt x="125" y="4524"/>
                    <a:pt x="175" y="4437"/>
                  </a:cubicBezTo>
                  <a:cubicBezTo>
                    <a:pt x="925" y="2825"/>
                    <a:pt x="1687" y="1338"/>
                    <a:pt x="3049" y="150"/>
                  </a:cubicBezTo>
                  <a:cubicBezTo>
                    <a:pt x="3112" y="100"/>
                    <a:pt x="3012" y="0"/>
                    <a:pt x="2949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2" name="Google Shape;2172;p89"/>
            <p:cNvSpPr/>
            <p:nvPr/>
          </p:nvSpPr>
          <p:spPr>
            <a:xfrm>
              <a:off x="792650" y="1376150"/>
              <a:ext cx="30650" cy="32525"/>
            </a:xfrm>
            <a:custGeom>
              <a:rect b="b" l="l" r="r" t="t"/>
              <a:pathLst>
                <a:path extrusionOk="0" h="1301" w="1226">
                  <a:moveTo>
                    <a:pt x="725" y="500"/>
                  </a:moveTo>
                  <a:lnTo>
                    <a:pt x="725" y="563"/>
                  </a:lnTo>
                  <a:cubicBezTo>
                    <a:pt x="800" y="638"/>
                    <a:pt x="913" y="550"/>
                    <a:pt x="875" y="450"/>
                  </a:cubicBezTo>
                  <a:cubicBezTo>
                    <a:pt x="626" y="0"/>
                    <a:pt x="1" y="550"/>
                    <a:pt x="338" y="925"/>
                  </a:cubicBezTo>
                  <a:cubicBezTo>
                    <a:pt x="688" y="1300"/>
                    <a:pt x="1225" y="750"/>
                    <a:pt x="838" y="388"/>
                  </a:cubicBezTo>
                  <a:cubicBezTo>
                    <a:pt x="763" y="325"/>
                    <a:pt x="663" y="425"/>
                    <a:pt x="725" y="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3" name="Google Shape;2173;p89"/>
            <p:cNvSpPr/>
            <p:nvPr/>
          </p:nvSpPr>
          <p:spPr>
            <a:xfrm>
              <a:off x="841400" y="1393325"/>
              <a:ext cx="5650" cy="9725"/>
            </a:xfrm>
            <a:custGeom>
              <a:rect b="b" l="l" r="r" t="t"/>
              <a:pathLst>
                <a:path extrusionOk="0" h="389" w="226">
                  <a:moveTo>
                    <a:pt x="13" y="126"/>
                  </a:moveTo>
                  <a:cubicBezTo>
                    <a:pt x="0" y="201"/>
                    <a:pt x="13" y="276"/>
                    <a:pt x="63" y="326"/>
                  </a:cubicBezTo>
                  <a:cubicBezTo>
                    <a:pt x="100" y="388"/>
                    <a:pt x="225" y="376"/>
                    <a:pt x="225" y="288"/>
                  </a:cubicBezTo>
                  <a:cubicBezTo>
                    <a:pt x="213" y="238"/>
                    <a:pt x="213" y="176"/>
                    <a:pt x="213" y="126"/>
                  </a:cubicBezTo>
                  <a:cubicBezTo>
                    <a:pt x="200" y="1"/>
                    <a:pt x="13" y="1"/>
                    <a:pt x="13" y="1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4" name="Google Shape;2174;p89"/>
            <p:cNvSpPr/>
            <p:nvPr/>
          </p:nvSpPr>
          <p:spPr>
            <a:xfrm>
              <a:off x="973550" y="1363650"/>
              <a:ext cx="9700" cy="6900"/>
            </a:xfrm>
            <a:custGeom>
              <a:rect b="b" l="l" r="r" t="t"/>
              <a:pathLst>
                <a:path extrusionOk="0" h="276" w="388">
                  <a:moveTo>
                    <a:pt x="75" y="188"/>
                  </a:moveTo>
                  <a:cubicBezTo>
                    <a:pt x="138" y="225"/>
                    <a:pt x="213" y="250"/>
                    <a:pt x="288" y="263"/>
                  </a:cubicBezTo>
                  <a:cubicBezTo>
                    <a:pt x="350" y="275"/>
                    <a:pt x="388" y="213"/>
                    <a:pt x="350" y="163"/>
                  </a:cubicBezTo>
                  <a:cubicBezTo>
                    <a:pt x="300" y="100"/>
                    <a:pt x="225" y="50"/>
                    <a:pt x="138" y="25"/>
                  </a:cubicBezTo>
                  <a:cubicBezTo>
                    <a:pt x="50" y="0"/>
                    <a:pt x="0" y="138"/>
                    <a:pt x="75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5" name="Google Shape;2175;p89"/>
            <p:cNvSpPr/>
            <p:nvPr/>
          </p:nvSpPr>
          <p:spPr>
            <a:xfrm>
              <a:off x="832025" y="1234000"/>
              <a:ext cx="156850" cy="27525"/>
            </a:xfrm>
            <a:custGeom>
              <a:rect b="b" l="l" r="r" t="t"/>
              <a:pathLst>
                <a:path extrusionOk="0" h="1101" w="6274">
                  <a:moveTo>
                    <a:pt x="6174" y="13"/>
                  </a:moveTo>
                  <a:cubicBezTo>
                    <a:pt x="5324" y="0"/>
                    <a:pt x="4462" y="75"/>
                    <a:pt x="3624" y="250"/>
                  </a:cubicBezTo>
                  <a:cubicBezTo>
                    <a:pt x="2475" y="488"/>
                    <a:pt x="1350" y="925"/>
                    <a:pt x="163" y="613"/>
                  </a:cubicBezTo>
                  <a:cubicBezTo>
                    <a:pt x="50" y="575"/>
                    <a:pt x="0" y="763"/>
                    <a:pt x="113" y="788"/>
                  </a:cubicBezTo>
                  <a:cubicBezTo>
                    <a:pt x="913" y="1100"/>
                    <a:pt x="1625" y="950"/>
                    <a:pt x="2450" y="775"/>
                  </a:cubicBezTo>
                  <a:cubicBezTo>
                    <a:pt x="3687" y="500"/>
                    <a:pt x="4899" y="250"/>
                    <a:pt x="6174" y="188"/>
                  </a:cubicBezTo>
                  <a:cubicBezTo>
                    <a:pt x="6274" y="175"/>
                    <a:pt x="6274" y="25"/>
                    <a:pt x="6174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6" name="Google Shape;2176;p89"/>
            <p:cNvSpPr/>
            <p:nvPr/>
          </p:nvSpPr>
          <p:spPr>
            <a:xfrm>
              <a:off x="810775" y="1233675"/>
              <a:ext cx="33150" cy="30975"/>
            </a:xfrm>
            <a:custGeom>
              <a:rect b="b" l="l" r="r" t="t"/>
              <a:pathLst>
                <a:path extrusionOk="0" h="1239" w="1326">
                  <a:moveTo>
                    <a:pt x="875" y="688"/>
                  </a:moveTo>
                  <a:lnTo>
                    <a:pt x="763" y="651"/>
                  </a:lnTo>
                  <a:cubicBezTo>
                    <a:pt x="700" y="726"/>
                    <a:pt x="763" y="826"/>
                    <a:pt x="850" y="813"/>
                  </a:cubicBezTo>
                  <a:cubicBezTo>
                    <a:pt x="1325" y="651"/>
                    <a:pt x="850" y="1"/>
                    <a:pt x="463" y="226"/>
                  </a:cubicBezTo>
                  <a:cubicBezTo>
                    <a:pt x="0" y="526"/>
                    <a:pt x="550" y="1238"/>
                    <a:pt x="975" y="801"/>
                  </a:cubicBezTo>
                  <a:cubicBezTo>
                    <a:pt x="1038" y="738"/>
                    <a:pt x="950" y="638"/>
                    <a:pt x="875" y="6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7" name="Google Shape;2177;p89"/>
            <p:cNvSpPr/>
            <p:nvPr/>
          </p:nvSpPr>
          <p:spPr>
            <a:xfrm>
              <a:off x="766400" y="1291175"/>
              <a:ext cx="73150" cy="22525"/>
            </a:xfrm>
            <a:custGeom>
              <a:rect b="b" l="l" r="r" t="t"/>
              <a:pathLst>
                <a:path extrusionOk="0" h="901" w="2926">
                  <a:moveTo>
                    <a:pt x="2813" y="638"/>
                  </a:moveTo>
                  <a:cubicBezTo>
                    <a:pt x="2500" y="338"/>
                    <a:pt x="2113" y="150"/>
                    <a:pt x="1688" y="100"/>
                  </a:cubicBezTo>
                  <a:cubicBezTo>
                    <a:pt x="1226" y="38"/>
                    <a:pt x="526" y="0"/>
                    <a:pt x="113" y="263"/>
                  </a:cubicBezTo>
                  <a:cubicBezTo>
                    <a:pt x="1" y="325"/>
                    <a:pt x="76" y="488"/>
                    <a:pt x="201" y="463"/>
                  </a:cubicBezTo>
                  <a:cubicBezTo>
                    <a:pt x="976" y="263"/>
                    <a:pt x="2025" y="213"/>
                    <a:pt x="2650" y="800"/>
                  </a:cubicBezTo>
                  <a:cubicBezTo>
                    <a:pt x="2763" y="900"/>
                    <a:pt x="2925" y="738"/>
                    <a:pt x="2813" y="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8" name="Google Shape;2178;p89"/>
            <p:cNvSpPr/>
            <p:nvPr/>
          </p:nvSpPr>
          <p:spPr>
            <a:xfrm>
              <a:off x="767350" y="1296800"/>
              <a:ext cx="70625" cy="23450"/>
            </a:xfrm>
            <a:custGeom>
              <a:rect b="b" l="l" r="r" t="t"/>
              <a:pathLst>
                <a:path extrusionOk="0" h="938" w="2825">
                  <a:moveTo>
                    <a:pt x="63" y="200"/>
                  </a:moveTo>
                  <a:cubicBezTo>
                    <a:pt x="575" y="887"/>
                    <a:pt x="2012" y="937"/>
                    <a:pt x="2712" y="575"/>
                  </a:cubicBezTo>
                  <a:cubicBezTo>
                    <a:pt x="2825" y="513"/>
                    <a:pt x="2737" y="375"/>
                    <a:pt x="2637" y="388"/>
                  </a:cubicBezTo>
                  <a:cubicBezTo>
                    <a:pt x="1925" y="500"/>
                    <a:pt x="763" y="762"/>
                    <a:pt x="213" y="88"/>
                  </a:cubicBezTo>
                  <a:cubicBezTo>
                    <a:pt x="150" y="0"/>
                    <a:pt x="0" y="113"/>
                    <a:pt x="63" y="2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9" name="Google Shape;2179;p89"/>
            <p:cNvSpPr/>
            <p:nvPr/>
          </p:nvSpPr>
          <p:spPr>
            <a:xfrm>
              <a:off x="919500" y="1249000"/>
              <a:ext cx="18150" cy="56875"/>
            </a:xfrm>
            <a:custGeom>
              <a:rect b="b" l="l" r="r" t="t"/>
              <a:pathLst>
                <a:path extrusionOk="0" h="2275" w="726">
                  <a:moveTo>
                    <a:pt x="325" y="163"/>
                  </a:moveTo>
                  <a:cubicBezTo>
                    <a:pt x="488" y="800"/>
                    <a:pt x="400" y="1475"/>
                    <a:pt x="75" y="2037"/>
                  </a:cubicBezTo>
                  <a:cubicBezTo>
                    <a:pt x="0" y="2162"/>
                    <a:pt x="188" y="2275"/>
                    <a:pt x="263" y="2150"/>
                  </a:cubicBezTo>
                  <a:cubicBezTo>
                    <a:pt x="638" y="1537"/>
                    <a:pt x="725" y="800"/>
                    <a:pt x="500" y="113"/>
                  </a:cubicBezTo>
                  <a:cubicBezTo>
                    <a:pt x="463" y="0"/>
                    <a:pt x="288" y="50"/>
                    <a:pt x="325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0" name="Google Shape;2180;p89"/>
            <p:cNvSpPr/>
            <p:nvPr/>
          </p:nvSpPr>
          <p:spPr>
            <a:xfrm>
              <a:off x="914500" y="1250875"/>
              <a:ext cx="16275" cy="54375"/>
            </a:xfrm>
            <a:custGeom>
              <a:rect b="b" l="l" r="r" t="t"/>
              <a:pathLst>
                <a:path extrusionOk="0" h="2175" w="651">
                  <a:moveTo>
                    <a:pt x="463" y="1987"/>
                  </a:moveTo>
                  <a:cubicBezTo>
                    <a:pt x="338" y="1625"/>
                    <a:pt x="288" y="1225"/>
                    <a:pt x="350" y="850"/>
                  </a:cubicBezTo>
                  <a:cubicBezTo>
                    <a:pt x="400" y="563"/>
                    <a:pt x="538" y="388"/>
                    <a:pt x="638" y="150"/>
                  </a:cubicBezTo>
                  <a:cubicBezTo>
                    <a:pt x="650" y="100"/>
                    <a:pt x="625" y="63"/>
                    <a:pt x="588" y="50"/>
                  </a:cubicBezTo>
                  <a:cubicBezTo>
                    <a:pt x="288" y="0"/>
                    <a:pt x="188" y="325"/>
                    <a:pt x="113" y="563"/>
                  </a:cubicBezTo>
                  <a:cubicBezTo>
                    <a:pt x="0" y="1062"/>
                    <a:pt x="50" y="1575"/>
                    <a:pt x="250" y="2050"/>
                  </a:cubicBezTo>
                  <a:cubicBezTo>
                    <a:pt x="300" y="2175"/>
                    <a:pt x="500" y="2125"/>
                    <a:pt x="463" y="19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1" name="Google Shape;2181;p89"/>
            <p:cNvSpPr/>
            <p:nvPr/>
          </p:nvSpPr>
          <p:spPr>
            <a:xfrm>
              <a:off x="1186925" y="1310225"/>
              <a:ext cx="83125" cy="26900"/>
            </a:xfrm>
            <a:custGeom>
              <a:rect b="b" l="l" r="r" t="t"/>
              <a:pathLst>
                <a:path extrusionOk="0" h="1076" w="3325">
                  <a:moveTo>
                    <a:pt x="3200" y="151"/>
                  </a:moveTo>
                  <a:cubicBezTo>
                    <a:pt x="2187" y="1"/>
                    <a:pt x="813" y="151"/>
                    <a:pt x="63" y="913"/>
                  </a:cubicBezTo>
                  <a:cubicBezTo>
                    <a:pt x="1" y="963"/>
                    <a:pt x="63" y="1075"/>
                    <a:pt x="138" y="1050"/>
                  </a:cubicBezTo>
                  <a:cubicBezTo>
                    <a:pt x="613" y="888"/>
                    <a:pt x="1013" y="600"/>
                    <a:pt x="1500" y="475"/>
                  </a:cubicBezTo>
                  <a:cubicBezTo>
                    <a:pt x="2050" y="338"/>
                    <a:pt x="2612" y="300"/>
                    <a:pt x="3162" y="363"/>
                  </a:cubicBezTo>
                  <a:cubicBezTo>
                    <a:pt x="3287" y="375"/>
                    <a:pt x="3325" y="163"/>
                    <a:pt x="3200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2" name="Google Shape;2182;p89"/>
            <p:cNvSpPr/>
            <p:nvPr/>
          </p:nvSpPr>
          <p:spPr>
            <a:xfrm>
              <a:off x="1187250" y="1314900"/>
              <a:ext cx="100600" cy="30975"/>
            </a:xfrm>
            <a:custGeom>
              <a:rect b="b" l="l" r="r" t="t"/>
              <a:pathLst>
                <a:path extrusionOk="0" h="1239" w="4024">
                  <a:moveTo>
                    <a:pt x="138" y="1001"/>
                  </a:moveTo>
                  <a:cubicBezTo>
                    <a:pt x="762" y="1113"/>
                    <a:pt x="1412" y="1238"/>
                    <a:pt x="2049" y="1151"/>
                  </a:cubicBezTo>
                  <a:cubicBezTo>
                    <a:pt x="2724" y="1038"/>
                    <a:pt x="3312" y="688"/>
                    <a:pt x="3887" y="313"/>
                  </a:cubicBezTo>
                  <a:cubicBezTo>
                    <a:pt x="4024" y="226"/>
                    <a:pt x="3887" y="1"/>
                    <a:pt x="3749" y="88"/>
                  </a:cubicBezTo>
                  <a:cubicBezTo>
                    <a:pt x="3287" y="401"/>
                    <a:pt x="2787" y="713"/>
                    <a:pt x="2237" y="851"/>
                  </a:cubicBezTo>
                  <a:cubicBezTo>
                    <a:pt x="1575" y="1013"/>
                    <a:pt x="862" y="901"/>
                    <a:pt x="187" y="788"/>
                  </a:cubicBezTo>
                  <a:cubicBezTo>
                    <a:pt x="50" y="776"/>
                    <a:pt x="0" y="976"/>
                    <a:pt x="138" y="10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3" name="Google Shape;2183;p89"/>
            <p:cNvSpPr/>
            <p:nvPr/>
          </p:nvSpPr>
          <p:spPr>
            <a:xfrm>
              <a:off x="585525" y="1460800"/>
              <a:ext cx="199975" cy="551150"/>
            </a:xfrm>
            <a:custGeom>
              <a:rect b="b" l="l" r="r" t="t"/>
              <a:pathLst>
                <a:path extrusionOk="0" h="22046" w="7999">
                  <a:moveTo>
                    <a:pt x="3487" y="21958"/>
                  </a:moveTo>
                  <a:cubicBezTo>
                    <a:pt x="4799" y="20621"/>
                    <a:pt x="5299" y="19108"/>
                    <a:pt x="5074" y="17209"/>
                  </a:cubicBezTo>
                  <a:cubicBezTo>
                    <a:pt x="4912" y="15809"/>
                    <a:pt x="4287" y="14560"/>
                    <a:pt x="3749" y="13285"/>
                  </a:cubicBezTo>
                  <a:cubicBezTo>
                    <a:pt x="1875" y="8811"/>
                    <a:pt x="0" y="576"/>
                    <a:pt x="7786" y="238"/>
                  </a:cubicBezTo>
                  <a:cubicBezTo>
                    <a:pt x="7861" y="238"/>
                    <a:pt x="7861" y="113"/>
                    <a:pt x="7786" y="101"/>
                  </a:cubicBezTo>
                  <a:cubicBezTo>
                    <a:pt x="4737" y="1"/>
                    <a:pt x="2400" y="1975"/>
                    <a:pt x="1712" y="4962"/>
                  </a:cubicBezTo>
                  <a:cubicBezTo>
                    <a:pt x="400" y="10611"/>
                    <a:pt x="7998" y="17034"/>
                    <a:pt x="3362" y="21833"/>
                  </a:cubicBezTo>
                  <a:cubicBezTo>
                    <a:pt x="3274" y="21908"/>
                    <a:pt x="3412" y="22045"/>
                    <a:pt x="3487" y="219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4" name="Google Shape;2184;p89"/>
            <p:cNvSpPr/>
            <p:nvPr/>
          </p:nvSpPr>
          <p:spPr>
            <a:xfrm>
              <a:off x="762975" y="1465800"/>
              <a:ext cx="121550" cy="180925"/>
            </a:xfrm>
            <a:custGeom>
              <a:rect b="b" l="l" r="r" t="t"/>
              <a:pathLst>
                <a:path extrusionOk="0" h="7237" w="4862">
                  <a:moveTo>
                    <a:pt x="1688" y="201"/>
                  </a:moveTo>
                  <a:cubicBezTo>
                    <a:pt x="3412" y="326"/>
                    <a:pt x="4424" y="2288"/>
                    <a:pt x="4224" y="3837"/>
                  </a:cubicBezTo>
                  <a:cubicBezTo>
                    <a:pt x="4024" y="5462"/>
                    <a:pt x="1725" y="7124"/>
                    <a:pt x="200" y="5724"/>
                  </a:cubicBezTo>
                  <a:cubicBezTo>
                    <a:pt x="125" y="5649"/>
                    <a:pt x="0" y="5774"/>
                    <a:pt x="88" y="5849"/>
                  </a:cubicBezTo>
                  <a:cubicBezTo>
                    <a:pt x="1338" y="7237"/>
                    <a:pt x="3874" y="5924"/>
                    <a:pt x="4324" y="4412"/>
                  </a:cubicBezTo>
                  <a:cubicBezTo>
                    <a:pt x="4862" y="2600"/>
                    <a:pt x="3700" y="151"/>
                    <a:pt x="1688" y="13"/>
                  </a:cubicBezTo>
                  <a:cubicBezTo>
                    <a:pt x="1563" y="1"/>
                    <a:pt x="1563" y="201"/>
                    <a:pt x="1688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5" name="Google Shape;2185;p89"/>
            <p:cNvSpPr/>
            <p:nvPr/>
          </p:nvSpPr>
          <p:spPr>
            <a:xfrm>
              <a:off x="741425" y="1520175"/>
              <a:ext cx="77175" cy="73125"/>
            </a:xfrm>
            <a:custGeom>
              <a:rect b="b" l="l" r="r" t="t"/>
              <a:pathLst>
                <a:path extrusionOk="0" h="2925" w="3087">
                  <a:moveTo>
                    <a:pt x="625" y="2775"/>
                  </a:moveTo>
                  <a:cubicBezTo>
                    <a:pt x="250" y="2037"/>
                    <a:pt x="475" y="1138"/>
                    <a:pt x="1162" y="675"/>
                  </a:cubicBezTo>
                  <a:cubicBezTo>
                    <a:pt x="1900" y="188"/>
                    <a:pt x="2737" y="713"/>
                    <a:pt x="2874" y="1512"/>
                  </a:cubicBezTo>
                  <a:cubicBezTo>
                    <a:pt x="2899" y="1625"/>
                    <a:pt x="3087" y="1600"/>
                    <a:pt x="3074" y="1487"/>
                  </a:cubicBezTo>
                  <a:cubicBezTo>
                    <a:pt x="2987" y="613"/>
                    <a:pt x="2062" y="0"/>
                    <a:pt x="1237" y="388"/>
                  </a:cubicBezTo>
                  <a:cubicBezTo>
                    <a:pt x="350" y="800"/>
                    <a:pt x="0" y="2025"/>
                    <a:pt x="488" y="2850"/>
                  </a:cubicBezTo>
                  <a:cubicBezTo>
                    <a:pt x="538" y="2925"/>
                    <a:pt x="663" y="2862"/>
                    <a:pt x="625" y="27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6" name="Google Shape;2186;p89"/>
            <p:cNvSpPr/>
            <p:nvPr/>
          </p:nvSpPr>
          <p:spPr>
            <a:xfrm>
              <a:off x="812325" y="1566400"/>
              <a:ext cx="25" cy="350"/>
            </a:xfrm>
            <a:custGeom>
              <a:rect b="b" l="l" r="r" t="t"/>
              <a:pathLst>
                <a:path extrusionOk="0" h="14" w="1">
                  <a:moveTo>
                    <a:pt x="1" y="13"/>
                  </a:moveTo>
                  <a:lnTo>
                    <a:pt x="1" y="1"/>
                  </a:lnTo>
                  <a:cubicBezTo>
                    <a:pt x="1" y="1"/>
                    <a:pt x="1" y="13"/>
                    <a:pt x="1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7" name="Google Shape;2187;p89"/>
            <p:cNvSpPr/>
            <p:nvPr/>
          </p:nvSpPr>
          <p:spPr>
            <a:xfrm>
              <a:off x="633950" y="1373950"/>
              <a:ext cx="104050" cy="206550"/>
            </a:xfrm>
            <a:custGeom>
              <a:rect b="b" l="l" r="r" t="t"/>
              <a:pathLst>
                <a:path extrusionOk="0" h="8262" w="4162">
                  <a:moveTo>
                    <a:pt x="175" y="8174"/>
                  </a:moveTo>
                  <a:cubicBezTo>
                    <a:pt x="463" y="6974"/>
                    <a:pt x="988" y="5862"/>
                    <a:pt x="1725" y="4887"/>
                  </a:cubicBezTo>
                  <a:cubicBezTo>
                    <a:pt x="2250" y="4187"/>
                    <a:pt x="2937" y="3525"/>
                    <a:pt x="3312" y="2700"/>
                  </a:cubicBezTo>
                  <a:cubicBezTo>
                    <a:pt x="3712" y="1788"/>
                    <a:pt x="3699" y="826"/>
                    <a:pt x="3025" y="76"/>
                  </a:cubicBezTo>
                  <a:cubicBezTo>
                    <a:pt x="2962" y="1"/>
                    <a:pt x="2837" y="88"/>
                    <a:pt x="2887" y="176"/>
                  </a:cubicBezTo>
                  <a:cubicBezTo>
                    <a:pt x="4162" y="2050"/>
                    <a:pt x="2400" y="3537"/>
                    <a:pt x="1387" y="4987"/>
                  </a:cubicBezTo>
                  <a:cubicBezTo>
                    <a:pt x="738" y="5937"/>
                    <a:pt x="275" y="6999"/>
                    <a:pt x="25" y="8124"/>
                  </a:cubicBezTo>
                  <a:cubicBezTo>
                    <a:pt x="0" y="8224"/>
                    <a:pt x="150" y="8261"/>
                    <a:pt x="188" y="8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8" name="Google Shape;2188;p89"/>
            <p:cNvSpPr/>
            <p:nvPr/>
          </p:nvSpPr>
          <p:spPr>
            <a:xfrm>
              <a:off x="638950" y="1634200"/>
              <a:ext cx="81550" cy="88450"/>
            </a:xfrm>
            <a:custGeom>
              <a:rect b="b" l="l" r="r" t="t"/>
              <a:pathLst>
                <a:path extrusionOk="0" h="3538" w="3262">
                  <a:moveTo>
                    <a:pt x="488" y="3387"/>
                  </a:moveTo>
                  <a:cubicBezTo>
                    <a:pt x="275" y="2413"/>
                    <a:pt x="175" y="1050"/>
                    <a:pt x="1187" y="438"/>
                  </a:cubicBezTo>
                  <a:cubicBezTo>
                    <a:pt x="1650" y="176"/>
                    <a:pt x="2250" y="263"/>
                    <a:pt x="2625" y="650"/>
                  </a:cubicBezTo>
                  <a:cubicBezTo>
                    <a:pt x="2937" y="975"/>
                    <a:pt x="3262" y="2300"/>
                    <a:pt x="2475" y="2388"/>
                  </a:cubicBezTo>
                  <a:cubicBezTo>
                    <a:pt x="2400" y="2388"/>
                    <a:pt x="2400" y="2525"/>
                    <a:pt x="2475" y="2512"/>
                  </a:cubicBezTo>
                  <a:cubicBezTo>
                    <a:pt x="3024" y="2462"/>
                    <a:pt x="3199" y="1788"/>
                    <a:pt x="3137" y="1313"/>
                  </a:cubicBezTo>
                  <a:cubicBezTo>
                    <a:pt x="3074" y="700"/>
                    <a:pt x="2600" y="201"/>
                    <a:pt x="1975" y="101"/>
                  </a:cubicBezTo>
                  <a:cubicBezTo>
                    <a:pt x="1337" y="1"/>
                    <a:pt x="825" y="363"/>
                    <a:pt x="500" y="900"/>
                  </a:cubicBezTo>
                  <a:cubicBezTo>
                    <a:pt x="0" y="1700"/>
                    <a:pt x="125" y="2562"/>
                    <a:pt x="325" y="3425"/>
                  </a:cubicBezTo>
                  <a:cubicBezTo>
                    <a:pt x="350" y="3537"/>
                    <a:pt x="525" y="3500"/>
                    <a:pt x="488" y="33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9" name="Google Shape;2189;p89"/>
            <p:cNvSpPr/>
            <p:nvPr/>
          </p:nvSpPr>
          <p:spPr>
            <a:xfrm>
              <a:off x="665200" y="1745425"/>
              <a:ext cx="44075" cy="33150"/>
            </a:xfrm>
            <a:custGeom>
              <a:rect b="b" l="l" r="r" t="t"/>
              <a:pathLst>
                <a:path extrusionOk="0" h="1326" w="1763">
                  <a:moveTo>
                    <a:pt x="350" y="1175"/>
                  </a:moveTo>
                  <a:cubicBezTo>
                    <a:pt x="262" y="863"/>
                    <a:pt x="312" y="538"/>
                    <a:pt x="625" y="363"/>
                  </a:cubicBezTo>
                  <a:cubicBezTo>
                    <a:pt x="825" y="188"/>
                    <a:pt x="1037" y="238"/>
                    <a:pt x="1262" y="525"/>
                  </a:cubicBezTo>
                  <a:cubicBezTo>
                    <a:pt x="1312" y="650"/>
                    <a:pt x="1300" y="788"/>
                    <a:pt x="1225" y="900"/>
                  </a:cubicBezTo>
                  <a:cubicBezTo>
                    <a:pt x="1112" y="975"/>
                    <a:pt x="1212" y="1150"/>
                    <a:pt x="1325" y="1075"/>
                  </a:cubicBezTo>
                  <a:cubicBezTo>
                    <a:pt x="1762" y="813"/>
                    <a:pt x="1412" y="113"/>
                    <a:pt x="987" y="63"/>
                  </a:cubicBezTo>
                  <a:cubicBezTo>
                    <a:pt x="325" y="0"/>
                    <a:pt x="0" y="688"/>
                    <a:pt x="200" y="1225"/>
                  </a:cubicBezTo>
                  <a:cubicBezTo>
                    <a:pt x="237" y="1325"/>
                    <a:pt x="387" y="1288"/>
                    <a:pt x="350" y="1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0" name="Google Shape;2190;p89"/>
            <p:cNvSpPr/>
            <p:nvPr/>
          </p:nvSpPr>
          <p:spPr>
            <a:xfrm>
              <a:off x="685175" y="1354600"/>
              <a:ext cx="32200" cy="31875"/>
            </a:xfrm>
            <a:custGeom>
              <a:rect b="b" l="l" r="r" t="t"/>
              <a:pathLst>
                <a:path extrusionOk="0" h="1275" w="1288">
                  <a:moveTo>
                    <a:pt x="838" y="825"/>
                  </a:moveTo>
                  <a:lnTo>
                    <a:pt x="838" y="825"/>
                  </a:lnTo>
                  <a:cubicBezTo>
                    <a:pt x="826" y="900"/>
                    <a:pt x="926" y="950"/>
                    <a:pt x="988" y="887"/>
                  </a:cubicBezTo>
                  <a:cubicBezTo>
                    <a:pt x="1288" y="475"/>
                    <a:pt x="663" y="0"/>
                    <a:pt x="326" y="412"/>
                  </a:cubicBezTo>
                  <a:cubicBezTo>
                    <a:pt x="1" y="825"/>
                    <a:pt x="563" y="1275"/>
                    <a:pt x="938" y="950"/>
                  </a:cubicBezTo>
                  <a:cubicBezTo>
                    <a:pt x="1001" y="887"/>
                    <a:pt x="913" y="775"/>
                    <a:pt x="838" y="8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1" name="Google Shape;2191;p89"/>
            <p:cNvSpPr/>
            <p:nvPr/>
          </p:nvSpPr>
          <p:spPr>
            <a:xfrm>
              <a:off x="668300" y="1430500"/>
              <a:ext cx="113125" cy="77500"/>
            </a:xfrm>
            <a:custGeom>
              <a:rect b="b" l="l" r="r" t="t"/>
              <a:pathLst>
                <a:path extrusionOk="0" h="3100" w="4525">
                  <a:moveTo>
                    <a:pt x="151" y="3050"/>
                  </a:moveTo>
                  <a:cubicBezTo>
                    <a:pt x="1338" y="1688"/>
                    <a:pt x="2813" y="926"/>
                    <a:pt x="4437" y="176"/>
                  </a:cubicBezTo>
                  <a:cubicBezTo>
                    <a:pt x="4525" y="138"/>
                    <a:pt x="4462" y="1"/>
                    <a:pt x="4375" y="26"/>
                  </a:cubicBezTo>
                  <a:cubicBezTo>
                    <a:pt x="2663" y="538"/>
                    <a:pt x="1163" y="1550"/>
                    <a:pt x="51" y="2950"/>
                  </a:cubicBezTo>
                  <a:cubicBezTo>
                    <a:pt x="1" y="3012"/>
                    <a:pt x="88" y="3100"/>
                    <a:pt x="151" y="30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2" name="Google Shape;2192;p89"/>
            <p:cNvSpPr/>
            <p:nvPr/>
          </p:nvSpPr>
          <p:spPr>
            <a:xfrm>
              <a:off x="769525" y="1413950"/>
              <a:ext cx="32525" cy="30950"/>
            </a:xfrm>
            <a:custGeom>
              <a:rect b="b" l="l" r="r" t="t"/>
              <a:pathLst>
                <a:path extrusionOk="0" h="1238" w="1301">
                  <a:moveTo>
                    <a:pt x="388" y="850"/>
                  </a:moveTo>
                  <a:cubicBezTo>
                    <a:pt x="751" y="1238"/>
                    <a:pt x="1301" y="700"/>
                    <a:pt x="926" y="350"/>
                  </a:cubicBezTo>
                  <a:cubicBezTo>
                    <a:pt x="551" y="0"/>
                    <a:pt x="1" y="638"/>
                    <a:pt x="451" y="888"/>
                  </a:cubicBezTo>
                  <a:cubicBezTo>
                    <a:pt x="538" y="925"/>
                    <a:pt x="626" y="813"/>
                    <a:pt x="563" y="738"/>
                  </a:cubicBezTo>
                  <a:lnTo>
                    <a:pt x="501" y="738"/>
                  </a:lnTo>
                  <a:cubicBezTo>
                    <a:pt x="426" y="675"/>
                    <a:pt x="326" y="775"/>
                    <a:pt x="388" y="8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3" name="Google Shape;2193;p89"/>
            <p:cNvSpPr/>
            <p:nvPr/>
          </p:nvSpPr>
          <p:spPr>
            <a:xfrm>
              <a:off x="786400" y="1462675"/>
              <a:ext cx="10025" cy="5975"/>
            </a:xfrm>
            <a:custGeom>
              <a:rect b="b" l="l" r="r" t="t"/>
              <a:pathLst>
                <a:path extrusionOk="0" h="239" w="401">
                  <a:moveTo>
                    <a:pt x="126" y="213"/>
                  </a:moveTo>
                  <a:cubicBezTo>
                    <a:pt x="188" y="213"/>
                    <a:pt x="238" y="213"/>
                    <a:pt x="301" y="226"/>
                  </a:cubicBezTo>
                  <a:cubicBezTo>
                    <a:pt x="388" y="238"/>
                    <a:pt x="401" y="113"/>
                    <a:pt x="338" y="76"/>
                  </a:cubicBezTo>
                  <a:cubicBezTo>
                    <a:pt x="276" y="26"/>
                    <a:pt x="201" y="1"/>
                    <a:pt x="126" y="13"/>
                  </a:cubicBezTo>
                  <a:cubicBezTo>
                    <a:pt x="1" y="13"/>
                    <a:pt x="1" y="201"/>
                    <a:pt x="126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4" name="Google Shape;2194;p89"/>
            <p:cNvSpPr/>
            <p:nvPr/>
          </p:nvSpPr>
          <p:spPr>
            <a:xfrm>
              <a:off x="756725" y="1594850"/>
              <a:ext cx="7200" cy="10000"/>
            </a:xfrm>
            <a:custGeom>
              <a:rect b="b" l="l" r="r" t="t"/>
              <a:pathLst>
                <a:path extrusionOk="0" h="400" w="288">
                  <a:moveTo>
                    <a:pt x="38" y="150"/>
                  </a:moveTo>
                  <a:cubicBezTo>
                    <a:pt x="63" y="237"/>
                    <a:pt x="101" y="312"/>
                    <a:pt x="176" y="362"/>
                  </a:cubicBezTo>
                  <a:cubicBezTo>
                    <a:pt x="213" y="400"/>
                    <a:pt x="288" y="362"/>
                    <a:pt x="275" y="300"/>
                  </a:cubicBezTo>
                  <a:cubicBezTo>
                    <a:pt x="263" y="225"/>
                    <a:pt x="238" y="150"/>
                    <a:pt x="188" y="88"/>
                  </a:cubicBezTo>
                  <a:cubicBezTo>
                    <a:pt x="151" y="0"/>
                    <a:pt x="1" y="63"/>
                    <a:pt x="38" y="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5" name="Google Shape;2195;p89"/>
            <p:cNvSpPr/>
            <p:nvPr/>
          </p:nvSpPr>
          <p:spPr>
            <a:xfrm>
              <a:off x="627075" y="1453625"/>
              <a:ext cx="27825" cy="156850"/>
            </a:xfrm>
            <a:custGeom>
              <a:rect b="b" l="l" r="r" t="t"/>
              <a:pathLst>
                <a:path extrusionOk="0" h="6274" w="1113">
                  <a:moveTo>
                    <a:pt x="188" y="6174"/>
                  </a:moveTo>
                  <a:cubicBezTo>
                    <a:pt x="250" y="4899"/>
                    <a:pt x="500" y="3675"/>
                    <a:pt x="775" y="2437"/>
                  </a:cubicBezTo>
                  <a:cubicBezTo>
                    <a:pt x="950" y="1625"/>
                    <a:pt x="1113" y="913"/>
                    <a:pt x="788" y="113"/>
                  </a:cubicBezTo>
                  <a:cubicBezTo>
                    <a:pt x="750" y="1"/>
                    <a:pt x="588" y="51"/>
                    <a:pt x="613" y="163"/>
                  </a:cubicBezTo>
                  <a:cubicBezTo>
                    <a:pt x="925" y="1338"/>
                    <a:pt x="488" y="2462"/>
                    <a:pt x="250" y="3625"/>
                  </a:cubicBezTo>
                  <a:cubicBezTo>
                    <a:pt x="75" y="4462"/>
                    <a:pt x="0" y="5312"/>
                    <a:pt x="0" y="6174"/>
                  </a:cubicBezTo>
                  <a:cubicBezTo>
                    <a:pt x="25" y="6274"/>
                    <a:pt x="175" y="6274"/>
                    <a:pt x="188" y="6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6" name="Google Shape;2196;p89"/>
            <p:cNvSpPr/>
            <p:nvPr/>
          </p:nvSpPr>
          <p:spPr>
            <a:xfrm>
              <a:off x="627075" y="1432375"/>
              <a:ext cx="30950" cy="33150"/>
            </a:xfrm>
            <a:custGeom>
              <a:rect b="b" l="l" r="r" t="t"/>
              <a:pathLst>
                <a:path extrusionOk="0" h="1326" w="1238">
                  <a:moveTo>
                    <a:pt x="800" y="976"/>
                  </a:moveTo>
                  <a:cubicBezTo>
                    <a:pt x="1238" y="551"/>
                    <a:pt x="513" y="1"/>
                    <a:pt x="225" y="476"/>
                  </a:cubicBezTo>
                  <a:cubicBezTo>
                    <a:pt x="0" y="851"/>
                    <a:pt x="663" y="1325"/>
                    <a:pt x="813" y="851"/>
                  </a:cubicBezTo>
                  <a:cubicBezTo>
                    <a:pt x="825" y="763"/>
                    <a:pt x="725" y="701"/>
                    <a:pt x="650" y="763"/>
                  </a:cubicBezTo>
                  <a:cubicBezTo>
                    <a:pt x="663" y="801"/>
                    <a:pt x="675" y="838"/>
                    <a:pt x="688" y="876"/>
                  </a:cubicBezTo>
                  <a:cubicBezTo>
                    <a:pt x="638" y="963"/>
                    <a:pt x="738" y="1038"/>
                    <a:pt x="813" y="9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7" name="Google Shape;2197;p89"/>
            <p:cNvSpPr/>
            <p:nvPr/>
          </p:nvSpPr>
          <p:spPr>
            <a:xfrm>
              <a:off x="684550" y="1388025"/>
              <a:ext cx="22525" cy="72800"/>
            </a:xfrm>
            <a:custGeom>
              <a:rect b="b" l="l" r="r" t="t"/>
              <a:pathLst>
                <a:path extrusionOk="0" h="2912" w="901">
                  <a:moveTo>
                    <a:pt x="801" y="2650"/>
                  </a:moveTo>
                  <a:cubicBezTo>
                    <a:pt x="213" y="2012"/>
                    <a:pt x="263" y="975"/>
                    <a:pt x="451" y="188"/>
                  </a:cubicBezTo>
                  <a:cubicBezTo>
                    <a:pt x="488" y="63"/>
                    <a:pt x="326" y="0"/>
                    <a:pt x="251" y="113"/>
                  </a:cubicBezTo>
                  <a:cubicBezTo>
                    <a:pt x="1" y="525"/>
                    <a:pt x="26" y="1225"/>
                    <a:pt x="101" y="1687"/>
                  </a:cubicBezTo>
                  <a:cubicBezTo>
                    <a:pt x="151" y="2112"/>
                    <a:pt x="338" y="2500"/>
                    <a:pt x="638" y="2812"/>
                  </a:cubicBezTo>
                  <a:cubicBezTo>
                    <a:pt x="738" y="2912"/>
                    <a:pt x="901" y="2750"/>
                    <a:pt x="788" y="2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8" name="Google Shape;2198;p89"/>
            <p:cNvSpPr/>
            <p:nvPr/>
          </p:nvSpPr>
          <p:spPr>
            <a:xfrm>
              <a:off x="690175" y="1388950"/>
              <a:ext cx="23775" cy="70625"/>
            </a:xfrm>
            <a:custGeom>
              <a:rect b="b" l="l" r="r" t="t"/>
              <a:pathLst>
                <a:path extrusionOk="0" h="2825" w="951">
                  <a:moveTo>
                    <a:pt x="88" y="213"/>
                  </a:moveTo>
                  <a:cubicBezTo>
                    <a:pt x="763" y="763"/>
                    <a:pt x="501" y="1938"/>
                    <a:pt x="401" y="2650"/>
                  </a:cubicBezTo>
                  <a:cubicBezTo>
                    <a:pt x="376" y="2750"/>
                    <a:pt x="513" y="2825"/>
                    <a:pt x="576" y="2725"/>
                  </a:cubicBezTo>
                  <a:cubicBezTo>
                    <a:pt x="951" y="2013"/>
                    <a:pt x="888" y="588"/>
                    <a:pt x="201" y="63"/>
                  </a:cubicBezTo>
                  <a:cubicBezTo>
                    <a:pt x="113" y="1"/>
                    <a:pt x="1" y="138"/>
                    <a:pt x="88" y="2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9" name="Google Shape;2199;p89"/>
            <p:cNvSpPr/>
            <p:nvPr/>
          </p:nvSpPr>
          <p:spPr>
            <a:xfrm>
              <a:off x="642075" y="1541100"/>
              <a:ext cx="56875" cy="18150"/>
            </a:xfrm>
            <a:custGeom>
              <a:rect b="b" l="l" r="r" t="t"/>
              <a:pathLst>
                <a:path extrusionOk="0" h="726" w="2275">
                  <a:moveTo>
                    <a:pt x="113" y="500"/>
                  </a:moveTo>
                  <a:cubicBezTo>
                    <a:pt x="800" y="725"/>
                    <a:pt x="1537" y="638"/>
                    <a:pt x="2150" y="251"/>
                  </a:cubicBezTo>
                  <a:cubicBezTo>
                    <a:pt x="2275" y="188"/>
                    <a:pt x="2162" y="1"/>
                    <a:pt x="2037" y="63"/>
                  </a:cubicBezTo>
                  <a:cubicBezTo>
                    <a:pt x="1475" y="401"/>
                    <a:pt x="800" y="488"/>
                    <a:pt x="163" y="313"/>
                  </a:cubicBezTo>
                  <a:cubicBezTo>
                    <a:pt x="50" y="288"/>
                    <a:pt x="0" y="463"/>
                    <a:pt x="113" y="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0" name="Google Shape;2200;p89"/>
            <p:cNvSpPr/>
            <p:nvPr/>
          </p:nvSpPr>
          <p:spPr>
            <a:xfrm>
              <a:off x="642375" y="1531100"/>
              <a:ext cx="55950" cy="20950"/>
            </a:xfrm>
            <a:custGeom>
              <a:rect b="b" l="l" r="r" t="t"/>
              <a:pathLst>
                <a:path extrusionOk="0" h="838" w="2238">
                  <a:moveTo>
                    <a:pt x="2113" y="438"/>
                  </a:moveTo>
                  <a:cubicBezTo>
                    <a:pt x="1763" y="313"/>
                    <a:pt x="1" y="1"/>
                    <a:pt x="113" y="776"/>
                  </a:cubicBezTo>
                  <a:cubicBezTo>
                    <a:pt x="126" y="813"/>
                    <a:pt x="176" y="838"/>
                    <a:pt x="213" y="826"/>
                  </a:cubicBezTo>
                  <a:cubicBezTo>
                    <a:pt x="463" y="738"/>
                    <a:pt x="626" y="588"/>
                    <a:pt x="913" y="538"/>
                  </a:cubicBezTo>
                  <a:cubicBezTo>
                    <a:pt x="1300" y="488"/>
                    <a:pt x="1688" y="526"/>
                    <a:pt x="2050" y="663"/>
                  </a:cubicBezTo>
                  <a:cubicBezTo>
                    <a:pt x="2188" y="701"/>
                    <a:pt x="2238" y="501"/>
                    <a:pt x="2113" y="4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1" name="Google Shape;2201;p89"/>
            <p:cNvSpPr/>
            <p:nvPr/>
          </p:nvSpPr>
          <p:spPr>
            <a:xfrm>
              <a:off x="703625" y="1808525"/>
              <a:ext cx="26875" cy="82825"/>
            </a:xfrm>
            <a:custGeom>
              <a:rect b="b" l="l" r="r" t="t"/>
              <a:pathLst>
                <a:path extrusionOk="0" h="3313" w="1075">
                  <a:moveTo>
                    <a:pt x="350" y="3162"/>
                  </a:moveTo>
                  <a:cubicBezTo>
                    <a:pt x="288" y="2600"/>
                    <a:pt x="325" y="2038"/>
                    <a:pt x="462" y="1500"/>
                  </a:cubicBezTo>
                  <a:cubicBezTo>
                    <a:pt x="600" y="1013"/>
                    <a:pt x="887" y="613"/>
                    <a:pt x="1050" y="138"/>
                  </a:cubicBezTo>
                  <a:cubicBezTo>
                    <a:pt x="1075" y="63"/>
                    <a:pt x="962" y="1"/>
                    <a:pt x="912" y="63"/>
                  </a:cubicBezTo>
                  <a:cubicBezTo>
                    <a:pt x="138" y="813"/>
                    <a:pt x="0" y="2175"/>
                    <a:pt x="138" y="3187"/>
                  </a:cubicBezTo>
                  <a:cubicBezTo>
                    <a:pt x="163" y="3312"/>
                    <a:pt x="363" y="3287"/>
                    <a:pt x="350" y="3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2" name="Google Shape;2202;p89"/>
            <p:cNvSpPr/>
            <p:nvPr/>
          </p:nvSpPr>
          <p:spPr>
            <a:xfrm>
              <a:off x="708300" y="1808525"/>
              <a:ext cx="30950" cy="100950"/>
            </a:xfrm>
            <a:custGeom>
              <a:rect b="b" l="l" r="r" t="t"/>
              <a:pathLst>
                <a:path extrusionOk="0" h="4038" w="1238">
                  <a:moveTo>
                    <a:pt x="788" y="201"/>
                  </a:moveTo>
                  <a:cubicBezTo>
                    <a:pt x="900" y="876"/>
                    <a:pt x="1000" y="1575"/>
                    <a:pt x="850" y="2250"/>
                  </a:cubicBezTo>
                  <a:cubicBezTo>
                    <a:pt x="713" y="2800"/>
                    <a:pt x="400" y="3287"/>
                    <a:pt x="88" y="3762"/>
                  </a:cubicBezTo>
                  <a:cubicBezTo>
                    <a:pt x="1" y="3900"/>
                    <a:pt x="226" y="4037"/>
                    <a:pt x="313" y="3887"/>
                  </a:cubicBezTo>
                  <a:cubicBezTo>
                    <a:pt x="688" y="3325"/>
                    <a:pt x="1038" y="2738"/>
                    <a:pt x="1138" y="2050"/>
                  </a:cubicBezTo>
                  <a:cubicBezTo>
                    <a:pt x="1238" y="1425"/>
                    <a:pt x="1113" y="763"/>
                    <a:pt x="1000" y="138"/>
                  </a:cubicBezTo>
                  <a:cubicBezTo>
                    <a:pt x="975" y="1"/>
                    <a:pt x="763" y="63"/>
                    <a:pt x="788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3" name="Google Shape;2203;p89"/>
            <p:cNvSpPr/>
            <p:nvPr/>
          </p:nvSpPr>
          <p:spPr>
            <a:xfrm>
              <a:off x="887000" y="1496125"/>
              <a:ext cx="8475" cy="8125"/>
            </a:xfrm>
            <a:custGeom>
              <a:rect b="b" l="l" r="r" t="t"/>
              <a:pathLst>
                <a:path extrusionOk="0" h="325" w="339">
                  <a:moveTo>
                    <a:pt x="251" y="13"/>
                  </a:moveTo>
                  <a:cubicBezTo>
                    <a:pt x="163" y="0"/>
                    <a:pt x="76" y="38"/>
                    <a:pt x="38" y="113"/>
                  </a:cubicBezTo>
                  <a:cubicBezTo>
                    <a:pt x="13" y="125"/>
                    <a:pt x="1" y="163"/>
                    <a:pt x="13" y="188"/>
                  </a:cubicBezTo>
                  <a:cubicBezTo>
                    <a:pt x="26" y="213"/>
                    <a:pt x="26" y="250"/>
                    <a:pt x="38" y="275"/>
                  </a:cubicBezTo>
                  <a:cubicBezTo>
                    <a:pt x="51" y="300"/>
                    <a:pt x="113" y="325"/>
                    <a:pt x="138" y="288"/>
                  </a:cubicBezTo>
                  <a:lnTo>
                    <a:pt x="276" y="150"/>
                  </a:lnTo>
                  <a:cubicBezTo>
                    <a:pt x="338" y="125"/>
                    <a:pt x="338" y="0"/>
                    <a:pt x="251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4" name="Google Shape;2204;p89"/>
            <p:cNvSpPr/>
            <p:nvPr/>
          </p:nvSpPr>
          <p:spPr>
            <a:xfrm>
              <a:off x="893575" y="1496125"/>
              <a:ext cx="58750" cy="15000"/>
            </a:xfrm>
            <a:custGeom>
              <a:rect b="b" l="l" r="r" t="t"/>
              <a:pathLst>
                <a:path extrusionOk="0" h="600" w="2350">
                  <a:moveTo>
                    <a:pt x="50" y="125"/>
                  </a:moveTo>
                  <a:cubicBezTo>
                    <a:pt x="725" y="462"/>
                    <a:pt x="1525" y="600"/>
                    <a:pt x="2262" y="375"/>
                  </a:cubicBezTo>
                  <a:cubicBezTo>
                    <a:pt x="2350" y="350"/>
                    <a:pt x="2337" y="188"/>
                    <a:pt x="2237" y="200"/>
                  </a:cubicBezTo>
                  <a:cubicBezTo>
                    <a:pt x="1487" y="288"/>
                    <a:pt x="812" y="288"/>
                    <a:pt x="100" y="25"/>
                  </a:cubicBezTo>
                  <a:cubicBezTo>
                    <a:pt x="38" y="0"/>
                    <a:pt x="0" y="100"/>
                    <a:pt x="50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5" name="Google Shape;2205;p89"/>
            <p:cNvSpPr/>
            <p:nvPr/>
          </p:nvSpPr>
          <p:spPr>
            <a:xfrm>
              <a:off x="927000" y="1501125"/>
              <a:ext cx="25325" cy="17200"/>
            </a:xfrm>
            <a:custGeom>
              <a:rect b="b" l="l" r="r" t="t"/>
              <a:pathLst>
                <a:path extrusionOk="0" h="688" w="1013">
                  <a:moveTo>
                    <a:pt x="825" y="75"/>
                  </a:moveTo>
                  <a:cubicBezTo>
                    <a:pt x="613" y="337"/>
                    <a:pt x="375" y="412"/>
                    <a:pt x="75" y="525"/>
                  </a:cubicBezTo>
                  <a:cubicBezTo>
                    <a:pt x="0" y="562"/>
                    <a:pt x="0" y="687"/>
                    <a:pt x="100" y="675"/>
                  </a:cubicBezTo>
                  <a:cubicBezTo>
                    <a:pt x="450" y="662"/>
                    <a:pt x="763" y="475"/>
                    <a:pt x="963" y="187"/>
                  </a:cubicBezTo>
                  <a:cubicBezTo>
                    <a:pt x="1013" y="100"/>
                    <a:pt x="888" y="0"/>
                    <a:pt x="825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6" name="Google Shape;2206;p89"/>
            <p:cNvSpPr/>
            <p:nvPr/>
          </p:nvSpPr>
          <p:spPr>
            <a:xfrm>
              <a:off x="886700" y="1501125"/>
              <a:ext cx="26575" cy="55300"/>
            </a:xfrm>
            <a:custGeom>
              <a:rect b="b" l="l" r="r" t="t"/>
              <a:pathLst>
                <a:path extrusionOk="0" h="2212" w="1063">
                  <a:moveTo>
                    <a:pt x="38" y="138"/>
                  </a:moveTo>
                  <a:cubicBezTo>
                    <a:pt x="213" y="437"/>
                    <a:pt x="363" y="750"/>
                    <a:pt x="488" y="1087"/>
                  </a:cubicBezTo>
                  <a:cubicBezTo>
                    <a:pt x="600" y="1437"/>
                    <a:pt x="525" y="1737"/>
                    <a:pt x="488" y="2099"/>
                  </a:cubicBezTo>
                  <a:cubicBezTo>
                    <a:pt x="475" y="2187"/>
                    <a:pt x="600" y="2212"/>
                    <a:pt x="638" y="2137"/>
                  </a:cubicBezTo>
                  <a:cubicBezTo>
                    <a:pt x="1062" y="1437"/>
                    <a:pt x="600" y="600"/>
                    <a:pt x="125" y="50"/>
                  </a:cubicBezTo>
                  <a:cubicBezTo>
                    <a:pt x="75" y="0"/>
                    <a:pt x="0" y="75"/>
                    <a:pt x="25" y="1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7" name="Google Shape;2207;p89"/>
            <p:cNvSpPr/>
            <p:nvPr/>
          </p:nvSpPr>
          <p:spPr>
            <a:xfrm>
              <a:off x="897000" y="1522975"/>
              <a:ext cx="17200" cy="34700"/>
            </a:xfrm>
            <a:custGeom>
              <a:rect b="b" l="l" r="r" t="t"/>
              <a:pathLst>
                <a:path extrusionOk="0" h="1388" w="688">
                  <a:moveTo>
                    <a:pt x="301" y="1263"/>
                  </a:moveTo>
                  <a:cubicBezTo>
                    <a:pt x="563" y="938"/>
                    <a:pt x="688" y="513"/>
                    <a:pt x="638" y="101"/>
                  </a:cubicBezTo>
                  <a:cubicBezTo>
                    <a:pt x="613" y="1"/>
                    <a:pt x="463" y="38"/>
                    <a:pt x="463" y="126"/>
                  </a:cubicBezTo>
                  <a:cubicBezTo>
                    <a:pt x="438" y="513"/>
                    <a:pt x="375" y="813"/>
                    <a:pt x="113" y="1101"/>
                  </a:cubicBezTo>
                  <a:cubicBezTo>
                    <a:pt x="1" y="1238"/>
                    <a:pt x="201" y="1388"/>
                    <a:pt x="301" y="1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8" name="Google Shape;2208;p89"/>
            <p:cNvSpPr/>
            <p:nvPr/>
          </p:nvSpPr>
          <p:spPr>
            <a:xfrm>
              <a:off x="907925" y="1521425"/>
              <a:ext cx="22850" cy="11275"/>
            </a:xfrm>
            <a:custGeom>
              <a:rect b="b" l="l" r="r" t="t"/>
              <a:pathLst>
                <a:path extrusionOk="0" h="451" w="914">
                  <a:moveTo>
                    <a:pt x="126" y="213"/>
                  </a:moveTo>
                  <a:cubicBezTo>
                    <a:pt x="351" y="275"/>
                    <a:pt x="551" y="388"/>
                    <a:pt x="776" y="425"/>
                  </a:cubicBezTo>
                  <a:cubicBezTo>
                    <a:pt x="863" y="450"/>
                    <a:pt x="913" y="338"/>
                    <a:pt x="838" y="288"/>
                  </a:cubicBezTo>
                  <a:cubicBezTo>
                    <a:pt x="638" y="163"/>
                    <a:pt x="413" y="75"/>
                    <a:pt x="176" y="38"/>
                  </a:cubicBezTo>
                  <a:cubicBezTo>
                    <a:pt x="51" y="0"/>
                    <a:pt x="1" y="175"/>
                    <a:pt x="126" y="2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9" name="Google Shape;2209;p89"/>
            <p:cNvSpPr/>
            <p:nvPr/>
          </p:nvSpPr>
          <p:spPr>
            <a:xfrm>
              <a:off x="915425" y="1512975"/>
              <a:ext cx="16275" cy="19725"/>
            </a:xfrm>
            <a:custGeom>
              <a:rect b="b" l="l" r="r" t="t"/>
              <a:pathLst>
                <a:path extrusionOk="0" h="789" w="651">
                  <a:moveTo>
                    <a:pt x="588" y="563"/>
                  </a:moveTo>
                  <a:cubicBezTo>
                    <a:pt x="501" y="376"/>
                    <a:pt x="376" y="201"/>
                    <a:pt x="213" y="63"/>
                  </a:cubicBezTo>
                  <a:cubicBezTo>
                    <a:pt x="138" y="1"/>
                    <a:pt x="1" y="88"/>
                    <a:pt x="63" y="176"/>
                  </a:cubicBezTo>
                  <a:cubicBezTo>
                    <a:pt x="176" y="351"/>
                    <a:pt x="288" y="501"/>
                    <a:pt x="401" y="663"/>
                  </a:cubicBezTo>
                  <a:cubicBezTo>
                    <a:pt x="476" y="788"/>
                    <a:pt x="651" y="688"/>
                    <a:pt x="588" y="5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0" name="Google Shape;2210;p89"/>
            <p:cNvSpPr/>
            <p:nvPr/>
          </p:nvSpPr>
          <p:spPr>
            <a:xfrm>
              <a:off x="917300" y="1513300"/>
              <a:ext cx="17225" cy="6900"/>
            </a:xfrm>
            <a:custGeom>
              <a:rect b="b" l="l" r="r" t="t"/>
              <a:pathLst>
                <a:path extrusionOk="0" h="276" w="689">
                  <a:moveTo>
                    <a:pt x="126" y="225"/>
                  </a:moveTo>
                  <a:cubicBezTo>
                    <a:pt x="288" y="275"/>
                    <a:pt x="463" y="250"/>
                    <a:pt x="613" y="163"/>
                  </a:cubicBezTo>
                  <a:cubicBezTo>
                    <a:pt x="688" y="113"/>
                    <a:pt x="626" y="0"/>
                    <a:pt x="551" y="25"/>
                  </a:cubicBezTo>
                  <a:lnTo>
                    <a:pt x="176" y="38"/>
                  </a:lnTo>
                  <a:cubicBezTo>
                    <a:pt x="51" y="13"/>
                    <a:pt x="1" y="188"/>
                    <a:pt x="126" y="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1" name="Google Shape;2211;p89"/>
            <p:cNvSpPr/>
            <p:nvPr/>
          </p:nvSpPr>
          <p:spPr>
            <a:xfrm>
              <a:off x="926050" y="1528925"/>
              <a:ext cx="28775" cy="23450"/>
            </a:xfrm>
            <a:custGeom>
              <a:rect b="b" l="l" r="r" t="t"/>
              <a:pathLst>
                <a:path extrusionOk="0" h="938" w="1151">
                  <a:moveTo>
                    <a:pt x="501" y="163"/>
                  </a:moveTo>
                  <a:cubicBezTo>
                    <a:pt x="1" y="263"/>
                    <a:pt x="276" y="937"/>
                    <a:pt x="713" y="838"/>
                  </a:cubicBezTo>
                  <a:cubicBezTo>
                    <a:pt x="1150" y="750"/>
                    <a:pt x="1013" y="0"/>
                    <a:pt x="513" y="150"/>
                  </a:cubicBezTo>
                  <a:cubicBezTo>
                    <a:pt x="401" y="188"/>
                    <a:pt x="426" y="350"/>
                    <a:pt x="538" y="350"/>
                  </a:cubicBezTo>
                  <a:cubicBezTo>
                    <a:pt x="538" y="350"/>
                    <a:pt x="538" y="325"/>
                    <a:pt x="551" y="325"/>
                  </a:cubicBezTo>
                  <a:cubicBezTo>
                    <a:pt x="663" y="288"/>
                    <a:pt x="613" y="125"/>
                    <a:pt x="501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2" name="Google Shape;2212;p89"/>
            <p:cNvSpPr/>
            <p:nvPr/>
          </p:nvSpPr>
          <p:spPr>
            <a:xfrm>
              <a:off x="6209675" y="1202450"/>
              <a:ext cx="551125" cy="190275"/>
            </a:xfrm>
            <a:custGeom>
              <a:rect b="b" l="l" r="r" t="t"/>
              <a:pathLst>
                <a:path extrusionOk="0" h="7611" w="22045">
                  <a:moveTo>
                    <a:pt x="225" y="2949"/>
                  </a:moveTo>
                  <a:cubicBezTo>
                    <a:pt x="5049" y="7611"/>
                    <a:pt x="11447" y="0"/>
                    <a:pt x="17096" y="1300"/>
                  </a:cubicBezTo>
                  <a:cubicBezTo>
                    <a:pt x="20083" y="2000"/>
                    <a:pt x="22045" y="4312"/>
                    <a:pt x="21945" y="7373"/>
                  </a:cubicBezTo>
                  <a:cubicBezTo>
                    <a:pt x="21932" y="7461"/>
                    <a:pt x="21820" y="7461"/>
                    <a:pt x="21807" y="7373"/>
                  </a:cubicBezTo>
                  <a:cubicBezTo>
                    <a:pt x="21532" y="1100"/>
                    <a:pt x="14534" y="887"/>
                    <a:pt x="10173" y="2724"/>
                  </a:cubicBezTo>
                  <a:cubicBezTo>
                    <a:pt x="8448" y="3449"/>
                    <a:pt x="6736" y="4437"/>
                    <a:pt x="4837" y="4661"/>
                  </a:cubicBezTo>
                  <a:cubicBezTo>
                    <a:pt x="2937" y="4886"/>
                    <a:pt x="1425" y="4387"/>
                    <a:pt x="88" y="3087"/>
                  </a:cubicBezTo>
                  <a:cubicBezTo>
                    <a:pt x="0" y="2999"/>
                    <a:pt x="125" y="2874"/>
                    <a:pt x="213" y="294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3" name="Google Shape;2213;p89"/>
            <p:cNvSpPr/>
            <p:nvPr/>
          </p:nvSpPr>
          <p:spPr>
            <a:xfrm>
              <a:off x="6575200" y="1369575"/>
              <a:ext cx="180925" cy="121575"/>
            </a:xfrm>
            <a:custGeom>
              <a:rect b="b" l="l" r="r" t="t"/>
              <a:pathLst>
                <a:path extrusionOk="0" h="4863" w="7237">
                  <a:moveTo>
                    <a:pt x="7224" y="1688"/>
                  </a:moveTo>
                  <a:cubicBezTo>
                    <a:pt x="7086" y="3700"/>
                    <a:pt x="4624" y="4862"/>
                    <a:pt x="2825" y="4325"/>
                  </a:cubicBezTo>
                  <a:cubicBezTo>
                    <a:pt x="1313" y="3875"/>
                    <a:pt x="0" y="1338"/>
                    <a:pt x="1388" y="88"/>
                  </a:cubicBezTo>
                  <a:cubicBezTo>
                    <a:pt x="1463" y="1"/>
                    <a:pt x="1588" y="126"/>
                    <a:pt x="1500" y="201"/>
                  </a:cubicBezTo>
                  <a:cubicBezTo>
                    <a:pt x="113" y="1725"/>
                    <a:pt x="1775" y="4025"/>
                    <a:pt x="3400" y="4225"/>
                  </a:cubicBezTo>
                  <a:cubicBezTo>
                    <a:pt x="4949" y="4425"/>
                    <a:pt x="6911" y="3413"/>
                    <a:pt x="7024" y="1688"/>
                  </a:cubicBezTo>
                  <a:cubicBezTo>
                    <a:pt x="7036" y="1563"/>
                    <a:pt x="7236" y="1563"/>
                    <a:pt x="7224" y="16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4" name="Google Shape;2214;p89"/>
            <p:cNvSpPr/>
            <p:nvPr/>
          </p:nvSpPr>
          <p:spPr>
            <a:xfrm>
              <a:off x="6628300" y="1348025"/>
              <a:ext cx="73450" cy="77200"/>
            </a:xfrm>
            <a:custGeom>
              <a:rect b="b" l="l" r="r" t="t"/>
              <a:pathLst>
                <a:path extrusionOk="0" h="3088" w="2938">
                  <a:moveTo>
                    <a:pt x="88" y="488"/>
                  </a:moveTo>
                  <a:cubicBezTo>
                    <a:pt x="913" y="1"/>
                    <a:pt x="2138" y="351"/>
                    <a:pt x="2550" y="1238"/>
                  </a:cubicBezTo>
                  <a:cubicBezTo>
                    <a:pt x="2938" y="2063"/>
                    <a:pt x="2325" y="2987"/>
                    <a:pt x="1451" y="3075"/>
                  </a:cubicBezTo>
                  <a:cubicBezTo>
                    <a:pt x="1338" y="3087"/>
                    <a:pt x="1313" y="2900"/>
                    <a:pt x="1426" y="2887"/>
                  </a:cubicBezTo>
                  <a:cubicBezTo>
                    <a:pt x="2238" y="2737"/>
                    <a:pt x="2738" y="1913"/>
                    <a:pt x="2275" y="1163"/>
                  </a:cubicBezTo>
                  <a:cubicBezTo>
                    <a:pt x="1800" y="476"/>
                    <a:pt x="901" y="251"/>
                    <a:pt x="163" y="625"/>
                  </a:cubicBezTo>
                  <a:cubicBezTo>
                    <a:pt x="76" y="675"/>
                    <a:pt x="1" y="538"/>
                    <a:pt x="88" y="4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5" name="Google Shape;2215;p89"/>
            <p:cNvSpPr/>
            <p:nvPr/>
          </p:nvSpPr>
          <p:spPr>
            <a:xfrm>
              <a:off x="6655500" y="1418950"/>
              <a:ext cx="25" cy="325"/>
            </a:xfrm>
            <a:custGeom>
              <a:rect b="b" l="l" r="r" t="t"/>
              <a:pathLst>
                <a:path extrusionOk="0" h="13" w="1">
                  <a:moveTo>
                    <a:pt x="0" y="1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6" name="Google Shape;2216;p89"/>
            <p:cNvSpPr/>
            <p:nvPr/>
          </p:nvSpPr>
          <p:spPr>
            <a:xfrm>
              <a:off x="6641425" y="1240875"/>
              <a:ext cx="206550" cy="104050"/>
            </a:xfrm>
            <a:custGeom>
              <a:rect b="b" l="l" r="r" t="t"/>
              <a:pathLst>
                <a:path extrusionOk="0" h="4162" w="8262">
                  <a:moveTo>
                    <a:pt x="138" y="25"/>
                  </a:moveTo>
                  <a:cubicBezTo>
                    <a:pt x="1263" y="263"/>
                    <a:pt x="2325" y="725"/>
                    <a:pt x="3275" y="1375"/>
                  </a:cubicBezTo>
                  <a:cubicBezTo>
                    <a:pt x="4725" y="2387"/>
                    <a:pt x="6199" y="4162"/>
                    <a:pt x="8086" y="2875"/>
                  </a:cubicBezTo>
                  <a:cubicBezTo>
                    <a:pt x="8161" y="2825"/>
                    <a:pt x="8261" y="2950"/>
                    <a:pt x="8186" y="3012"/>
                  </a:cubicBezTo>
                  <a:cubicBezTo>
                    <a:pt x="7436" y="3699"/>
                    <a:pt x="6487" y="3699"/>
                    <a:pt x="5562" y="3299"/>
                  </a:cubicBezTo>
                  <a:cubicBezTo>
                    <a:pt x="4887" y="2999"/>
                    <a:pt x="4362" y="2475"/>
                    <a:pt x="3787" y="2025"/>
                  </a:cubicBezTo>
                  <a:cubicBezTo>
                    <a:pt x="2713" y="1137"/>
                    <a:pt x="1450" y="500"/>
                    <a:pt x="88" y="175"/>
                  </a:cubicBezTo>
                  <a:cubicBezTo>
                    <a:pt x="1" y="150"/>
                    <a:pt x="38" y="0"/>
                    <a:pt x="138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7" name="Google Shape;2217;p89"/>
            <p:cNvSpPr/>
            <p:nvPr/>
          </p:nvSpPr>
          <p:spPr>
            <a:xfrm>
              <a:off x="6499275" y="1245875"/>
              <a:ext cx="88450" cy="80000"/>
            </a:xfrm>
            <a:custGeom>
              <a:rect b="b" l="l" r="r" t="t"/>
              <a:pathLst>
                <a:path extrusionOk="0" h="3200" w="3538">
                  <a:moveTo>
                    <a:pt x="101" y="313"/>
                  </a:moveTo>
                  <a:cubicBezTo>
                    <a:pt x="988" y="113"/>
                    <a:pt x="1838" y="0"/>
                    <a:pt x="2638" y="488"/>
                  </a:cubicBezTo>
                  <a:cubicBezTo>
                    <a:pt x="3175" y="813"/>
                    <a:pt x="3537" y="1325"/>
                    <a:pt x="3437" y="1975"/>
                  </a:cubicBezTo>
                  <a:cubicBezTo>
                    <a:pt x="3337" y="2587"/>
                    <a:pt x="2838" y="3062"/>
                    <a:pt x="2225" y="3137"/>
                  </a:cubicBezTo>
                  <a:cubicBezTo>
                    <a:pt x="1750" y="3187"/>
                    <a:pt x="1075" y="3024"/>
                    <a:pt x="1026" y="2475"/>
                  </a:cubicBezTo>
                  <a:cubicBezTo>
                    <a:pt x="1013" y="2387"/>
                    <a:pt x="1150" y="2387"/>
                    <a:pt x="1150" y="2475"/>
                  </a:cubicBezTo>
                  <a:cubicBezTo>
                    <a:pt x="1225" y="3199"/>
                    <a:pt x="2438" y="2937"/>
                    <a:pt x="2750" y="2712"/>
                  </a:cubicBezTo>
                  <a:cubicBezTo>
                    <a:pt x="3237" y="2362"/>
                    <a:pt x="3387" y="1700"/>
                    <a:pt x="3087" y="1175"/>
                  </a:cubicBezTo>
                  <a:cubicBezTo>
                    <a:pt x="2475" y="163"/>
                    <a:pt x="1125" y="263"/>
                    <a:pt x="151" y="488"/>
                  </a:cubicBezTo>
                  <a:cubicBezTo>
                    <a:pt x="38" y="513"/>
                    <a:pt x="1" y="338"/>
                    <a:pt x="101" y="3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8" name="Google Shape;2218;p89"/>
            <p:cNvSpPr/>
            <p:nvPr/>
          </p:nvSpPr>
          <p:spPr>
            <a:xfrm>
              <a:off x="6443675" y="1272100"/>
              <a:ext cx="33125" cy="43775"/>
            </a:xfrm>
            <a:custGeom>
              <a:rect b="b" l="l" r="r" t="t"/>
              <a:pathLst>
                <a:path extrusionOk="0" h="1751" w="1325">
                  <a:moveTo>
                    <a:pt x="88" y="188"/>
                  </a:moveTo>
                  <a:cubicBezTo>
                    <a:pt x="638" y="1"/>
                    <a:pt x="1325" y="326"/>
                    <a:pt x="1250" y="976"/>
                  </a:cubicBezTo>
                  <a:cubicBezTo>
                    <a:pt x="1200" y="1413"/>
                    <a:pt x="500" y="1750"/>
                    <a:pt x="238" y="1326"/>
                  </a:cubicBezTo>
                  <a:cubicBezTo>
                    <a:pt x="175" y="1213"/>
                    <a:pt x="350" y="1101"/>
                    <a:pt x="425" y="1213"/>
                  </a:cubicBezTo>
                  <a:cubicBezTo>
                    <a:pt x="538" y="1288"/>
                    <a:pt x="675" y="1301"/>
                    <a:pt x="800" y="1263"/>
                  </a:cubicBezTo>
                  <a:cubicBezTo>
                    <a:pt x="1075" y="1026"/>
                    <a:pt x="1125" y="813"/>
                    <a:pt x="950" y="613"/>
                  </a:cubicBezTo>
                  <a:cubicBezTo>
                    <a:pt x="788" y="301"/>
                    <a:pt x="450" y="263"/>
                    <a:pt x="138" y="351"/>
                  </a:cubicBezTo>
                  <a:cubicBezTo>
                    <a:pt x="38" y="376"/>
                    <a:pt x="0" y="226"/>
                    <a:pt x="100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9" name="Google Shape;2219;p89"/>
            <p:cNvSpPr/>
            <p:nvPr/>
          </p:nvSpPr>
          <p:spPr>
            <a:xfrm>
              <a:off x="6835450" y="1292100"/>
              <a:ext cx="31875" cy="31900"/>
            </a:xfrm>
            <a:custGeom>
              <a:rect b="b" l="l" r="r" t="t"/>
              <a:pathLst>
                <a:path extrusionOk="0" h="1276" w="1275">
                  <a:moveTo>
                    <a:pt x="325" y="925"/>
                  </a:moveTo>
                  <a:cubicBezTo>
                    <a:pt x="0" y="563"/>
                    <a:pt x="450" y="1"/>
                    <a:pt x="863" y="326"/>
                  </a:cubicBezTo>
                  <a:cubicBezTo>
                    <a:pt x="1275" y="651"/>
                    <a:pt x="800" y="1275"/>
                    <a:pt x="388" y="975"/>
                  </a:cubicBezTo>
                  <a:cubicBezTo>
                    <a:pt x="325" y="925"/>
                    <a:pt x="375" y="813"/>
                    <a:pt x="463" y="826"/>
                  </a:cubicBezTo>
                  <a:lnTo>
                    <a:pt x="463" y="826"/>
                  </a:lnTo>
                  <a:cubicBezTo>
                    <a:pt x="500" y="901"/>
                    <a:pt x="400" y="1000"/>
                    <a:pt x="338" y="9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0" name="Google Shape;2220;p89"/>
            <p:cNvSpPr/>
            <p:nvPr/>
          </p:nvSpPr>
          <p:spPr>
            <a:xfrm>
              <a:off x="6713600" y="1274925"/>
              <a:ext cx="77825" cy="113125"/>
            </a:xfrm>
            <a:custGeom>
              <a:rect b="b" l="l" r="r" t="t"/>
              <a:pathLst>
                <a:path extrusionOk="0" h="4525" w="3113">
                  <a:moveTo>
                    <a:pt x="163" y="63"/>
                  </a:moveTo>
                  <a:cubicBezTo>
                    <a:pt x="1550" y="1163"/>
                    <a:pt x="2575" y="2675"/>
                    <a:pt x="3087" y="4374"/>
                  </a:cubicBezTo>
                  <a:cubicBezTo>
                    <a:pt x="3112" y="4462"/>
                    <a:pt x="2975" y="4524"/>
                    <a:pt x="2925" y="4437"/>
                  </a:cubicBezTo>
                  <a:cubicBezTo>
                    <a:pt x="2175" y="2825"/>
                    <a:pt x="1413" y="1338"/>
                    <a:pt x="63" y="150"/>
                  </a:cubicBezTo>
                  <a:cubicBezTo>
                    <a:pt x="1" y="100"/>
                    <a:pt x="88" y="0"/>
                    <a:pt x="150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1" name="Google Shape;2221;p89"/>
            <p:cNvSpPr/>
            <p:nvPr/>
          </p:nvSpPr>
          <p:spPr>
            <a:xfrm>
              <a:off x="6777025" y="1376150"/>
              <a:ext cx="30650" cy="32525"/>
            </a:xfrm>
            <a:custGeom>
              <a:rect b="b" l="l" r="r" t="t"/>
              <a:pathLst>
                <a:path extrusionOk="0" h="1301" w="1226">
                  <a:moveTo>
                    <a:pt x="500" y="500"/>
                  </a:moveTo>
                  <a:lnTo>
                    <a:pt x="500" y="563"/>
                  </a:lnTo>
                  <a:cubicBezTo>
                    <a:pt x="425" y="638"/>
                    <a:pt x="313" y="550"/>
                    <a:pt x="350" y="450"/>
                  </a:cubicBezTo>
                  <a:cubicBezTo>
                    <a:pt x="600" y="0"/>
                    <a:pt x="1225" y="550"/>
                    <a:pt x="888" y="925"/>
                  </a:cubicBezTo>
                  <a:cubicBezTo>
                    <a:pt x="550" y="1300"/>
                    <a:pt x="0" y="750"/>
                    <a:pt x="388" y="388"/>
                  </a:cubicBezTo>
                  <a:cubicBezTo>
                    <a:pt x="463" y="325"/>
                    <a:pt x="563" y="425"/>
                    <a:pt x="500" y="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2" name="Google Shape;2222;p89"/>
            <p:cNvSpPr/>
            <p:nvPr/>
          </p:nvSpPr>
          <p:spPr>
            <a:xfrm>
              <a:off x="6753275" y="1393325"/>
              <a:ext cx="5650" cy="9725"/>
            </a:xfrm>
            <a:custGeom>
              <a:rect b="b" l="l" r="r" t="t"/>
              <a:pathLst>
                <a:path extrusionOk="0" h="389" w="226">
                  <a:moveTo>
                    <a:pt x="213" y="126"/>
                  </a:moveTo>
                  <a:cubicBezTo>
                    <a:pt x="226" y="201"/>
                    <a:pt x="213" y="276"/>
                    <a:pt x="163" y="326"/>
                  </a:cubicBezTo>
                  <a:cubicBezTo>
                    <a:pt x="126" y="388"/>
                    <a:pt x="1" y="376"/>
                    <a:pt x="1" y="288"/>
                  </a:cubicBezTo>
                  <a:cubicBezTo>
                    <a:pt x="13" y="238"/>
                    <a:pt x="13" y="176"/>
                    <a:pt x="26" y="126"/>
                  </a:cubicBezTo>
                  <a:cubicBezTo>
                    <a:pt x="26" y="1"/>
                    <a:pt x="213" y="1"/>
                    <a:pt x="213" y="1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3" name="Google Shape;2223;p89"/>
            <p:cNvSpPr/>
            <p:nvPr/>
          </p:nvSpPr>
          <p:spPr>
            <a:xfrm>
              <a:off x="6617075" y="1363650"/>
              <a:ext cx="10000" cy="6900"/>
            </a:xfrm>
            <a:custGeom>
              <a:rect b="b" l="l" r="r" t="t"/>
              <a:pathLst>
                <a:path extrusionOk="0" h="276" w="400">
                  <a:moveTo>
                    <a:pt x="312" y="188"/>
                  </a:moveTo>
                  <a:cubicBezTo>
                    <a:pt x="250" y="225"/>
                    <a:pt x="175" y="250"/>
                    <a:pt x="100" y="263"/>
                  </a:cubicBezTo>
                  <a:cubicBezTo>
                    <a:pt x="38" y="275"/>
                    <a:pt x="0" y="213"/>
                    <a:pt x="38" y="163"/>
                  </a:cubicBezTo>
                  <a:cubicBezTo>
                    <a:pt x="88" y="100"/>
                    <a:pt x="163" y="50"/>
                    <a:pt x="250" y="25"/>
                  </a:cubicBezTo>
                  <a:cubicBezTo>
                    <a:pt x="337" y="0"/>
                    <a:pt x="400" y="138"/>
                    <a:pt x="312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4" name="Google Shape;2224;p89"/>
            <p:cNvSpPr/>
            <p:nvPr/>
          </p:nvSpPr>
          <p:spPr>
            <a:xfrm>
              <a:off x="6611450" y="1234000"/>
              <a:ext cx="156850" cy="27525"/>
            </a:xfrm>
            <a:custGeom>
              <a:rect b="b" l="l" r="r" t="t"/>
              <a:pathLst>
                <a:path extrusionOk="0" h="1101" w="6274">
                  <a:moveTo>
                    <a:pt x="100" y="13"/>
                  </a:moveTo>
                  <a:cubicBezTo>
                    <a:pt x="950" y="0"/>
                    <a:pt x="1812" y="75"/>
                    <a:pt x="2649" y="250"/>
                  </a:cubicBezTo>
                  <a:cubicBezTo>
                    <a:pt x="3812" y="488"/>
                    <a:pt x="4924" y="925"/>
                    <a:pt x="6111" y="613"/>
                  </a:cubicBezTo>
                  <a:cubicBezTo>
                    <a:pt x="6223" y="575"/>
                    <a:pt x="6273" y="763"/>
                    <a:pt x="6161" y="788"/>
                  </a:cubicBezTo>
                  <a:cubicBezTo>
                    <a:pt x="5361" y="1100"/>
                    <a:pt x="4636" y="950"/>
                    <a:pt x="3824" y="775"/>
                  </a:cubicBezTo>
                  <a:cubicBezTo>
                    <a:pt x="2587" y="500"/>
                    <a:pt x="1375" y="250"/>
                    <a:pt x="100" y="188"/>
                  </a:cubicBezTo>
                  <a:cubicBezTo>
                    <a:pt x="0" y="175"/>
                    <a:pt x="0" y="25"/>
                    <a:pt x="100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5" name="Google Shape;2225;p89"/>
            <p:cNvSpPr/>
            <p:nvPr/>
          </p:nvSpPr>
          <p:spPr>
            <a:xfrm>
              <a:off x="6756400" y="1233675"/>
              <a:ext cx="33150" cy="30975"/>
            </a:xfrm>
            <a:custGeom>
              <a:rect b="b" l="l" r="r" t="t"/>
              <a:pathLst>
                <a:path extrusionOk="0" h="1239" w="1326">
                  <a:moveTo>
                    <a:pt x="450" y="688"/>
                  </a:moveTo>
                  <a:lnTo>
                    <a:pt x="563" y="651"/>
                  </a:lnTo>
                  <a:cubicBezTo>
                    <a:pt x="625" y="726"/>
                    <a:pt x="563" y="826"/>
                    <a:pt x="475" y="813"/>
                  </a:cubicBezTo>
                  <a:cubicBezTo>
                    <a:pt x="1" y="651"/>
                    <a:pt x="475" y="1"/>
                    <a:pt x="863" y="226"/>
                  </a:cubicBezTo>
                  <a:cubicBezTo>
                    <a:pt x="1325" y="526"/>
                    <a:pt x="788" y="1238"/>
                    <a:pt x="350" y="801"/>
                  </a:cubicBezTo>
                  <a:cubicBezTo>
                    <a:pt x="301" y="738"/>
                    <a:pt x="375" y="638"/>
                    <a:pt x="450" y="6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6" name="Google Shape;2226;p89"/>
            <p:cNvSpPr/>
            <p:nvPr/>
          </p:nvSpPr>
          <p:spPr>
            <a:xfrm>
              <a:off x="6761100" y="1291175"/>
              <a:ext cx="72800" cy="22525"/>
            </a:xfrm>
            <a:custGeom>
              <a:rect b="b" l="l" r="r" t="t"/>
              <a:pathLst>
                <a:path extrusionOk="0" h="901" w="2912">
                  <a:moveTo>
                    <a:pt x="100" y="638"/>
                  </a:moveTo>
                  <a:cubicBezTo>
                    <a:pt x="412" y="338"/>
                    <a:pt x="800" y="150"/>
                    <a:pt x="1225" y="100"/>
                  </a:cubicBezTo>
                  <a:cubicBezTo>
                    <a:pt x="1700" y="38"/>
                    <a:pt x="2387" y="0"/>
                    <a:pt x="2799" y="263"/>
                  </a:cubicBezTo>
                  <a:cubicBezTo>
                    <a:pt x="2912" y="325"/>
                    <a:pt x="2837" y="488"/>
                    <a:pt x="2724" y="463"/>
                  </a:cubicBezTo>
                  <a:cubicBezTo>
                    <a:pt x="1937" y="263"/>
                    <a:pt x="900" y="213"/>
                    <a:pt x="262" y="800"/>
                  </a:cubicBezTo>
                  <a:cubicBezTo>
                    <a:pt x="150" y="900"/>
                    <a:pt x="0" y="738"/>
                    <a:pt x="113" y="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7" name="Google Shape;2227;p89"/>
            <p:cNvSpPr/>
            <p:nvPr/>
          </p:nvSpPr>
          <p:spPr>
            <a:xfrm>
              <a:off x="6762650" y="1296800"/>
              <a:ext cx="70325" cy="23450"/>
            </a:xfrm>
            <a:custGeom>
              <a:rect b="b" l="l" r="r" t="t"/>
              <a:pathLst>
                <a:path extrusionOk="0" h="938" w="2813">
                  <a:moveTo>
                    <a:pt x="2750" y="200"/>
                  </a:moveTo>
                  <a:cubicBezTo>
                    <a:pt x="2237" y="887"/>
                    <a:pt x="800" y="937"/>
                    <a:pt x="100" y="575"/>
                  </a:cubicBezTo>
                  <a:cubicBezTo>
                    <a:pt x="1" y="513"/>
                    <a:pt x="75" y="375"/>
                    <a:pt x="175" y="388"/>
                  </a:cubicBezTo>
                  <a:cubicBezTo>
                    <a:pt x="888" y="500"/>
                    <a:pt x="2050" y="762"/>
                    <a:pt x="2600" y="88"/>
                  </a:cubicBezTo>
                  <a:cubicBezTo>
                    <a:pt x="2675" y="0"/>
                    <a:pt x="2812" y="113"/>
                    <a:pt x="2762" y="2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8" name="Google Shape;2228;p89"/>
            <p:cNvSpPr/>
            <p:nvPr/>
          </p:nvSpPr>
          <p:spPr>
            <a:xfrm>
              <a:off x="6662675" y="1249000"/>
              <a:ext cx="18150" cy="56875"/>
            </a:xfrm>
            <a:custGeom>
              <a:rect b="b" l="l" r="r" t="t"/>
              <a:pathLst>
                <a:path extrusionOk="0" h="2275" w="726">
                  <a:moveTo>
                    <a:pt x="413" y="163"/>
                  </a:moveTo>
                  <a:cubicBezTo>
                    <a:pt x="238" y="800"/>
                    <a:pt x="325" y="1475"/>
                    <a:pt x="650" y="2037"/>
                  </a:cubicBezTo>
                  <a:cubicBezTo>
                    <a:pt x="725" y="2162"/>
                    <a:pt x="538" y="2275"/>
                    <a:pt x="463" y="2150"/>
                  </a:cubicBezTo>
                  <a:cubicBezTo>
                    <a:pt x="88" y="1537"/>
                    <a:pt x="1" y="800"/>
                    <a:pt x="226" y="113"/>
                  </a:cubicBezTo>
                  <a:cubicBezTo>
                    <a:pt x="263" y="0"/>
                    <a:pt x="438" y="50"/>
                    <a:pt x="413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9" name="Google Shape;2229;p89"/>
            <p:cNvSpPr/>
            <p:nvPr/>
          </p:nvSpPr>
          <p:spPr>
            <a:xfrm>
              <a:off x="6669850" y="1250875"/>
              <a:ext cx="15975" cy="54375"/>
            </a:xfrm>
            <a:custGeom>
              <a:rect b="b" l="l" r="r" t="t"/>
              <a:pathLst>
                <a:path extrusionOk="0" h="2175" w="639">
                  <a:moveTo>
                    <a:pt x="176" y="1987"/>
                  </a:moveTo>
                  <a:cubicBezTo>
                    <a:pt x="313" y="1625"/>
                    <a:pt x="351" y="1225"/>
                    <a:pt x="301" y="850"/>
                  </a:cubicBezTo>
                  <a:cubicBezTo>
                    <a:pt x="251" y="563"/>
                    <a:pt x="101" y="388"/>
                    <a:pt x="13" y="150"/>
                  </a:cubicBezTo>
                  <a:cubicBezTo>
                    <a:pt x="1" y="100"/>
                    <a:pt x="26" y="63"/>
                    <a:pt x="63" y="50"/>
                  </a:cubicBezTo>
                  <a:cubicBezTo>
                    <a:pt x="363" y="0"/>
                    <a:pt x="463" y="325"/>
                    <a:pt x="526" y="563"/>
                  </a:cubicBezTo>
                  <a:cubicBezTo>
                    <a:pt x="638" y="1062"/>
                    <a:pt x="588" y="1575"/>
                    <a:pt x="401" y="2050"/>
                  </a:cubicBezTo>
                  <a:cubicBezTo>
                    <a:pt x="351" y="2175"/>
                    <a:pt x="138" y="2125"/>
                    <a:pt x="188" y="19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0" name="Google Shape;2230;p89"/>
            <p:cNvSpPr/>
            <p:nvPr/>
          </p:nvSpPr>
          <p:spPr>
            <a:xfrm>
              <a:off x="6330275" y="1310225"/>
              <a:ext cx="82800" cy="26900"/>
            </a:xfrm>
            <a:custGeom>
              <a:rect b="b" l="l" r="r" t="t"/>
              <a:pathLst>
                <a:path extrusionOk="0" h="1076" w="3312">
                  <a:moveTo>
                    <a:pt x="138" y="151"/>
                  </a:moveTo>
                  <a:cubicBezTo>
                    <a:pt x="1150" y="1"/>
                    <a:pt x="2512" y="151"/>
                    <a:pt x="3262" y="913"/>
                  </a:cubicBezTo>
                  <a:cubicBezTo>
                    <a:pt x="3312" y="963"/>
                    <a:pt x="3262" y="1075"/>
                    <a:pt x="3174" y="1050"/>
                  </a:cubicBezTo>
                  <a:cubicBezTo>
                    <a:pt x="2712" y="888"/>
                    <a:pt x="2299" y="600"/>
                    <a:pt x="1812" y="475"/>
                  </a:cubicBezTo>
                  <a:cubicBezTo>
                    <a:pt x="1275" y="338"/>
                    <a:pt x="712" y="300"/>
                    <a:pt x="150" y="363"/>
                  </a:cubicBezTo>
                  <a:cubicBezTo>
                    <a:pt x="38" y="375"/>
                    <a:pt x="0" y="163"/>
                    <a:pt x="125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1" name="Google Shape;2231;p89"/>
            <p:cNvSpPr/>
            <p:nvPr/>
          </p:nvSpPr>
          <p:spPr>
            <a:xfrm>
              <a:off x="6312450" y="1314900"/>
              <a:ext cx="100625" cy="30975"/>
            </a:xfrm>
            <a:custGeom>
              <a:rect b="b" l="l" r="r" t="t"/>
              <a:pathLst>
                <a:path extrusionOk="0" h="1239" w="4025">
                  <a:moveTo>
                    <a:pt x="3900" y="1001"/>
                  </a:moveTo>
                  <a:cubicBezTo>
                    <a:pt x="3275" y="1113"/>
                    <a:pt x="2613" y="1238"/>
                    <a:pt x="1975" y="1151"/>
                  </a:cubicBezTo>
                  <a:cubicBezTo>
                    <a:pt x="1300" y="1038"/>
                    <a:pt x="713" y="688"/>
                    <a:pt x="151" y="313"/>
                  </a:cubicBezTo>
                  <a:cubicBezTo>
                    <a:pt x="1" y="226"/>
                    <a:pt x="138" y="1"/>
                    <a:pt x="276" y="88"/>
                  </a:cubicBezTo>
                  <a:cubicBezTo>
                    <a:pt x="751" y="401"/>
                    <a:pt x="1238" y="713"/>
                    <a:pt x="1788" y="851"/>
                  </a:cubicBezTo>
                  <a:cubicBezTo>
                    <a:pt x="2463" y="1013"/>
                    <a:pt x="3175" y="901"/>
                    <a:pt x="3837" y="788"/>
                  </a:cubicBezTo>
                  <a:cubicBezTo>
                    <a:pt x="3975" y="776"/>
                    <a:pt x="4025" y="976"/>
                    <a:pt x="3900" y="10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2" name="Google Shape;2232;p89"/>
            <p:cNvSpPr/>
            <p:nvPr/>
          </p:nvSpPr>
          <p:spPr>
            <a:xfrm>
              <a:off x="6814825" y="1460800"/>
              <a:ext cx="199975" cy="551150"/>
            </a:xfrm>
            <a:custGeom>
              <a:rect b="b" l="l" r="r" t="t"/>
              <a:pathLst>
                <a:path extrusionOk="0" h="22046" w="7999">
                  <a:moveTo>
                    <a:pt x="4512" y="21958"/>
                  </a:moveTo>
                  <a:cubicBezTo>
                    <a:pt x="3200" y="20621"/>
                    <a:pt x="2700" y="19108"/>
                    <a:pt x="2925" y="17209"/>
                  </a:cubicBezTo>
                  <a:cubicBezTo>
                    <a:pt x="3087" y="15809"/>
                    <a:pt x="3712" y="14560"/>
                    <a:pt x="4249" y="13285"/>
                  </a:cubicBezTo>
                  <a:cubicBezTo>
                    <a:pt x="6124" y="8811"/>
                    <a:pt x="7998" y="576"/>
                    <a:pt x="213" y="238"/>
                  </a:cubicBezTo>
                  <a:cubicBezTo>
                    <a:pt x="138" y="238"/>
                    <a:pt x="138" y="113"/>
                    <a:pt x="213" y="101"/>
                  </a:cubicBezTo>
                  <a:cubicBezTo>
                    <a:pt x="3262" y="1"/>
                    <a:pt x="5599" y="1975"/>
                    <a:pt x="6286" y="4962"/>
                  </a:cubicBezTo>
                  <a:cubicBezTo>
                    <a:pt x="7598" y="10611"/>
                    <a:pt x="0" y="17034"/>
                    <a:pt x="4637" y="21833"/>
                  </a:cubicBezTo>
                  <a:cubicBezTo>
                    <a:pt x="4724" y="21908"/>
                    <a:pt x="4599" y="22045"/>
                    <a:pt x="4512" y="219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3" name="Google Shape;2233;p89"/>
            <p:cNvSpPr/>
            <p:nvPr/>
          </p:nvSpPr>
          <p:spPr>
            <a:xfrm>
              <a:off x="6715800" y="1465800"/>
              <a:ext cx="121550" cy="180925"/>
            </a:xfrm>
            <a:custGeom>
              <a:rect b="b" l="l" r="r" t="t"/>
              <a:pathLst>
                <a:path extrusionOk="0" h="7237" w="4862">
                  <a:moveTo>
                    <a:pt x="3187" y="201"/>
                  </a:moveTo>
                  <a:cubicBezTo>
                    <a:pt x="1450" y="326"/>
                    <a:pt x="450" y="2288"/>
                    <a:pt x="637" y="3837"/>
                  </a:cubicBezTo>
                  <a:cubicBezTo>
                    <a:pt x="850" y="5462"/>
                    <a:pt x="3137" y="7124"/>
                    <a:pt x="4661" y="5724"/>
                  </a:cubicBezTo>
                  <a:cubicBezTo>
                    <a:pt x="4736" y="5649"/>
                    <a:pt x="4861" y="5774"/>
                    <a:pt x="4786" y="5849"/>
                  </a:cubicBezTo>
                  <a:cubicBezTo>
                    <a:pt x="3537" y="7237"/>
                    <a:pt x="987" y="5924"/>
                    <a:pt x="537" y="4412"/>
                  </a:cubicBezTo>
                  <a:cubicBezTo>
                    <a:pt x="0" y="2600"/>
                    <a:pt x="1162" y="151"/>
                    <a:pt x="3187" y="13"/>
                  </a:cubicBezTo>
                  <a:cubicBezTo>
                    <a:pt x="3312" y="1"/>
                    <a:pt x="3312" y="201"/>
                    <a:pt x="3187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4" name="Google Shape;2234;p89"/>
            <p:cNvSpPr/>
            <p:nvPr/>
          </p:nvSpPr>
          <p:spPr>
            <a:xfrm>
              <a:off x="6781700" y="1520175"/>
              <a:ext cx="77200" cy="73125"/>
            </a:xfrm>
            <a:custGeom>
              <a:rect b="b" l="l" r="r" t="t"/>
              <a:pathLst>
                <a:path extrusionOk="0" h="2925" w="3088">
                  <a:moveTo>
                    <a:pt x="2463" y="2775"/>
                  </a:moveTo>
                  <a:cubicBezTo>
                    <a:pt x="2838" y="2037"/>
                    <a:pt x="2613" y="1138"/>
                    <a:pt x="1925" y="675"/>
                  </a:cubicBezTo>
                  <a:cubicBezTo>
                    <a:pt x="1188" y="188"/>
                    <a:pt x="351" y="713"/>
                    <a:pt x="213" y="1512"/>
                  </a:cubicBezTo>
                  <a:cubicBezTo>
                    <a:pt x="188" y="1625"/>
                    <a:pt x="1" y="1600"/>
                    <a:pt x="13" y="1487"/>
                  </a:cubicBezTo>
                  <a:cubicBezTo>
                    <a:pt x="101" y="613"/>
                    <a:pt x="1026" y="0"/>
                    <a:pt x="1850" y="388"/>
                  </a:cubicBezTo>
                  <a:cubicBezTo>
                    <a:pt x="2738" y="800"/>
                    <a:pt x="3088" y="2025"/>
                    <a:pt x="2600" y="2850"/>
                  </a:cubicBezTo>
                  <a:cubicBezTo>
                    <a:pt x="2550" y="2925"/>
                    <a:pt x="2425" y="2862"/>
                    <a:pt x="2463" y="27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5" name="Google Shape;2235;p89"/>
            <p:cNvSpPr/>
            <p:nvPr/>
          </p:nvSpPr>
          <p:spPr>
            <a:xfrm>
              <a:off x="6787950" y="1566400"/>
              <a:ext cx="25" cy="350"/>
            </a:xfrm>
            <a:custGeom>
              <a:rect b="b" l="l" r="r" t="t"/>
              <a:pathLst>
                <a:path extrusionOk="0" h="14" w="1">
                  <a:moveTo>
                    <a:pt x="1" y="13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6" name="Google Shape;2236;p89"/>
            <p:cNvSpPr/>
            <p:nvPr/>
          </p:nvSpPr>
          <p:spPr>
            <a:xfrm>
              <a:off x="6862300" y="1373950"/>
              <a:ext cx="104075" cy="206550"/>
            </a:xfrm>
            <a:custGeom>
              <a:rect b="b" l="l" r="r" t="t"/>
              <a:pathLst>
                <a:path extrusionOk="0" h="8262" w="4163">
                  <a:moveTo>
                    <a:pt x="3987" y="8174"/>
                  </a:moveTo>
                  <a:cubicBezTo>
                    <a:pt x="3700" y="6974"/>
                    <a:pt x="3175" y="5862"/>
                    <a:pt x="2438" y="4887"/>
                  </a:cubicBezTo>
                  <a:cubicBezTo>
                    <a:pt x="1913" y="4187"/>
                    <a:pt x="1226" y="3525"/>
                    <a:pt x="851" y="2700"/>
                  </a:cubicBezTo>
                  <a:cubicBezTo>
                    <a:pt x="451" y="1788"/>
                    <a:pt x="463" y="826"/>
                    <a:pt x="1138" y="76"/>
                  </a:cubicBezTo>
                  <a:cubicBezTo>
                    <a:pt x="1201" y="1"/>
                    <a:pt x="1338" y="88"/>
                    <a:pt x="1276" y="176"/>
                  </a:cubicBezTo>
                  <a:cubicBezTo>
                    <a:pt x="1" y="2050"/>
                    <a:pt x="1763" y="3537"/>
                    <a:pt x="2775" y="4987"/>
                  </a:cubicBezTo>
                  <a:cubicBezTo>
                    <a:pt x="3425" y="5937"/>
                    <a:pt x="3887" y="6999"/>
                    <a:pt x="4137" y="8124"/>
                  </a:cubicBezTo>
                  <a:cubicBezTo>
                    <a:pt x="4162" y="8224"/>
                    <a:pt x="4012" y="8261"/>
                    <a:pt x="3975" y="8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7" name="Google Shape;2237;p89"/>
            <p:cNvSpPr/>
            <p:nvPr/>
          </p:nvSpPr>
          <p:spPr>
            <a:xfrm>
              <a:off x="6879800" y="1634200"/>
              <a:ext cx="81575" cy="88450"/>
            </a:xfrm>
            <a:custGeom>
              <a:rect b="b" l="l" r="r" t="t"/>
              <a:pathLst>
                <a:path extrusionOk="0" h="3538" w="3263">
                  <a:moveTo>
                    <a:pt x="2775" y="3387"/>
                  </a:moveTo>
                  <a:cubicBezTo>
                    <a:pt x="2988" y="2413"/>
                    <a:pt x="3087" y="1050"/>
                    <a:pt x="2088" y="438"/>
                  </a:cubicBezTo>
                  <a:cubicBezTo>
                    <a:pt x="1613" y="176"/>
                    <a:pt x="1013" y="263"/>
                    <a:pt x="638" y="650"/>
                  </a:cubicBezTo>
                  <a:cubicBezTo>
                    <a:pt x="338" y="975"/>
                    <a:pt x="1" y="2300"/>
                    <a:pt x="788" y="2388"/>
                  </a:cubicBezTo>
                  <a:cubicBezTo>
                    <a:pt x="876" y="2388"/>
                    <a:pt x="876" y="2525"/>
                    <a:pt x="788" y="2512"/>
                  </a:cubicBezTo>
                  <a:cubicBezTo>
                    <a:pt x="251" y="2462"/>
                    <a:pt x="76" y="1788"/>
                    <a:pt x="126" y="1313"/>
                  </a:cubicBezTo>
                  <a:cubicBezTo>
                    <a:pt x="201" y="700"/>
                    <a:pt x="676" y="201"/>
                    <a:pt x="1288" y="101"/>
                  </a:cubicBezTo>
                  <a:cubicBezTo>
                    <a:pt x="1938" y="1"/>
                    <a:pt x="2450" y="363"/>
                    <a:pt x="2775" y="900"/>
                  </a:cubicBezTo>
                  <a:cubicBezTo>
                    <a:pt x="3262" y="1700"/>
                    <a:pt x="3150" y="2562"/>
                    <a:pt x="2950" y="3425"/>
                  </a:cubicBezTo>
                  <a:cubicBezTo>
                    <a:pt x="2925" y="3537"/>
                    <a:pt x="2750" y="3500"/>
                    <a:pt x="2775" y="33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8" name="Google Shape;2238;p89"/>
            <p:cNvSpPr/>
            <p:nvPr/>
          </p:nvSpPr>
          <p:spPr>
            <a:xfrm>
              <a:off x="6891050" y="1745425"/>
              <a:ext cx="44075" cy="33150"/>
            </a:xfrm>
            <a:custGeom>
              <a:rect b="b" l="l" r="r" t="t"/>
              <a:pathLst>
                <a:path extrusionOk="0" h="1326" w="1763">
                  <a:moveTo>
                    <a:pt x="1413" y="1175"/>
                  </a:moveTo>
                  <a:cubicBezTo>
                    <a:pt x="1500" y="863"/>
                    <a:pt x="1450" y="538"/>
                    <a:pt x="1150" y="363"/>
                  </a:cubicBezTo>
                  <a:cubicBezTo>
                    <a:pt x="938" y="188"/>
                    <a:pt x="725" y="238"/>
                    <a:pt x="501" y="525"/>
                  </a:cubicBezTo>
                  <a:cubicBezTo>
                    <a:pt x="451" y="650"/>
                    <a:pt x="463" y="788"/>
                    <a:pt x="538" y="900"/>
                  </a:cubicBezTo>
                  <a:cubicBezTo>
                    <a:pt x="650" y="975"/>
                    <a:pt x="551" y="1150"/>
                    <a:pt x="438" y="1075"/>
                  </a:cubicBezTo>
                  <a:cubicBezTo>
                    <a:pt x="1" y="813"/>
                    <a:pt x="351" y="113"/>
                    <a:pt x="775" y="63"/>
                  </a:cubicBezTo>
                  <a:cubicBezTo>
                    <a:pt x="1438" y="0"/>
                    <a:pt x="1763" y="688"/>
                    <a:pt x="1563" y="1225"/>
                  </a:cubicBezTo>
                  <a:cubicBezTo>
                    <a:pt x="1525" y="1325"/>
                    <a:pt x="1375" y="1288"/>
                    <a:pt x="1400" y="1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9" name="Google Shape;2239;p89"/>
            <p:cNvSpPr/>
            <p:nvPr/>
          </p:nvSpPr>
          <p:spPr>
            <a:xfrm>
              <a:off x="6882925" y="1354600"/>
              <a:ext cx="32200" cy="31875"/>
            </a:xfrm>
            <a:custGeom>
              <a:rect b="b" l="l" r="r" t="t"/>
              <a:pathLst>
                <a:path extrusionOk="0" h="1275" w="1288">
                  <a:moveTo>
                    <a:pt x="463" y="825"/>
                  </a:moveTo>
                  <a:lnTo>
                    <a:pt x="463" y="825"/>
                  </a:lnTo>
                  <a:cubicBezTo>
                    <a:pt x="463" y="900"/>
                    <a:pt x="363" y="950"/>
                    <a:pt x="301" y="887"/>
                  </a:cubicBezTo>
                  <a:cubicBezTo>
                    <a:pt x="1" y="475"/>
                    <a:pt x="638" y="0"/>
                    <a:pt x="963" y="412"/>
                  </a:cubicBezTo>
                  <a:cubicBezTo>
                    <a:pt x="1288" y="825"/>
                    <a:pt x="726" y="1275"/>
                    <a:pt x="363" y="950"/>
                  </a:cubicBezTo>
                  <a:cubicBezTo>
                    <a:pt x="288" y="887"/>
                    <a:pt x="376" y="775"/>
                    <a:pt x="463" y="8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0" name="Google Shape;2240;p89"/>
            <p:cNvSpPr/>
            <p:nvPr/>
          </p:nvSpPr>
          <p:spPr>
            <a:xfrm>
              <a:off x="6819200" y="1430500"/>
              <a:ext cx="113125" cy="77500"/>
            </a:xfrm>
            <a:custGeom>
              <a:rect b="b" l="l" r="r" t="t"/>
              <a:pathLst>
                <a:path extrusionOk="0" h="3100" w="4525">
                  <a:moveTo>
                    <a:pt x="4374" y="3050"/>
                  </a:moveTo>
                  <a:cubicBezTo>
                    <a:pt x="3187" y="1688"/>
                    <a:pt x="1700" y="926"/>
                    <a:pt x="88" y="176"/>
                  </a:cubicBezTo>
                  <a:cubicBezTo>
                    <a:pt x="0" y="138"/>
                    <a:pt x="63" y="1"/>
                    <a:pt x="150" y="26"/>
                  </a:cubicBezTo>
                  <a:cubicBezTo>
                    <a:pt x="1850" y="538"/>
                    <a:pt x="3362" y="1550"/>
                    <a:pt x="4462" y="2950"/>
                  </a:cubicBezTo>
                  <a:cubicBezTo>
                    <a:pt x="4524" y="3012"/>
                    <a:pt x="4424" y="3100"/>
                    <a:pt x="4374" y="30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1" name="Google Shape;2241;p89"/>
            <p:cNvSpPr/>
            <p:nvPr/>
          </p:nvSpPr>
          <p:spPr>
            <a:xfrm>
              <a:off x="6798275" y="1413950"/>
              <a:ext cx="32500" cy="30950"/>
            </a:xfrm>
            <a:custGeom>
              <a:rect b="b" l="l" r="r" t="t"/>
              <a:pathLst>
                <a:path extrusionOk="0" h="1238" w="1300">
                  <a:moveTo>
                    <a:pt x="912" y="850"/>
                  </a:moveTo>
                  <a:cubicBezTo>
                    <a:pt x="550" y="1238"/>
                    <a:pt x="0" y="700"/>
                    <a:pt x="375" y="350"/>
                  </a:cubicBezTo>
                  <a:cubicBezTo>
                    <a:pt x="750" y="0"/>
                    <a:pt x="1300" y="638"/>
                    <a:pt x="850" y="888"/>
                  </a:cubicBezTo>
                  <a:cubicBezTo>
                    <a:pt x="762" y="925"/>
                    <a:pt x="675" y="813"/>
                    <a:pt x="737" y="738"/>
                  </a:cubicBezTo>
                  <a:lnTo>
                    <a:pt x="800" y="738"/>
                  </a:lnTo>
                  <a:cubicBezTo>
                    <a:pt x="875" y="675"/>
                    <a:pt x="975" y="775"/>
                    <a:pt x="912" y="8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2" name="Google Shape;2242;p89"/>
            <p:cNvSpPr/>
            <p:nvPr/>
          </p:nvSpPr>
          <p:spPr>
            <a:xfrm>
              <a:off x="6803900" y="1462675"/>
              <a:ext cx="10000" cy="5975"/>
            </a:xfrm>
            <a:custGeom>
              <a:rect b="b" l="l" r="r" t="t"/>
              <a:pathLst>
                <a:path extrusionOk="0" h="239" w="400">
                  <a:moveTo>
                    <a:pt x="275" y="213"/>
                  </a:moveTo>
                  <a:cubicBezTo>
                    <a:pt x="213" y="213"/>
                    <a:pt x="163" y="213"/>
                    <a:pt x="100" y="226"/>
                  </a:cubicBezTo>
                  <a:cubicBezTo>
                    <a:pt x="25" y="238"/>
                    <a:pt x="0" y="113"/>
                    <a:pt x="63" y="76"/>
                  </a:cubicBezTo>
                  <a:cubicBezTo>
                    <a:pt x="125" y="26"/>
                    <a:pt x="200" y="1"/>
                    <a:pt x="275" y="13"/>
                  </a:cubicBezTo>
                  <a:cubicBezTo>
                    <a:pt x="400" y="13"/>
                    <a:pt x="400" y="201"/>
                    <a:pt x="275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3" name="Google Shape;2243;p89"/>
            <p:cNvSpPr/>
            <p:nvPr/>
          </p:nvSpPr>
          <p:spPr>
            <a:xfrm>
              <a:off x="6836375" y="1594850"/>
              <a:ext cx="7225" cy="10000"/>
            </a:xfrm>
            <a:custGeom>
              <a:rect b="b" l="l" r="r" t="t"/>
              <a:pathLst>
                <a:path extrusionOk="0" h="400" w="289">
                  <a:moveTo>
                    <a:pt x="251" y="150"/>
                  </a:moveTo>
                  <a:cubicBezTo>
                    <a:pt x="226" y="237"/>
                    <a:pt x="176" y="312"/>
                    <a:pt x="113" y="362"/>
                  </a:cubicBezTo>
                  <a:cubicBezTo>
                    <a:pt x="76" y="400"/>
                    <a:pt x="1" y="362"/>
                    <a:pt x="13" y="300"/>
                  </a:cubicBezTo>
                  <a:cubicBezTo>
                    <a:pt x="26" y="225"/>
                    <a:pt x="51" y="150"/>
                    <a:pt x="101" y="88"/>
                  </a:cubicBezTo>
                  <a:cubicBezTo>
                    <a:pt x="138" y="0"/>
                    <a:pt x="288" y="63"/>
                    <a:pt x="251" y="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4" name="Google Shape;2244;p89"/>
            <p:cNvSpPr/>
            <p:nvPr/>
          </p:nvSpPr>
          <p:spPr>
            <a:xfrm>
              <a:off x="6945425" y="1453625"/>
              <a:ext cx="27825" cy="156850"/>
            </a:xfrm>
            <a:custGeom>
              <a:rect b="b" l="l" r="r" t="t"/>
              <a:pathLst>
                <a:path extrusionOk="0" h="6274" w="1113">
                  <a:moveTo>
                    <a:pt x="925" y="6174"/>
                  </a:moveTo>
                  <a:cubicBezTo>
                    <a:pt x="862" y="4899"/>
                    <a:pt x="612" y="3675"/>
                    <a:pt x="338" y="2437"/>
                  </a:cubicBezTo>
                  <a:cubicBezTo>
                    <a:pt x="163" y="1625"/>
                    <a:pt x="0" y="913"/>
                    <a:pt x="325" y="113"/>
                  </a:cubicBezTo>
                  <a:cubicBezTo>
                    <a:pt x="350" y="1"/>
                    <a:pt x="537" y="51"/>
                    <a:pt x="500" y="163"/>
                  </a:cubicBezTo>
                  <a:cubicBezTo>
                    <a:pt x="188" y="1338"/>
                    <a:pt x="637" y="2462"/>
                    <a:pt x="862" y="3625"/>
                  </a:cubicBezTo>
                  <a:cubicBezTo>
                    <a:pt x="1037" y="4462"/>
                    <a:pt x="1112" y="5312"/>
                    <a:pt x="1112" y="6174"/>
                  </a:cubicBezTo>
                  <a:cubicBezTo>
                    <a:pt x="1087" y="6274"/>
                    <a:pt x="937" y="6274"/>
                    <a:pt x="925" y="6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5" name="Google Shape;2245;p89"/>
            <p:cNvSpPr/>
            <p:nvPr/>
          </p:nvSpPr>
          <p:spPr>
            <a:xfrm>
              <a:off x="6942300" y="1432375"/>
              <a:ext cx="30950" cy="33150"/>
            </a:xfrm>
            <a:custGeom>
              <a:rect b="b" l="l" r="r" t="t"/>
              <a:pathLst>
                <a:path extrusionOk="0" h="1326" w="1238">
                  <a:moveTo>
                    <a:pt x="438" y="976"/>
                  </a:moveTo>
                  <a:cubicBezTo>
                    <a:pt x="0" y="551"/>
                    <a:pt x="725" y="1"/>
                    <a:pt x="1012" y="476"/>
                  </a:cubicBezTo>
                  <a:cubicBezTo>
                    <a:pt x="1237" y="851"/>
                    <a:pt x="575" y="1325"/>
                    <a:pt x="425" y="851"/>
                  </a:cubicBezTo>
                  <a:cubicBezTo>
                    <a:pt x="413" y="763"/>
                    <a:pt x="512" y="701"/>
                    <a:pt x="587" y="763"/>
                  </a:cubicBezTo>
                  <a:cubicBezTo>
                    <a:pt x="575" y="801"/>
                    <a:pt x="562" y="838"/>
                    <a:pt x="550" y="876"/>
                  </a:cubicBezTo>
                  <a:cubicBezTo>
                    <a:pt x="600" y="963"/>
                    <a:pt x="500" y="1038"/>
                    <a:pt x="425" y="9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6" name="Google Shape;2246;p89"/>
            <p:cNvSpPr/>
            <p:nvPr/>
          </p:nvSpPr>
          <p:spPr>
            <a:xfrm>
              <a:off x="6893250" y="1388025"/>
              <a:ext cx="22500" cy="72800"/>
            </a:xfrm>
            <a:custGeom>
              <a:rect b="b" l="l" r="r" t="t"/>
              <a:pathLst>
                <a:path extrusionOk="0" h="2912" w="900">
                  <a:moveTo>
                    <a:pt x="100" y="2650"/>
                  </a:moveTo>
                  <a:cubicBezTo>
                    <a:pt x="687" y="2012"/>
                    <a:pt x="637" y="975"/>
                    <a:pt x="450" y="188"/>
                  </a:cubicBezTo>
                  <a:cubicBezTo>
                    <a:pt x="413" y="63"/>
                    <a:pt x="575" y="0"/>
                    <a:pt x="650" y="113"/>
                  </a:cubicBezTo>
                  <a:cubicBezTo>
                    <a:pt x="900" y="525"/>
                    <a:pt x="875" y="1225"/>
                    <a:pt x="800" y="1687"/>
                  </a:cubicBezTo>
                  <a:cubicBezTo>
                    <a:pt x="750" y="2112"/>
                    <a:pt x="562" y="2500"/>
                    <a:pt x="263" y="2812"/>
                  </a:cubicBezTo>
                  <a:cubicBezTo>
                    <a:pt x="163" y="2912"/>
                    <a:pt x="0" y="2750"/>
                    <a:pt x="113" y="2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7" name="Google Shape;2247;p89"/>
            <p:cNvSpPr/>
            <p:nvPr/>
          </p:nvSpPr>
          <p:spPr>
            <a:xfrm>
              <a:off x="6886375" y="1388950"/>
              <a:ext cx="23450" cy="70625"/>
            </a:xfrm>
            <a:custGeom>
              <a:rect b="b" l="l" r="r" t="t"/>
              <a:pathLst>
                <a:path extrusionOk="0" h="2825" w="938">
                  <a:moveTo>
                    <a:pt x="875" y="213"/>
                  </a:moveTo>
                  <a:cubicBezTo>
                    <a:pt x="188" y="763"/>
                    <a:pt x="450" y="1938"/>
                    <a:pt x="563" y="2650"/>
                  </a:cubicBezTo>
                  <a:cubicBezTo>
                    <a:pt x="575" y="2750"/>
                    <a:pt x="438" y="2825"/>
                    <a:pt x="375" y="2725"/>
                  </a:cubicBezTo>
                  <a:cubicBezTo>
                    <a:pt x="0" y="2013"/>
                    <a:pt x="63" y="588"/>
                    <a:pt x="750" y="63"/>
                  </a:cubicBezTo>
                  <a:cubicBezTo>
                    <a:pt x="825" y="1"/>
                    <a:pt x="937" y="138"/>
                    <a:pt x="862" y="2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8" name="Google Shape;2248;p89"/>
            <p:cNvSpPr/>
            <p:nvPr/>
          </p:nvSpPr>
          <p:spPr>
            <a:xfrm>
              <a:off x="6901375" y="1541100"/>
              <a:ext cx="56875" cy="18150"/>
            </a:xfrm>
            <a:custGeom>
              <a:rect b="b" l="l" r="r" t="t"/>
              <a:pathLst>
                <a:path extrusionOk="0" h="726" w="2275">
                  <a:moveTo>
                    <a:pt x="2149" y="500"/>
                  </a:moveTo>
                  <a:cubicBezTo>
                    <a:pt x="1475" y="725"/>
                    <a:pt x="725" y="638"/>
                    <a:pt x="125" y="251"/>
                  </a:cubicBezTo>
                  <a:cubicBezTo>
                    <a:pt x="0" y="188"/>
                    <a:pt x="113" y="1"/>
                    <a:pt x="237" y="63"/>
                  </a:cubicBezTo>
                  <a:cubicBezTo>
                    <a:pt x="800" y="401"/>
                    <a:pt x="1475" y="488"/>
                    <a:pt x="2112" y="313"/>
                  </a:cubicBezTo>
                  <a:cubicBezTo>
                    <a:pt x="2224" y="288"/>
                    <a:pt x="2274" y="463"/>
                    <a:pt x="2149" y="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9" name="Google Shape;2249;p89"/>
            <p:cNvSpPr/>
            <p:nvPr/>
          </p:nvSpPr>
          <p:spPr>
            <a:xfrm>
              <a:off x="6901675" y="1530800"/>
              <a:ext cx="56250" cy="21250"/>
            </a:xfrm>
            <a:custGeom>
              <a:rect b="b" l="l" r="r" t="t"/>
              <a:pathLst>
                <a:path extrusionOk="0" h="850" w="2250">
                  <a:moveTo>
                    <a:pt x="138" y="450"/>
                  </a:moveTo>
                  <a:cubicBezTo>
                    <a:pt x="488" y="313"/>
                    <a:pt x="2250" y="0"/>
                    <a:pt x="2137" y="788"/>
                  </a:cubicBezTo>
                  <a:cubicBezTo>
                    <a:pt x="2125" y="825"/>
                    <a:pt x="2075" y="850"/>
                    <a:pt x="2038" y="838"/>
                  </a:cubicBezTo>
                  <a:cubicBezTo>
                    <a:pt x="1788" y="738"/>
                    <a:pt x="1613" y="600"/>
                    <a:pt x="1338" y="550"/>
                  </a:cubicBezTo>
                  <a:cubicBezTo>
                    <a:pt x="950" y="488"/>
                    <a:pt x="563" y="538"/>
                    <a:pt x="188" y="663"/>
                  </a:cubicBezTo>
                  <a:cubicBezTo>
                    <a:pt x="63" y="713"/>
                    <a:pt x="1" y="513"/>
                    <a:pt x="138" y="4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0" name="Google Shape;2250;p89"/>
            <p:cNvSpPr/>
            <p:nvPr/>
          </p:nvSpPr>
          <p:spPr>
            <a:xfrm>
              <a:off x="6869800" y="1808525"/>
              <a:ext cx="26900" cy="82825"/>
            </a:xfrm>
            <a:custGeom>
              <a:rect b="b" l="l" r="r" t="t"/>
              <a:pathLst>
                <a:path extrusionOk="0" h="3313" w="1076">
                  <a:moveTo>
                    <a:pt x="726" y="3162"/>
                  </a:moveTo>
                  <a:cubicBezTo>
                    <a:pt x="788" y="2600"/>
                    <a:pt x="751" y="2038"/>
                    <a:pt x="613" y="1500"/>
                  </a:cubicBezTo>
                  <a:cubicBezTo>
                    <a:pt x="476" y="1013"/>
                    <a:pt x="188" y="613"/>
                    <a:pt x="38" y="138"/>
                  </a:cubicBezTo>
                  <a:cubicBezTo>
                    <a:pt x="1" y="63"/>
                    <a:pt x="113" y="1"/>
                    <a:pt x="176" y="63"/>
                  </a:cubicBezTo>
                  <a:cubicBezTo>
                    <a:pt x="951" y="813"/>
                    <a:pt x="1076" y="2175"/>
                    <a:pt x="938" y="3187"/>
                  </a:cubicBezTo>
                  <a:cubicBezTo>
                    <a:pt x="913" y="3312"/>
                    <a:pt x="713" y="3287"/>
                    <a:pt x="726" y="3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1" name="Google Shape;2251;p89"/>
            <p:cNvSpPr/>
            <p:nvPr/>
          </p:nvSpPr>
          <p:spPr>
            <a:xfrm>
              <a:off x="6861050" y="1808525"/>
              <a:ext cx="30975" cy="100950"/>
            </a:xfrm>
            <a:custGeom>
              <a:rect b="b" l="l" r="r" t="t"/>
              <a:pathLst>
                <a:path extrusionOk="0" h="4038" w="1239">
                  <a:moveTo>
                    <a:pt x="451" y="201"/>
                  </a:moveTo>
                  <a:cubicBezTo>
                    <a:pt x="351" y="876"/>
                    <a:pt x="238" y="1575"/>
                    <a:pt x="401" y="2250"/>
                  </a:cubicBezTo>
                  <a:cubicBezTo>
                    <a:pt x="526" y="2800"/>
                    <a:pt x="838" y="3287"/>
                    <a:pt x="1151" y="3762"/>
                  </a:cubicBezTo>
                  <a:cubicBezTo>
                    <a:pt x="1238" y="3900"/>
                    <a:pt x="1013" y="4037"/>
                    <a:pt x="926" y="3887"/>
                  </a:cubicBezTo>
                  <a:cubicBezTo>
                    <a:pt x="551" y="3325"/>
                    <a:pt x="201" y="2738"/>
                    <a:pt x="101" y="2050"/>
                  </a:cubicBezTo>
                  <a:cubicBezTo>
                    <a:pt x="1" y="1425"/>
                    <a:pt x="126" y="763"/>
                    <a:pt x="251" y="138"/>
                  </a:cubicBezTo>
                  <a:cubicBezTo>
                    <a:pt x="276" y="1"/>
                    <a:pt x="476" y="63"/>
                    <a:pt x="451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2" name="Google Shape;2252;p89"/>
            <p:cNvSpPr/>
            <p:nvPr/>
          </p:nvSpPr>
          <p:spPr>
            <a:xfrm>
              <a:off x="6704850" y="1496125"/>
              <a:ext cx="8475" cy="8125"/>
            </a:xfrm>
            <a:custGeom>
              <a:rect b="b" l="l" r="r" t="t"/>
              <a:pathLst>
                <a:path extrusionOk="0" h="325" w="339">
                  <a:moveTo>
                    <a:pt x="88" y="13"/>
                  </a:moveTo>
                  <a:cubicBezTo>
                    <a:pt x="176" y="0"/>
                    <a:pt x="263" y="38"/>
                    <a:pt x="301" y="113"/>
                  </a:cubicBezTo>
                  <a:cubicBezTo>
                    <a:pt x="326" y="125"/>
                    <a:pt x="338" y="163"/>
                    <a:pt x="326" y="188"/>
                  </a:cubicBezTo>
                  <a:lnTo>
                    <a:pt x="301" y="275"/>
                  </a:lnTo>
                  <a:cubicBezTo>
                    <a:pt x="288" y="313"/>
                    <a:pt x="226" y="325"/>
                    <a:pt x="213" y="288"/>
                  </a:cubicBezTo>
                  <a:lnTo>
                    <a:pt x="76" y="150"/>
                  </a:lnTo>
                  <a:cubicBezTo>
                    <a:pt x="1" y="125"/>
                    <a:pt x="13" y="0"/>
                    <a:pt x="88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3" name="Google Shape;2253;p89"/>
            <p:cNvSpPr/>
            <p:nvPr/>
          </p:nvSpPr>
          <p:spPr>
            <a:xfrm>
              <a:off x="6648000" y="1496125"/>
              <a:ext cx="59075" cy="15000"/>
            </a:xfrm>
            <a:custGeom>
              <a:rect b="b" l="l" r="r" t="t"/>
              <a:pathLst>
                <a:path extrusionOk="0" h="600" w="2363">
                  <a:moveTo>
                    <a:pt x="2300" y="125"/>
                  </a:moveTo>
                  <a:cubicBezTo>
                    <a:pt x="1625" y="462"/>
                    <a:pt x="825" y="600"/>
                    <a:pt x="100" y="375"/>
                  </a:cubicBezTo>
                  <a:cubicBezTo>
                    <a:pt x="0" y="350"/>
                    <a:pt x="13" y="188"/>
                    <a:pt x="125" y="200"/>
                  </a:cubicBezTo>
                  <a:cubicBezTo>
                    <a:pt x="862" y="288"/>
                    <a:pt x="1537" y="288"/>
                    <a:pt x="2262" y="25"/>
                  </a:cubicBezTo>
                  <a:cubicBezTo>
                    <a:pt x="2325" y="0"/>
                    <a:pt x="2362" y="88"/>
                    <a:pt x="2300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4" name="Google Shape;2254;p89"/>
            <p:cNvSpPr/>
            <p:nvPr/>
          </p:nvSpPr>
          <p:spPr>
            <a:xfrm>
              <a:off x="6648000" y="1501125"/>
              <a:ext cx="25325" cy="17200"/>
            </a:xfrm>
            <a:custGeom>
              <a:rect b="b" l="l" r="r" t="t"/>
              <a:pathLst>
                <a:path extrusionOk="0" h="688" w="1013">
                  <a:moveTo>
                    <a:pt x="188" y="75"/>
                  </a:moveTo>
                  <a:cubicBezTo>
                    <a:pt x="400" y="337"/>
                    <a:pt x="638" y="412"/>
                    <a:pt x="937" y="525"/>
                  </a:cubicBezTo>
                  <a:cubicBezTo>
                    <a:pt x="1012" y="562"/>
                    <a:pt x="1012" y="687"/>
                    <a:pt x="925" y="675"/>
                  </a:cubicBezTo>
                  <a:cubicBezTo>
                    <a:pt x="563" y="662"/>
                    <a:pt x="250" y="475"/>
                    <a:pt x="63" y="187"/>
                  </a:cubicBezTo>
                  <a:cubicBezTo>
                    <a:pt x="0" y="100"/>
                    <a:pt x="125" y="0"/>
                    <a:pt x="188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5" name="Google Shape;2255;p89"/>
            <p:cNvSpPr/>
            <p:nvPr/>
          </p:nvSpPr>
          <p:spPr>
            <a:xfrm>
              <a:off x="6687050" y="1501125"/>
              <a:ext cx="26575" cy="55300"/>
            </a:xfrm>
            <a:custGeom>
              <a:rect b="b" l="l" r="r" t="t"/>
              <a:pathLst>
                <a:path extrusionOk="0" h="2212" w="1063">
                  <a:moveTo>
                    <a:pt x="1025" y="138"/>
                  </a:moveTo>
                  <a:cubicBezTo>
                    <a:pt x="850" y="437"/>
                    <a:pt x="700" y="750"/>
                    <a:pt x="575" y="1087"/>
                  </a:cubicBezTo>
                  <a:cubicBezTo>
                    <a:pt x="475" y="1437"/>
                    <a:pt x="538" y="1737"/>
                    <a:pt x="575" y="2099"/>
                  </a:cubicBezTo>
                  <a:cubicBezTo>
                    <a:pt x="588" y="2187"/>
                    <a:pt x="463" y="2212"/>
                    <a:pt x="425" y="2137"/>
                  </a:cubicBezTo>
                  <a:cubicBezTo>
                    <a:pt x="0" y="1437"/>
                    <a:pt x="475" y="600"/>
                    <a:pt x="938" y="50"/>
                  </a:cubicBezTo>
                  <a:cubicBezTo>
                    <a:pt x="988" y="0"/>
                    <a:pt x="1063" y="75"/>
                    <a:pt x="1038" y="1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6" name="Google Shape;2256;p89"/>
            <p:cNvSpPr/>
            <p:nvPr/>
          </p:nvSpPr>
          <p:spPr>
            <a:xfrm>
              <a:off x="6686100" y="1522975"/>
              <a:ext cx="17225" cy="34700"/>
            </a:xfrm>
            <a:custGeom>
              <a:rect b="b" l="l" r="r" t="t"/>
              <a:pathLst>
                <a:path extrusionOk="0" h="1388" w="689">
                  <a:moveTo>
                    <a:pt x="388" y="1263"/>
                  </a:moveTo>
                  <a:cubicBezTo>
                    <a:pt x="126" y="938"/>
                    <a:pt x="1" y="513"/>
                    <a:pt x="63" y="101"/>
                  </a:cubicBezTo>
                  <a:cubicBezTo>
                    <a:pt x="76" y="1"/>
                    <a:pt x="226" y="38"/>
                    <a:pt x="226" y="126"/>
                  </a:cubicBezTo>
                  <a:cubicBezTo>
                    <a:pt x="251" y="513"/>
                    <a:pt x="313" y="813"/>
                    <a:pt x="576" y="1101"/>
                  </a:cubicBezTo>
                  <a:cubicBezTo>
                    <a:pt x="688" y="1238"/>
                    <a:pt x="488" y="1388"/>
                    <a:pt x="388" y="1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7" name="Google Shape;2257;p89"/>
            <p:cNvSpPr/>
            <p:nvPr/>
          </p:nvSpPr>
          <p:spPr>
            <a:xfrm>
              <a:off x="6669850" y="1521425"/>
              <a:ext cx="22525" cy="11275"/>
            </a:xfrm>
            <a:custGeom>
              <a:rect b="b" l="l" r="r" t="t"/>
              <a:pathLst>
                <a:path extrusionOk="0" h="451" w="901">
                  <a:moveTo>
                    <a:pt x="776" y="213"/>
                  </a:moveTo>
                  <a:cubicBezTo>
                    <a:pt x="563" y="275"/>
                    <a:pt x="351" y="388"/>
                    <a:pt x="126" y="425"/>
                  </a:cubicBezTo>
                  <a:cubicBezTo>
                    <a:pt x="51" y="450"/>
                    <a:pt x="1" y="338"/>
                    <a:pt x="63" y="288"/>
                  </a:cubicBezTo>
                  <a:cubicBezTo>
                    <a:pt x="263" y="163"/>
                    <a:pt x="488" y="75"/>
                    <a:pt x="726" y="38"/>
                  </a:cubicBezTo>
                  <a:cubicBezTo>
                    <a:pt x="851" y="0"/>
                    <a:pt x="901" y="175"/>
                    <a:pt x="776" y="2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8" name="Google Shape;2258;p89"/>
            <p:cNvSpPr/>
            <p:nvPr/>
          </p:nvSpPr>
          <p:spPr>
            <a:xfrm>
              <a:off x="6668925" y="1512975"/>
              <a:ext cx="15650" cy="19100"/>
            </a:xfrm>
            <a:custGeom>
              <a:rect b="b" l="l" r="r" t="t"/>
              <a:pathLst>
                <a:path extrusionOk="0" h="764" w="626">
                  <a:moveTo>
                    <a:pt x="50" y="563"/>
                  </a:moveTo>
                  <a:cubicBezTo>
                    <a:pt x="138" y="376"/>
                    <a:pt x="263" y="201"/>
                    <a:pt x="425" y="63"/>
                  </a:cubicBezTo>
                  <a:cubicBezTo>
                    <a:pt x="500" y="1"/>
                    <a:pt x="625" y="88"/>
                    <a:pt x="575" y="176"/>
                  </a:cubicBezTo>
                  <a:cubicBezTo>
                    <a:pt x="463" y="351"/>
                    <a:pt x="338" y="501"/>
                    <a:pt x="238" y="663"/>
                  </a:cubicBezTo>
                  <a:cubicBezTo>
                    <a:pt x="163" y="763"/>
                    <a:pt x="1" y="676"/>
                    <a:pt x="50" y="5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9" name="Google Shape;2259;p89"/>
            <p:cNvSpPr/>
            <p:nvPr/>
          </p:nvSpPr>
          <p:spPr>
            <a:xfrm>
              <a:off x="6665800" y="1513300"/>
              <a:ext cx="17525" cy="6900"/>
            </a:xfrm>
            <a:custGeom>
              <a:rect b="b" l="l" r="r" t="t"/>
              <a:pathLst>
                <a:path extrusionOk="0" h="276" w="701">
                  <a:moveTo>
                    <a:pt x="575" y="225"/>
                  </a:moveTo>
                  <a:cubicBezTo>
                    <a:pt x="400" y="275"/>
                    <a:pt x="225" y="250"/>
                    <a:pt x="76" y="163"/>
                  </a:cubicBezTo>
                  <a:cubicBezTo>
                    <a:pt x="1" y="113"/>
                    <a:pt x="63" y="0"/>
                    <a:pt x="138" y="25"/>
                  </a:cubicBezTo>
                  <a:lnTo>
                    <a:pt x="513" y="38"/>
                  </a:lnTo>
                  <a:cubicBezTo>
                    <a:pt x="638" y="13"/>
                    <a:pt x="700" y="188"/>
                    <a:pt x="575" y="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0" name="Google Shape;2260;p89"/>
            <p:cNvSpPr/>
            <p:nvPr/>
          </p:nvSpPr>
          <p:spPr>
            <a:xfrm>
              <a:off x="6645800" y="1528925"/>
              <a:ext cx="28775" cy="23450"/>
            </a:xfrm>
            <a:custGeom>
              <a:rect b="b" l="l" r="r" t="t"/>
              <a:pathLst>
                <a:path extrusionOk="0" h="938" w="1151">
                  <a:moveTo>
                    <a:pt x="638" y="163"/>
                  </a:moveTo>
                  <a:cubicBezTo>
                    <a:pt x="1150" y="263"/>
                    <a:pt x="863" y="937"/>
                    <a:pt x="426" y="838"/>
                  </a:cubicBezTo>
                  <a:cubicBezTo>
                    <a:pt x="1" y="750"/>
                    <a:pt x="126" y="0"/>
                    <a:pt x="626" y="150"/>
                  </a:cubicBezTo>
                  <a:cubicBezTo>
                    <a:pt x="738" y="188"/>
                    <a:pt x="713" y="350"/>
                    <a:pt x="601" y="350"/>
                  </a:cubicBezTo>
                  <a:lnTo>
                    <a:pt x="601" y="325"/>
                  </a:lnTo>
                  <a:cubicBezTo>
                    <a:pt x="501" y="288"/>
                    <a:pt x="538" y="138"/>
                    <a:pt x="651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1" name="Google Shape;2261;p89"/>
            <p:cNvSpPr/>
            <p:nvPr/>
          </p:nvSpPr>
          <p:spPr>
            <a:xfrm>
              <a:off x="6217175" y="4309125"/>
              <a:ext cx="551125" cy="190600"/>
            </a:xfrm>
            <a:custGeom>
              <a:rect b="b" l="l" r="r" t="t"/>
              <a:pathLst>
                <a:path extrusionOk="0" h="7624" w="22045">
                  <a:moveTo>
                    <a:pt x="213" y="4662"/>
                  </a:moveTo>
                  <a:cubicBezTo>
                    <a:pt x="5036" y="0"/>
                    <a:pt x="11447" y="7623"/>
                    <a:pt x="17083" y="6311"/>
                  </a:cubicBezTo>
                  <a:cubicBezTo>
                    <a:pt x="20070" y="5611"/>
                    <a:pt x="22044" y="3300"/>
                    <a:pt x="21932" y="238"/>
                  </a:cubicBezTo>
                  <a:cubicBezTo>
                    <a:pt x="21932" y="150"/>
                    <a:pt x="21795" y="150"/>
                    <a:pt x="21795" y="238"/>
                  </a:cubicBezTo>
                  <a:cubicBezTo>
                    <a:pt x="21532" y="6511"/>
                    <a:pt x="14521" y="6724"/>
                    <a:pt x="10160" y="4887"/>
                  </a:cubicBezTo>
                  <a:cubicBezTo>
                    <a:pt x="8448" y="4162"/>
                    <a:pt x="6723" y="3175"/>
                    <a:pt x="4824" y="2950"/>
                  </a:cubicBezTo>
                  <a:cubicBezTo>
                    <a:pt x="2924" y="2725"/>
                    <a:pt x="1425" y="3225"/>
                    <a:pt x="88" y="4537"/>
                  </a:cubicBezTo>
                  <a:cubicBezTo>
                    <a:pt x="0" y="4612"/>
                    <a:pt x="125" y="4737"/>
                    <a:pt x="213" y="46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2" name="Google Shape;2262;p89"/>
            <p:cNvSpPr/>
            <p:nvPr/>
          </p:nvSpPr>
          <p:spPr>
            <a:xfrm>
              <a:off x="6582375" y="4210725"/>
              <a:ext cx="180925" cy="121225"/>
            </a:xfrm>
            <a:custGeom>
              <a:rect b="b" l="l" r="r" t="t"/>
              <a:pathLst>
                <a:path extrusionOk="0" h="4849" w="7237">
                  <a:moveTo>
                    <a:pt x="7224" y="3174"/>
                  </a:moveTo>
                  <a:cubicBezTo>
                    <a:pt x="7087" y="1162"/>
                    <a:pt x="4637" y="0"/>
                    <a:pt x="2825" y="537"/>
                  </a:cubicBezTo>
                  <a:cubicBezTo>
                    <a:pt x="1326" y="987"/>
                    <a:pt x="1" y="3524"/>
                    <a:pt x="1388" y="4774"/>
                  </a:cubicBezTo>
                  <a:cubicBezTo>
                    <a:pt x="1463" y="4849"/>
                    <a:pt x="1575" y="4736"/>
                    <a:pt x="1513" y="4661"/>
                  </a:cubicBezTo>
                  <a:cubicBezTo>
                    <a:pt x="113" y="3137"/>
                    <a:pt x="1775" y="837"/>
                    <a:pt x="3400" y="637"/>
                  </a:cubicBezTo>
                  <a:cubicBezTo>
                    <a:pt x="4950" y="437"/>
                    <a:pt x="6912" y="1450"/>
                    <a:pt x="7037" y="3174"/>
                  </a:cubicBezTo>
                  <a:cubicBezTo>
                    <a:pt x="7037" y="3299"/>
                    <a:pt x="7237" y="3299"/>
                    <a:pt x="7224" y="3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3" name="Google Shape;2263;p89"/>
            <p:cNvSpPr/>
            <p:nvPr/>
          </p:nvSpPr>
          <p:spPr>
            <a:xfrm>
              <a:off x="6636125" y="4276625"/>
              <a:ext cx="72825" cy="77200"/>
            </a:xfrm>
            <a:custGeom>
              <a:rect b="b" l="l" r="r" t="t"/>
              <a:pathLst>
                <a:path extrusionOk="0" h="3088" w="2913">
                  <a:moveTo>
                    <a:pt x="63" y="2600"/>
                  </a:moveTo>
                  <a:cubicBezTo>
                    <a:pt x="888" y="3087"/>
                    <a:pt x="2112" y="2738"/>
                    <a:pt x="2537" y="1850"/>
                  </a:cubicBezTo>
                  <a:cubicBezTo>
                    <a:pt x="2912" y="1026"/>
                    <a:pt x="2300" y="101"/>
                    <a:pt x="1437" y="13"/>
                  </a:cubicBezTo>
                  <a:cubicBezTo>
                    <a:pt x="1325" y="1"/>
                    <a:pt x="1300" y="188"/>
                    <a:pt x="1412" y="213"/>
                  </a:cubicBezTo>
                  <a:cubicBezTo>
                    <a:pt x="2225" y="351"/>
                    <a:pt x="2725" y="1176"/>
                    <a:pt x="2250" y="1925"/>
                  </a:cubicBezTo>
                  <a:cubicBezTo>
                    <a:pt x="1787" y="2613"/>
                    <a:pt x="888" y="2838"/>
                    <a:pt x="150" y="2463"/>
                  </a:cubicBezTo>
                  <a:cubicBezTo>
                    <a:pt x="63" y="2425"/>
                    <a:pt x="0" y="2538"/>
                    <a:pt x="75" y="26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4" name="Google Shape;2264;p89"/>
            <p:cNvSpPr/>
            <p:nvPr/>
          </p:nvSpPr>
          <p:spPr>
            <a:xfrm>
              <a:off x="6662675" y="4282575"/>
              <a:ext cx="25" cy="325"/>
            </a:xfrm>
            <a:custGeom>
              <a:rect b="b" l="l" r="r" t="t"/>
              <a:pathLst>
                <a:path extrusionOk="0" h="13" w="1">
                  <a:moveTo>
                    <a:pt x="1" y="0"/>
                  </a:moveTo>
                  <a:lnTo>
                    <a:pt x="1" y="1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5" name="Google Shape;2265;p89"/>
            <p:cNvSpPr/>
            <p:nvPr/>
          </p:nvSpPr>
          <p:spPr>
            <a:xfrm>
              <a:off x="6648925" y="4357225"/>
              <a:ext cx="206550" cy="103750"/>
            </a:xfrm>
            <a:custGeom>
              <a:rect b="b" l="l" r="r" t="t"/>
              <a:pathLst>
                <a:path extrusionOk="0" h="4150" w="8262">
                  <a:moveTo>
                    <a:pt x="126" y="4137"/>
                  </a:moveTo>
                  <a:cubicBezTo>
                    <a:pt x="1250" y="3887"/>
                    <a:pt x="2325" y="3425"/>
                    <a:pt x="3275" y="2775"/>
                  </a:cubicBezTo>
                  <a:cubicBezTo>
                    <a:pt x="4724" y="1763"/>
                    <a:pt x="6199" y="1"/>
                    <a:pt x="8074" y="1276"/>
                  </a:cubicBezTo>
                  <a:cubicBezTo>
                    <a:pt x="8161" y="1326"/>
                    <a:pt x="8261" y="1201"/>
                    <a:pt x="8186" y="1138"/>
                  </a:cubicBezTo>
                  <a:cubicBezTo>
                    <a:pt x="7424" y="451"/>
                    <a:pt x="6474" y="451"/>
                    <a:pt x="5549" y="851"/>
                  </a:cubicBezTo>
                  <a:cubicBezTo>
                    <a:pt x="4887" y="1151"/>
                    <a:pt x="4350" y="1676"/>
                    <a:pt x="3787" y="2125"/>
                  </a:cubicBezTo>
                  <a:cubicBezTo>
                    <a:pt x="2700" y="3013"/>
                    <a:pt x="1450" y="3650"/>
                    <a:pt x="88" y="3987"/>
                  </a:cubicBezTo>
                  <a:cubicBezTo>
                    <a:pt x="1" y="4000"/>
                    <a:pt x="38" y="4150"/>
                    <a:pt x="138" y="41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6" name="Google Shape;2266;p89"/>
            <p:cNvSpPr/>
            <p:nvPr/>
          </p:nvSpPr>
          <p:spPr>
            <a:xfrm>
              <a:off x="6506475" y="4375975"/>
              <a:ext cx="88425" cy="80000"/>
            </a:xfrm>
            <a:custGeom>
              <a:rect b="b" l="l" r="r" t="t"/>
              <a:pathLst>
                <a:path extrusionOk="0" h="3200" w="3537">
                  <a:moveTo>
                    <a:pt x="113" y="2888"/>
                  </a:moveTo>
                  <a:cubicBezTo>
                    <a:pt x="987" y="3087"/>
                    <a:pt x="1837" y="3200"/>
                    <a:pt x="2650" y="2713"/>
                  </a:cubicBezTo>
                  <a:cubicBezTo>
                    <a:pt x="3174" y="2388"/>
                    <a:pt x="3537" y="1875"/>
                    <a:pt x="3437" y="1225"/>
                  </a:cubicBezTo>
                  <a:cubicBezTo>
                    <a:pt x="3349" y="613"/>
                    <a:pt x="2849" y="138"/>
                    <a:pt x="2225" y="63"/>
                  </a:cubicBezTo>
                  <a:cubicBezTo>
                    <a:pt x="1750" y="13"/>
                    <a:pt x="1075" y="176"/>
                    <a:pt x="1025" y="726"/>
                  </a:cubicBezTo>
                  <a:cubicBezTo>
                    <a:pt x="1025" y="813"/>
                    <a:pt x="1150" y="813"/>
                    <a:pt x="1150" y="726"/>
                  </a:cubicBezTo>
                  <a:cubicBezTo>
                    <a:pt x="1225" y="1"/>
                    <a:pt x="2437" y="263"/>
                    <a:pt x="2762" y="488"/>
                  </a:cubicBezTo>
                  <a:cubicBezTo>
                    <a:pt x="3249" y="838"/>
                    <a:pt x="3387" y="1500"/>
                    <a:pt x="3099" y="2025"/>
                  </a:cubicBezTo>
                  <a:cubicBezTo>
                    <a:pt x="2475" y="3037"/>
                    <a:pt x="1125" y="2937"/>
                    <a:pt x="150" y="2713"/>
                  </a:cubicBezTo>
                  <a:cubicBezTo>
                    <a:pt x="38" y="2688"/>
                    <a:pt x="0" y="2863"/>
                    <a:pt x="113" y="28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7" name="Google Shape;2267;p89"/>
            <p:cNvSpPr/>
            <p:nvPr/>
          </p:nvSpPr>
          <p:spPr>
            <a:xfrm>
              <a:off x="6450850" y="4386300"/>
              <a:ext cx="33150" cy="43450"/>
            </a:xfrm>
            <a:custGeom>
              <a:rect b="b" l="l" r="r" t="t"/>
              <a:pathLst>
                <a:path extrusionOk="0" h="1738" w="1326">
                  <a:moveTo>
                    <a:pt x="101" y="1550"/>
                  </a:moveTo>
                  <a:cubicBezTo>
                    <a:pt x="638" y="1737"/>
                    <a:pt x="1325" y="1412"/>
                    <a:pt x="1263" y="762"/>
                  </a:cubicBezTo>
                  <a:cubicBezTo>
                    <a:pt x="1213" y="338"/>
                    <a:pt x="513" y="0"/>
                    <a:pt x="251" y="425"/>
                  </a:cubicBezTo>
                  <a:cubicBezTo>
                    <a:pt x="176" y="538"/>
                    <a:pt x="351" y="637"/>
                    <a:pt x="426" y="525"/>
                  </a:cubicBezTo>
                  <a:cubicBezTo>
                    <a:pt x="538" y="463"/>
                    <a:pt x="676" y="438"/>
                    <a:pt x="801" y="488"/>
                  </a:cubicBezTo>
                  <a:cubicBezTo>
                    <a:pt x="1076" y="712"/>
                    <a:pt x="1125" y="937"/>
                    <a:pt x="951" y="1137"/>
                  </a:cubicBezTo>
                  <a:cubicBezTo>
                    <a:pt x="776" y="1450"/>
                    <a:pt x="451" y="1487"/>
                    <a:pt x="138" y="1400"/>
                  </a:cubicBezTo>
                  <a:cubicBezTo>
                    <a:pt x="38" y="1362"/>
                    <a:pt x="1" y="1525"/>
                    <a:pt x="101" y="15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8" name="Google Shape;2268;p89"/>
            <p:cNvSpPr/>
            <p:nvPr/>
          </p:nvSpPr>
          <p:spPr>
            <a:xfrm>
              <a:off x="6842625" y="4377850"/>
              <a:ext cx="31900" cy="31900"/>
            </a:xfrm>
            <a:custGeom>
              <a:rect b="b" l="l" r="r" t="t"/>
              <a:pathLst>
                <a:path extrusionOk="0" h="1276" w="1276">
                  <a:moveTo>
                    <a:pt x="326" y="351"/>
                  </a:moveTo>
                  <a:cubicBezTo>
                    <a:pt x="1" y="713"/>
                    <a:pt x="451" y="1275"/>
                    <a:pt x="863" y="950"/>
                  </a:cubicBezTo>
                  <a:cubicBezTo>
                    <a:pt x="1275" y="626"/>
                    <a:pt x="800" y="1"/>
                    <a:pt x="401" y="301"/>
                  </a:cubicBezTo>
                  <a:cubicBezTo>
                    <a:pt x="326" y="351"/>
                    <a:pt x="376" y="463"/>
                    <a:pt x="463" y="451"/>
                  </a:cubicBezTo>
                  <a:lnTo>
                    <a:pt x="463" y="451"/>
                  </a:lnTo>
                  <a:cubicBezTo>
                    <a:pt x="501" y="376"/>
                    <a:pt x="401" y="276"/>
                    <a:pt x="338" y="3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9" name="Google Shape;2269;p89"/>
            <p:cNvSpPr/>
            <p:nvPr/>
          </p:nvSpPr>
          <p:spPr>
            <a:xfrm>
              <a:off x="6720775" y="4313800"/>
              <a:ext cx="77825" cy="113125"/>
            </a:xfrm>
            <a:custGeom>
              <a:rect b="b" l="l" r="r" t="t"/>
              <a:pathLst>
                <a:path extrusionOk="0" h="4525" w="3113">
                  <a:moveTo>
                    <a:pt x="163" y="4462"/>
                  </a:moveTo>
                  <a:cubicBezTo>
                    <a:pt x="1551" y="3363"/>
                    <a:pt x="2575" y="1850"/>
                    <a:pt x="3088" y="151"/>
                  </a:cubicBezTo>
                  <a:cubicBezTo>
                    <a:pt x="3113" y="63"/>
                    <a:pt x="2975" y="1"/>
                    <a:pt x="2925" y="88"/>
                  </a:cubicBezTo>
                  <a:cubicBezTo>
                    <a:pt x="2188" y="1700"/>
                    <a:pt x="1413" y="3188"/>
                    <a:pt x="63" y="4375"/>
                  </a:cubicBezTo>
                  <a:cubicBezTo>
                    <a:pt x="1" y="4437"/>
                    <a:pt x="88" y="4525"/>
                    <a:pt x="163" y="44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0" name="Google Shape;2270;p89"/>
            <p:cNvSpPr/>
            <p:nvPr/>
          </p:nvSpPr>
          <p:spPr>
            <a:xfrm>
              <a:off x="6784200" y="4293200"/>
              <a:ext cx="30650" cy="32500"/>
            </a:xfrm>
            <a:custGeom>
              <a:rect b="b" l="l" r="r" t="t"/>
              <a:pathLst>
                <a:path extrusionOk="0" h="1300" w="1226">
                  <a:moveTo>
                    <a:pt x="501" y="800"/>
                  </a:moveTo>
                  <a:lnTo>
                    <a:pt x="501" y="737"/>
                  </a:lnTo>
                  <a:cubicBezTo>
                    <a:pt x="426" y="662"/>
                    <a:pt x="313" y="750"/>
                    <a:pt x="363" y="850"/>
                  </a:cubicBezTo>
                  <a:cubicBezTo>
                    <a:pt x="601" y="1300"/>
                    <a:pt x="1225" y="750"/>
                    <a:pt x="888" y="375"/>
                  </a:cubicBezTo>
                  <a:cubicBezTo>
                    <a:pt x="551" y="0"/>
                    <a:pt x="1" y="550"/>
                    <a:pt x="388" y="912"/>
                  </a:cubicBezTo>
                  <a:cubicBezTo>
                    <a:pt x="463" y="975"/>
                    <a:pt x="563" y="875"/>
                    <a:pt x="501" y="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1" name="Google Shape;2271;p89"/>
            <p:cNvSpPr/>
            <p:nvPr/>
          </p:nvSpPr>
          <p:spPr>
            <a:xfrm>
              <a:off x="6760775" y="4298825"/>
              <a:ext cx="5650" cy="9375"/>
            </a:xfrm>
            <a:custGeom>
              <a:rect b="b" l="l" r="r" t="t"/>
              <a:pathLst>
                <a:path extrusionOk="0" h="375" w="226">
                  <a:moveTo>
                    <a:pt x="213" y="263"/>
                  </a:moveTo>
                  <a:cubicBezTo>
                    <a:pt x="225" y="188"/>
                    <a:pt x="200" y="113"/>
                    <a:pt x="150" y="63"/>
                  </a:cubicBezTo>
                  <a:cubicBezTo>
                    <a:pt x="113" y="0"/>
                    <a:pt x="1" y="13"/>
                    <a:pt x="1" y="100"/>
                  </a:cubicBezTo>
                  <a:cubicBezTo>
                    <a:pt x="1" y="150"/>
                    <a:pt x="13" y="213"/>
                    <a:pt x="13" y="263"/>
                  </a:cubicBezTo>
                  <a:cubicBezTo>
                    <a:pt x="26" y="375"/>
                    <a:pt x="188" y="375"/>
                    <a:pt x="200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2" name="Google Shape;2272;p89"/>
            <p:cNvSpPr/>
            <p:nvPr/>
          </p:nvSpPr>
          <p:spPr>
            <a:xfrm>
              <a:off x="6624250" y="4331300"/>
              <a:ext cx="10025" cy="6900"/>
            </a:xfrm>
            <a:custGeom>
              <a:rect b="b" l="l" r="r" t="t"/>
              <a:pathLst>
                <a:path extrusionOk="0" h="276" w="401">
                  <a:moveTo>
                    <a:pt x="313" y="88"/>
                  </a:moveTo>
                  <a:cubicBezTo>
                    <a:pt x="250" y="51"/>
                    <a:pt x="175" y="26"/>
                    <a:pt x="100" y="13"/>
                  </a:cubicBezTo>
                  <a:cubicBezTo>
                    <a:pt x="38" y="1"/>
                    <a:pt x="0" y="63"/>
                    <a:pt x="50" y="113"/>
                  </a:cubicBezTo>
                  <a:cubicBezTo>
                    <a:pt x="100" y="176"/>
                    <a:pt x="163" y="226"/>
                    <a:pt x="250" y="251"/>
                  </a:cubicBezTo>
                  <a:cubicBezTo>
                    <a:pt x="338" y="276"/>
                    <a:pt x="400" y="138"/>
                    <a:pt x="313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3" name="Google Shape;2273;p89"/>
            <p:cNvSpPr/>
            <p:nvPr/>
          </p:nvSpPr>
          <p:spPr>
            <a:xfrm>
              <a:off x="6618625" y="4440350"/>
              <a:ext cx="156850" cy="27825"/>
            </a:xfrm>
            <a:custGeom>
              <a:rect b="b" l="l" r="r" t="t"/>
              <a:pathLst>
                <a:path extrusionOk="0" h="1113" w="6274">
                  <a:moveTo>
                    <a:pt x="101" y="1100"/>
                  </a:moveTo>
                  <a:cubicBezTo>
                    <a:pt x="963" y="1112"/>
                    <a:pt x="1813" y="1025"/>
                    <a:pt x="2662" y="850"/>
                  </a:cubicBezTo>
                  <a:cubicBezTo>
                    <a:pt x="3812" y="625"/>
                    <a:pt x="4937" y="175"/>
                    <a:pt x="6111" y="500"/>
                  </a:cubicBezTo>
                  <a:cubicBezTo>
                    <a:pt x="6224" y="525"/>
                    <a:pt x="6274" y="362"/>
                    <a:pt x="6161" y="313"/>
                  </a:cubicBezTo>
                  <a:cubicBezTo>
                    <a:pt x="5362" y="0"/>
                    <a:pt x="4649" y="163"/>
                    <a:pt x="3837" y="337"/>
                  </a:cubicBezTo>
                  <a:cubicBezTo>
                    <a:pt x="2587" y="612"/>
                    <a:pt x="1375" y="862"/>
                    <a:pt x="101" y="925"/>
                  </a:cubicBezTo>
                  <a:cubicBezTo>
                    <a:pt x="1" y="937"/>
                    <a:pt x="1" y="1087"/>
                    <a:pt x="101" y="1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4" name="Google Shape;2274;p89"/>
            <p:cNvSpPr/>
            <p:nvPr/>
          </p:nvSpPr>
          <p:spPr>
            <a:xfrm>
              <a:off x="6763900" y="4437225"/>
              <a:ext cx="32825" cy="31250"/>
            </a:xfrm>
            <a:custGeom>
              <a:rect b="b" l="l" r="r" t="t"/>
              <a:pathLst>
                <a:path extrusionOk="0" h="1250" w="1313">
                  <a:moveTo>
                    <a:pt x="450" y="550"/>
                  </a:moveTo>
                  <a:lnTo>
                    <a:pt x="563" y="587"/>
                  </a:lnTo>
                  <a:cubicBezTo>
                    <a:pt x="613" y="512"/>
                    <a:pt x="550" y="413"/>
                    <a:pt x="463" y="425"/>
                  </a:cubicBezTo>
                  <a:cubicBezTo>
                    <a:pt x="1" y="587"/>
                    <a:pt x="463" y="1250"/>
                    <a:pt x="850" y="1012"/>
                  </a:cubicBezTo>
                  <a:cubicBezTo>
                    <a:pt x="1313" y="712"/>
                    <a:pt x="775" y="0"/>
                    <a:pt x="350" y="438"/>
                  </a:cubicBezTo>
                  <a:cubicBezTo>
                    <a:pt x="288" y="500"/>
                    <a:pt x="363" y="600"/>
                    <a:pt x="450" y="5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5" name="Google Shape;2275;p89"/>
            <p:cNvSpPr/>
            <p:nvPr/>
          </p:nvSpPr>
          <p:spPr>
            <a:xfrm>
              <a:off x="6768275" y="4388175"/>
              <a:ext cx="72825" cy="22500"/>
            </a:xfrm>
            <a:custGeom>
              <a:rect b="b" l="l" r="r" t="t"/>
              <a:pathLst>
                <a:path extrusionOk="0" h="900" w="2913">
                  <a:moveTo>
                    <a:pt x="100" y="263"/>
                  </a:moveTo>
                  <a:cubicBezTo>
                    <a:pt x="413" y="562"/>
                    <a:pt x="813" y="750"/>
                    <a:pt x="1225" y="800"/>
                  </a:cubicBezTo>
                  <a:cubicBezTo>
                    <a:pt x="1700" y="862"/>
                    <a:pt x="2400" y="900"/>
                    <a:pt x="2812" y="637"/>
                  </a:cubicBezTo>
                  <a:cubicBezTo>
                    <a:pt x="2912" y="575"/>
                    <a:pt x="2850" y="413"/>
                    <a:pt x="2725" y="438"/>
                  </a:cubicBezTo>
                  <a:cubicBezTo>
                    <a:pt x="1937" y="637"/>
                    <a:pt x="900" y="687"/>
                    <a:pt x="263" y="100"/>
                  </a:cubicBezTo>
                  <a:cubicBezTo>
                    <a:pt x="163" y="0"/>
                    <a:pt x="0" y="163"/>
                    <a:pt x="113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6" name="Google Shape;2276;p89"/>
            <p:cNvSpPr/>
            <p:nvPr/>
          </p:nvSpPr>
          <p:spPr>
            <a:xfrm>
              <a:off x="6769525" y="4381600"/>
              <a:ext cx="70625" cy="23450"/>
            </a:xfrm>
            <a:custGeom>
              <a:rect b="b" l="l" r="r" t="t"/>
              <a:pathLst>
                <a:path extrusionOk="0" h="938" w="2825">
                  <a:moveTo>
                    <a:pt x="2762" y="738"/>
                  </a:moveTo>
                  <a:cubicBezTo>
                    <a:pt x="2250" y="51"/>
                    <a:pt x="813" y="1"/>
                    <a:pt x="113" y="376"/>
                  </a:cubicBezTo>
                  <a:cubicBezTo>
                    <a:pt x="0" y="426"/>
                    <a:pt x="88" y="563"/>
                    <a:pt x="188" y="551"/>
                  </a:cubicBezTo>
                  <a:cubicBezTo>
                    <a:pt x="900" y="438"/>
                    <a:pt x="2062" y="176"/>
                    <a:pt x="2612" y="850"/>
                  </a:cubicBezTo>
                  <a:cubicBezTo>
                    <a:pt x="2687" y="938"/>
                    <a:pt x="2825" y="825"/>
                    <a:pt x="2775" y="7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7" name="Google Shape;2277;p89"/>
            <p:cNvSpPr/>
            <p:nvPr/>
          </p:nvSpPr>
          <p:spPr>
            <a:xfrm>
              <a:off x="6669850" y="4396600"/>
              <a:ext cx="17850" cy="55950"/>
            </a:xfrm>
            <a:custGeom>
              <a:rect b="b" l="l" r="r" t="t"/>
              <a:pathLst>
                <a:path extrusionOk="0" h="2238" w="714">
                  <a:moveTo>
                    <a:pt x="413" y="2087"/>
                  </a:moveTo>
                  <a:cubicBezTo>
                    <a:pt x="238" y="1450"/>
                    <a:pt x="326" y="775"/>
                    <a:pt x="663" y="213"/>
                  </a:cubicBezTo>
                  <a:cubicBezTo>
                    <a:pt x="713" y="101"/>
                    <a:pt x="551" y="1"/>
                    <a:pt x="476" y="101"/>
                  </a:cubicBezTo>
                  <a:cubicBezTo>
                    <a:pt x="88" y="713"/>
                    <a:pt x="1" y="1450"/>
                    <a:pt x="238" y="2137"/>
                  </a:cubicBezTo>
                  <a:cubicBezTo>
                    <a:pt x="276" y="2237"/>
                    <a:pt x="426" y="2200"/>
                    <a:pt x="413" y="20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8" name="Google Shape;2278;p89"/>
            <p:cNvSpPr/>
            <p:nvPr/>
          </p:nvSpPr>
          <p:spPr>
            <a:xfrm>
              <a:off x="6677050" y="4396600"/>
              <a:ext cx="16275" cy="54375"/>
            </a:xfrm>
            <a:custGeom>
              <a:rect b="b" l="l" r="r" t="t"/>
              <a:pathLst>
                <a:path extrusionOk="0" h="2175" w="651">
                  <a:moveTo>
                    <a:pt x="188" y="188"/>
                  </a:moveTo>
                  <a:cubicBezTo>
                    <a:pt x="313" y="550"/>
                    <a:pt x="363" y="950"/>
                    <a:pt x="300" y="1338"/>
                  </a:cubicBezTo>
                  <a:cubicBezTo>
                    <a:pt x="250" y="1613"/>
                    <a:pt x="113" y="1788"/>
                    <a:pt x="13" y="2038"/>
                  </a:cubicBezTo>
                  <a:cubicBezTo>
                    <a:pt x="0" y="2075"/>
                    <a:pt x="25" y="2112"/>
                    <a:pt x="63" y="2125"/>
                  </a:cubicBezTo>
                  <a:cubicBezTo>
                    <a:pt x="363" y="2175"/>
                    <a:pt x="463" y="1850"/>
                    <a:pt x="538" y="1613"/>
                  </a:cubicBezTo>
                  <a:cubicBezTo>
                    <a:pt x="650" y="1113"/>
                    <a:pt x="600" y="600"/>
                    <a:pt x="400" y="126"/>
                  </a:cubicBezTo>
                  <a:cubicBezTo>
                    <a:pt x="350" y="1"/>
                    <a:pt x="150" y="51"/>
                    <a:pt x="188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9" name="Google Shape;2279;p89"/>
            <p:cNvSpPr/>
            <p:nvPr/>
          </p:nvSpPr>
          <p:spPr>
            <a:xfrm>
              <a:off x="6337750" y="4364725"/>
              <a:ext cx="82825" cy="26900"/>
            </a:xfrm>
            <a:custGeom>
              <a:rect b="b" l="l" r="r" t="t"/>
              <a:pathLst>
                <a:path extrusionOk="0" h="1076" w="3313">
                  <a:moveTo>
                    <a:pt x="126" y="926"/>
                  </a:moveTo>
                  <a:cubicBezTo>
                    <a:pt x="1138" y="1076"/>
                    <a:pt x="2500" y="926"/>
                    <a:pt x="3263" y="163"/>
                  </a:cubicBezTo>
                  <a:cubicBezTo>
                    <a:pt x="3313" y="113"/>
                    <a:pt x="3263" y="1"/>
                    <a:pt x="3175" y="26"/>
                  </a:cubicBezTo>
                  <a:cubicBezTo>
                    <a:pt x="2713" y="188"/>
                    <a:pt x="2300" y="476"/>
                    <a:pt x="1813" y="601"/>
                  </a:cubicBezTo>
                  <a:cubicBezTo>
                    <a:pt x="1276" y="738"/>
                    <a:pt x="713" y="776"/>
                    <a:pt x="151" y="713"/>
                  </a:cubicBezTo>
                  <a:cubicBezTo>
                    <a:pt x="38" y="701"/>
                    <a:pt x="1" y="913"/>
                    <a:pt x="126" y="9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0" name="Google Shape;2280;p89"/>
            <p:cNvSpPr/>
            <p:nvPr/>
          </p:nvSpPr>
          <p:spPr>
            <a:xfrm>
              <a:off x="6319650" y="4355975"/>
              <a:ext cx="100625" cy="30975"/>
            </a:xfrm>
            <a:custGeom>
              <a:rect b="b" l="l" r="r" t="t"/>
              <a:pathLst>
                <a:path extrusionOk="0" h="1239" w="4025">
                  <a:moveTo>
                    <a:pt x="3887" y="238"/>
                  </a:moveTo>
                  <a:cubicBezTo>
                    <a:pt x="3262" y="126"/>
                    <a:pt x="2612" y="1"/>
                    <a:pt x="1975" y="101"/>
                  </a:cubicBezTo>
                  <a:cubicBezTo>
                    <a:pt x="1300" y="201"/>
                    <a:pt x="712" y="551"/>
                    <a:pt x="138" y="926"/>
                  </a:cubicBezTo>
                  <a:cubicBezTo>
                    <a:pt x="0" y="1013"/>
                    <a:pt x="138" y="1238"/>
                    <a:pt x="275" y="1151"/>
                  </a:cubicBezTo>
                  <a:cubicBezTo>
                    <a:pt x="737" y="838"/>
                    <a:pt x="1225" y="526"/>
                    <a:pt x="1787" y="388"/>
                  </a:cubicBezTo>
                  <a:cubicBezTo>
                    <a:pt x="2450" y="226"/>
                    <a:pt x="3162" y="338"/>
                    <a:pt x="3837" y="451"/>
                  </a:cubicBezTo>
                  <a:cubicBezTo>
                    <a:pt x="3962" y="463"/>
                    <a:pt x="4024" y="263"/>
                    <a:pt x="3887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1" name="Google Shape;2281;p89"/>
            <p:cNvSpPr/>
            <p:nvPr/>
          </p:nvSpPr>
          <p:spPr>
            <a:xfrm>
              <a:off x="6822325" y="3689900"/>
              <a:ext cx="199650" cy="551150"/>
            </a:xfrm>
            <a:custGeom>
              <a:rect b="b" l="l" r="r" t="t"/>
              <a:pathLst>
                <a:path extrusionOk="0" h="22046" w="7986">
                  <a:moveTo>
                    <a:pt x="4499" y="88"/>
                  </a:moveTo>
                  <a:cubicBezTo>
                    <a:pt x="3187" y="1426"/>
                    <a:pt x="2700" y="2938"/>
                    <a:pt x="2912" y="4837"/>
                  </a:cubicBezTo>
                  <a:cubicBezTo>
                    <a:pt x="3087" y="6237"/>
                    <a:pt x="3699" y="7487"/>
                    <a:pt x="4237" y="8761"/>
                  </a:cubicBezTo>
                  <a:cubicBezTo>
                    <a:pt x="6111" y="13235"/>
                    <a:pt x="7986" y="21470"/>
                    <a:pt x="213" y="21808"/>
                  </a:cubicBezTo>
                  <a:cubicBezTo>
                    <a:pt x="125" y="21808"/>
                    <a:pt x="125" y="21933"/>
                    <a:pt x="213" y="21945"/>
                  </a:cubicBezTo>
                  <a:cubicBezTo>
                    <a:pt x="3250" y="22045"/>
                    <a:pt x="5586" y="20071"/>
                    <a:pt x="6274" y="17084"/>
                  </a:cubicBezTo>
                  <a:cubicBezTo>
                    <a:pt x="7598" y="11435"/>
                    <a:pt x="0" y="5012"/>
                    <a:pt x="4637" y="213"/>
                  </a:cubicBezTo>
                  <a:cubicBezTo>
                    <a:pt x="4712" y="138"/>
                    <a:pt x="4587" y="1"/>
                    <a:pt x="4499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2" name="Google Shape;2282;p89"/>
            <p:cNvSpPr/>
            <p:nvPr/>
          </p:nvSpPr>
          <p:spPr>
            <a:xfrm>
              <a:off x="6723275" y="4055125"/>
              <a:ext cx="121250" cy="180925"/>
            </a:xfrm>
            <a:custGeom>
              <a:rect b="b" l="l" r="r" t="t"/>
              <a:pathLst>
                <a:path extrusionOk="0" h="7237" w="4850">
                  <a:moveTo>
                    <a:pt x="3175" y="7036"/>
                  </a:moveTo>
                  <a:cubicBezTo>
                    <a:pt x="1438" y="6911"/>
                    <a:pt x="438" y="4949"/>
                    <a:pt x="626" y="3400"/>
                  </a:cubicBezTo>
                  <a:cubicBezTo>
                    <a:pt x="838" y="1775"/>
                    <a:pt x="3138" y="113"/>
                    <a:pt x="4650" y="1513"/>
                  </a:cubicBezTo>
                  <a:cubicBezTo>
                    <a:pt x="4737" y="1588"/>
                    <a:pt x="4850" y="1463"/>
                    <a:pt x="4775" y="1388"/>
                  </a:cubicBezTo>
                  <a:cubicBezTo>
                    <a:pt x="3525" y="1"/>
                    <a:pt x="988" y="1313"/>
                    <a:pt x="538" y="2825"/>
                  </a:cubicBezTo>
                  <a:cubicBezTo>
                    <a:pt x="1" y="4637"/>
                    <a:pt x="1163" y="7086"/>
                    <a:pt x="3175" y="7224"/>
                  </a:cubicBezTo>
                  <a:cubicBezTo>
                    <a:pt x="3300" y="7236"/>
                    <a:pt x="3300" y="7049"/>
                    <a:pt x="3175" y="70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3" name="Google Shape;2283;p89"/>
            <p:cNvSpPr/>
            <p:nvPr/>
          </p:nvSpPr>
          <p:spPr>
            <a:xfrm>
              <a:off x="6789200" y="4108250"/>
              <a:ext cx="77200" cy="73425"/>
            </a:xfrm>
            <a:custGeom>
              <a:rect b="b" l="l" r="r" t="t"/>
              <a:pathLst>
                <a:path extrusionOk="0" h="2937" w="3088">
                  <a:moveTo>
                    <a:pt x="2463" y="163"/>
                  </a:moveTo>
                  <a:cubicBezTo>
                    <a:pt x="2837" y="900"/>
                    <a:pt x="2600" y="1800"/>
                    <a:pt x="1925" y="2274"/>
                  </a:cubicBezTo>
                  <a:cubicBezTo>
                    <a:pt x="1175" y="2749"/>
                    <a:pt x="338" y="2237"/>
                    <a:pt x="201" y="1425"/>
                  </a:cubicBezTo>
                  <a:cubicBezTo>
                    <a:pt x="188" y="1312"/>
                    <a:pt x="1" y="1337"/>
                    <a:pt x="13" y="1450"/>
                  </a:cubicBezTo>
                  <a:cubicBezTo>
                    <a:pt x="88" y="2324"/>
                    <a:pt x="1013" y="2937"/>
                    <a:pt x="1838" y="2549"/>
                  </a:cubicBezTo>
                  <a:cubicBezTo>
                    <a:pt x="2738" y="2137"/>
                    <a:pt x="3087" y="900"/>
                    <a:pt x="2588" y="75"/>
                  </a:cubicBezTo>
                  <a:cubicBezTo>
                    <a:pt x="2538" y="0"/>
                    <a:pt x="2425" y="75"/>
                    <a:pt x="2463" y="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4" name="Google Shape;2284;p89"/>
            <p:cNvSpPr/>
            <p:nvPr/>
          </p:nvSpPr>
          <p:spPr>
            <a:xfrm>
              <a:off x="6795150" y="4135100"/>
              <a:ext cx="325" cy="350"/>
            </a:xfrm>
            <a:custGeom>
              <a:rect b="b" l="l" r="r" t="t"/>
              <a:pathLst>
                <a:path extrusionOk="0" h="14" w="13">
                  <a:moveTo>
                    <a:pt x="0" y="1"/>
                  </a:moveTo>
                  <a:lnTo>
                    <a:pt x="0" y="13"/>
                  </a:lnTo>
                  <a:cubicBezTo>
                    <a:pt x="0" y="13"/>
                    <a:pt x="13" y="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5" name="Google Shape;2285;p89"/>
            <p:cNvSpPr/>
            <p:nvPr/>
          </p:nvSpPr>
          <p:spPr>
            <a:xfrm>
              <a:off x="6869500" y="4121350"/>
              <a:ext cx="104050" cy="206550"/>
            </a:xfrm>
            <a:custGeom>
              <a:rect b="b" l="l" r="r" t="t"/>
              <a:pathLst>
                <a:path extrusionOk="0" h="8262" w="4162">
                  <a:moveTo>
                    <a:pt x="3987" y="101"/>
                  </a:moveTo>
                  <a:cubicBezTo>
                    <a:pt x="3712" y="1288"/>
                    <a:pt x="3175" y="2400"/>
                    <a:pt x="2450" y="3375"/>
                  </a:cubicBezTo>
                  <a:cubicBezTo>
                    <a:pt x="1925" y="4087"/>
                    <a:pt x="1225" y="4737"/>
                    <a:pt x="863" y="5562"/>
                  </a:cubicBezTo>
                  <a:cubicBezTo>
                    <a:pt x="450" y="6474"/>
                    <a:pt x="463" y="7436"/>
                    <a:pt x="1150" y="8199"/>
                  </a:cubicBezTo>
                  <a:cubicBezTo>
                    <a:pt x="1213" y="8261"/>
                    <a:pt x="1338" y="8174"/>
                    <a:pt x="1275" y="8086"/>
                  </a:cubicBezTo>
                  <a:cubicBezTo>
                    <a:pt x="0" y="6212"/>
                    <a:pt x="1762" y="4725"/>
                    <a:pt x="2775" y="3275"/>
                  </a:cubicBezTo>
                  <a:cubicBezTo>
                    <a:pt x="3437" y="2325"/>
                    <a:pt x="3899" y="1263"/>
                    <a:pt x="4137" y="138"/>
                  </a:cubicBezTo>
                  <a:cubicBezTo>
                    <a:pt x="4162" y="38"/>
                    <a:pt x="4012" y="1"/>
                    <a:pt x="3987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6" name="Google Shape;2286;p89"/>
            <p:cNvSpPr/>
            <p:nvPr/>
          </p:nvSpPr>
          <p:spPr>
            <a:xfrm>
              <a:off x="6887000" y="3978900"/>
              <a:ext cx="81875" cy="88750"/>
            </a:xfrm>
            <a:custGeom>
              <a:rect b="b" l="l" r="r" t="t"/>
              <a:pathLst>
                <a:path extrusionOk="0" h="3550" w="3275">
                  <a:moveTo>
                    <a:pt x="2774" y="163"/>
                  </a:moveTo>
                  <a:cubicBezTo>
                    <a:pt x="2987" y="1138"/>
                    <a:pt x="3099" y="2500"/>
                    <a:pt x="2087" y="3112"/>
                  </a:cubicBezTo>
                  <a:cubicBezTo>
                    <a:pt x="1612" y="3375"/>
                    <a:pt x="1025" y="3287"/>
                    <a:pt x="638" y="2900"/>
                  </a:cubicBezTo>
                  <a:cubicBezTo>
                    <a:pt x="338" y="2575"/>
                    <a:pt x="0" y="1250"/>
                    <a:pt x="800" y="1163"/>
                  </a:cubicBezTo>
                  <a:cubicBezTo>
                    <a:pt x="875" y="1163"/>
                    <a:pt x="875" y="1025"/>
                    <a:pt x="800" y="1038"/>
                  </a:cubicBezTo>
                  <a:cubicBezTo>
                    <a:pt x="250" y="1088"/>
                    <a:pt x="75" y="1762"/>
                    <a:pt x="138" y="2237"/>
                  </a:cubicBezTo>
                  <a:cubicBezTo>
                    <a:pt x="200" y="2850"/>
                    <a:pt x="675" y="3350"/>
                    <a:pt x="1300" y="3450"/>
                  </a:cubicBezTo>
                  <a:cubicBezTo>
                    <a:pt x="1937" y="3550"/>
                    <a:pt x="2450" y="3187"/>
                    <a:pt x="2774" y="2650"/>
                  </a:cubicBezTo>
                  <a:cubicBezTo>
                    <a:pt x="3274" y="1850"/>
                    <a:pt x="3149" y="988"/>
                    <a:pt x="2949" y="113"/>
                  </a:cubicBezTo>
                  <a:cubicBezTo>
                    <a:pt x="2924" y="0"/>
                    <a:pt x="2762" y="50"/>
                    <a:pt x="2787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7" name="Google Shape;2287;p89"/>
            <p:cNvSpPr/>
            <p:nvPr/>
          </p:nvSpPr>
          <p:spPr>
            <a:xfrm>
              <a:off x="6898550" y="3923300"/>
              <a:ext cx="43775" cy="33450"/>
            </a:xfrm>
            <a:custGeom>
              <a:rect b="b" l="l" r="r" t="t"/>
              <a:pathLst>
                <a:path extrusionOk="0" h="1338" w="1751">
                  <a:moveTo>
                    <a:pt x="1400" y="150"/>
                  </a:moveTo>
                  <a:cubicBezTo>
                    <a:pt x="1488" y="462"/>
                    <a:pt x="1450" y="787"/>
                    <a:pt x="1138" y="962"/>
                  </a:cubicBezTo>
                  <a:cubicBezTo>
                    <a:pt x="938" y="1137"/>
                    <a:pt x="713" y="1087"/>
                    <a:pt x="488" y="800"/>
                  </a:cubicBezTo>
                  <a:cubicBezTo>
                    <a:pt x="438" y="675"/>
                    <a:pt x="463" y="537"/>
                    <a:pt x="525" y="425"/>
                  </a:cubicBezTo>
                  <a:cubicBezTo>
                    <a:pt x="638" y="350"/>
                    <a:pt x="538" y="175"/>
                    <a:pt x="425" y="250"/>
                  </a:cubicBezTo>
                  <a:cubicBezTo>
                    <a:pt x="1" y="512"/>
                    <a:pt x="338" y="1212"/>
                    <a:pt x="763" y="1262"/>
                  </a:cubicBezTo>
                  <a:cubicBezTo>
                    <a:pt x="1425" y="1337"/>
                    <a:pt x="1750" y="637"/>
                    <a:pt x="1550" y="100"/>
                  </a:cubicBezTo>
                  <a:cubicBezTo>
                    <a:pt x="1513" y="0"/>
                    <a:pt x="1375" y="38"/>
                    <a:pt x="1388" y="1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8" name="Google Shape;2288;p89"/>
            <p:cNvSpPr/>
            <p:nvPr/>
          </p:nvSpPr>
          <p:spPr>
            <a:xfrm>
              <a:off x="6890425" y="4315375"/>
              <a:ext cx="31900" cy="31900"/>
            </a:xfrm>
            <a:custGeom>
              <a:rect b="b" l="l" r="r" t="t"/>
              <a:pathLst>
                <a:path extrusionOk="0" h="1276" w="1276">
                  <a:moveTo>
                    <a:pt x="451" y="463"/>
                  </a:moveTo>
                  <a:lnTo>
                    <a:pt x="451" y="463"/>
                  </a:lnTo>
                  <a:cubicBezTo>
                    <a:pt x="463" y="375"/>
                    <a:pt x="351" y="325"/>
                    <a:pt x="288" y="388"/>
                  </a:cubicBezTo>
                  <a:cubicBezTo>
                    <a:pt x="1" y="800"/>
                    <a:pt x="626" y="1275"/>
                    <a:pt x="950" y="863"/>
                  </a:cubicBezTo>
                  <a:cubicBezTo>
                    <a:pt x="1275" y="438"/>
                    <a:pt x="713" y="0"/>
                    <a:pt x="351" y="325"/>
                  </a:cubicBezTo>
                  <a:cubicBezTo>
                    <a:pt x="276" y="388"/>
                    <a:pt x="376" y="488"/>
                    <a:pt x="451" y="4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9" name="Google Shape;2289;p89"/>
            <p:cNvSpPr/>
            <p:nvPr/>
          </p:nvSpPr>
          <p:spPr>
            <a:xfrm>
              <a:off x="6826375" y="4193850"/>
              <a:ext cx="112825" cy="77500"/>
            </a:xfrm>
            <a:custGeom>
              <a:rect b="b" l="l" r="r" t="t"/>
              <a:pathLst>
                <a:path extrusionOk="0" h="3100" w="4513">
                  <a:moveTo>
                    <a:pt x="4375" y="50"/>
                  </a:moveTo>
                  <a:cubicBezTo>
                    <a:pt x="3175" y="1412"/>
                    <a:pt x="1700" y="2175"/>
                    <a:pt x="88" y="2924"/>
                  </a:cubicBezTo>
                  <a:cubicBezTo>
                    <a:pt x="1" y="2962"/>
                    <a:pt x="63" y="3099"/>
                    <a:pt x="151" y="3074"/>
                  </a:cubicBezTo>
                  <a:cubicBezTo>
                    <a:pt x="1850" y="2562"/>
                    <a:pt x="3362" y="1550"/>
                    <a:pt x="4462" y="150"/>
                  </a:cubicBezTo>
                  <a:cubicBezTo>
                    <a:pt x="4512" y="88"/>
                    <a:pt x="4425" y="0"/>
                    <a:pt x="4375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0" name="Google Shape;2290;p89"/>
            <p:cNvSpPr/>
            <p:nvPr/>
          </p:nvSpPr>
          <p:spPr>
            <a:xfrm>
              <a:off x="6805775" y="4256950"/>
              <a:ext cx="32500" cy="30950"/>
            </a:xfrm>
            <a:custGeom>
              <a:rect b="b" l="l" r="r" t="t"/>
              <a:pathLst>
                <a:path extrusionOk="0" h="1238" w="1300">
                  <a:moveTo>
                    <a:pt x="912" y="388"/>
                  </a:moveTo>
                  <a:cubicBezTo>
                    <a:pt x="550" y="1"/>
                    <a:pt x="0" y="538"/>
                    <a:pt x="375" y="888"/>
                  </a:cubicBezTo>
                  <a:cubicBezTo>
                    <a:pt x="750" y="1238"/>
                    <a:pt x="1300" y="600"/>
                    <a:pt x="837" y="350"/>
                  </a:cubicBezTo>
                  <a:cubicBezTo>
                    <a:pt x="750" y="313"/>
                    <a:pt x="662" y="425"/>
                    <a:pt x="725" y="500"/>
                  </a:cubicBezTo>
                  <a:lnTo>
                    <a:pt x="800" y="500"/>
                  </a:lnTo>
                  <a:cubicBezTo>
                    <a:pt x="875" y="563"/>
                    <a:pt x="962" y="463"/>
                    <a:pt x="912" y="3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1" name="Google Shape;2291;p89"/>
            <p:cNvSpPr/>
            <p:nvPr/>
          </p:nvSpPr>
          <p:spPr>
            <a:xfrm>
              <a:off x="6811400" y="4233200"/>
              <a:ext cx="9700" cy="5975"/>
            </a:xfrm>
            <a:custGeom>
              <a:rect b="b" l="l" r="r" t="t"/>
              <a:pathLst>
                <a:path extrusionOk="0" h="239" w="388">
                  <a:moveTo>
                    <a:pt x="262" y="26"/>
                  </a:moveTo>
                  <a:cubicBezTo>
                    <a:pt x="212" y="26"/>
                    <a:pt x="150" y="26"/>
                    <a:pt x="100" y="13"/>
                  </a:cubicBezTo>
                  <a:cubicBezTo>
                    <a:pt x="13" y="1"/>
                    <a:pt x="0" y="126"/>
                    <a:pt x="50" y="176"/>
                  </a:cubicBezTo>
                  <a:cubicBezTo>
                    <a:pt x="112" y="213"/>
                    <a:pt x="187" y="238"/>
                    <a:pt x="262" y="226"/>
                  </a:cubicBezTo>
                  <a:cubicBezTo>
                    <a:pt x="387" y="226"/>
                    <a:pt x="387" y="38"/>
                    <a:pt x="262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2" name="Google Shape;2292;p89"/>
            <p:cNvSpPr/>
            <p:nvPr/>
          </p:nvSpPr>
          <p:spPr>
            <a:xfrm>
              <a:off x="6843875" y="4097000"/>
              <a:ext cx="6900" cy="10025"/>
            </a:xfrm>
            <a:custGeom>
              <a:rect b="b" l="l" r="r" t="t"/>
              <a:pathLst>
                <a:path extrusionOk="0" h="401" w="276">
                  <a:moveTo>
                    <a:pt x="238" y="250"/>
                  </a:moveTo>
                  <a:cubicBezTo>
                    <a:pt x="226" y="163"/>
                    <a:pt x="176" y="88"/>
                    <a:pt x="101" y="38"/>
                  </a:cubicBezTo>
                  <a:cubicBezTo>
                    <a:pt x="63" y="0"/>
                    <a:pt x="1" y="38"/>
                    <a:pt x="13" y="100"/>
                  </a:cubicBezTo>
                  <a:cubicBezTo>
                    <a:pt x="26" y="175"/>
                    <a:pt x="51" y="250"/>
                    <a:pt x="88" y="313"/>
                  </a:cubicBezTo>
                  <a:cubicBezTo>
                    <a:pt x="138" y="400"/>
                    <a:pt x="276" y="338"/>
                    <a:pt x="251" y="2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3" name="Google Shape;2293;p89"/>
            <p:cNvSpPr/>
            <p:nvPr/>
          </p:nvSpPr>
          <p:spPr>
            <a:xfrm>
              <a:off x="6952925" y="4091375"/>
              <a:ext cx="27500" cy="156850"/>
            </a:xfrm>
            <a:custGeom>
              <a:rect b="b" l="l" r="r" t="t"/>
              <a:pathLst>
                <a:path extrusionOk="0" h="6274" w="1100">
                  <a:moveTo>
                    <a:pt x="925" y="100"/>
                  </a:moveTo>
                  <a:cubicBezTo>
                    <a:pt x="850" y="1375"/>
                    <a:pt x="612" y="2600"/>
                    <a:pt x="337" y="3837"/>
                  </a:cubicBezTo>
                  <a:cubicBezTo>
                    <a:pt x="150" y="4649"/>
                    <a:pt x="0" y="5361"/>
                    <a:pt x="312" y="6161"/>
                  </a:cubicBezTo>
                  <a:cubicBezTo>
                    <a:pt x="362" y="6274"/>
                    <a:pt x="525" y="6236"/>
                    <a:pt x="487" y="6111"/>
                  </a:cubicBezTo>
                  <a:cubicBezTo>
                    <a:pt x="175" y="4936"/>
                    <a:pt x="625" y="3812"/>
                    <a:pt x="850" y="2650"/>
                  </a:cubicBezTo>
                  <a:cubicBezTo>
                    <a:pt x="1025" y="1812"/>
                    <a:pt x="1100" y="963"/>
                    <a:pt x="1100" y="100"/>
                  </a:cubicBezTo>
                  <a:cubicBezTo>
                    <a:pt x="1087" y="0"/>
                    <a:pt x="937" y="0"/>
                    <a:pt x="925" y="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4" name="Google Shape;2294;p89"/>
            <p:cNvSpPr/>
            <p:nvPr/>
          </p:nvSpPr>
          <p:spPr>
            <a:xfrm>
              <a:off x="6949475" y="4236325"/>
              <a:ext cx="31275" cy="33150"/>
            </a:xfrm>
            <a:custGeom>
              <a:rect b="b" l="l" r="r" t="t"/>
              <a:pathLst>
                <a:path extrusionOk="0" h="1326" w="1251">
                  <a:moveTo>
                    <a:pt x="438" y="351"/>
                  </a:moveTo>
                  <a:cubicBezTo>
                    <a:pt x="1" y="776"/>
                    <a:pt x="725" y="1325"/>
                    <a:pt x="1013" y="851"/>
                  </a:cubicBezTo>
                  <a:cubicBezTo>
                    <a:pt x="1250" y="476"/>
                    <a:pt x="588" y="1"/>
                    <a:pt x="438" y="476"/>
                  </a:cubicBezTo>
                  <a:cubicBezTo>
                    <a:pt x="413" y="563"/>
                    <a:pt x="525" y="626"/>
                    <a:pt x="588" y="563"/>
                  </a:cubicBezTo>
                  <a:lnTo>
                    <a:pt x="563" y="451"/>
                  </a:lnTo>
                  <a:cubicBezTo>
                    <a:pt x="613" y="363"/>
                    <a:pt x="500" y="276"/>
                    <a:pt x="438" y="3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5" name="Google Shape;2295;p89"/>
            <p:cNvSpPr/>
            <p:nvPr/>
          </p:nvSpPr>
          <p:spPr>
            <a:xfrm>
              <a:off x="6900425" y="4241025"/>
              <a:ext cx="22525" cy="72800"/>
            </a:xfrm>
            <a:custGeom>
              <a:rect b="b" l="l" r="r" t="t"/>
              <a:pathLst>
                <a:path extrusionOk="0" h="2912" w="901">
                  <a:moveTo>
                    <a:pt x="113" y="263"/>
                  </a:moveTo>
                  <a:cubicBezTo>
                    <a:pt x="688" y="900"/>
                    <a:pt x="650" y="1937"/>
                    <a:pt x="450" y="2724"/>
                  </a:cubicBezTo>
                  <a:cubicBezTo>
                    <a:pt x="425" y="2837"/>
                    <a:pt x="588" y="2912"/>
                    <a:pt x="650" y="2812"/>
                  </a:cubicBezTo>
                  <a:cubicBezTo>
                    <a:pt x="900" y="2387"/>
                    <a:pt x="875" y="1687"/>
                    <a:pt x="800" y="1225"/>
                  </a:cubicBezTo>
                  <a:cubicBezTo>
                    <a:pt x="750" y="800"/>
                    <a:pt x="563" y="413"/>
                    <a:pt x="263" y="100"/>
                  </a:cubicBezTo>
                  <a:cubicBezTo>
                    <a:pt x="163" y="0"/>
                    <a:pt x="1" y="163"/>
                    <a:pt x="113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6" name="Google Shape;2296;p89"/>
            <p:cNvSpPr/>
            <p:nvPr/>
          </p:nvSpPr>
          <p:spPr>
            <a:xfrm>
              <a:off x="6893875" y="4242575"/>
              <a:ext cx="23450" cy="70625"/>
            </a:xfrm>
            <a:custGeom>
              <a:rect b="b" l="l" r="r" t="t"/>
              <a:pathLst>
                <a:path extrusionOk="0" h="2825" w="938">
                  <a:moveTo>
                    <a:pt x="862" y="2612"/>
                  </a:moveTo>
                  <a:cubicBezTo>
                    <a:pt x="188" y="2063"/>
                    <a:pt x="450" y="888"/>
                    <a:pt x="550" y="176"/>
                  </a:cubicBezTo>
                  <a:cubicBezTo>
                    <a:pt x="562" y="76"/>
                    <a:pt x="425" y="1"/>
                    <a:pt x="375" y="101"/>
                  </a:cubicBezTo>
                  <a:cubicBezTo>
                    <a:pt x="0" y="800"/>
                    <a:pt x="63" y="2238"/>
                    <a:pt x="737" y="2750"/>
                  </a:cubicBezTo>
                  <a:cubicBezTo>
                    <a:pt x="825" y="2825"/>
                    <a:pt x="937" y="2675"/>
                    <a:pt x="850" y="26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7" name="Google Shape;2297;p89"/>
            <p:cNvSpPr/>
            <p:nvPr/>
          </p:nvSpPr>
          <p:spPr>
            <a:xfrm>
              <a:off x="6908850" y="4142600"/>
              <a:ext cx="56575" cy="17850"/>
            </a:xfrm>
            <a:custGeom>
              <a:rect b="b" l="l" r="r" t="t"/>
              <a:pathLst>
                <a:path extrusionOk="0" h="714" w="2263">
                  <a:moveTo>
                    <a:pt x="2150" y="238"/>
                  </a:moveTo>
                  <a:cubicBezTo>
                    <a:pt x="1463" y="1"/>
                    <a:pt x="726" y="88"/>
                    <a:pt x="113" y="476"/>
                  </a:cubicBezTo>
                  <a:cubicBezTo>
                    <a:pt x="1" y="551"/>
                    <a:pt x="101" y="713"/>
                    <a:pt x="226" y="663"/>
                  </a:cubicBezTo>
                  <a:cubicBezTo>
                    <a:pt x="788" y="326"/>
                    <a:pt x="1463" y="238"/>
                    <a:pt x="2100" y="413"/>
                  </a:cubicBezTo>
                  <a:cubicBezTo>
                    <a:pt x="2213" y="438"/>
                    <a:pt x="2263" y="263"/>
                    <a:pt x="2150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8" name="Google Shape;2298;p89"/>
            <p:cNvSpPr/>
            <p:nvPr/>
          </p:nvSpPr>
          <p:spPr>
            <a:xfrm>
              <a:off x="6909175" y="4149800"/>
              <a:ext cx="56250" cy="21250"/>
            </a:xfrm>
            <a:custGeom>
              <a:rect b="b" l="l" r="r" t="t"/>
              <a:pathLst>
                <a:path extrusionOk="0" h="850" w="2250">
                  <a:moveTo>
                    <a:pt x="125" y="400"/>
                  </a:moveTo>
                  <a:cubicBezTo>
                    <a:pt x="475" y="538"/>
                    <a:pt x="2250" y="850"/>
                    <a:pt x="2125" y="63"/>
                  </a:cubicBezTo>
                  <a:cubicBezTo>
                    <a:pt x="2112" y="25"/>
                    <a:pt x="2075" y="0"/>
                    <a:pt x="2037" y="13"/>
                  </a:cubicBezTo>
                  <a:cubicBezTo>
                    <a:pt x="1788" y="113"/>
                    <a:pt x="1613" y="250"/>
                    <a:pt x="1338" y="300"/>
                  </a:cubicBezTo>
                  <a:cubicBezTo>
                    <a:pt x="950" y="363"/>
                    <a:pt x="550" y="313"/>
                    <a:pt x="188" y="188"/>
                  </a:cubicBezTo>
                  <a:cubicBezTo>
                    <a:pt x="50" y="138"/>
                    <a:pt x="0" y="338"/>
                    <a:pt x="125" y="4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9" name="Google Shape;2299;p89"/>
            <p:cNvSpPr/>
            <p:nvPr/>
          </p:nvSpPr>
          <p:spPr>
            <a:xfrm>
              <a:off x="6877300" y="3810500"/>
              <a:ext cx="26600" cy="82825"/>
            </a:xfrm>
            <a:custGeom>
              <a:rect b="b" l="l" r="r" t="t"/>
              <a:pathLst>
                <a:path extrusionOk="0" h="3313" w="1064">
                  <a:moveTo>
                    <a:pt x="713" y="151"/>
                  </a:moveTo>
                  <a:cubicBezTo>
                    <a:pt x="776" y="713"/>
                    <a:pt x="738" y="1275"/>
                    <a:pt x="601" y="1813"/>
                  </a:cubicBezTo>
                  <a:cubicBezTo>
                    <a:pt x="463" y="2300"/>
                    <a:pt x="188" y="2713"/>
                    <a:pt x="26" y="3175"/>
                  </a:cubicBezTo>
                  <a:cubicBezTo>
                    <a:pt x="1" y="3262"/>
                    <a:pt x="101" y="3312"/>
                    <a:pt x="163" y="3262"/>
                  </a:cubicBezTo>
                  <a:cubicBezTo>
                    <a:pt x="938" y="2500"/>
                    <a:pt x="1063" y="1138"/>
                    <a:pt x="926" y="126"/>
                  </a:cubicBezTo>
                  <a:cubicBezTo>
                    <a:pt x="913" y="1"/>
                    <a:pt x="701" y="26"/>
                    <a:pt x="713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0" name="Google Shape;2300;p89"/>
            <p:cNvSpPr/>
            <p:nvPr/>
          </p:nvSpPr>
          <p:spPr>
            <a:xfrm>
              <a:off x="6868550" y="3792700"/>
              <a:ext cx="30975" cy="100625"/>
            </a:xfrm>
            <a:custGeom>
              <a:rect b="b" l="l" r="r" t="t"/>
              <a:pathLst>
                <a:path extrusionOk="0" h="4025" w="1239">
                  <a:moveTo>
                    <a:pt x="438" y="3824"/>
                  </a:moveTo>
                  <a:cubicBezTo>
                    <a:pt x="338" y="3150"/>
                    <a:pt x="226" y="2450"/>
                    <a:pt x="388" y="1775"/>
                  </a:cubicBezTo>
                  <a:cubicBezTo>
                    <a:pt x="513" y="1225"/>
                    <a:pt x="838" y="738"/>
                    <a:pt x="1138" y="263"/>
                  </a:cubicBezTo>
                  <a:cubicBezTo>
                    <a:pt x="1238" y="125"/>
                    <a:pt x="1013" y="0"/>
                    <a:pt x="913" y="138"/>
                  </a:cubicBezTo>
                  <a:cubicBezTo>
                    <a:pt x="551" y="700"/>
                    <a:pt x="201" y="1288"/>
                    <a:pt x="88" y="1975"/>
                  </a:cubicBezTo>
                  <a:cubicBezTo>
                    <a:pt x="1" y="2612"/>
                    <a:pt x="126" y="3262"/>
                    <a:pt x="238" y="3887"/>
                  </a:cubicBezTo>
                  <a:cubicBezTo>
                    <a:pt x="263" y="4024"/>
                    <a:pt x="463" y="3962"/>
                    <a:pt x="438" y="38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1" name="Google Shape;2301;p89"/>
            <p:cNvSpPr/>
            <p:nvPr/>
          </p:nvSpPr>
          <p:spPr>
            <a:xfrm>
              <a:off x="6712050" y="4197600"/>
              <a:ext cx="8450" cy="8150"/>
            </a:xfrm>
            <a:custGeom>
              <a:rect b="b" l="l" r="r" t="t"/>
              <a:pathLst>
                <a:path extrusionOk="0" h="326" w="338">
                  <a:moveTo>
                    <a:pt x="88" y="313"/>
                  </a:moveTo>
                  <a:cubicBezTo>
                    <a:pt x="175" y="325"/>
                    <a:pt x="262" y="288"/>
                    <a:pt x="312" y="213"/>
                  </a:cubicBezTo>
                  <a:cubicBezTo>
                    <a:pt x="325" y="200"/>
                    <a:pt x="337" y="163"/>
                    <a:pt x="325" y="138"/>
                  </a:cubicBezTo>
                  <a:lnTo>
                    <a:pt x="300" y="50"/>
                  </a:lnTo>
                  <a:cubicBezTo>
                    <a:pt x="287" y="13"/>
                    <a:pt x="225" y="0"/>
                    <a:pt x="212" y="38"/>
                  </a:cubicBezTo>
                  <a:lnTo>
                    <a:pt x="75" y="175"/>
                  </a:lnTo>
                  <a:cubicBezTo>
                    <a:pt x="0" y="200"/>
                    <a:pt x="13" y="325"/>
                    <a:pt x="88" y="3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2" name="Google Shape;2302;p89"/>
            <p:cNvSpPr/>
            <p:nvPr/>
          </p:nvSpPr>
          <p:spPr>
            <a:xfrm>
              <a:off x="6655500" y="4190725"/>
              <a:ext cx="58750" cy="15025"/>
            </a:xfrm>
            <a:custGeom>
              <a:rect b="b" l="l" r="r" t="t"/>
              <a:pathLst>
                <a:path extrusionOk="0" h="601" w="2350">
                  <a:moveTo>
                    <a:pt x="2300" y="475"/>
                  </a:moveTo>
                  <a:cubicBezTo>
                    <a:pt x="1625" y="138"/>
                    <a:pt x="825" y="0"/>
                    <a:pt x="88" y="225"/>
                  </a:cubicBezTo>
                  <a:cubicBezTo>
                    <a:pt x="0" y="250"/>
                    <a:pt x="0" y="413"/>
                    <a:pt x="113" y="400"/>
                  </a:cubicBezTo>
                  <a:cubicBezTo>
                    <a:pt x="862" y="313"/>
                    <a:pt x="1537" y="313"/>
                    <a:pt x="2250" y="588"/>
                  </a:cubicBezTo>
                  <a:cubicBezTo>
                    <a:pt x="2312" y="600"/>
                    <a:pt x="2350" y="500"/>
                    <a:pt x="2300" y="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3" name="Google Shape;2303;p89"/>
            <p:cNvSpPr/>
            <p:nvPr/>
          </p:nvSpPr>
          <p:spPr>
            <a:xfrm>
              <a:off x="6655175" y="4183525"/>
              <a:ext cx="25325" cy="16900"/>
            </a:xfrm>
            <a:custGeom>
              <a:rect b="b" l="l" r="r" t="t"/>
              <a:pathLst>
                <a:path extrusionOk="0" h="676" w="1013">
                  <a:moveTo>
                    <a:pt x="201" y="613"/>
                  </a:moveTo>
                  <a:cubicBezTo>
                    <a:pt x="413" y="351"/>
                    <a:pt x="650" y="276"/>
                    <a:pt x="938" y="163"/>
                  </a:cubicBezTo>
                  <a:cubicBezTo>
                    <a:pt x="1013" y="126"/>
                    <a:pt x="1013" y="1"/>
                    <a:pt x="925" y="1"/>
                  </a:cubicBezTo>
                  <a:cubicBezTo>
                    <a:pt x="575" y="26"/>
                    <a:pt x="251" y="201"/>
                    <a:pt x="63" y="501"/>
                  </a:cubicBezTo>
                  <a:cubicBezTo>
                    <a:pt x="1" y="576"/>
                    <a:pt x="138" y="676"/>
                    <a:pt x="201" y="6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4" name="Google Shape;2304;p89"/>
            <p:cNvSpPr/>
            <p:nvPr/>
          </p:nvSpPr>
          <p:spPr>
            <a:xfrm>
              <a:off x="6694550" y="4145425"/>
              <a:ext cx="26575" cy="55325"/>
            </a:xfrm>
            <a:custGeom>
              <a:rect b="b" l="l" r="r" t="t"/>
              <a:pathLst>
                <a:path extrusionOk="0" h="2213" w="1063">
                  <a:moveTo>
                    <a:pt x="1012" y="2075"/>
                  </a:moveTo>
                  <a:cubicBezTo>
                    <a:pt x="838" y="1775"/>
                    <a:pt x="700" y="1462"/>
                    <a:pt x="575" y="1125"/>
                  </a:cubicBezTo>
                  <a:cubicBezTo>
                    <a:pt x="463" y="775"/>
                    <a:pt x="525" y="475"/>
                    <a:pt x="575" y="125"/>
                  </a:cubicBezTo>
                  <a:cubicBezTo>
                    <a:pt x="588" y="25"/>
                    <a:pt x="450" y="0"/>
                    <a:pt x="413" y="75"/>
                  </a:cubicBezTo>
                  <a:cubicBezTo>
                    <a:pt x="0" y="775"/>
                    <a:pt x="463" y="1612"/>
                    <a:pt x="925" y="2162"/>
                  </a:cubicBezTo>
                  <a:cubicBezTo>
                    <a:pt x="975" y="2212"/>
                    <a:pt x="1062" y="2137"/>
                    <a:pt x="1025" y="20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5" name="Google Shape;2305;p89"/>
            <p:cNvSpPr/>
            <p:nvPr/>
          </p:nvSpPr>
          <p:spPr>
            <a:xfrm>
              <a:off x="6693600" y="4144175"/>
              <a:ext cx="16900" cy="34700"/>
            </a:xfrm>
            <a:custGeom>
              <a:rect b="b" l="l" r="r" t="t"/>
              <a:pathLst>
                <a:path extrusionOk="0" h="1388" w="676">
                  <a:moveTo>
                    <a:pt x="376" y="138"/>
                  </a:moveTo>
                  <a:cubicBezTo>
                    <a:pt x="113" y="450"/>
                    <a:pt x="1" y="875"/>
                    <a:pt x="51" y="1287"/>
                  </a:cubicBezTo>
                  <a:cubicBezTo>
                    <a:pt x="63" y="1387"/>
                    <a:pt x="201" y="1350"/>
                    <a:pt x="226" y="1262"/>
                  </a:cubicBezTo>
                  <a:cubicBezTo>
                    <a:pt x="238" y="875"/>
                    <a:pt x="301" y="575"/>
                    <a:pt x="576" y="288"/>
                  </a:cubicBezTo>
                  <a:cubicBezTo>
                    <a:pt x="676" y="150"/>
                    <a:pt x="476" y="0"/>
                    <a:pt x="376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6" name="Google Shape;2306;p89"/>
            <p:cNvSpPr/>
            <p:nvPr/>
          </p:nvSpPr>
          <p:spPr>
            <a:xfrm>
              <a:off x="6676725" y="4169150"/>
              <a:ext cx="22850" cy="11275"/>
            </a:xfrm>
            <a:custGeom>
              <a:rect b="b" l="l" r="r" t="t"/>
              <a:pathLst>
                <a:path extrusionOk="0" h="451" w="914">
                  <a:moveTo>
                    <a:pt x="788" y="238"/>
                  </a:moveTo>
                  <a:cubicBezTo>
                    <a:pt x="576" y="176"/>
                    <a:pt x="363" y="76"/>
                    <a:pt x="138" y="26"/>
                  </a:cubicBezTo>
                  <a:cubicBezTo>
                    <a:pt x="51" y="1"/>
                    <a:pt x="1" y="113"/>
                    <a:pt x="88" y="163"/>
                  </a:cubicBezTo>
                  <a:cubicBezTo>
                    <a:pt x="288" y="288"/>
                    <a:pt x="513" y="376"/>
                    <a:pt x="738" y="426"/>
                  </a:cubicBezTo>
                  <a:cubicBezTo>
                    <a:pt x="863" y="451"/>
                    <a:pt x="913" y="276"/>
                    <a:pt x="788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7" name="Google Shape;2307;p89"/>
            <p:cNvSpPr/>
            <p:nvPr/>
          </p:nvSpPr>
          <p:spPr>
            <a:xfrm>
              <a:off x="6675800" y="4169150"/>
              <a:ext cx="16275" cy="19725"/>
            </a:xfrm>
            <a:custGeom>
              <a:rect b="b" l="l" r="r" t="t"/>
              <a:pathLst>
                <a:path extrusionOk="0" h="789" w="651">
                  <a:moveTo>
                    <a:pt x="63" y="226"/>
                  </a:moveTo>
                  <a:cubicBezTo>
                    <a:pt x="150" y="413"/>
                    <a:pt x="275" y="588"/>
                    <a:pt x="438" y="726"/>
                  </a:cubicBezTo>
                  <a:cubicBezTo>
                    <a:pt x="513" y="788"/>
                    <a:pt x="650" y="701"/>
                    <a:pt x="588" y="613"/>
                  </a:cubicBezTo>
                  <a:cubicBezTo>
                    <a:pt x="488" y="438"/>
                    <a:pt x="363" y="288"/>
                    <a:pt x="250" y="126"/>
                  </a:cubicBezTo>
                  <a:cubicBezTo>
                    <a:pt x="175" y="1"/>
                    <a:pt x="0" y="101"/>
                    <a:pt x="75" y="2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8" name="Google Shape;2308;p89"/>
            <p:cNvSpPr/>
            <p:nvPr/>
          </p:nvSpPr>
          <p:spPr>
            <a:xfrm>
              <a:off x="6672975" y="4181650"/>
              <a:ext cx="17525" cy="6900"/>
            </a:xfrm>
            <a:custGeom>
              <a:rect b="b" l="l" r="r" t="t"/>
              <a:pathLst>
                <a:path extrusionOk="0" h="276" w="701">
                  <a:moveTo>
                    <a:pt x="576" y="51"/>
                  </a:moveTo>
                  <a:cubicBezTo>
                    <a:pt x="413" y="1"/>
                    <a:pt x="226" y="26"/>
                    <a:pt x="88" y="113"/>
                  </a:cubicBezTo>
                  <a:cubicBezTo>
                    <a:pt x="1" y="163"/>
                    <a:pt x="63" y="276"/>
                    <a:pt x="138" y="251"/>
                  </a:cubicBezTo>
                  <a:lnTo>
                    <a:pt x="526" y="238"/>
                  </a:lnTo>
                  <a:cubicBezTo>
                    <a:pt x="638" y="263"/>
                    <a:pt x="701" y="88"/>
                    <a:pt x="576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9" name="Google Shape;2309;p89"/>
            <p:cNvSpPr/>
            <p:nvPr/>
          </p:nvSpPr>
          <p:spPr>
            <a:xfrm>
              <a:off x="6653000" y="4149475"/>
              <a:ext cx="28750" cy="23450"/>
            </a:xfrm>
            <a:custGeom>
              <a:rect b="b" l="l" r="r" t="t"/>
              <a:pathLst>
                <a:path extrusionOk="0" h="938" w="1150">
                  <a:moveTo>
                    <a:pt x="638" y="788"/>
                  </a:moveTo>
                  <a:cubicBezTo>
                    <a:pt x="1150" y="675"/>
                    <a:pt x="862" y="1"/>
                    <a:pt x="425" y="101"/>
                  </a:cubicBezTo>
                  <a:cubicBezTo>
                    <a:pt x="0" y="201"/>
                    <a:pt x="113" y="938"/>
                    <a:pt x="625" y="788"/>
                  </a:cubicBezTo>
                  <a:cubicBezTo>
                    <a:pt x="737" y="750"/>
                    <a:pt x="712" y="588"/>
                    <a:pt x="600" y="600"/>
                  </a:cubicBezTo>
                  <a:lnTo>
                    <a:pt x="600" y="613"/>
                  </a:lnTo>
                  <a:cubicBezTo>
                    <a:pt x="488" y="650"/>
                    <a:pt x="538" y="813"/>
                    <a:pt x="650" y="7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0" name="Google Shape;2310;p89"/>
            <p:cNvSpPr/>
            <p:nvPr/>
          </p:nvSpPr>
          <p:spPr>
            <a:xfrm>
              <a:off x="846700" y="4309125"/>
              <a:ext cx="551125" cy="190600"/>
            </a:xfrm>
            <a:custGeom>
              <a:rect b="b" l="l" r="r" t="t"/>
              <a:pathLst>
                <a:path extrusionOk="0" h="7624" w="22045">
                  <a:moveTo>
                    <a:pt x="21832" y="4662"/>
                  </a:moveTo>
                  <a:cubicBezTo>
                    <a:pt x="17009" y="0"/>
                    <a:pt x="10598" y="7623"/>
                    <a:pt x="4962" y="6311"/>
                  </a:cubicBezTo>
                  <a:cubicBezTo>
                    <a:pt x="1963" y="5611"/>
                    <a:pt x="1" y="3300"/>
                    <a:pt x="101" y="238"/>
                  </a:cubicBezTo>
                  <a:cubicBezTo>
                    <a:pt x="101" y="150"/>
                    <a:pt x="251" y="150"/>
                    <a:pt x="251" y="238"/>
                  </a:cubicBezTo>
                  <a:cubicBezTo>
                    <a:pt x="513" y="6511"/>
                    <a:pt x="7511" y="6724"/>
                    <a:pt x="11885" y="4887"/>
                  </a:cubicBezTo>
                  <a:cubicBezTo>
                    <a:pt x="13597" y="4162"/>
                    <a:pt x="15322" y="3175"/>
                    <a:pt x="17209" y="2950"/>
                  </a:cubicBezTo>
                  <a:cubicBezTo>
                    <a:pt x="19108" y="2725"/>
                    <a:pt x="20620" y="3225"/>
                    <a:pt x="21970" y="4524"/>
                  </a:cubicBezTo>
                  <a:cubicBezTo>
                    <a:pt x="22045" y="4612"/>
                    <a:pt x="21920" y="4737"/>
                    <a:pt x="21832" y="46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1" name="Google Shape;2311;p89"/>
            <p:cNvSpPr/>
            <p:nvPr/>
          </p:nvSpPr>
          <p:spPr>
            <a:xfrm>
              <a:off x="851700" y="4210725"/>
              <a:ext cx="180925" cy="121225"/>
            </a:xfrm>
            <a:custGeom>
              <a:rect b="b" l="l" r="r" t="t"/>
              <a:pathLst>
                <a:path extrusionOk="0" h="4849" w="7237">
                  <a:moveTo>
                    <a:pt x="13" y="3174"/>
                  </a:moveTo>
                  <a:cubicBezTo>
                    <a:pt x="151" y="1162"/>
                    <a:pt x="2612" y="0"/>
                    <a:pt x="4412" y="537"/>
                  </a:cubicBezTo>
                  <a:cubicBezTo>
                    <a:pt x="5924" y="987"/>
                    <a:pt x="7236" y="3524"/>
                    <a:pt x="5849" y="4774"/>
                  </a:cubicBezTo>
                  <a:cubicBezTo>
                    <a:pt x="5774" y="4849"/>
                    <a:pt x="5662" y="4736"/>
                    <a:pt x="5724" y="4661"/>
                  </a:cubicBezTo>
                  <a:cubicBezTo>
                    <a:pt x="7124" y="3137"/>
                    <a:pt x="5462" y="837"/>
                    <a:pt x="3837" y="637"/>
                  </a:cubicBezTo>
                  <a:cubicBezTo>
                    <a:pt x="2287" y="437"/>
                    <a:pt x="325" y="1450"/>
                    <a:pt x="201" y="3174"/>
                  </a:cubicBezTo>
                  <a:cubicBezTo>
                    <a:pt x="201" y="3299"/>
                    <a:pt x="1" y="3299"/>
                    <a:pt x="13" y="3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2" name="Google Shape;2312;p89"/>
            <p:cNvSpPr/>
            <p:nvPr/>
          </p:nvSpPr>
          <p:spPr>
            <a:xfrm>
              <a:off x="905750" y="4276625"/>
              <a:ext cx="73125" cy="77200"/>
            </a:xfrm>
            <a:custGeom>
              <a:rect b="b" l="l" r="r" t="t"/>
              <a:pathLst>
                <a:path extrusionOk="0" h="3088" w="2925">
                  <a:moveTo>
                    <a:pt x="2862" y="2600"/>
                  </a:moveTo>
                  <a:cubicBezTo>
                    <a:pt x="2025" y="3087"/>
                    <a:pt x="800" y="2738"/>
                    <a:pt x="388" y="1850"/>
                  </a:cubicBezTo>
                  <a:cubicBezTo>
                    <a:pt x="0" y="1026"/>
                    <a:pt x="613" y="101"/>
                    <a:pt x="1488" y="13"/>
                  </a:cubicBezTo>
                  <a:cubicBezTo>
                    <a:pt x="1588" y="1"/>
                    <a:pt x="1625" y="188"/>
                    <a:pt x="1513" y="213"/>
                  </a:cubicBezTo>
                  <a:cubicBezTo>
                    <a:pt x="700" y="351"/>
                    <a:pt x="200" y="1176"/>
                    <a:pt x="663" y="1925"/>
                  </a:cubicBezTo>
                  <a:cubicBezTo>
                    <a:pt x="1138" y="2613"/>
                    <a:pt x="2037" y="2838"/>
                    <a:pt x="2775" y="2463"/>
                  </a:cubicBezTo>
                  <a:cubicBezTo>
                    <a:pt x="2850" y="2425"/>
                    <a:pt x="2925" y="2538"/>
                    <a:pt x="2850" y="26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3" name="Google Shape;2313;p89"/>
            <p:cNvSpPr/>
            <p:nvPr/>
          </p:nvSpPr>
          <p:spPr>
            <a:xfrm>
              <a:off x="952300" y="4282575"/>
              <a:ext cx="25" cy="325"/>
            </a:xfrm>
            <a:custGeom>
              <a:rect b="b" l="l" r="r" t="t"/>
              <a:pathLst>
                <a:path extrusionOk="0" h="13" w="1">
                  <a:moveTo>
                    <a:pt x="1" y="0"/>
                  </a:moveTo>
                  <a:lnTo>
                    <a:pt x="1" y="1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4" name="Google Shape;2314;p89"/>
            <p:cNvSpPr/>
            <p:nvPr/>
          </p:nvSpPr>
          <p:spPr>
            <a:xfrm>
              <a:off x="759550" y="4357225"/>
              <a:ext cx="206825" cy="103750"/>
            </a:xfrm>
            <a:custGeom>
              <a:rect b="b" l="l" r="r" t="t"/>
              <a:pathLst>
                <a:path extrusionOk="0" h="4150" w="8273">
                  <a:moveTo>
                    <a:pt x="8135" y="4137"/>
                  </a:moveTo>
                  <a:cubicBezTo>
                    <a:pt x="6998" y="3887"/>
                    <a:pt x="5936" y="3425"/>
                    <a:pt x="4986" y="2775"/>
                  </a:cubicBezTo>
                  <a:cubicBezTo>
                    <a:pt x="3537" y="1763"/>
                    <a:pt x="2062" y="1"/>
                    <a:pt x="175" y="1276"/>
                  </a:cubicBezTo>
                  <a:cubicBezTo>
                    <a:pt x="100" y="1326"/>
                    <a:pt x="0" y="1201"/>
                    <a:pt x="75" y="1138"/>
                  </a:cubicBezTo>
                  <a:cubicBezTo>
                    <a:pt x="837" y="451"/>
                    <a:pt x="1787" y="451"/>
                    <a:pt x="2699" y="851"/>
                  </a:cubicBezTo>
                  <a:cubicBezTo>
                    <a:pt x="3374" y="1151"/>
                    <a:pt x="3912" y="1676"/>
                    <a:pt x="4474" y="2125"/>
                  </a:cubicBezTo>
                  <a:cubicBezTo>
                    <a:pt x="5549" y="3013"/>
                    <a:pt x="6811" y="3650"/>
                    <a:pt x="8173" y="3975"/>
                  </a:cubicBezTo>
                  <a:cubicBezTo>
                    <a:pt x="8273" y="4000"/>
                    <a:pt x="8235" y="4150"/>
                    <a:pt x="8135" y="41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5" name="Google Shape;2315;p89"/>
            <p:cNvSpPr/>
            <p:nvPr/>
          </p:nvSpPr>
          <p:spPr>
            <a:xfrm>
              <a:off x="1020100" y="4375975"/>
              <a:ext cx="88425" cy="80000"/>
            </a:xfrm>
            <a:custGeom>
              <a:rect b="b" l="l" r="r" t="t"/>
              <a:pathLst>
                <a:path extrusionOk="0" h="3200" w="3537">
                  <a:moveTo>
                    <a:pt x="3424" y="2888"/>
                  </a:moveTo>
                  <a:cubicBezTo>
                    <a:pt x="2550" y="3087"/>
                    <a:pt x="1700" y="3200"/>
                    <a:pt x="888" y="2713"/>
                  </a:cubicBezTo>
                  <a:cubicBezTo>
                    <a:pt x="363" y="2388"/>
                    <a:pt x="0" y="1875"/>
                    <a:pt x="100" y="1225"/>
                  </a:cubicBezTo>
                  <a:cubicBezTo>
                    <a:pt x="188" y="613"/>
                    <a:pt x="688" y="138"/>
                    <a:pt x="1312" y="63"/>
                  </a:cubicBezTo>
                  <a:cubicBezTo>
                    <a:pt x="1787" y="13"/>
                    <a:pt x="2462" y="176"/>
                    <a:pt x="2512" y="726"/>
                  </a:cubicBezTo>
                  <a:cubicBezTo>
                    <a:pt x="2525" y="813"/>
                    <a:pt x="2387" y="813"/>
                    <a:pt x="2375" y="726"/>
                  </a:cubicBezTo>
                  <a:cubicBezTo>
                    <a:pt x="2312" y="1"/>
                    <a:pt x="1100" y="263"/>
                    <a:pt x="775" y="488"/>
                  </a:cubicBezTo>
                  <a:cubicBezTo>
                    <a:pt x="288" y="838"/>
                    <a:pt x="138" y="1500"/>
                    <a:pt x="438" y="2025"/>
                  </a:cubicBezTo>
                  <a:cubicBezTo>
                    <a:pt x="1050" y="3037"/>
                    <a:pt x="2400" y="2937"/>
                    <a:pt x="3374" y="2713"/>
                  </a:cubicBezTo>
                  <a:cubicBezTo>
                    <a:pt x="3487" y="2688"/>
                    <a:pt x="3537" y="2863"/>
                    <a:pt x="3424" y="28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6" name="Google Shape;2316;p89"/>
            <p:cNvSpPr/>
            <p:nvPr/>
          </p:nvSpPr>
          <p:spPr>
            <a:xfrm>
              <a:off x="1130700" y="4386300"/>
              <a:ext cx="33450" cy="43450"/>
            </a:xfrm>
            <a:custGeom>
              <a:rect b="b" l="l" r="r" t="t"/>
              <a:pathLst>
                <a:path extrusionOk="0" h="1738" w="1338">
                  <a:moveTo>
                    <a:pt x="1237" y="1550"/>
                  </a:moveTo>
                  <a:cubicBezTo>
                    <a:pt x="700" y="1737"/>
                    <a:pt x="0" y="1412"/>
                    <a:pt x="75" y="762"/>
                  </a:cubicBezTo>
                  <a:cubicBezTo>
                    <a:pt x="125" y="338"/>
                    <a:pt x="825" y="0"/>
                    <a:pt x="1087" y="425"/>
                  </a:cubicBezTo>
                  <a:cubicBezTo>
                    <a:pt x="1162" y="538"/>
                    <a:pt x="987" y="637"/>
                    <a:pt x="912" y="525"/>
                  </a:cubicBezTo>
                  <a:cubicBezTo>
                    <a:pt x="800" y="463"/>
                    <a:pt x="662" y="438"/>
                    <a:pt x="537" y="488"/>
                  </a:cubicBezTo>
                  <a:cubicBezTo>
                    <a:pt x="263" y="712"/>
                    <a:pt x="213" y="937"/>
                    <a:pt x="388" y="1137"/>
                  </a:cubicBezTo>
                  <a:cubicBezTo>
                    <a:pt x="550" y="1450"/>
                    <a:pt x="887" y="1487"/>
                    <a:pt x="1200" y="1400"/>
                  </a:cubicBezTo>
                  <a:cubicBezTo>
                    <a:pt x="1300" y="1362"/>
                    <a:pt x="1337" y="1525"/>
                    <a:pt x="1237" y="15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7" name="Google Shape;2317;p89"/>
            <p:cNvSpPr/>
            <p:nvPr/>
          </p:nvSpPr>
          <p:spPr>
            <a:xfrm>
              <a:off x="740475" y="4377850"/>
              <a:ext cx="31900" cy="31900"/>
            </a:xfrm>
            <a:custGeom>
              <a:rect b="b" l="l" r="r" t="t"/>
              <a:pathLst>
                <a:path extrusionOk="0" h="1276" w="1276">
                  <a:moveTo>
                    <a:pt x="938" y="351"/>
                  </a:moveTo>
                  <a:cubicBezTo>
                    <a:pt x="1275" y="713"/>
                    <a:pt x="813" y="1275"/>
                    <a:pt x="413" y="950"/>
                  </a:cubicBezTo>
                  <a:cubicBezTo>
                    <a:pt x="1" y="626"/>
                    <a:pt x="476" y="1"/>
                    <a:pt x="888" y="301"/>
                  </a:cubicBezTo>
                  <a:cubicBezTo>
                    <a:pt x="950" y="351"/>
                    <a:pt x="900" y="463"/>
                    <a:pt x="813" y="451"/>
                  </a:cubicBezTo>
                  <a:lnTo>
                    <a:pt x="813" y="451"/>
                  </a:lnTo>
                  <a:cubicBezTo>
                    <a:pt x="776" y="376"/>
                    <a:pt x="875" y="276"/>
                    <a:pt x="950" y="3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8" name="Google Shape;2318;p89"/>
            <p:cNvSpPr/>
            <p:nvPr/>
          </p:nvSpPr>
          <p:spPr>
            <a:xfrm>
              <a:off x="816075" y="4313800"/>
              <a:ext cx="77825" cy="113125"/>
            </a:xfrm>
            <a:custGeom>
              <a:rect b="b" l="l" r="r" t="t"/>
              <a:pathLst>
                <a:path extrusionOk="0" h="4525" w="3113">
                  <a:moveTo>
                    <a:pt x="2963" y="4462"/>
                  </a:moveTo>
                  <a:cubicBezTo>
                    <a:pt x="1563" y="3363"/>
                    <a:pt x="538" y="1850"/>
                    <a:pt x="26" y="151"/>
                  </a:cubicBezTo>
                  <a:cubicBezTo>
                    <a:pt x="1" y="63"/>
                    <a:pt x="138" y="1"/>
                    <a:pt x="188" y="88"/>
                  </a:cubicBezTo>
                  <a:cubicBezTo>
                    <a:pt x="926" y="1700"/>
                    <a:pt x="1700" y="3188"/>
                    <a:pt x="3050" y="4375"/>
                  </a:cubicBezTo>
                  <a:cubicBezTo>
                    <a:pt x="3113" y="4437"/>
                    <a:pt x="3025" y="4525"/>
                    <a:pt x="2963" y="44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9" name="Google Shape;2319;p89"/>
            <p:cNvSpPr/>
            <p:nvPr/>
          </p:nvSpPr>
          <p:spPr>
            <a:xfrm>
              <a:off x="799850" y="4293200"/>
              <a:ext cx="30950" cy="32500"/>
            </a:xfrm>
            <a:custGeom>
              <a:rect b="b" l="l" r="r" t="t"/>
              <a:pathLst>
                <a:path extrusionOk="0" h="1300" w="1238">
                  <a:moveTo>
                    <a:pt x="737" y="800"/>
                  </a:moveTo>
                  <a:lnTo>
                    <a:pt x="737" y="737"/>
                  </a:lnTo>
                  <a:cubicBezTo>
                    <a:pt x="812" y="662"/>
                    <a:pt x="925" y="750"/>
                    <a:pt x="875" y="850"/>
                  </a:cubicBezTo>
                  <a:cubicBezTo>
                    <a:pt x="637" y="1300"/>
                    <a:pt x="0" y="750"/>
                    <a:pt x="350" y="375"/>
                  </a:cubicBezTo>
                  <a:cubicBezTo>
                    <a:pt x="687" y="0"/>
                    <a:pt x="1237" y="550"/>
                    <a:pt x="850" y="912"/>
                  </a:cubicBezTo>
                  <a:cubicBezTo>
                    <a:pt x="762" y="975"/>
                    <a:pt x="675" y="875"/>
                    <a:pt x="725" y="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0" name="Google Shape;2320;p89"/>
            <p:cNvSpPr/>
            <p:nvPr/>
          </p:nvSpPr>
          <p:spPr>
            <a:xfrm>
              <a:off x="848575" y="4298825"/>
              <a:ext cx="5650" cy="9375"/>
            </a:xfrm>
            <a:custGeom>
              <a:rect b="b" l="l" r="r" t="t"/>
              <a:pathLst>
                <a:path extrusionOk="0" h="375" w="226">
                  <a:moveTo>
                    <a:pt x="13" y="263"/>
                  </a:moveTo>
                  <a:cubicBezTo>
                    <a:pt x="1" y="188"/>
                    <a:pt x="26" y="113"/>
                    <a:pt x="76" y="63"/>
                  </a:cubicBezTo>
                  <a:cubicBezTo>
                    <a:pt x="113" y="0"/>
                    <a:pt x="226" y="13"/>
                    <a:pt x="226" y="100"/>
                  </a:cubicBezTo>
                  <a:cubicBezTo>
                    <a:pt x="213" y="150"/>
                    <a:pt x="213" y="213"/>
                    <a:pt x="213" y="263"/>
                  </a:cubicBezTo>
                  <a:cubicBezTo>
                    <a:pt x="201" y="375"/>
                    <a:pt x="38" y="375"/>
                    <a:pt x="13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1" name="Google Shape;2321;p89"/>
            <p:cNvSpPr/>
            <p:nvPr/>
          </p:nvSpPr>
          <p:spPr>
            <a:xfrm>
              <a:off x="980725" y="4331300"/>
              <a:ext cx="10025" cy="6900"/>
            </a:xfrm>
            <a:custGeom>
              <a:rect b="b" l="l" r="r" t="t"/>
              <a:pathLst>
                <a:path extrusionOk="0" h="276" w="401">
                  <a:moveTo>
                    <a:pt x="88" y="88"/>
                  </a:moveTo>
                  <a:cubicBezTo>
                    <a:pt x="151" y="51"/>
                    <a:pt x="226" y="26"/>
                    <a:pt x="301" y="13"/>
                  </a:cubicBezTo>
                  <a:cubicBezTo>
                    <a:pt x="351" y="1"/>
                    <a:pt x="401" y="63"/>
                    <a:pt x="351" y="113"/>
                  </a:cubicBezTo>
                  <a:cubicBezTo>
                    <a:pt x="301" y="176"/>
                    <a:pt x="226" y="226"/>
                    <a:pt x="151" y="251"/>
                  </a:cubicBezTo>
                  <a:cubicBezTo>
                    <a:pt x="63" y="276"/>
                    <a:pt x="1" y="138"/>
                    <a:pt x="88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2" name="Google Shape;2322;p89"/>
            <p:cNvSpPr/>
            <p:nvPr/>
          </p:nvSpPr>
          <p:spPr>
            <a:xfrm>
              <a:off x="839525" y="4440350"/>
              <a:ext cx="156850" cy="27825"/>
            </a:xfrm>
            <a:custGeom>
              <a:rect b="b" l="l" r="r" t="t"/>
              <a:pathLst>
                <a:path extrusionOk="0" h="1113" w="6274">
                  <a:moveTo>
                    <a:pt x="6174" y="1100"/>
                  </a:moveTo>
                  <a:cubicBezTo>
                    <a:pt x="5311" y="1112"/>
                    <a:pt x="4449" y="1025"/>
                    <a:pt x="3612" y="850"/>
                  </a:cubicBezTo>
                  <a:cubicBezTo>
                    <a:pt x="2462" y="625"/>
                    <a:pt x="1337" y="175"/>
                    <a:pt x="163" y="500"/>
                  </a:cubicBezTo>
                  <a:cubicBezTo>
                    <a:pt x="38" y="525"/>
                    <a:pt x="0" y="362"/>
                    <a:pt x="113" y="313"/>
                  </a:cubicBezTo>
                  <a:cubicBezTo>
                    <a:pt x="900" y="0"/>
                    <a:pt x="1625" y="163"/>
                    <a:pt x="2437" y="337"/>
                  </a:cubicBezTo>
                  <a:cubicBezTo>
                    <a:pt x="3674" y="612"/>
                    <a:pt x="4899" y="862"/>
                    <a:pt x="6174" y="925"/>
                  </a:cubicBezTo>
                  <a:cubicBezTo>
                    <a:pt x="6274" y="937"/>
                    <a:pt x="6274" y="1087"/>
                    <a:pt x="6174" y="1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3" name="Google Shape;2323;p89"/>
            <p:cNvSpPr/>
            <p:nvPr/>
          </p:nvSpPr>
          <p:spPr>
            <a:xfrm>
              <a:off x="817950" y="4437225"/>
              <a:ext cx="33150" cy="31250"/>
            </a:xfrm>
            <a:custGeom>
              <a:rect b="b" l="l" r="r" t="t"/>
              <a:pathLst>
                <a:path extrusionOk="0" h="1250" w="1326">
                  <a:moveTo>
                    <a:pt x="876" y="550"/>
                  </a:moveTo>
                  <a:lnTo>
                    <a:pt x="763" y="587"/>
                  </a:lnTo>
                  <a:cubicBezTo>
                    <a:pt x="713" y="512"/>
                    <a:pt x="763" y="413"/>
                    <a:pt x="851" y="425"/>
                  </a:cubicBezTo>
                  <a:cubicBezTo>
                    <a:pt x="1326" y="587"/>
                    <a:pt x="851" y="1250"/>
                    <a:pt x="476" y="1012"/>
                  </a:cubicBezTo>
                  <a:cubicBezTo>
                    <a:pt x="1" y="712"/>
                    <a:pt x="551" y="0"/>
                    <a:pt x="976" y="438"/>
                  </a:cubicBezTo>
                  <a:cubicBezTo>
                    <a:pt x="1038" y="500"/>
                    <a:pt x="963" y="600"/>
                    <a:pt x="876" y="5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4" name="Google Shape;2324;p89"/>
            <p:cNvSpPr/>
            <p:nvPr/>
          </p:nvSpPr>
          <p:spPr>
            <a:xfrm>
              <a:off x="773900" y="4388175"/>
              <a:ext cx="72825" cy="22500"/>
            </a:xfrm>
            <a:custGeom>
              <a:rect b="b" l="l" r="r" t="t"/>
              <a:pathLst>
                <a:path extrusionOk="0" h="900" w="2913">
                  <a:moveTo>
                    <a:pt x="2813" y="263"/>
                  </a:moveTo>
                  <a:cubicBezTo>
                    <a:pt x="2500" y="562"/>
                    <a:pt x="2113" y="750"/>
                    <a:pt x="1688" y="800"/>
                  </a:cubicBezTo>
                  <a:cubicBezTo>
                    <a:pt x="1226" y="862"/>
                    <a:pt x="526" y="900"/>
                    <a:pt x="113" y="637"/>
                  </a:cubicBezTo>
                  <a:cubicBezTo>
                    <a:pt x="1" y="575"/>
                    <a:pt x="63" y="413"/>
                    <a:pt x="188" y="438"/>
                  </a:cubicBezTo>
                  <a:cubicBezTo>
                    <a:pt x="976" y="637"/>
                    <a:pt x="2013" y="687"/>
                    <a:pt x="2650" y="100"/>
                  </a:cubicBezTo>
                  <a:cubicBezTo>
                    <a:pt x="2763" y="0"/>
                    <a:pt x="2913" y="163"/>
                    <a:pt x="2800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5" name="Google Shape;2325;p89"/>
            <p:cNvSpPr/>
            <p:nvPr/>
          </p:nvSpPr>
          <p:spPr>
            <a:xfrm>
              <a:off x="774525" y="4381600"/>
              <a:ext cx="70650" cy="23450"/>
            </a:xfrm>
            <a:custGeom>
              <a:rect b="b" l="l" r="r" t="t"/>
              <a:pathLst>
                <a:path extrusionOk="0" h="938" w="2826">
                  <a:moveTo>
                    <a:pt x="63" y="738"/>
                  </a:moveTo>
                  <a:cubicBezTo>
                    <a:pt x="588" y="51"/>
                    <a:pt x="2013" y="1"/>
                    <a:pt x="2725" y="376"/>
                  </a:cubicBezTo>
                  <a:cubicBezTo>
                    <a:pt x="2825" y="426"/>
                    <a:pt x="2750" y="563"/>
                    <a:pt x="2650" y="551"/>
                  </a:cubicBezTo>
                  <a:cubicBezTo>
                    <a:pt x="1938" y="438"/>
                    <a:pt x="776" y="176"/>
                    <a:pt x="213" y="850"/>
                  </a:cubicBezTo>
                  <a:cubicBezTo>
                    <a:pt x="151" y="938"/>
                    <a:pt x="1" y="825"/>
                    <a:pt x="63" y="7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6" name="Google Shape;2326;p89"/>
            <p:cNvSpPr/>
            <p:nvPr/>
          </p:nvSpPr>
          <p:spPr>
            <a:xfrm>
              <a:off x="927300" y="4396600"/>
              <a:ext cx="17850" cy="55950"/>
            </a:xfrm>
            <a:custGeom>
              <a:rect b="b" l="l" r="r" t="t"/>
              <a:pathLst>
                <a:path extrusionOk="0" h="2238" w="714">
                  <a:moveTo>
                    <a:pt x="301" y="2087"/>
                  </a:moveTo>
                  <a:cubicBezTo>
                    <a:pt x="476" y="1450"/>
                    <a:pt x="376" y="775"/>
                    <a:pt x="51" y="213"/>
                  </a:cubicBezTo>
                  <a:cubicBezTo>
                    <a:pt x="1" y="101"/>
                    <a:pt x="163" y="1"/>
                    <a:pt x="238" y="101"/>
                  </a:cubicBezTo>
                  <a:cubicBezTo>
                    <a:pt x="626" y="713"/>
                    <a:pt x="713" y="1450"/>
                    <a:pt x="476" y="2137"/>
                  </a:cubicBezTo>
                  <a:cubicBezTo>
                    <a:pt x="438" y="2237"/>
                    <a:pt x="288" y="2200"/>
                    <a:pt x="301" y="20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7" name="Google Shape;2327;p89"/>
            <p:cNvSpPr/>
            <p:nvPr/>
          </p:nvSpPr>
          <p:spPr>
            <a:xfrm>
              <a:off x="922000" y="4396600"/>
              <a:ext cx="15950" cy="54375"/>
            </a:xfrm>
            <a:custGeom>
              <a:rect b="b" l="l" r="r" t="t"/>
              <a:pathLst>
                <a:path extrusionOk="0" h="2175" w="638">
                  <a:moveTo>
                    <a:pt x="450" y="188"/>
                  </a:moveTo>
                  <a:cubicBezTo>
                    <a:pt x="313" y="550"/>
                    <a:pt x="275" y="950"/>
                    <a:pt x="338" y="1338"/>
                  </a:cubicBezTo>
                  <a:cubicBezTo>
                    <a:pt x="375" y="1613"/>
                    <a:pt x="525" y="1788"/>
                    <a:pt x="625" y="2038"/>
                  </a:cubicBezTo>
                  <a:cubicBezTo>
                    <a:pt x="638" y="2075"/>
                    <a:pt x="613" y="2112"/>
                    <a:pt x="563" y="2125"/>
                  </a:cubicBezTo>
                  <a:cubicBezTo>
                    <a:pt x="275" y="2175"/>
                    <a:pt x="163" y="1850"/>
                    <a:pt x="113" y="1613"/>
                  </a:cubicBezTo>
                  <a:cubicBezTo>
                    <a:pt x="0" y="1113"/>
                    <a:pt x="38" y="600"/>
                    <a:pt x="238" y="126"/>
                  </a:cubicBezTo>
                  <a:cubicBezTo>
                    <a:pt x="288" y="1"/>
                    <a:pt x="500" y="51"/>
                    <a:pt x="450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8" name="Google Shape;2328;p89"/>
            <p:cNvSpPr/>
            <p:nvPr/>
          </p:nvSpPr>
          <p:spPr>
            <a:xfrm>
              <a:off x="1194425" y="4364725"/>
              <a:ext cx="82825" cy="26900"/>
            </a:xfrm>
            <a:custGeom>
              <a:rect b="b" l="l" r="r" t="t"/>
              <a:pathLst>
                <a:path extrusionOk="0" h="1076" w="3313">
                  <a:moveTo>
                    <a:pt x="3187" y="926"/>
                  </a:moveTo>
                  <a:cubicBezTo>
                    <a:pt x="2175" y="1076"/>
                    <a:pt x="800" y="926"/>
                    <a:pt x="50" y="163"/>
                  </a:cubicBezTo>
                  <a:cubicBezTo>
                    <a:pt x="0" y="113"/>
                    <a:pt x="50" y="1"/>
                    <a:pt x="125" y="26"/>
                  </a:cubicBezTo>
                  <a:cubicBezTo>
                    <a:pt x="600" y="188"/>
                    <a:pt x="1013" y="476"/>
                    <a:pt x="1500" y="601"/>
                  </a:cubicBezTo>
                  <a:cubicBezTo>
                    <a:pt x="2037" y="738"/>
                    <a:pt x="2600" y="776"/>
                    <a:pt x="3150" y="713"/>
                  </a:cubicBezTo>
                  <a:cubicBezTo>
                    <a:pt x="3275" y="701"/>
                    <a:pt x="3312" y="913"/>
                    <a:pt x="3187" y="9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9" name="Google Shape;2329;p89"/>
            <p:cNvSpPr/>
            <p:nvPr/>
          </p:nvSpPr>
          <p:spPr>
            <a:xfrm>
              <a:off x="1194425" y="4355975"/>
              <a:ext cx="100625" cy="30975"/>
            </a:xfrm>
            <a:custGeom>
              <a:rect b="b" l="l" r="r" t="t"/>
              <a:pathLst>
                <a:path extrusionOk="0" h="1239" w="4025">
                  <a:moveTo>
                    <a:pt x="138" y="238"/>
                  </a:moveTo>
                  <a:cubicBezTo>
                    <a:pt x="763" y="126"/>
                    <a:pt x="1413" y="1"/>
                    <a:pt x="2050" y="101"/>
                  </a:cubicBezTo>
                  <a:cubicBezTo>
                    <a:pt x="2737" y="201"/>
                    <a:pt x="3312" y="551"/>
                    <a:pt x="3887" y="926"/>
                  </a:cubicBezTo>
                  <a:cubicBezTo>
                    <a:pt x="4024" y="1013"/>
                    <a:pt x="3899" y="1238"/>
                    <a:pt x="3749" y="1151"/>
                  </a:cubicBezTo>
                  <a:cubicBezTo>
                    <a:pt x="3287" y="838"/>
                    <a:pt x="2800" y="526"/>
                    <a:pt x="2237" y="388"/>
                  </a:cubicBezTo>
                  <a:cubicBezTo>
                    <a:pt x="1575" y="226"/>
                    <a:pt x="863" y="338"/>
                    <a:pt x="200" y="451"/>
                  </a:cubicBezTo>
                  <a:cubicBezTo>
                    <a:pt x="63" y="463"/>
                    <a:pt x="0" y="263"/>
                    <a:pt x="138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0" name="Google Shape;2330;p89"/>
            <p:cNvSpPr/>
            <p:nvPr/>
          </p:nvSpPr>
          <p:spPr>
            <a:xfrm>
              <a:off x="593025" y="3689900"/>
              <a:ext cx="199650" cy="551150"/>
            </a:xfrm>
            <a:custGeom>
              <a:rect b="b" l="l" r="r" t="t"/>
              <a:pathLst>
                <a:path extrusionOk="0" h="22046" w="7986">
                  <a:moveTo>
                    <a:pt x="3487" y="88"/>
                  </a:moveTo>
                  <a:cubicBezTo>
                    <a:pt x="4799" y="1426"/>
                    <a:pt x="5286" y="2938"/>
                    <a:pt x="5074" y="4837"/>
                  </a:cubicBezTo>
                  <a:cubicBezTo>
                    <a:pt x="4899" y="6237"/>
                    <a:pt x="4287" y="7487"/>
                    <a:pt x="3749" y="8761"/>
                  </a:cubicBezTo>
                  <a:cubicBezTo>
                    <a:pt x="1875" y="13235"/>
                    <a:pt x="0" y="21470"/>
                    <a:pt x="7773" y="21808"/>
                  </a:cubicBezTo>
                  <a:cubicBezTo>
                    <a:pt x="7861" y="21808"/>
                    <a:pt x="7861" y="21933"/>
                    <a:pt x="7773" y="21945"/>
                  </a:cubicBezTo>
                  <a:cubicBezTo>
                    <a:pt x="4737" y="22045"/>
                    <a:pt x="2400" y="20071"/>
                    <a:pt x="1700" y="17084"/>
                  </a:cubicBezTo>
                  <a:cubicBezTo>
                    <a:pt x="388" y="11435"/>
                    <a:pt x="7986" y="5012"/>
                    <a:pt x="3349" y="213"/>
                  </a:cubicBezTo>
                  <a:cubicBezTo>
                    <a:pt x="3274" y="138"/>
                    <a:pt x="3399" y="1"/>
                    <a:pt x="3487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1" name="Google Shape;2331;p89"/>
            <p:cNvSpPr/>
            <p:nvPr/>
          </p:nvSpPr>
          <p:spPr>
            <a:xfrm>
              <a:off x="770150" y="4055125"/>
              <a:ext cx="121575" cy="180925"/>
            </a:xfrm>
            <a:custGeom>
              <a:rect b="b" l="l" r="r" t="t"/>
              <a:pathLst>
                <a:path extrusionOk="0" h="7237" w="4863">
                  <a:moveTo>
                    <a:pt x="1688" y="7036"/>
                  </a:moveTo>
                  <a:cubicBezTo>
                    <a:pt x="3413" y="6911"/>
                    <a:pt x="4425" y="4949"/>
                    <a:pt x="4225" y="3400"/>
                  </a:cubicBezTo>
                  <a:cubicBezTo>
                    <a:pt x="4025" y="1775"/>
                    <a:pt x="1725" y="113"/>
                    <a:pt x="201" y="1513"/>
                  </a:cubicBezTo>
                  <a:cubicBezTo>
                    <a:pt x="126" y="1588"/>
                    <a:pt x="1" y="1463"/>
                    <a:pt x="88" y="1388"/>
                  </a:cubicBezTo>
                  <a:cubicBezTo>
                    <a:pt x="1338" y="1"/>
                    <a:pt x="3875" y="1313"/>
                    <a:pt x="4325" y="2825"/>
                  </a:cubicBezTo>
                  <a:cubicBezTo>
                    <a:pt x="4862" y="4637"/>
                    <a:pt x="3700" y="7086"/>
                    <a:pt x="1688" y="7224"/>
                  </a:cubicBezTo>
                  <a:cubicBezTo>
                    <a:pt x="1563" y="7236"/>
                    <a:pt x="1563" y="7049"/>
                    <a:pt x="1688" y="70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2" name="Google Shape;2332;p89"/>
            <p:cNvSpPr/>
            <p:nvPr/>
          </p:nvSpPr>
          <p:spPr>
            <a:xfrm>
              <a:off x="748600" y="4108250"/>
              <a:ext cx="77200" cy="73425"/>
            </a:xfrm>
            <a:custGeom>
              <a:rect b="b" l="l" r="r" t="t"/>
              <a:pathLst>
                <a:path extrusionOk="0" h="2937" w="3088">
                  <a:moveTo>
                    <a:pt x="625" y="163"/>
                  </a:moveTo>
                  <a:cubicBezTo>
                    <a:pt x="251" y="900"/>
                    <a:pt x="476" y="1800"/>
                    <a:pt x="1163" y="2274"/>
                  </a:cubicBezTo>
                  <a:cubicBezTo>
                    <a:pt x="1913" y="2749"/>
                    <a:pt x="2750" y="2237"/>
                    <a:pt x="2887" y="1425"/>
                  </a:cubicBezTo>
                  <a:cubicBezTo>
                    <a:pt x="2900" y="1325"/>
                    <a:pt x="3087" y="1337"/>
                    <a:pt x="3075" y="1450"/>
                  </a:cubicBezTo>
                  <a:cubicBezTo>
                    <a:pt x="3000" y="2324"/>
                    <a:pt x="2075" y="2937"/>
                    <a:pt x="1250" y="2549"/>
                  </a:cubicBezTo>
                  <a:cubicBezTo>
                    <a:pt x="351" y="2137"/>
                    <a:pt x="1" y="912"/>
                    <a:pt x="501" y="75"/>
                  </a:cubicBezTo>
                  <a:cubicBezTo>
                    <a:pt x="550" y="0"/>
                    <a:pt x="663" y="75"/>
                    <a:pt x="625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3" name="Google Shape;2333;p89"/>
            <p:cNvSpPr/>
            <p:nvPr/>
          </p:nvSpPr>
          <p:spPr>
            <a:xfrm>
              <a:off x="819525" y="4135100"/>
              <a:ext cx="325" cy="350"/>
            </a:xfrm>
            <a:custGeom>
              <a:rect b="b" l="l" r="r" t="t"/>
              <a:pathLst>
                <a:path extrusionOk="0" h="14" w="13">
                  <a:moveTo>
                    <a:pt x="13" y="1"/>
                  </a:moveTo>
                  <a:lnTo>
                    <a:pt x="13" y="13"/>
                  </a:lnTo>
                  <a:cubicBezTo>
                    <a:pt x="13" y="13"/>
                    <a:pt x="0" y="1"/>
                    <a:pt x="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4" name="Google Shape;2334;p89"/>
            <p:cNvSpPr/>
            <p:nvPr/>
          </p:nvSpPr>
          <p:spPr>
            <a:xfrm>
              <a:off x="641450" y="4121350"/>
              <a:ext cx="103750" cy="206550"/>
            </a:xfrm>
            <a:custGeom>
              <a:rect b="b" l="l" r="r" t="t"/>
              <a:pathLst>
                <a:path extrusionOk="0" h="8262" w="4150">
                  <a:moveTo>
                    <a:pt x="163" y="101"/>
                  </a:moveTo>
                  <a:cubicBezTo>
                    <a:pt x="450" y="1288"/>
                    <a:pt x="975" y="2400"/>
                    <a:pt x="1712" y="3375"/>
                  </a:cubicBezTo>
                  <a:cubicBezTo>
                    <a:pt x="2237" y="4087"/>
                    <a:pt x="2937" y="4737"/>
                    <a:pt x="3299" y="5562"/>
                  </a:cubicBezTo>
                  <a:cubicBezTo>
                    <a:pt x="3699" y="6474"/>
                    <a:pt x="3699" y="7436"/>
                    <a:pt x="3012" y="8199"/>
                  </a:cubicBezTo>
                  <a:cubicBezTo>
                    <a:pt x="2949" y="8261"/>
                    <a:pt x="2825" y="8174"/>
                    <a:pt x="2875" y="8086"/>
                  </a:cubicBezTo>
                  <a:cubicBezTo>
                    <a:pt x="4149" y="6212"/>
                    <a:pt x="2387" y="4725"/>
                    <a:pt x="1375" y="3275"/>
                  </a:cubicBezTo>
                  <a:cubicBezTo>
                    <a:pt x="725" y="2325"/>
                    <a:pt x="263" y="1263"/>
                    <a:pt x="13" y="138"/>
                  </a:cubicBezTo>
                  <a:cubicBezTo>
                    <a:pt x="0" y="38"/>
                    <a:pt x="138" y="1"/>
                    <a:pt x="175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5" name="Google Shape;2335;p89"/>
            <p:cNvSpPr/>
            <p:nvPr/>
          </p:nvSpPr>
          <p:spPr>
            <a:xfrm>
              <a:off x="646450" y="3978900"/>
              <a:ext cx="81250" cy="88750"/>
            </a:xfrm>
            <a:custGeom>
              <a:rect b="b" l="l" r="r" t="t"/>
              <a:pathLst>
                <a:path extrusionOk="0" h="3550" w="3250">
                  <a:moveTo>
                    <a:pt x="488" y="163"/>
                  </a:moveTo>
                  <a:cubicBezTo>
                    <a:pt x="263" y="1138"/>
                    <a:pt x="163" y="2500"/>
                    <a:pt x="1175" y="3112"/>
                  </a:cubicBezTo>
                  <a:cubicBezTo>
                    <a:pt x="1650" y="3375"/>
                    <a:pt x="2237" y="3287"/>
                    <a:pt x="2625" y="2900"/>
                  </a:cubicBezTo>
                  <a:cubicBezTo>
                    <a:pt x="2924" y="2575"/>
                    <a:pt x="3249" y="1250"/>
                    <a:pt x="2475" y="1163"/>
                  </a:cubicBezTo>
                  <a:cubicBezTo>
                    <a:pt x="2387" y="1163"/>
                    <a:pt x="2387" y="1025"/>
                    <a:pt x="2475" y="1038"/>
                  </a:cubicBezTo>
                  <a:cubicBezTo>
                    <a:pt x="3012" y="1088"/>
                    <a:pt x="3187" y="1762"/>
                    <a:pt x="3137" y="2237"/>
                  </a:cubicBezTo>
                  <a:cubicBezTo>
                    <a:pt x="3062" y="2850"/>
                    <a:pt x="2587" y="3350"/>
                    <a:pt x="1975" y="3450"/>
                  </a:cubicBezTo>
                  <a:cubicBezTo>
                    <a:pt x="1325" y="3550"/>
                    <a:pt x="813" y="3187"/>
                    <a:pt x="488" y="2650"/>
                  </a:cubicBezTo>
                  <a:cubicBezTo>
                    <a:pt x="0" y="1850"/>
                    <a:pt x="113" y="988"/>
                    <a:pt x="313" y="113"/>
                  </a:cubicBezTo>
                  <a:cubicBezTo>
                    <a:pt x="338" y="0"/>
                    <a:pt x="513" y="50"/>
                    <a:pt x="488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6" name="Google Shape;2336;p89"/>
            <p:cNvSpPr/>
            <p:nvPr/>
          </p:nvSpPr>
          <p:spPr>
            <a:xfrm>
              <a:off x="672675" y="3923300"/>
              <a:ext cx="43775" cy="33450"/>
            </a:xfrm>
            <a:custGeom>
              <a:rect b="b" l="l" r="r" t="t"/>
              <a:pathLst>
                <a:path extrusionOk="0" h="1338" w="1751">
                  <a:moveTo>
                    <a:pt x="351" y="150"/>
                  </a:moveTo>
                  <a:cubicBezTo>
                    <a:pt x="263" y="462"/>
                    <a:pt x="301" y="787"/>
                    <a:pt x="613" y="962"/>
                  </a:cubicBezTo>
                  <a:cubicBezTo>
                    <a:pt x="813" y="1137"/>
                    <a:pt x="1026" y="1087"/>
                    <a:pt x="1263" y="800"/>
                  </a:cubicBezTo>
                  <a:cubicBezTo>
                    <a:pt x="1301" y="675"/>
                    <a:pt x="1288" y="537"/>
                    <a:pt x="1213" y="425"/>
                  </a:cubicBezTo>
                  <a:cubicBezTo>
                    <a:pt x="1101" y="350"/>
                    <a:pt x="1201" y="175"/>
                    <a:pt x="1326" y="250"/>
                  </a:cubicBezTo>
                  <a:cubicBezTo>
                    <a:pt x="1750" y="512"/>
                    <a:pt x="1413" y="1212"/>
                    <a:pt x="976" y="1262"/>
                  </a:cubicBezTo>
                  <a:cubicBezTo>
                    <a:pt x="326" y="1337"/>
                    <a:pt x="1" y="637"/>
                    <a:pt x="201" y="100"/>
                  </a:cubicBezTo>
                  <a:cubicBezTo>
                    <a:pt x="226" y="0"/>
                    <a:pt x="376" y="38"/>
                    <a:pt x="351" y="1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7" name="Google Shape;2337;p89"/>
            <p:cNvSpPr/>
            <p:nvPr/>
          </p:nvSpPr>
          <p:spPr>
            <a:xfrm>
              <a:off x="692375" y="4315375"/>
              <a:ext cx="32200" cy="31900"/>
            </a:xfrm>
            <a:custGeom>
              <a:rect b="b" l="l" r="r" t="t"/>
              <a:pathLst>
                <a:path extrusionOk="0" h="1276" w="1288">
                  <a:moveTo>
                    <a:pt x="838" y="463"/>
                  </a:moveTo>
                  <a:lnTo>
                    <a:pt x="838" y="463"/>
                  </a:lnTo>
                  <a:cubicBezTo>
                    <a:pt x="825" y="375"/>
                    <a:pt x="937" y="325"/>
                    <a:pt x="987" y="388"/>
                  </a:cubicBezTo>
                  <a:cubicBezTo>
                    <a:pt x="1287" y="800"/>
                    <a:pt x="663" y="1275"/>
                    <a:pt x="338" y="863"/>
                  </a:cubicBezTo>
                  <a:cubicBezTo>
                    <a:pt x="0" y="438"/>
                    <a:pt x="575" y="0"/>
                    <a:pt x="937" y="325"/>
                  </a:cubicBezTo>
                  <a:cubicBezTo>
                    <a:pt x="1012" y="388"/>
                    <a:pt x="912" y="488"/>
                    <a:pt x="838" y="4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8" name="Google Shape;2338;p89"/>
            <p:cNvSpPr/>
            <p:nvPr/>
          </p:nvSpPr>
          <p:spPr>
            <a:xfrm>
              <a:off x="675500" y="4193850"/>
              <a:ext cx="113125" cy="77500"/>
            </a:xfrm>
            <a:custGeom>
              <a:rect b="b" l="l" r="r" t="t"/>
              <a:pathLst>
                <a:path extrusionOk="0" h="3100" w="4525">
                  <a:moveTo>
                    <a:pt x="150" y="50"/>
                  </a:moveTo>
                  <a:cubicBezTo>
                    <a:pt x="1338" y="1412"/>
                    <a:pt x="2825" y="2175"/>
                    <a:pt x="4437" y="2924"/>
                  </a:cubicBezTo>
                  <a:cubicBezTo>
                    <a:pt x="4524" y="2962"/>
                    <a:pt x="4462" y="3099"/>
                    <a:pt x="4374" y="3074"/>
                  </a:cubicBezTo>
                  <a:cubicBezTo>
                    <a:pt x="2675" y="2562"/>
                    <a:pt x="1163" y="1550"/>
                    <a:pt x="63" y="150"/>
                  </a:cubicBezTo>
                  <a:cubicBezTo>
                    <a:pt x="0" y="88"/>
                    <a:pt x="100" y="0"/>
                    <a:pt x="150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9" name="Google Shape;2339;p89"/>
            <p:cNvSpPr/>
            <p:nvPr/>
          </p:nvSpPr>
          <p:spPr>
            <a:xfrm>
              <a:off x="776725" y="4256950"/>
              <a:ext cx="32525" cy="30950"/>
            </a:xfrm>
            <a:custGeom>
              <a:rect b="b" l="l" r="r" t="t"/>
              <a:pathLst>
                <a:path extrusionOk="0" h="1238" w="1301">
                  <a:moveTo>
                    <a:pt x="388" y="388"/>
                  </a:moveTo>
                  <a:cubicBezTo>
                    <a:pt x="750" y="1"/>
                    <a:pt x="1300" y="538"/>
                    <a:pt x="925" y="888"/>
                  </a:cubicBezTo>
                  <a:cubicBezTo>
                    <a:pt x="550" y="1238"/>
                    <a:pt x="0" y="600"/>
                    <a:pt x="450" y="350"/>
                  </a:cubicBezTo>
                  <a:cubicBezTo>
                    <a:pt x="550" y="313"/>
                    <a:pt x="638" y="425"/>
                    <a:pt x="563" y="500"/>
                  </a:cubicBezTo>
                  <a:lnTo>
                    <a:pt x="500" y="500"/>
                  </a:lnTo>
                  <a:cubicBezTo>
                    <a:pt x="425" y="563"/>
                    <a:pt x="325" y="463"/>
                    <a:pt x="388" y="3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0" name="Google Shape;2340;p89"/>
            <p:cNvSpPr/>
            <p:nvPr/>
          </p:nvSpPr>
          <p:spPr>
            <a:xfrm>
              <a:off x="793900" y="4233200"/>
              <a:ext cx="9725" cy="5975"/>
            </a:xfrm>
            <a:custGeom>
              <a:rect b="b" l="l" r="r" t="t"/>
              <a:pathLst>
                <a:path extrusionOk="0" h="239" w="389">
                  <a:moveTo>
                    <a:pt x="126" y="26"/>
                  </a:moveTo>
                  <a:cubicBezTo>
                    <a:pt x="176" y="26"/>
                    <a:pt x="238" y="13"/>
                    <a:pt x="288" y="13"/>
                  </a:cubicBezTo>
                  <a:cubicBezTo>
                    <a:pt x="376" y="1"/>
                    <a:pt x="388" y="113"/>
                    <a:pt x="338" y="163"/>
                  </a:cubicBezTo>
                  <a:cubicBezTo>
                    <a:pt x="276" y="213"/>
                    <a:pt x="201" y="238"/>
                    <a:pt x="126" y="226"/>
                  </a:cubicBezTo>
                  <a:cubicBezTo>
                    <a:pt x="1" y="226"/>
                    <a:pt x="1" y="26"/>
                    <a:pt x="126" y="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1" name="Google Shape;2341;p89"/>
            <p:cNvSpPr/>
            <p:nvPr/>
          </p:nvSpPr>
          <p:spPr>
            <a:xfrm>
              <a:off x="764225" y="4097000"/>
              <a:ext cx="6900" cy="10025"/>
            </a:xfrm>
            <a:custGeom>
              <a:rect b="b" l="l" r="r" t="t"/>
              <a:pathLst>
                <a:path extrusionOk="0" h="401" w="276">
                  <a:moveTo>
                    <a:pt x="25" y="250"/>
                  </a:moveTo>
                  <a:cubicBezTo>
                    <a:pt x="50" y="163"/>
                    <a:pt x="100" y="88"/>
                    <a:pt x="163" y="38"/>
                  </a:cubicBezTo>
                  <a:cubicBezTo>
                    <a:pt x="213" y="0"/>
                    <a:pt x="275" y="38"/>
                    <a:pt x="263" y="100"/>
                  </a:cubicBezTo>
                  <a:cubicBezTo>
                    <a:pt x="250" y="175"/>
                    <a:pt x="225" y="250"/>
                    <a:pt x="188" y="313"/>
                  </a:cubicBezTo>
                  <a:cubicBezTo>
                    <a:pt x="138" y="400"/>
                    <a:pt x="0" y="338"/>
                    <a:pt x="25" y="2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2" name="Google Shape;2342;p89"/>
            <p:cNvSpPr/>
            <p:nvPr/>
          </p:nvSpPr>
          <p:spPr>
            <a:xfrm>
              <a:off x="634250" y="4091375"/>
              <a:ext cx="27850" cy="156850"/>
            </a:xfrm>
            <a:custGeom>
              <a:rect b="b" l="l" r="r" t="t"/>
              <a:pathLst>
                <a:path extrusionOk="0" h="6274" w="1114">
                  <a:moveTo>
                    <a:pt x="188" y="100"/>
                  </a:moveTo>
                  <a:cubicBezTo>
                    <a:pt x="251" y="1375"/>
                    <a:pt x="501" y="2600"/>
                    <a:pt x="776" y="3837"/>
                  </a:cubicBezTo>
                  <a:cubicBezTo>
                    <a:pt x="963" y="4649"/>
                    <a:pt x="1113" y="5361"/>
                    <a:pt x="801" y="6161"/>
                  </a:cubicBezTo>
                  <a:cubicBezTo>
                    <a:pt x="751" y="6274"/>
                    <a:pt x="588" y="6236"/>
                    <a:pt x="613" y="6111"/>
                  </a:cubicBezTo>
                  <a:cubicBezTo>
                    <a:pt x="926" y="4936"/>
                    <a:pt x="488" y="3812"/>
                    <a:pt x="263" y="2650"/>
                  </a:cubicBezTo>
                  <a:cubicBezTo>
                    <a:pt x="88" y="1812"/>
                    <a:pt x="1" y="963"/>
                    <a:pt x="13" y="100"/>
                  </a:cubicBezTo>
                  <a:cubicBezTo>
                    <a:pt x="26" y="0"/>
                    <a:pt x="176" y="0"/>
                    <a:pt x="188" y="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3" name="Google Shape;2343;p89"/>
            <p:cNvSpPr/>
            <p:nvPr/>
          </p:nvSpPr>
          <p:spPr>
            <a:xfrm>
              <a:off x="634250" y="4236325"/>
              <a:ext cx="31275" cy="33150"/>
            </a:xfrm>
            <a:custGeom>
              <a:rect b="b" l="l" r="r" t="t"/>
              <a:pathLst>
                <a:path extrusionOk="0" h="1326" w="1251">
                  <a:moveTo>
                    <a:pt x="813" y="351"/>
                  </a:moveTo>
                  <a:cubicBezTo>
                    <a:pt x="1251" y="776"/>
                    <a:pt x="526" y="1325"/>
                    <a:pt x="238" y="851"/>
                  </a:cubicBezTo>
                  <a:cubicBezTo>
                    <a:pt x="1" y="476"/>
                    <a:pt x="663" y="1"/>
                    <a:pt x="813" y="476"/>
                  </a:cubicBezTo>
                  <a:cubicBezTo>
                    <a:pt x="826" y="563"/>
                    <a:pt x="726" y="626"/>
                    <a:pt x="663" y="563"/>
                  </a:cubicBezTo>
                  <a:lnTo>
                    <a:pt x="688" y="451"/>
                  </a:lnTo>
                  <a:cubicBezTo>
                    <a:pt x="638" y="363"/>
                    <a:pt x="751" y="276"/>
                    <a:pt x="813" y="3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4" name="Google Shape;2344;p89"/>
            <p:cNvSpPr/>
            <p:nvPr/>
          </p:nvSpPr>
          <p:spPr>
            <a:xfrm>
              <a:off x="691750" y="4241025"/>
              <a:ext cx="22525" cy="72800"/>
            </a:xfrm>
            <a:custGeom>
              <a:rect b="b" l="l" r="r" t="t"/>
              <a:pathLst>
                <a:path extrusionOk="0" h="2912" w="901">
                  <a:moveTo>
                    <a:pt x="800" y="263"/>
                  </a:moveTo>
                  <a:cubicBezTo>
                    <a:pt x="213" y="900"/>
                    <a:pt x="263" y="1937"/>
                    <a:pt x="463" y="2724"/>
                  </a:cubicBezTo>
                  <a:cubicBezTo>
                    <a:pt x="488" y="2837"/>
                    <a:pt x="325" y="2912"/>
                    <a:pt x="263" y="2812"/>
                  </a:cubicBezTo>
                  <a:cubicBezTo>
                    <a:pt x="0" y="2387"/>
                    <a:pt x="38" y="1687"/>
                    <a:pt x="100" y="1225"/>
                  </a:cubicBezTo>
                  <a:cubicBezTo>
                    <a:pt x="150" y="800"/>
                    <a:pt x="350" y="413"/>
                    <a:pt x="638" y="100"/>
                  </a:cubicBezTo>
                  <a:cubicBezTo>
                    <a:pt x="750" y="0"/>
                    <a:pt x="900" y="163"/>
                    <a:pt x="800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5" name="Google Shape;2345;p89"/>
            <p:cNvSpPr/>
            <p:nvPr/>
          </p:nvSpPr>
          <p:spPr>
            <a:xfrm>
              <a:off x="697675" y="4242575"/>
              <a:ext cx="23450" cy="70625"/>
            </a:xfrm>
            <a:custGeom>
              <a:rect b="b" l="l" r="r" t="t"/>
              <a:pathLst>
                <a:path extrusionOk="0" h="2825" w="938">
                  <a:moveTo>
                    <a:pt x="76" y="2612"/>
                  </a:moveTo>
                  <a:cubicBezTo>
                    <a:pt x="763" y="2063"/>
                    <a:pt x="501" y="888"/>
                    <a:pt x="388" y="176"/>
                  </a:cubicBezTo>
                  <a:cubicBezTo>
                    <a:pt x="376" y="76"/>
                    <a:pt x="501" y="1"/>
                    <a:pt x="563" y="101"/>
                  </a:cubicBezTo>
                  <a:cubicBezTo>
                    <a:pt x="938" y="800"/>
                    <a:pt x="875" y="2238"/>
                    <a:pt x="188" y="2750"/>
                  </a:cubicBezTo>
                  <a:cubicBezTo>
                    <a:pt x="113" y="2825"/>
                    <a:pt x="1" y="2675"/>
                    <a:pt x="76" y="26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6" name="Google Shape;2346;p89"/>
            <p:cNvSpPr/>
            <p:nvPr/>
          </p:nvSpPr>
          <p:spPr>
            <a:xfrm>
              <a:off x="649250" y="4142600"/>
              <a:ext cx="56900" cy="18150"/>
            </a:xfrm>
            <a:custGeom>
              <a:rect b="b" l="l" r="r" t="t"/>
              <a:pathLst>
                <a:path extrusionOk="0" h="726" w="2276">
                  <a:moveTo>
                    <a:pt x="126" y="238"/>
                  </a:moveTo>
                  <a:cubicBezTo>
                    <a:pt x="800" y="1"/>
                    <a:pt x="1550" y="88"/>
                    <a:pt x="2163" y="476"/>
                  </a:cubicBezTo>
                  <a:cubicBezTo>
                    <a:pt x="2275" y="538"/>
                    <a:pt x="2175" y="726"/>
                    <a:pt x="2050" y="663"/>
                  </a:cubicBezTo>
                  <a:cubicBezTo>
                    <a:pt x="1475" y="326"/>
                    <a:pt x="800" y="238"/>
                    <a:pt x="176" y="413"/>
                  </a:cubicBezTo>
                  <a:cubicBezTo>
                    <a:pt x="51" y="438"/>
                    <a:pt x="1" y="263"/>
                    <a:pt x="126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7" name="Google Shape;2347;p89"/>
            <p:cNvSpPr/>
            <p:nvPr/>
          </p:nvSpPr>
          <p:spPr>
            <a:xfrm>
              <a:off x="649575" y="4149800"/>
              <a:ext cx="56250" cy="21250"/>
            </a:xfrm>
            <a:custGeom>
              <a:rect b="b" l="l" r="r" t="t"/>
              <a:pathLst>
                <a:path extrusionOk="0" h="850" w="2250">
                  <a:moveTo>
                    <a:pt x="2112" y="400"/>
                  </a:moveTo>
                  <a:cubicBezTo>
                    <a:pt x="1762" y="538"/>
                    <a:pt x="0" y="850"/>
                    <a:pt x="125" y="63"/>
                  </a:cubicBezTo>
                  <a:cubicBezTo>
                    <a:pt x="125" y="25"/>
                    <a:pt x="175" y="0"/>
                    <a:pt x="213" y="13"/>
                  </a:cubicBezTo>
                  <a:cubicBezTo>
                    <a:pt x="463" y="113"/>
                    <a:pt x="638" y="250"/>
                    <a:pt x="912" y="300"/>
                  </a:cubicBezTo>
                  <a:cubicBezTo>
                    <a:pt x="1300" y="363"/>
                    <a:pt x="1687" y="313"/>
                    <a:pt x="2062" y="188"/>
                  </a:cubicBezTo>
                  <a:cubicBezTo>
                    <a:pt x="2200" y="138"/>
                    <a:pt x="2250" y="338"/>
                    <a:pt x="2112" y="4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8" name="Google Shape;2348;p89"/>
            <p:cNvSpPr/>
            <p:nvPr/>
          </p:nvSpPr>
          <p:spPr>
            <a:xfrm>
              <a:off x="710800" y="3810500"/>
              <a:ext cx="26575" cy="82825"/>
            </a:xfrm>
            <a:custGeom>
              <a:rect b="b" l="l" r="r" t="t"/>
              <a:pathLst>
                <a:path extrusionOk="0" h="3313" w="1063">
                  <a:moveTo>
                    <a:pt x="363" y="151"/>
                  </a:moveTo>
                  <a:cubicBezTo>
                    <a:pt x="300" y="713"/>
                    <a:pt x="338" y="1275"/>
                    <a:pt x="475" y="1813"/>
                  </a:cubicBezTo>
                  <a:cubicBezTo>
                    <a:pt x="600" y="2300"/>
                    <a:pt x="888" y="2713"/>
                    <a:pt x="1050" y="3175"/>
                  </a:cubicBezTo>
                  <a:cubicBezTo>
                    <a:pt x="1063" y="3262"/>
                    <a:pt x="975" y="3312"/>
                    <a:pt x="913" y="3262"/>
                  </a:cubicBezTo>
                  <a:cubicBezTo>
                    <a:pt x="138" y="2500"/>
                    <a:pt x="1" y="1138"/>
                    <a:pt x="150" y="126"/>
                  </a:cubicBezTo>
                  <a:cubicBezTo>
                    <a:pt x="163" y="1"/>
                    <a:pt x="375" y="26"/>
                    <a:pt x="363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9" name="Google Shape;2349;p89"/>
            <p:cNvSpPr/>
            <p:nvPr/>
          </p:nvSpPr>
          <p:spPr>
            <a:xfrm>
              <a:off x="715475" y="3792700"/>
              <a:ext cx="30975" cy="100625"/>
            </a:xfrm>
            <a:custGeom>
              <a:rect b="b" l="l" r="r" t="t"/>
              <a:pathLst>
                <a:path extrusionOk="0" h="4025" w="1239">
                  <a:moveTo>
                    <a:pt x="788" y="3824"/>
                  </a:moveTo>
                  <a:cubicBezTo>
                    <a:pt x="901" y="3150"/>
                    <a:pt x="1013" y="2450"/>
                    <a:pt x="851" y="1775"/>
                  </a:cubicBezTo>
                  <a:cubicBezTo>
                    <a:pt x="713" y="1225"/>
                    <a:pt x="401" y="738"/>
                    <a:pt x="88" y="263"/>
                  </a:cubicBezTo>
                  <a:cubicBezTo>
                    <a:pt x="1" y="125"/>
                    <a:pt x="226" y="0"/>
                    <a:pt x="313" y="138"/>
                  </a:cubicBezTo>
                  <a:cubicBezTo>
                    <a:pt x="688" y="700"/>
                    <a:pt x="1038" y="1288"/>
                    <a:pt x="1138" y="1975"/>
                  </a:cubicBezTo>
                  <a:cubicBezTo>
                    <a:pt x="1238" y="2612"/>
                    <a:pt x="1113" y="3262"/>
                    <a:pt x="1001" y="3887"/>
                  </a:cubicBezTo>
                  <a:cubicBezTo>
                    <a:pt x="976" y="4024"/>
                    <a:pt x="776" y="3962"/>
                    <a:pt x="788" y="38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0" name="Google Shape;2350;p89"/>
            <p:cNvSpPr/>
            <p:nvPr/>
          </p:nvSpPr>
          <p:spPr>
            <a:xfrm>
              <a:off x="894500" y="4197600"/>
              <a:ext cx="8475" cy="8150"/>
            </a:xfrm>
            <a:custGeom>
              <a:rect b="b" l="l" r="r" t="t"/>
              <a:pathLst>
                <a:path extrusionOk="0" h="326" w="339">
                  <a:moveTo>
                    <a:pt x="238" y="313"/>
                  </a:moveTo>
                  <a:cubicBezTo>
                    <a:pt x="151" y="325"/>
                    <a:pt x="76" y="288"/>
                    <a:pt x="26" y="213"/>
                  </a:cubicBezTo>
                  <a:cubicBezTo>
                    <a:pt x="1" y="200"/>
                    <a:pt x="1" y="163"/>
                    <a:pt x="1" y="138"/>
                  </a:cubicBezTo>
                  <a:lnTo>
                    <a:pt x="38" y="50"/>
                  </a:lnTo>
                  <a:cubicBezTo>
                    <a:pt x="38" y="13"/>
                    <a:pt x="101" y="0"/>
                    <a:pt x="126" y="38"/>
                  </a:cubicBezTo>
                  <a:lnTo>
                    <a:pt x="263" y="175"/>
                  </a:lnTo>
                  <a:cubicBezTo>
                    <a:pt x="338" y="200"/>
                    <a:pt x="326" y="325"/>
                    <a:pt x="238" y="3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1" name="Google Shape;2351;p89"/>
            <p:cNvSpPr/>
            <p:nvPr/>
          </p:nvSpPr>
          <p:spPr>
            <a:xfrm>
              <a:off x="900450" y="4190725"/>
              <a:ext cx="59050" cy="15025"/>
            </a:xfrm>
            <a:custGeom>
              <a:rect b="b" l="l" r="r" t="t"/>
              <a:pathLst>
                <a:path extrusionOk="0" h="601" w="2362">
                  <a:moveTo>
                    <a:pt x="63" y="475"/>
                  </a:moveTo>
                  <a:cubicBezTo>
                    <a:pt x="737" y="138"/>
                    <a:pt x="1537" y="0"/>
                    <a:pt x="2274" y="225"/>
                  </a:cubicBezTo>
                  <a:cubicBezTo>
                    <a:pt x="2362" y="250"/>
                    <a:pt x="2349" y="413"/>
                    <a:pt x="2249" y="400"/>
                  </a:cubicBezTo>
                  <a:cubicBezTo>
                    <a:pt x="1500" y="313"/>
                    <a:pt x="825" y="313"/>
                    <a:pt x="113" y="588"/>
                  </a:cubicBezTo>
                  <a:cubicBezTo>
                    <a:pt x="50" y="600"/>
                    <a:pt x="0" y="500"/>
                    <a:pt x="63" y="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2" name="Google Shape;2352;p89"/>
            <p:cNvSpPr/>
            <p:nvPr/>
          </p:nvSpPr>
          <p:spPr>
            <a:xfrm>
              <a:off x="934175" y="4183525"/>
              <a:ext cx="25325" cy="16900"/>
            </a:xfrm>
            <a:custGeom>
              <a:rect b="b" l="l" r="r" t="t"/>
              <a:pathLst>
                <a:path extrusionOk="0" h="676" w="1013">
                  <a:moveTo>
                    <a:pt x="825" y="613"/>
                  </a:moveTo>
                  <a:cubicBezTo>
                    <a:pt x="613" y="351"/>
                    <a:pt x="376" y="276"/>
                    <a:pt x="76" y="163"/>
                  </a:cubicBezTo>
                  <a:cubicBezTo>
                    <a:pt x="1" y="126"/>
                    <a:pt x="13" y="1"/>
                    <a:pt x="101" y="1"/>
                  </a:cubicBezTo>
                  <a:cubicBezTo>
                    <a:pt x="451" y="26"/>
                    <a:pt x="763" y="201"/>
                    <a:pt x="963" y="501"/>
                  </a:cubicBezTo>
                  <a:cubicBezTo>
                    <a:pt x="1013" y="576"/>
                    <a:pt x="888" y="676"/>
                    <a:pt x="825" y="6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3" name="Google Shape;2353;p89"/>
            <p:cNvSpPr/>
            <p:nvPr/>
          </p:nvSpPr>
          <p:spPr>
            <a:xfrm>
              <a:off x="893875" y="4145425"/>
              <a:ext cx="26575" cy="55325"/>
            </a:xfrm>
            <a:custGeom>
              <a:rect b="b" l="l" r="r" t="t"/>
              <a:pathLst>
                <a:path extrusionOk="0" h="2213" w="1063">
                  <a:moveTo>
                    <a:pt x="38" y="2075"/>
                  </a:moveTo>
                  <a:cubicBezTo>
                    <a:pt x="213" y="1775"/>
                    <a:pt x="363" y="1462"/>
                    <a:pt x="488" y="1125"/>
                  </a:cubicBezTo>
                  <a:cubicBezTo>
                    <a:pt x="600" y="775"/>
                    <a:pt x="538" y="475"/>
                    <a:pt x="488" y="125"/>
                  </a:cubicBezTo>
                  <a:cubicBezTo>
                    <a:pt x="475" y="25"/>
                    <a:pt x="613" y="0"/>
                    <a:pt x="638" y="75"/>
                  </a:cubicBezTo>
                  <a:cubicBezTo>
                    <a:pt x="1063" y="775"/>
                    <a:pt x="600" y="1612"/>
                    <a:pt x="126" y="2162"/>
                  </a:cubicBezTo>
                  <a:cubicBezTo>
                    <a:pt x="76" y="2212"/>
                    <a:pt x="1" y="2137"/>
                    <a:pt x="26" y="20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4" name="Google Shape;2354;p89"/>
            <p:cNvSpPr/>
            <p:nvPr/>
          </p:nvSpPr>
          <p:spPr>
            <a:xfrm>
              <a:off x="904500" y="4144175"/>
              <a:ext cx="16900" cy="34700"/>
            </a:xfrm>
            <a:custGeom>
              <a:rect b="b" l="l" r="r" t="t"/>
              <a:pathLst>
                <a:path extrusionOk="0" h="1388" w="676">
                  <a:moveTo>
                    <a:pt x="300" y="138"/>
                  </a:moveTo>
                  <a:cubicBezTo>
                    <a:pt x="563" y="450"/>
                    <a:pt x="675" y="875"/>
                    <a:pt x="625" y="1287"/>
                  </a:cubicBezTo>
                  <a:cubicBezTo>
                    <a:pt x="600" y="1387"/>
                    <a:pt x="463" y="1350"/>
                    <a:pt x="450" y="1262"/>
                  </a:cubicBezTo>
                  <a:cubicBezTo>
                    <a:pt x="425" y="875"/>
                    <a:pt x="375" y="575"/>
                    <a:pt x="100" y="288"/>
                  </a:cubicBezTo>
                  <a:cubicBezTo>
                    <a:pt x="1" y="150"/>
                    <a:pt x="188" y="0"/>
                    <a:pt x="300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5" name="Google Shape;2355;p89"/>
            <p:cNvSpPr/>
            <p:nvPr/>
          </p:nvSpPr>
          <p:spPr>
            <a:xfrm>
              <a:off x="915425" y="4169150"/>
              <a:ext cx="22525" cy="11275"/>
            </a:xfrm>
            <a:custGeom>
              <a:rect b="b" l="l" r="r" t="t"/>
              <a:pathLst>
                <a:path extrusionOk="0" h="451" w="901">
                  <a:moveTo>
                    <a:pt x="113" y="238"/>
                  </a:moveTo>
                  <a:cubicBezTo>
                    <a:pt x="338" y="176"/>
                    <a:pt x="538" y="76"/>
                    <a:pt x="763" y="26"/>
                  </a:cubicBezTo>
                  <a:cubicBezTo>
                    <a:pt x="851" y="1"/>
                    <a:pt x="901" y="113"/>
                    <a:pt x="826" y="163"/>
                  </a:cubicBezTo>
                  <a:cubicBezTo>
                    <a:pt x="626" y="288"/>
                    <a:pt x="401" y="376"/>
                    <a:pt x="163" y="426"/>
                  </a:cubicBezTo>
                  <a:cubicBezTo>
                    <a:pt x="51" y="451"/>
                    <a:pt x="1" y="276"/>
                    <a:pt x="113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6" name="Google Shape;2356;p89"/>
            <p:cNvSpPr/>
            <p:nvPr/>
          </p:nvSpPr>
          <p:spPr>
            <a:xfrm>
              <a:off x="922925" y="4169150"/>
              <a:ext cx="15975" cy="19725"/>
            </a:xfrm>
            <a:custGeom>
              <a:rect b="b" l="l" r="r" t="t"/>
              <a:pathLst>
                <a:path extrusionOk="0" h="789" w="639">
                  <a:moveTo>
                    <a:pt x="588" y="226"/>
                  </a:moveTo>
                  <a:cubicBezTo>
                    <a:pt x="488" y="413"/>
                    <a:pt x="363" y="588"/>
                    <a:pt x="213" y="726"/>
                  </a:cubicBezTo>
                  <a:cubicBezTo>
                    <a:pt x="138" y="788"/>
                    <a:pt x="1" y="701"/>
                    <a:pt x="51" y="613"/>
                  </a:cubicBezTo>
                  <a:cubicBezTo>
                    <a:pt x="163" y="438"/>
                    <a:pt x="288" y="288"/>
                    <a:pt x="401" y="126"/>
                  </a:cubicBezTo>
                  <a:cubicBezTo>
                    <a:pt x="463" y="1"/>
                    <a:pt x="638" y="101"/>
                    <a:pt x="576" y="2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7" name="Google Shape;2357;p89"/>
            <p:cNvSpPr/>
            <p:nvPr/>
          </p:nvSpPr>
          <p:spPr>
            <a:xfrm>
              <a:off x="924500" y="4181650"/>
              <a:ext cx="17525" cy="6900"/>
            </a:xfrm>
            <a:custGeom>
              <a:rect b="b" l="l" r="r" t="t"/>
              <a:pathLst>
                <a:path extrusionOk="0" h="276" w="701">
                  <a:moveTo>
                    <a:pt x="125" y="51"/>
                  </a:moveTo>
                  <a:cubicBezTo>
                    <a:pt x="288" y="1"/>
                    <a:pt x="463" y="26"/>
                    <a:pt x="613" y="113"/>
                  </a:cubicBezTo>
                  <a:cubicBezTo>
                    <a:pt x="700" y="163"/>
                    <a:pt x="638" y="276"/>
                    <a:pt x="550" y="251"/>
                  </a:cubicBezTo>
                  <a:lnTo>
                    <a:pt x="175" y="238"/>
                  </a:lnTo>
                  <a:cubicBezTo>
                    <a:pt x="50" y="263"/>
                    <a:pt x="0" y="88"/>
                    <a:pt x="125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8" name="Google Shape;2358;p89"/>
            <p:cNvSpPr/>
            <p:nvPr/>
          </p:nvSpPr>
          <p:spPr>
            <a:xfrm>
              <a:off x="933250" y="4149475"/>
              <a:ext cx="28750" cy="23450"/>
            </a:xfrm>
            <a:custGeom>
              <a:rect b="b" l="l" r="r" t="t"/>
              <a:pathLst>
                <a:path extrusionOk="0" h="938" w="1150">
                  <a:moveTo>
                    <a:pt x="513" y="788"/>
                  </a:moveTo>
                  <a:cubicBezTo>
                    <a:pt x="0" y="675"/>
                    <a:pt x="288" y="1"/>
                    <a:pt x="713" y="101"/>
                  </a:cubicBezTo>
                  <a:cubicBezTo>
                    <a:pt x="1150" y="201"/>
                    <a:pt x="1025" y="938"/>
                    <a:pt x="525" y="788"/>
                  </a:cubicBezTo>
                  <a:cubicBezTo>
                    <a:pt x="413" y="750"/>
                    <a:pt x="425" y="588"/>
                    <a:pt x="550" y="600"/>
                  </a:cubicBezTo>
                  <a:lnTo>
                    <a:pt x="550" y="613"/>
                  </a:lnTo>
                  <a:cubicBezTo>
                    <a:pt x="663" y="650"/>
                    <a:pt x="613" y="813"/>
                    <a:pt x="500" y="7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9" name="Google Shape;2359;p89"/>
            <p:cNvSpPr/>
            <p:nvPr/>
          </p:nvSpPr>
          <p:spPr>
            <a:xfrm>
              <a:off x="3701275" y="1305225"/>
              <a:ext cx="111550" cy="104375"/>
            </a:xfrm>
            <a:custGeom>
              <a:rect b="b" l="l" r="r" t="t"/>
              <a:pathLst>
                <a:path extrusionOk="0" h="4175" w="4462">
                  <a:moveTo>
                    <a:pt x="1812" y="288"/>
                  </a:moveTo>
                  <a:cubicBezTo>
                    <a:pt x="3374" y="101"/>
                    <a:pt x="4461" y="1900"/>
                    <a:pt x="3337" y="3125"/>
                  </a:cubicBezTo>
                  <a:cubicBezTo>
                    <a:pt x="2450" y="4062"/>
                    <a:pt x="987" y="3612"/>
                    <a:pt x="88" y="2962"/>
                  </a:cubicBezTo>
                  <a:cubicBezTo>
                    <a:pt x="50" y="2937"/>
                    <a:pt x="0" y="3000"/>
                    <a:pt x="38" y="3025"/>
                  </a:cubicBezTo>
                  <a:cubicBezTo>
                    <a:pt x="1050" y="3962"/>
                    <a:pt x="2987" y="4175"/>
                    <a:pt x="3712" y="2787"/>
                  </a:cubicBezTo>
                  <a:cubicBezTo>
                    <a:pt x="4424" y="1438"/>
                    <a:pt x="3249" y="1"/>
                    <a:pt x="1812" y="176"/>
                  </a:cubicBezTo>
                  <a:cubicBezTo>
                    <a:pt x="1737" y="188"/>
                    <a:pt x="1737" y="288"/>
                    <a:pt x="1812" y="2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0" name="Google Shape;2360;p89"/>
            <p:cNvSpPr/>
            <p:nvPr/>
          </p:nvSpPr>
          <p:spPr>
            <a:xfrm>
              <a:off x="3442900" y="1237425"/>
              <a:ext cx="263700" cy="147175"/>
            </a:xfrm>
            <a:custGeom>
              <a:rect b="b" l="l" r="r" t="t"/>
              <a:pathLst>
                <a:path extrusionOk="0" h="5887" w="10548">
                  <a:moveTo>
                    <a:pt x="10523" y="5812"/>
                  </a:moveTo>
                  <a:cubicBezTo>
                    <a:pt x="9198" y="3937"/>
                    <a:pt x="7998" y="1513"/>
                    <a:pt x="5686" y="738"/>
                  </a:cubicBezTo>
                  <a:cubicBezTo>
                    <a:pt x="3949" y="151"/>
                    <a:pt x="1475" y="1"/>
                    <a:pt x="25" y="1263"/>
                  </a:cubicBezTo>
                  <a:cubicBezTo>
                    <a:pt x="0" y="1288"/>
                    <a:pt x="38" y="1338"/>
                    <a:pt x="75" y="1313"/>
                  </a:cubicBezTo>
                  <a:cubicBezTo>
                    <a:pt x="1700" y="113"/>
                    <a:pt x="4462" y="288"/>
                    <a:pt x="6224" y="1138"/>
                  </a:cubicBezTo>
                  <a:cubicBezTo>
                    <a:pt x="8136" y="2063"/>
                    <a:pt x="9248" y="4175"/>
                    <a:pt x="10448" y="5849"/>
                  </a:cubicBezTo>
                  <a:cubicBezTo>
                    <a:pt x="10485" y="5887"/>
                    <a:pt x="10548" y="5849"/>
                    <a:pt x="10523" y="58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1" name="Google Shape;2361;p89"/>
            <p:cNvSpPr/>
            <p:nvPr/>
          </p:nvSpPr>
          <p:spPr>
            <a:xfrm>
              <a:off x="3410100" y="1277100"/>
              <a:ext cx="100300" cy="85325"/>
            </a:xfrm>
            <a:custGeom>
              <a:rect b="b" l="l" r="r" t="t"/>
              <a:pathLst>
                <a:path extrusionOk="0" h="3413" w="4012">
                  <a:moveTo>
                    <a:pt x="1087" y="51"/>
                  </a:moveTo>
                  <a:cubicBezTo>
                    <a:pt x="575" y="913"/>
                    <a:pt x="388" y="2100"/>
                    <a:pt x="1225" y="2838"/>
                  </a:cubicBezTo>
                  <a:cubicBezTo>
                    <a:pt x="1700" y="3263"/>
                    <a:pt x="2837" y="3412"/>
                    <a:pt x="3387" y="2988"/>
                  </a:cubicBezTo>
                  <a:cubicBezTo>
                    <a:pt x="4012" y="2513"/>
                    <a:pt x="3924" y="1363"/>
                    <a:pt x="3187" y="1026"/>
                  </a:cubicBezTo>
                  <a:cubicBezTo>
                    <a:pt x="2749" y="826"/>
                    <a:pt x="2237" y="851"/>
                    <a:pt x="1812" y="1101"/>
                  </a:cubicBezTo>
                  <a:cubicBezTo>
                    <a:pt x="1175" y="1463"/>
                    <a:pt x="775" y="2425"/>
                    <a:pt x="25" y="2538"/>
                  </a:cubicBezTo>
                  <a:cubicBezTo>
                    <a:pt x="0" y="2538"/>
                    <a:pt x="0" y="2588"/>
                    <a:pt x="25" y="2588"/>
                  </a:cubicBezTo>
                  <a:cubicBezTo>
                    <a:pt x="438" y="2575"/>
                    <a:pt x="675" y="2300"/>
                    <a:pt x="950" y="2013"/>
                  </a:cubicBezTo>
                  <a:cubicBezTo>
                    <a:pt x="1225" y="1725"/>
                    <a:pt x="1512" y="1351"/>
                    <a:pt x="1862" y="1201"/>
                  </a:cubicBezTo>
                  <a:cubicBezTo>
                    <a:pt x="2724" y="838"/>
                    <a:pt x="3724" y="1088"/>
                    <a:pt x="3587" y="2200"/>
                  </a:cubicBezTo>
                  <a:cubicBezTo>
                    <a:pt x="3662" y="2550"/>
                    <a:pt x="3524" y="2775"/>
                    <a:pt x="3174" y="2850"/>
                  </a:cubicBezTo>
                  <a:cubicBezTo>
                    <a:pt x="3087" y="2975"/>
                    <a:pt x="2949" y="3063"/>
                    <a:pt x="2799" y="3063"/>
                  </a:cubicBezTo>
                  <a:cubicBezTo>
                    <a:pt x="2737" y="3063"/>
                    <a:pt x="2675" y="3063"/>
                    <a:pt x="2612" y="3063"/>
                  </a:cubicBezTo>
                  <a:cubicBezTo>
                    <a:pt x="2362" y="3100"/>
                    <a:pt x="2100" y="3088"/>
                    <a:pt x="1850" y="3038"/>
                  </a:cubicBezTo>
                  <a:cubicBezTo>
                    <a:pt x="488" y="2688"/>
                    <a:pt x="613" y="1038"/>
                    <a:pt x="1150" y="88"/>
                  </a:cubicBezTo>
                  <a:cubicBezTo>
                    <a:pt x="1175" y="38"/>
                    <a:pt x="1112" y="1"/>
                    <a:pt x="1087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2" name="Google Shape;2362;p89"/>
            <p:cNvSpPr/>
            <p:nvPr/>
          </p:nvSpPr>
          <p:spPr>
            <a:xfrm>
              <a:off x="3347925" y="1331775"/>
              <a:ext cx="55325" cy="13775"/>
            </a:xfrm>
            <a:custGeom>
              <a:rect b="b" l="l" r="r" t="t"/>
              <a:pathLst>
                <a:path extrusionOk="0" h="551" w="2213">
                  <a:moveTo>
                    <a:pt x="2162" y="401"/>
                  </a:moveTo>
                  <a:cubicBezTo>
                    <a:pt x="1387" y="476"/>
                    <a:pt x="775" y="251"/>
                    <a:pt x="50" y="13"/>
                  </a:cubicBezTo>
                  <a:cubicBezTo>
                    <a:pt x="13" y="1"/>
                    <a:pt x="0" y="63"/>
                    <a:pt x="25" y="76"/>
                  </a:cubicBezTo>
                  <a:cubicBezTo>
                    <a:pt x="625" y="501"/>
                    <a:pt x="1475" y="551"/>
                    <a:pt x="2162" y="476"/>
                  </a:cubicBezTo>
                  <a:cubicBezTo>
                    <a:pt x="2212" y="476"/>
                    <a:pt x="2212" y="401"/>
                    <a:pt x="2162" y="4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3" name="Google Shape;2363;p89"/>
            <p:cNvSpPr/>
            <p:nvPr/>
          </p:nvSpPr>
          <p:spPr>
            <a:xfrm>
              <a:off x="3593475" y="1301475"/>
              <a:ext cx="82500" cy="96575"/>
            </a:xfrm>
            <a:custGeom>
              <a:rect b="b" l="l" r="r" t="t"/>
              <a:pathLst>
                <a:path extrusionOk="0" h="3863" w="3300">
                  <a:moveTo>
                    <a:pt x="2200" y="76"/>
                  </a:moveTo>
                  <a:cubicBezTo>
                    <a:pt x="2725" y="738"/>
                    <a:pt x="3187" y="1563"/>
                    <a:pt x="2938" y="2450"/>
                  </a:cubicBezTo>
                  <a:cubicBezTo>
                    <a:pt x="2813" y="2912"/>
                    <a:pt x="2488" y="3287"/>
                    <a:pt x="2050" y="3500"/>
                  </a:cubicBezTo>
                  <a:cubicBezTo>
                    <a:pt x="1775" y="3662"/>
                    <a:pt x="1463" y="3737"/>
                    <a:pt x="1138" y="3737"/>
                  </a:cubicBezTo>
                  <a:cubicBezTo>
                    <a:pt x="413" y="3725"/>
                    <a:pt x="263" y="3300"/>
                    <a:pt x="688" y="2475"/>
                  </a:cubicBezTo>
                  <a:cubicBezTo>
                    <a:pt x="726" y="2512"/>
                    <a:pt x="788" y="2475"/>
                    <a:pt x="763" y="2425"/>
                  </a:cubicBezTo>
                  <a:cubicBezTo>
                    <a:pt x="476" y="2063"/>
                    <a:pt x="138" y="2475"/>
                    <a:pt x="88" y="2812"/>
                  </a:cubicBezTo>
                  <a:cubicBezTo>
                    <a:pt x="1" y="3487"/>
                    <a:pt x="676" y="3862"/>
                    <a:pt x="1263" y="3837"/>
                  </a:cubicBezTo>
                  <a:cubicBezTo>
                    <a:pt x="2063" y="3812"/>
                    <a:pt x="2838" y="3250"/>
                    <a:pt x="3050" y="2475"/>
                  </a:cubicBezTo>
                  <a:cubicBezTo>
                    <a:pt x="3300" y="1563"/>
                    <a:pt x="2825" y="700"/>
                    <a:pt x="2238" y="26"/>
                  </a:cubicBezTo>
                  <a:cubicBezTo>
                    <a:pt x="2213" y="1"/>
                    <a:pt x="2175" y="38"/>
                    <a:pt x="2200" y="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4" name="Google Shape;2364;p89"/>
            <p:cNvSpPr/>
            <p:nvPr/>
          </p:nvSpPr>
          <p:spPr>
            <a:xfrm>
              <a:off x="3666275" y="1329600"/>
              <a:ext cx="22825" cy="110925"/>
            </a:xfrm>
            <a:custGeom>
              <a:rect b="b" l="l" r="r" t="t"/>
              <a:pathLst>
                <a:path extrusionOk="0" h="4437" w="913">
                  <a:moveTo>
                    <a:pt x="38" y="113"/>
                  </a:moveTo>
                  <a:cubicBezTo>
                    <a:pt x="888" y="1113"/>
                    <a:pt x="913" y="3249"/>
                    <a:pt x="338" y="4374"/>
                  </a:cubicBezTo>
                  <a:cubicBezTo>
                    <a:pt x="325" y="4412"/>
                    <a:pt x="363" y="4437"/>
                    <a:pt x="388" y="4399"/>
                  </a:cubicBezTo>
                  <a:cubicBezTo>
                    <a:pt x="913" y="3712"/>
                    <a:pt x="825" y="2725"/>
                    <a:pt x="738" y="1925"/>
                  </a:cubicBezTo>
                  <a:cubicBezTo>
                    <a:pt x="663" y="1250"/>
                    <a:pt x="550" y="563"/>
                    <a:pt x="100" y="50"/>
                  </a:cubicBezTo>
                  <a:cubicBezTo>
                    <a:pt x="63" y="0"/>
                    <a:pt x="1" y="63"/>
                    <a:pt x="38" y="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5" name="Google Shape;2365;p89"/>
            <p:cNvSpPr/>
            <p:nvPr/>
          </p:nvSpPr>
          <p:spPr>
            <a:xfrm>
              <a:off x="3666600" y="1439875"/>
              <a:ext cx="12200" cy="12225"/>
            </a:xfrm>
            <a:custGeom>
              <a:rect b="b" l="l" r="r" t="t"/>
              <a:pathLst>
                <a:path extrusionOk="0" h="489" w="488">
                  <a:moveTo>
                    <a:pt x="350" y="38"/>
                  </a:moveTo>
                  <a:cubicBezTo>
                    <a:pt x="262" y="1"/>
                    <a:pt x="162" y="13"/>
                    <a:pt x="87" y="88"/>
                  </a:cubicBezTo>
                  <a:cubicBezTo>
                    <a:pt x="25" y="151"/>
                    <a:pt x="0" y="238"/>
                    <a:pt x="25" y="326"/>
                  </a:cubicBezTo>
                  <a:cubicBezTo>
                    <a:pt x="25" y="363"/>
                    <a:pt x="38" y="388"/>
                    <a:pt x="50" y="413"/>
                  </a:cubicBezTo>
                  <a:cubicBezTo>
                    <a:pt x="87" y="438"/>
                    <a:pt x="125" y="451"/>
                    <a:pt x="162" y="463"/>
                  </a:cubicBezTo>
                  <a:cubicBezTo>
                    <a:pt x="287" y="488"/>
                    <a:pt x="412" y="413"/>
                    <a:pt x="462" y="288"/>
                  </a:cubicBezTo>
                  <a:cubicBezTo>
                    <a:pt x="487" y="163"/>
                    <a:pt x="375" y="38"/>
                    <a:pt x="250" y="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6" name="Google Shape;2366;p89"/>
            <p:cNvSpPr/>
            <p:nvPr/>
          </p:nvSpPr>
          <p:spPr>
            <a:xfrm>
              <a:off x="3665025" y="1437700"/>
              <a:ext cx="17825" cy="16275"/>
            </a:xfrm>
            <a:custGeom>
              <a:rect b="b" l="l" r="r" t="t"/>
              <a:pathLst>
                <a:path extrusionOk="0" h="651" w="713">
                  <a:moveTo>
                    <a:pt x="438" y="63"/>
                  </a:moveTo>
                  <a:cubicBezTo>
                    <a:pt x="263" y="0"/>
                    <a:pt x="88" y="100"/>
                    <a:pt x="38" y="263"/>
                  </a:cubicBezTo>
                  <a:cubicBezTo>
                    <a:pt x="1" y="425"/>
                    <a:pt x="51" y="575"/>
                    <a:pt x="225" y="600"/>
                  </a:cubicBezTo>
                  <a:cubicBezTo>
                    <a:pt x="625" y="650"/>
                    <a:pt x="713" y="88"/>
                    <a:pt x="313" y="88"/>
                  </a:cubicBezTo>
                  <a:cubicBezTo>
                    <a:pt x="263" y="88"/>
                    <a:pt x="250" y="163"/>
                    <a:pt x="300" y="175"/>
                  </a:cubicBezTo>
                  <a:cubicBezTo>
                    <a:pt x="413" y="500"/>
                    <a:pt x="400" y="575"/>
                    <a:pt x="250" y="388"/>
                  </a:cubicBezTo>
                  <a:cubicBezTo>
                    <a:pt x="76" y="288"/>
                    <a:pt x="125" y="213"/>
                    <a:pt x="400" y="188"/>
                  </a:cubicBezTo>
                  <a:cubicBezTo>
                    <a:pt x="475" y="213"/>
                    <a:pt x="513" y="88"/>
                    <a:pt x="438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7" name="Google Shape;2367;p89"/>
            <p:cNvSpPr/>
            <p:nvPr/>
          </p:nvSpPr>
          <p:spPr>
            <a:xfrm>
              <a:off x="3437900" y="1271800"/>
              <a:ext cx="2825" cy="3150"/>
            </a:xfrm>
            <a:custGeom>
              <a:rect b="b" l="l" r="r" t="t"/>
              <a:pathLst>
                <a:path extrusionOk="0" h="126" w="113">
                  <a:moveTo>
                    <a:pt x="25" y="63"/>
                  </a:moveTo>
                  <a:lnTo>
                    <a:pt x="25" y="100"/>
                  </a:lnTo>
                  <a:cubicBezTo>
                    <a:pt x="38" y="125"/>
                    <a:pt x="75" y="125"/>
                    <a:pt x="88" y="100"/>
                  </a:cubicBezTo>
                  <a:lnTo>
                    <a:pt x="88" y="63"/>
                  </a:lnTo>
                  <a:cubicBezTo>
                    <a:pt x="113" y="0"/>
                    <a:pt x="0" y="0"/>
                    <a:pt x="13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8" name="Google Shape;2368;p89"/>
            <p:cNvSpPr/>
            <p:nvPr/>
          </p:nvSpPr>
          <p:spPr>
            <a:xfrm>
              <a:off x="3308550" y="1315225"/>
              <a:ext cx="42200" cy="17825"/>
            </a:xfrm>
            <a:custGeom>
              <a:rect b="b" l="l" r="r" t="t"/>
              <a:pathLst>
                <a:path extrusionOk="0" h="713" w="1688">
                  <a:moveTo>
                    <a:pt x="1650" y="613"/>
                  </a:moveTo>
                  <a:cubicBezTo>
                    <a:pt x="1463" y="88"/>
                    <a:pt x="501" y="0"/>
                    <a:pt x="51" y="150"/>
                  </a:cubicBezTo>
                  <a:cubicBezTo>
                    <a:pt x="1" y="163"/>
                    <a:pt x="1" y="250"/>
                    <a:pt x="63" y="250"/>
                  </a:cubicBezTo>
                  <a:cubicBezTo>
                    <a:pt x="301" y="200"/>
                    <a:pt x="551" y="200"/>
                    <a:pt x="801" y="238"/>
                  </a:cubicBezTo>
                  <a:cubicBezTo>
                    <a:pt x="1038" y="275"/>
                    <a:pt x="1450" y="388"/>
                    <a:pt x="1550" y="650"/>
                  </a:cubicBezTo>
                  <a:cubicBezTo>
                    <a:pt x="1575" y="713"/>
                    <a:pt x="1688" y="688"/>
                    <a:pt x="1663" y="6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9" name="Google Shape;2369;p89"/>
            <p:cNvSpPr/>
            <p:nvPr/>
          </p:nvSpPr>
          <p:spPr>
            <a:xfrm>
              <a:off x="3308250" y="1317725"/>
              <a:ext cx="42200" cy="19700"/>
            </a:xfrm>
            <a:custGeom>
              <a:rect b="b" l="l" r="r" t="t"/>
              <a:pathLst>
                <a:path extrusionOk="0" h="788" w="1688">
                  <a:moveTo>
                    <a:pt x="38" y="113"/>
                  </a:moveTo>
                  <a:cubicBezTo>
                    <a:pt x="400" y="475"/>
                    <a:pt x="1112" y="788"/>
                    <a:pt x="1625" y="650"/>
                  </a:cubicBezTo>
                  <a:cubicBezTo>
                    <a:pt x="1687" y="625"/>
                    <a:pt x="1662" y="550"/>
                    <a:pt x="1600" y="550"/>
                  </a:cubicBezTo>
                  <a:cubicBezTo>
                    <a:pt x="1050" y="600"/>
                    <a:pt x="513" y="425"/>
                    <a:pt x="113" y="50"/>
                  </a:cubicBezTo>
                  <a:cubicBezTo>
                    <a:pt x="63" y="0"/>
                    <a:pt x="0" y="75"/>
                    <a:pt x="38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0" name="Google Shape;2370;p89"/>
            <p:cNvSpPr/>
            <p:nvPr/>
          </p:nvSpPr>
          <p:spPr>
            <a:xfrm>
              <a:off x="3377600" y="1341475"/>
              <a:ext cx="33150" cy="30000"/>
            </a:xfrm>
            <a:custGeom>
              <a:rect b="b" l="l" r="r" t="t"/>
              <a:pathLst>
                <a:path extrusionOk="0" h="1200" w="1326">
                  <a:moveTo>
                    <a:pt x="1275" y="25"/>
                  </a:moveTo>
                  <a:cubicBezTo>
                    <a:pt x="938" y="0"/>
                    <a:pt x="663" y="188"/>
                    <a:pt x="400" y="388"/>
                  </a:cubicBezTo>
                  <a:cubicBezTo>
                    <a:pt x="163" y="563"/>
                    <a:pt x="1" y="850"/>
                    <a:pt x="1" y="1162"/>
                  </a:cubicBezTo>
                  <a:cubicBezTo>
                    <a:pt x="1" y="1200"/>
                    <a:pt x="63" y="1200"/>
                    <a:pt x="76" y="1162"/>
                  </a:cubicBezTo>
                  <a:cubicBezTo>
                    <a:pt x="88" y="887"/>
                    <a:pt x="238" y="625"/>
                    <a:pt x="463" y="450"/>
                  </a:cubicBezTo>
                  <a:cubicBezTo>
                    <a:pt x="700" y="263"/>
                    <a:pt x="950" y="88"/>
                    <a:pt x="1275" y="100"/>
                  </a:cubicBezTo>
                  <a:cubicBezTo>
                    <a:pt x="1325" y="100"/>
                    <a:pt x="1325" y="25"/>
                    <a:pt x="1275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1" name="Google Shape;2371;p89"/>
            <p:cNvSpPr/>
            <p:nvPr/>
          </p:nvSpPr>
          <p:spPr>
            <a:xfrm>
              <a:off x="3376975" y="1342100"/>
              <a:ext cx="33150" cy="29375"/>
            </a:xfrm>
            <a:custGeom>
              <a:rect b="b" l="l" r="r" t="t"/>
              <a:pathLst>
                <a:path extrusionOk="0" h="1175" w="1326">
                  <a:moveTo>
                    <a:pt x="63" y="1175"/>
                  </a:moveTo>
                  <a:cubicBezTo>
                    <a:pt x="625" y="1087"/>
                    <a:pt x="1200" y="688"/>
                    <a:pt x="1313" y="100"/>
                  </a:cubicBezTo>
                  <a:cubicBezTo>
                    <a:pt x="1325" y="38"/>
                    <a:pt x="1250" y="0"/>
                    <a:pt x="1213" y="63"/>
                  </a:cubicBezTo>
                  <a:cubicBezTo>
                    <a:pt x="1075" y="300"/>
                    <a:pt x="1013" y="525"/>
                    <a:pt x="775" y="713"/>
                  </a:cubicBezTo>
                  <a:cubicBezTo>
                    <a:pt x="563" y="875"/>
                    <a:pt x="313" y="1012"/>
                    <a:pt x="38" y="1100"/>
                  </a:cubicBezTo>
                  <a:cubicBezTo>
                    <a:pt x="1" y="1112"/>
                    <a:pt x="13" y="1175"/>
                    <a:pt x="63" y="11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2" name="Google Shape;2372;p89"/>
            <p:cNvSpPr/>
            <p:nvPr/>
          </p:nvSpPr>
          <p:spPr>
            <a:xfrm>
              <a:off x="3680025" y="1349275"/>
              <a:ext cx="38450" cy="86875"/>
            </a:xfrm>
            <a:custGeom>
              <a:rect b="b" l="l" r="r" t="t"/>
              <a:pathLst>
                <a:path extrusionOk="0" h="3475" w="1538">
                  <a:moveTo>
                    <a:pt x="38" y="88"/>
                  </a:moveTo>
                  <a:cubicBezTo>
                    <a:pt x="738" y="1075"/>
                    <a:pt x="1213" y="2213"/>
                    <a:pt x="1437" y="3412"/>
                  </a:cubicBezTo>
                  <a:cubicBezTo>
                    <a:pt x="1450" y="3475"/>
                    <a:pt x="1537" y="3450"/>
                    <a:pt x="1537" y="3387"/>
                  </a:cubicBezTo>
                  <a:cubicBezTo>
                    <a:pt x="1313" y="2175"/>
                    <a:pt x="825" y="1038"/>
                    <a:pt x="88" y="38"/>
                  </a:cubicBezTo>
                  <a:cubicBezTo>
                    <a:pt x="63" y="1"/>
                    <a:pt x="0" y="38"/>
                    <a:pt x="25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3" name="Google Shape;2373;p89"/>
            <p:cNvSpPr/>
            <p:nvPr/>
          </p:nvSpPr>
          <p:spPr>
            <a:xfrm>
              <a:off x="3711275" y="1433625"/>
              <a:ext cx="17500" cy="16275"/>
            </a:xfrm>
            <a:custGeom>
              <a:rect b="b" l="l" r="r" t="t"/>
              <a:pathLst>
                <a:path extrusionOk="0" h="651" w="700">
                  <a:moveTo>
                    <a:pt x="187" y="88"/>
                  </a:moveTo>
                  <a:cubicBezTo>
                    <a:pt x="0" y="301"/>
                    <a:pt x="225" y="651"/>
                    <a:pt x="462" y="451"/>
                  </a:cubicBezTo>
                  <a:cubicBezTo>
                    <a:pt x="700" y="251"/>
                    <a:pt x="362" y="1"/>
                    <a:pt x="150" y="101"/>
                  </a:cubicBezTo>
                  <a:cubicBezTo>
                    <a:pt x="113" y="113"/>
                    <a:pt x="138" y="176"/>
                    <a:pt x="175" y="176"/>
                  </a:cubicBezTo>
                  <a:cubicBezTo>
                    <a:pt x="212" y="176"/>
                    <a:pt x="250" y="176"/>
                    <a:pt x="287" y="176"/>
                  </a:cubicBezTo>
                  <a:cubicBezTo>
                    <a:pt x="375" y="188"/>
                    <a:pt x="362" y="176"/>
                    <a:pt x="250" y="151"/>
                  </a:cubicBezTo>
                  <a:cubicBezTo>
                    <a:pt x="287" y="101"/>
                    <a:pt x="225" y="38"/>
                    <a:pt x="187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4" name="Google Shape;2374;p89"/>
            <p:cNvSpPr/>
            <p:nvPr/>
          </p:nvSpPr>
          <p:spPr>
            <a:xfrm>
              <a:off x="3642850" y="1338025"/>
              <a:ext cx="30325" cy="81875"/>
            </a:xfrm>
            <a:custGeom>
              <a:rect b="b" l="l" r="r" t="t"/>
              <a:pathLst>
                <a:path extrusionOk="0" h="3275" w="1213">
                  <a:moveTo>
                    <a:pt x="988" y="63"/>
                  </a:moveTo>
                  <a:cubicBezTo>
                    <a:pt x="1125" y="1275"/>
                    <a:pt x="800" y="2288"/>
                    <a:pt x="13" y="3212"/>
                  </a:cubicBezTo>
                  <a:cubicBezTo>
                    <a:pt x="0" y="3250"/>
                    <a:pt x="38" y="3275"/>
                    <a:pt x="63" y="3262"/>
                  </a:cubicBezTo>
                  <a:cubicBezTo>
                    <a:pt x="1000" y="2538"/>
                    <a:pt x="1212" y="1163"/>
                    <a:pt x="1087" y="63"/>
                  </a:cubicBezTo>
                  <a:cubicBezTo>
                    <a:pt x="1087" y="1"/>
                    <a:pt x="988" y="1"/>
                    <a:pt x="988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5" name="Google Shape;2375;p89"/>
            <p:cNvSpPr/>
            <p:nvPr/>
          </p:nvSpPr>
          <p:spPr>
            <a:xfrm>
              <a:off x="3633475" y="1414575"/>
              <a:ext cx="12825" cy="15025"/>
            </a:xfrm>
            <a:custGeom>
              <a:rect b="b" l="l" r="r" t="t"/>
              <a:pathLst>
                <a:path extrusionOk="0" h="601" w="513">
                  <a:moveTo>
                    <a:pt x="25" y="263"/>
                  </a:moveTo>
                  <a:cubicBezTo>
                    <a:pt x="0" y="563"/>
                    <a:pt x="450" y="600"/>
                    <a:pt x="475" y="300"/>
                  </a:cubicBezTo>
                  <a:cubicBezTo>
                    <a:pt x="513" y="0"/>
                    <a:pt x="75" y="25"/>
                    <a:pt x="75" y="313"/>
                  </a:cubicBezTo>
                  <a:cubicBezTo>
                    <a:pt x="88" y="350"/>
                    <a:pt x="125" y="363"/>
                    <a:pt x="150" y="338"/>
                  </a:cubicBezTo>
                  <a:cubicBezTo>
                    <a:pt x="200" y="275"/>
                    <a:pt x="188" y="250"/>
                    <a:pt x="100" y="263"/>
                  </a:cubicBezTo>
                  <a:cubicBezTo>
                    <a:pt x="100" y="213"/>
                    <a:pt x="25" y="213"/>
                    <a:pt x="25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6" name="Google Shape;2376;p89"/>
            <p:cNvSpPr/>
            <p:nvPr/>
          </p:nvSpPr>
          <p:spPr>
            <a:xfrm>
              <a:off x="3232325" y="1254625"/>
              <a:ext cx="237475" cy="60300"/>
            </a:xfrm>
            <a:custGeom>
              <a:rect b="b" l="l" r="r" t="t"/>
              <a:pathLst>
                <a:path extrusionOk="0" h="2412" w="9499">
                  <a:moveTo>
                    <a:pt x="9448" y="13"/>
                  </a:moveTo>
                  <a:cubicBezTo>
                    <a:pt x="6136" y="1262"/>
                    <a:pt x="3437" y="2412"/>
                    <a:pt x="113" y="375"/>
                  </a:cubicBezTo>
                  <a:cubicBezTo>
                    <a:pt x="51" y="338"/>
                    <a:pt x="1" y="438"/>
                    <a:pt x="63" y="475"/>
                  </a:cubicBezTo>
                  <a:cubicBezTo>
                    <a:pt x="1475" y="1425"/>
                    <a:pt x="2737" y="1825"/>
                    <a:pt x="4449" y="1662"/>
                  </a:cubicBezTo>
                  <a:cubicBezTo>
                    <a:pt x="6374" y="1475"/>
                    <a:pt x="7686" y="762"/>
                    <a:pt x="9461" y="75"/>
                  </a:cubicBezTo>
                  <a:cubicBezTo>
                    <a:pt x="9498" y="63"/>
                    <a:pt x="9486" y="0"/>
                    <a:pt x="9448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7" name="Google Shape;2377;p89"/>
            <p:cNvSpPr/>
            <p:nvPr/>
          </p:nvSpPr>
          <p:spPr>
            <a:xfrm>
              <a:off x="3717200" y="1309300"/>
              <a:ext cx="31900" cy="49700"/>
            </a:xfrm>
            <a:custGeom>
              <a:rect b="b" l="l" r="r" t="t"/>
              <a:pathLst>
                <a:path extrusionOk="0" h="1988" w="1276">
                  <a:moveTo>
                    <a:pt x="1213" y="13"/>
                  </a:moveTo>
                  <a:cubicBezTo>
                    <a:pt x="650" y="113"/>
                    <a:pt x="113" y="450"/>
                    <a:pt x="50" y="1062"/>
                  </a:cubicBezTo>
                  <a:cubicBezTo>
                    <a:pt x="0" y="1550"/>
                    <a:pt x="375" y="1975"/>
                    <a:pt x="863" y="1987"/>
                  </a:cubicBezTo>
                  <a:cubicBezTo>
                    <a:pt x="938" y="1975"/>
                    <a:pt x="938" y="1862"/>
                    <a:pt x="863" y="1875"/>
                  </a:cubicBezTo>
                  <a:cubicBezTo>
                    <a:pt x="288" y="1850"/>
                    <a:pt x="13" y="1275"/>
                    <a:pt x="238" y="775"/>
                  </a:cubicBezTo>
                  <a:cubicBezTo>
                    <a:pt x="425" y="362"/>
                    <a:pt x="813" y="163"/>
                    <a:pt x="1238" y="75"/>
                  </a:cubicBezTo>
                  <a:cubicBezTo>
                    <a:pt x="1275" y="63"/>
                    <a:pt x="1250" y="0"/>
                    <a:pt x="1213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8" name="Google Shape;2378;p89"/>
            <p:cNvSpPr/>
            <p:nvPr/>
          </p:nvSpPr>
          <p:spPr>
            <a:xfrm>
              <a:off x="3471650" y="1283975"/>
              <a:ext cx="62800" cy="31575"/>
            </a:xfrm>
            <a:custGeom>
              <a:rect b="b" l="l" r="r" t="t"/>
              <a:pathLst>
                <a:path extrusionOk="0" h="1263" w="2512">
                  <a:moveTo>
                    <a:pt x="63" y="738"/>
                  </a:moveTo>
                  <a:cubicBezTo>
                    <a:pt x="687" y="713"/>
                    <a:pt x="1187" y="1263"/>
                    <a:pt x="1825" y="1051"/>
                  </a:cubicBezTo>
                  <a:cubicBezTo>
                    <a:pt x="2237" y="901"/>
                    <a:pt x="2512" y="501"/>
                    <a:pt x="2499" y="51"/>
                  </a:cubicBezTo>
                  <a:cubicBezTo>
                    <a:pt x="2499" y="13"/>
                    <a:pt x="2437" y="1"/>
                    <a:pt x="2424" y="51"/>
                  </a:cubicBezTo>
                  <a:cubicBezTo>
                    <a:pt x="2312" y="838"/>
                    <a:pt x="1637" y="1151"/>
                    <a:pt x="937" y="851"/>
                  </a:cubicBezTo>
                  <a:cubicBezTo>
                    <a:pt x="662" y="701"/>
                    <a:pt x="362" y="638"/>
                    <a:pt x="63" y="651"/>
                  </a:cubicBezTo>
                  <a:cubicBezTo>
                    <a:pt x="13" y="651"/>
                    <a:pt x="0" y="738"/>
                    <a:pt x="63" y="7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9" name="Google Shape;2379;p89"/>
            <p:cNvSpPr/>
            <p:nvPr/>
          </p:nvSpPr>
          <p:spPr>
            <a:xfrm>
              <a:off x="3504750" y="1268675"/>
              <a:ext cx="30950" cy="21275"/>
            </a:xfrm>
            <a:custGeom>
              <a:rect b="b" l="l" r="r" t="t"/>
              <a:pathLst>
                <a:path extrusionOk="0" h="851" w="1238">
                  <a:moveTo>
                    <a:pt x="1125" y="813"/>
                  </a:moveTo>
                  <a:cubicBezTo>
                    <a:pt x="1238" y="525"/>
                    <a:pt x="1063" y="275"/>
                    <a:pt x="788" y="163"/>
                  </a:cubicBezTo>
                  <a:cubicBezTo>
                    <a:pt x="563" y="63"/>
                    <a:pt x="163" y="0"/>
                    <a:pt x="26" y="238"/>
                  </a:cubicBezTo>
                  <a:cubicBezTo>
                    <a:pt x="1" y="263"/>
                    <a:pt x="38" y="313"/>
                    <a:pt x="63" y="288"/>
                  </a:cubicBezTo>
                  <a:cubicBezTo>
                    <a:pt x="388" y="38"/>
                    <a:pt x="1238" y="275"/>
                    <a:pt x="1050" y="800"/>
                  </a:cubicBezTo>
                  <a:cubicBezTo>
                    <a:pt x="1038" y="838"/>
                    <a:pt x="1100" y="850"/>
                    <a:pt x="1125" y="8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0" name="Google Shape;2380;p89"/>
            <p:cNvSpPr/>
            <p:nvPr/>
          </p:nvSpPr>
          <p:spPr>
            <a:xfrm>
              <a:off x="3694400" y="1371450"/>
              <a:ext cx="81250" cy="56275"/>
            </a:xfrm>
            <a:custGeom>
              <a:rect b="b" l="l" r="r" t="t"/>
              <a:pathLst>
                <a:path extrusionOk="0" h="2251" w="3250">
                  <a:moveTo>
                    <a:pt x="25" y="88"/>
                  </a:moveTo>
                  <a:cubicBezTo>
                    <a:pt x="825" y="1051"/>
                    <a:pt x="1787" y="2250"/>
                    <a:pt x="3187" y="1963"/>
                  </a:cubicBezTo>
                  <a:cubicBezTo>
                    <a:pt x="3249" y="1950"/>
                    <a:pt x="3224" y="1863"/>
                    <a:pt x="3162" y="1863"/>
                  </a:cubicBezTo>
                  <a:cubicBezTo>
                    <a:pt x="1775" y="2050"/>
                    <a:pt x="887" y="988"/>
                    <a:pt x="88" y="38"/>
                  </a:cubicBezTo>
                  <a:cubicBezTo>
                    <a:pt x="50" y="1"/>
                    <a:pt x="0" y="51"/>
                    <a:pt x="25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1" name="Google Shape;2381;p89"/>
            <p:cNvSpPr/>
            <p:nvPr/>
          </p:nvSpPr>
          <p:spPr>
            <a:xfrm>
              <a:off x="3515075" y="1320225"/>
              <a:ext cx="30950" cy="15325"/>
            </a:xfrm>
            <a:custGeom>
              <a:rect b="b" l="l" r="r" t="t"/>
              <a:pathLst>
                <a:path extrusionOk="0" h="613" w="1238">
                  <a:moveTo>
                    <a:pt x="63" y="113"/>
                  </a:moveTo>
                  <a:cubicBezTo>
                    <a:pt x="475" y="125"/>
                    <a:pt x="862" y="288"/>
                    <a:pt x="1150" y="575"/>
                  </a:cubicBezTo>
                  <a:cubicBezTo>
                    <a:pt x="1187" y="613"/>
                    <a:pt x="1237" y="563"/>
                    <a:pt x="1212" y="525"/>
                  </a:cubicBezTo>
                  <a:cubicBezTo>
                    <a:pt x="1087" y="363"/>
                    <a:pt x="912" y="238"/>
                    <a:pt x="712" y="163"/>
                  </a:cubicBezTo>
                  <a:cubicBezTo>
                    <a:pt x="512" y="50"/>
                    <a:pt x="288" y="0"/>
                    <a:pt x="63" y="25"/>
                  </a:cubicBezTo>
                  <a:cubicBezTo>
                    <a:pt x="13" y="25"/>
                    <a:pt x="0" y="113"/>
                    <a:pt x="63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2" name="Google Shape;2382;p89"/>
            <p:cNvSpPr/>
            <p:nvPr/>
          </p:nvSpPr>
          <p:spPr>
            <a:xfrm>
              <a:off x="3512250" y="1319900"/>
              <a:ext cx="34075" cy="21900"/>
            </a:xfrm>
            <a:custGeom>
              <a:rect b="b" l="l" r="r" t="t"/>
              <a:pathLst>
                <a:path extrusionOk="0" h="876" w="1363">
                  <a:moveTo>
                    <a:pt x="1263" y="551"/>
                  </a:moveTo>
                  <a:cubicBezTo>
                    <a:pt x="825" y="751"/>
                    <a:pt x="313" y="463"/>
                    <a:pt x="126" y="51"/>
                  </a:cubicBezTo>
                  <a:cubicBezTo>
                    <a:pt x="101" y="1"/>
                    <a:pt x="1" y="38"/>
                    <a:pt x="26" y="88"/>
                  </a:cubicBezTo>
                  <a:cubicBezTo>
                    <a:pt x="226" y="576"/>
                    <a:pt x="825" y="876"/>
                    <a:pt x="1313" y="626"/>
                  </a:cubicBezTo>
                  <a:cubicBezTo>
                    <a:pt x="1363" y="601"/>
                    <a:pt x="1313" y="526"/>
                    <a:pt x="1263" y="5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3" name="Google Shape;2383;p89"/>
            <p:cNvSpPr/>
            <p:nvPr/>
          </p:nvSpPr>
          <p:spPr>
            <a:xfrm>
              <a:off x="3177975" y="1278975"/>
              <a:ext cx="132175" cy="60025"/>
            </a:xfrm>
            <a:custGeom>
              <a:rect b="b" l="l" r="r" t="t"/>
              <a:pathLst>
                <a:path extrusionOk="0" h="2401" w="5287">
                  <a:moveTo>
                    <a:pt x="5236" y="576"/>
                  </a:moveTo>
                  <a:cubicBezTo>
                    <a:pt x="3649" y="263"/>
                    <a:pt x="213" y="1"/>
                    <a:pt x="0" y="2350"/>
                  </a:cubicBezTo>
                  <a:cubicBezTo>
                    <a:pt x="0" y="2400"/>
                    <a:pt x="63" y="2388"/>
                    <a:pt x="63" y="2350"/>
                  </a:cubicBezTo>
                  <a:cubicBezTo>
                    <a:pt x="363" y="63"/>
                    <a:pt x="3674" y="363"/>
                    <a:pt x="5211" y="651"/>
                  </a:cubicBezTo>
                  <a:cubicBezTo>
                    <a:pt x="5261" y="663"/>
                    <a:pt x="5286" y="588"/>
                    <a:pt x="5236" y="5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4" name="Google Shape;2384;p89"/>
            <p:cNvSpPr/>
            <p:nvPr/>
          </p:nvSpPr>
          <p:spPr>
            <a:xfrm>
              <a:off x="3184525" y="1311175"/>
              <a:ext cx="61575" cy="65000"/>
            </a:xfrm>
            <a:custGeom>
              <a:rect b="b" l="l" r="r" t="t"/>
              <a:pathLst>
                <a:path extrusionOk="0" h="2600" w="2463">
                  <a:moveTo>
                    <a:pt x="950" y="25"/>
                  </a:moveTo>
                  <a:cubicBezTo>
                    <a:pt x="275" y="350"/>
                    <a:pt x="1" y="1187"/>
                    <a:pt x="450" y="1825"/>
                  </a:cubicBezTo>
                  <a:cubicBezTo>
                    <a:pt x="850" y="2412"/>
                    <a:pt x="1913" y="2599"/>
                    <a:pt x="2412" y="2025"/>
                  </a:cubicBezTo>
                  <a:cubicBezTo>
                    <a:pt x="2462" y="1975"/>
                    <a:pt x="2387" y="1900"/>
                    <a:pt x="2337" y="1950"/>
                  </a:cubicBezTo>
                  <a:cubicBezTo>
                    <a:pt x="1875" y="2474"/>
                    <a:pt x="900" y="2312"/>
                    <a:pt x="525" y="1762"/>
                  </a:cubicBezTo>
                  <a:cubicBezTo>
                    <a:pt x="126" y="1175"/>
                    <a:pt x="338" y="375"/>
                    <a:pt x="988" y="75"/>
                  </a:cubicBezTo>
                  <a:cubicBezTo>
                    <a:pt x="1025" y="63"/>
                    <a:pt x="988" y="0"/>
                    <a:pt x="963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5" name="Google Shape;2385;p89"/>
            <p:cNvSpPr/>
            <p:nvPr/>
          </p:nvSpPr>
          <p:spPr>
            <a:xfrm>
              <a:off x="3219825" y="1318975"/>
              <a:ext cx="35950" cy="46575"/>
            </a:xfrm>
            <a:custGeom>
              <a:rect b="b" l="l" r="r" t="t"/>
              <a:pathLst>
                <a:path extrusionOk="0" h="1863" w="1438">
                  <a:moveTo>
                    <a:pt x="751" y="1850"/>
                  </a:moveTo>
                  <a:cubicBezTo>
                    <a:pt x="1213" y="1663"/>
                    <a:pt x="1438" y="1138"/>
                    <a:pt x="1238" y="675"/>
                  </a:cubicBezTo>
                  <a:cubicBezTo>
                    <a:pt x="1050" y="213"/>
                    <a:pt x="513" y="0"/>
                    <a:pt x="51" y="200"/>
                  </a:cubicBezTo>
                  <a:cubicBezTo>
                    <a:pt x="1" y="225"/>
                    <a:pt x="38" y="300"/>
                    <a:pt x="88" y="288"/>
                  </a:cubicBezTo>
                  <a:cubicBezTo>
                    <a:pt x="513" y="163"/>
                    <a:pt x="963" y="288"/>
                    <a:pt x="1138" y="713"/>
                  </a:cubicBezTo>
                  <a:cubicBezTo>
                    <a:pt x="1300" y="1138"/>
                    <a:pt x="1113" y="1600"/>
                    <a:pt x="713" y="1787"/>
                  </a:cubicBezTo>
                  <a:cubicBezTo>
                    <a:pt x="676" y="1812"/>
                    <a:pt x="713" y="1862"/>
                    <a:pt x="751" y="18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6" name="Google Shape;2386;p89"/>
            <p:cNvSpPr/>
            <p:nvPr/>
          </p:nvSpPr>
          <p:spPr>
            <a:xfrm>
              <a:off x="3208275" y="1322725"/>
              <a:ext cx="17200" cy="30650"/>
            </a:xfrm>
            <a:custGeom>
              <a:rect b="b" l="l" r="r" t="t"/>
              <a:pathLst>
                <a:path extrusionOk="0" h="1226" w="688">
                  <a:moveTo>
                    <a:pt x="650" y="38"/>
                  </a:moveTo>
                  <a:cubicBezTo>
                    <a:pt x="300" y="0"/>
                    <a:pt x="63" y="375"/>
                    <a:pt x="63" y="688"/>
                  </a:cubicBezTo>
                  <a:cubicBezTo>
                    <a:pt x="50" y="988"/>
                    <a:pt x="350" y="1213"/>
                    <a:pt x="638" y="1125"/>
                  </a:cubicBezTo>
                  <a:cubicBezTo>
                    <a:pt x="688" y="1100"/>
                    <a:pt x="663" y="1013"/>
                    <a:pt x="613" y="1038"/>
                  </a:cubicBezTo>
                  <a:cubicBezTo>
                    <a:pt x="0" y="1225"/>
                    <a:pt x="63" y="75"/>
                    <a:pt x="650" y="113"/>
                  </a:cubicBezTo>
                  <a:cubicBezTo>
                    <a:pt x="688" y="113"/>
                    <a:pt x="688" y="38"/>
                    <a:pt x="650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7" name="Google Shape;2387;p89"/>
            <p:cNvSpPr/>
            <p:nvPr/>
          </p:nvSpPr>
          <p:spPr>
            <a:xfrm>
              <a:off x="3454150" y="1312425"/>
              <a:ext cx="55325" cy="71550"/>
            </a:xfrm>
            <a:custGeom>
              <a:rect b="b" l="l" r="r" t="t"/>
              <a:pathLst>
                <a:path extrusionOk="0" h="2862" w="2213">
                  <a:moveTo>
                    <a:pt x="1750" y="75"/>
                  </a:moveTo>
                  <a:cubicBezTo>
                    <a:pt x="2112" y="1387"/>
                    <a:pt x="1300" y="2474"/>
                    <a:pt x="38" y="2799"/>
                  </a:cubicBezTo>
                  <a:cubicBezTo>
                    <a:pt x="0" y="2812"/>
                    <a:pt x="13" y="2862"/>
                    <a:pt x="38" y="2862"/>
                  </a:cubicBezTo>
                  <a:cubicBezTo>
                    <a:pt x="1425" y="2762"/>
                    <a:pt x="2212" y="1325"/>
                    <a:pt x="1825" y="50"/>
                  </a:cubicBezTo>
                  <a:cubicBezTo>
                    <a:pt x="1812" y="0"/>
                    <a:pt x="1725" y="13"/>
                    <a:pt x="1750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8" name="Google Shape;2388;p89"/>
            <p:cNvSpPr/>
            <p:nvPr/>
          </p:nvSpPr>
          <p:spPr>
            <a:xfrm>
              <a:off x="3796875" y="1305225"/>
              <a:ext cx="111550" cy="104375"/>
            </a:xfrm>
            <a:custGeom>
              <a:rect b="b" l="l" r="r" t="t"/>
              <a:pathLst>
                <a:path extrusionOk="0" h="4175" w="4462">
                  <a:moveTo>
                    <a:pt x="2662" y="176"/>
                  </a:moveTo>
                  <a:cubicBezTo>
                    <a:pt x="1212" y="1"/>
                    <a:pt x="38" y="1438"/>
                    <a:pt x="750" y="2787"/>
                  </a:cubicBezTo>
                  <a:cubicBezTo>
                    <a:pt x="1475" y="4175"/>
                    <a:pt x="3424" y="3950"/>
                    <a:pt x="4424" y="3025"/>
                  </a:cubicBezTo>
                  <a:cubicBezTo>
                    <a:pt x="4461" y="2987"/>
                    <a:pt x="4411" y="2937"/>
                    <a:pt x="4386" y="2962"/>
                  </a:cubicBezTo>
                  <a:cubicBezTo>
                    <a:pt x="3474" y="3612"/>
                    <a:pt x="2012" y="4062"/>
                    <a:pt x="1137" y="3125"/>
                  </a:cubicBezTo>
                  <a:cubicBezTo>
                    <a:pt x="0" y="1900"/>
                    <a:pt x="1075" y="88"/>
                    <a:pt x="2662" y="276"/>
                  </a:cubicBezTo>
                  <a:cubicBezTo>
                    <a:pt x="2724" y="288"/>
                    <a:pt x="2724" y="176"/>
                    <a:pt x="2662" y="1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9" name="Google Shape;2389;p89"/>
            <p:cNvSpPr/>
            <p:nvPr/>
          </p:nvSpPr>
          <p:spPr>
            <a:xfrm>
              <a:off x="3903100" y="1237750"/>
              <a:ext cx="263700" cy="146850"/>
            </a:xfrm>
            <a:custGeom>
              <a:rect b="b" l="l" r="r" t="t"/>
              <a:pathLst>
                <a:path extrusionOk="0" h="5874" w="10548">
                  <a:moveTo>
                    <a:pt x="100" y="5836"/>
                  </a:moveTo>
                  <a:cubicBezTo>
                    <a:pt x="1300" y="4162"/>
                    <a:pt x="2412" y="2062"/>
                    <a:pt x="4324" y="1138"/>
                  </a:cubicBezTo>
                  <a:cubicBezTo>
                    <a:pt x="6086" y="275"/>
                    <a:pt x="8848" y="100"/>
                    <a:pt x="10485" y="1312"/>
                  </a:cubicBezTo>
                  <a:cubicBezTo>
                    <a:pt x="10510" y="1325"/>
                    <a:pt x="10547" y="1275"/>
                    <a:pt x="10522" y="1262"/>
                  </a:cubicBezTo>
                  <a:cubicBezTo>
                    <a:pt x="9073" y="0"/>
                    <a:pt x="6586" y="138"/>
                    <a:pt x="4861" y="725"/>
                  </a:cubicBezTo>
                  <a:cubicBezTo>
                    <a:pt x="2549" y="1512"/>
                    <a:pt x="1350" y="3924"/>
                    <a:pt x="25" y="5799"/>
                  </a:cubicBezTo>
                  <a:cubicBezTo>
                    <a:pt x="0" y="5836"/>
                    <a:pt x="63" y="5874"/>
                    <a:pt x="88" y="58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0" name="Google Shape;2390;p89"/>
            <p:cNvSpPr/>
            <p:nvPr/>
          </p:nvSpPr>
          <p:spPr>
            <a:xfrm>
              <a:off x="4098975" y="1277425"/>
              <a:ext cx="100925" cy="84375"/>
            </a:xfrm>
            <a:custGeom>
              <a:rect b="b" l="l" r="r" t="t"/>
              <a:pathLst>
                <a:path extrusionOk="0" h="3375" w="4037">
                  <a:moveTo>
                    <a:pt x="2875" y="88"/>
                  </a:moveTo>
                  <a:cubicBezTo>
                    <a:pt x="3412" y="1025"/>
                    <a:pt x="3525" y="2400"/>
                    <a:pt x="2375" y="2950"/>
                  </a:cubicBezTo>
                  <a:cubicBezTo>
                    <a:pt x="2087" y="3062"/>
                    <a:pt x="1775" y="3100"/>
                    <a:pt x="1475" y="3062"/>
                  </a:cubicBezTo>
                  <a:cubicBezTo>
                    <a:pt x="1400" y="3050"/>
                    <a:pt x="1325" y="3075"/>
                    <a:pt x="1250" y="3062"/>
                  </a:cubicBezTo>
                  <a:cubicBezTo>
                    <a:pt x="488" y="2937"/>
                    <a:pt x="513" y="2737"/>
                    <a:pt x="438" y="2200"/>
                  </a:cubicBezTo>
                  <a:cubicBezTo>
                    <a:pt x="325" y="1300"/>
                    <a:pt x="938" y="963"/>
                    <a:pt x="1713" y="1113"/>
                  </a:cubicBezTo>
                  <a:cubicBezTo>
                    <a:pt x="2300" y="1225"/>
                    <a:pt x="2600" y="1512"/>
                    <a:pt x="3000" y="1925"/>
                  </a:cubicBezTo>
                  <a:cubicBezTo>
                    <a:pt x="3300" y="2237"/>
                    <a:pt x="3550" y="2562"/>
                    <a:pt x="3999" y="2575"/>
                  </a:cubicBezTo>
                  <a:cubicBezTo>
                    <a:pt x="4024" y="2575"/>
                    <a:pt x="4037" y="2537"/>
                    <a:pt x="3999" y="2537"/>
                  </a:cubicBezTo>
                  <a:cubicBezTo>
                    <a:pt x="3287" y="2425"/>
                    <a:pt x="2900" y="1525"/>
                    <a:pt x="2312" y="1150"/>
                  </a:cubicBezTo>
                  <a:cubicBezTo>
                    <a:pt x="1875" y="850"/>
                    <a:pt x="1325" y="800"/>
                    <a:pt x="838" y="1025"/>
                  </a:cubicBezTo>
                  <a:cubicBezTo>
                    <a:pt x="113" y="1350"/>
                    <a:pt x="0" y="2487"/>
                    <a:pt x="638" y="2987"/>
                  </a:cubicBezTo>
                  <a:cubicBezTo>
                    <a:pt x="1163" y="3375"/>
                    <a:pt x="2237" y="3250"/>
                    <a:pt x="2712" y="2887"/>
                  </a:cubicBezTo>
                  <a:cubicBezTo>
                    <a:pt x="3650" y="2187"/>
                    <a:pt x="3462" y="925"/>
                    <a:pt x="2937" y="38"/>
                  </a:cubicBezTo>
                  <a:cubicBezTo>
                    <a:pt x="2912" y="0"/>
                    <a:pt x="2837" y="38"/>
                    <a:pt x="2875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1" name="Google Shape;2391;p89"/>
            <p:cNvSpPr/>
            <p:nvPr/>
          </p:nvSpPr>
          <p:spPr>
            <a:xfrm>
              <a:off x="4206450" y="1331775"/>
              <a:ext cx="55625" cy="13775"/>
            </a:xfrm>
            <a:custGeom>
              <a:rect b="b" l="l" r="r" t="t"/>
              <a:pathLst>
                <a:path extrusionOk="0" h="551" w="2225">
                  <a:moveTo>
                    <a:pt x="50" y="476"/>
                  </a:moveTo>
                  <a:cubicBezTo>
                    <a:pt x="750" y="551"/>
                    <a:pt x="1600" y="501"/>
                    <a:pt x="2187" y="76"/>
                  </a:cubicBezTo>
                  <a:cubicBezTo>
                    <a:pt x="2225" y="63"/>
                    <a:pt x="2200" y="1"/>
                    <a:pt x="2162" y="13"/>
                  </a:cubicBezTo>
                  <a:cubicBezTo>
                    <a:pt x="1437" y="251"/>
                    <a:pt x="838" y="476"/>
                    <a:pt x="50" y="401"/>
                  </a:cubicBezTo>
                  <a:cubicBezTo>
                    <a:pt x="0" y="401"/>
                    <a:pt x="0" y="476"/>
                    <a:pt x="50" y="4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2" name="Google Shape;2392;p89"/>
            <p:cNvSpPr/>
            <p:nvPr/>
          </p:nvSpPr>
          <p:spPr>
            <a:xfrm>
              <a:off x="3934650" y="1301475"/>
              <a:ext cx="81250" cy="96575"/>
            </a:xfrm>
            <a:custGeom>
              <a:rect b="b" l="l" r="r" t="t"/>
              <a:pathLst>
                <a:path extrusionOk="0" h="3863" w="3250">
                  <a:moveTo>
                    <a:pt x="1025" y="26"/>
                  </a:moveTo>
                  <a:cubicBezTo>
                    <a:pt x="463" y="675"/>
                    <a:pt x="0" y="1488"/>
                    <a:pt x="188" y="2375"/>
                  </a:cubicBezTo>
                  <a:cubicBezTo>
                    <a:pt x="363" y="3200"/>
                    <a:pt x="1162" y="3800"/>
                    <a:pt x="2000" y="3837"/>
                  </a:cubicBezTo>
                  <a:cubicBezTo>
                    <a:pt x="2587" y="3862"/>
                    <a:pt x="3249" y="3475"/>
                    <a:pt x="3174" y="2812"/>
                  </a:cubicBezTo>
                  <a:cubicBezTo>
                    <a:pt x="3137" y="2475"/>
                    <a:pt x="2799" y="2050"/>
                    <a:pt x="2512" y="2425"/>
                  </a:cubicBezTo>
                  <a:cubicBezTo>
                    <a:pt x="2475" y="2462"/>
                    <a:pt x="2550" y="2500"/>
                    <a:pt x="2575" y="2462"/>
                  </a:cubicBezTo>
                  <a:cubicBezTo>
                    <a:pt x="3012" y="3300"/>
                    <a:pt x="2862" y="3725"/>
                    <a:pt x="2125" y="3737"/>
                  </a:cubicBezTo>
                  <a:cubicBezTo>
                    <a:pt x="1800" y="3737"/>
                    <a:pt x="1487" y="3650"/>
                    <a:pt x="1212" y="3500"/>
                  </a:cubicBezTo>
                  <a:cubicBezTo>
                    <a:pt x="775" y="3287"/>
                    <a:pt x="463" y="2900"/>
                    <a:pt x="325" y="2437"/>
                  </a:cubicBezTo>
                  <a:cubicBezTo>
                    <a:pt x="75" y="1563"/>
                    <a:pt x="538" y="738"/>
                    <a:pt x="1062" y="63"/>
                  </a:cubicBezTo>
                  <a:cubicBezTo>
                    <a:pt x="1087" y="38"/>
                    <a:pt x="1050" y="1"/>
                    <a:pt x="1025" y="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3" name="Google Shape;2393;p89"/>
            <p:cNvSpPr/>
            <p:nvPr/>
          </p:nvSpPr>
          <p:spPr>
            <a:xfrm>
              <a:off x="3920275" y="1329900"/>
              <a:ext cx="23150" cy="110625"/>
            </a:xfrm>
            <a:custGeom>
              <a:rect b="b" l="l" r="r" t="t"/>
              <a:pathLst>
                <a:path extrusionOk="0" h="4425" w="926">
                  <a:moveTo>
                    <a:pt x="825" y="38"/>
                  </a:moveTo>
                  <a:cubicBezTo>
                    <a:pt x="375" y="551"/>
                    <a:pt x="263" y="1238"/>
                    <a:pt x="188" y="1913"/>
                  </a:cubicBezTo>
                  <a:cubicBezTo>
                    <a:pt x="100" y="2725"/>
                    <a:pt x="13" y="3712"/>
                    <a:pt x="538" y="4400"/>
                  </a:cubicBezTo>
                  <a:cubicBezTo>
                    <a:pt x="563" y="4425"/>
                    <a:pt x="600" y="4400"/>
                    <a:pt x="588" y="4362"/>
                  </a:cubicBezTo>
                  <a:cubicBezTo>
                    <a:pt x="0" y="3250"/>
                    <a:pt x="38" y="1101"/>
                    <a:pt x="888" y="101"/>
                  </a:cubicBezTo>
                  <a:cubicBezTo>
                    <a:pt x="925" y="63"/>
                    <a:pt x="863" y="1"/>
                    <a:pt x="825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4" name="Google Shape;2394;p89"/>
            <p:cNvSpPr/>
            <p:nvPr/>
          </p:nvSpPr>
          <p:spPr>
            <a:xfrm>
              <a:off x="3931200" y="1439875"/>
              <a:ext cx="11900" cy="11900"/>
            </a:xfrm>
            <a:custGeom>
              <a:rect b="b" l="l" r="r" t="t"/>
              <a:pathLst>
                <a:path extrusionOk="0" h="476" w="476">
                  <a:moveTo>
                    <a:pt x="126" y="38"/>
                  </a:moveTo>
                  <a:cubicBezTo>
                    <a:pt x="213" y="1"/>
                    <a:pt x="313" y="13"/>
                    <a:pt x="388" y="88"/>
                  </a:cubicBezTo>
                  <a:cubicBezTo>
                    <a:pt x="451" y="151"/>
                    <a:pt x="476" y="238"/>
                    <a:pt x="451" y="326"/>
                  </a:cubicBezTo>
                  <a:cubicBezTo>
                    <a:pt x="451" y="363"/>
                    <a:pt x="438" y="388"/>
                    <a:pt x="413" y="413"/>
                  </a:cubicBezTo>
                  <a:cubicBezTo>
                    <a:pt x="388" y="438"/>
                    <a:pt x="351" y="451"/>
                    <a:pt x="313" y="463"/>
                  </a:cubicBezTo>
                  <a:cubicBezTo>
                    <a:pt x="188" y="476"/>
                    <a:pt x="63" y="413"/>
                    <a:pt x="13" y="288"/>
                  </a:cubicBezTo>
                  <a:cubicBezTo>
                    <a:pt x="1" y="163"/>
                    <a:pt x="101" y="51"/>
                    <a:pt x="238" y="51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5" name="Google Shape;2395;p89"/>
            <p:cNvSpPr/>
            <p:nvPr/>
          </p:nvSpPr>
          <p:spPr>
            <a:xfrm>
              <a:off x="3926825" y="1437075"/>
              <a:ext cx="22225" cy="17200"/>
            </a:xfrm>
            <a:custGeom>
              <a:rect b="b" l="l" r="r" t="t"/>
              <a:pathLst>
                <a:path extrusionOk="0" h="688" w="889">
                  <a:moveTo>
                    <a:pt x="313" y="213"/>
                  </a:moveTo>
                  <a:cubicBezTo>
                    <a:pt x="588" y="238"/>
                    <a:pt x="651" y="313"/>
                    <a:pt x="476" y="413"/>
                  </a:cubicBezTo>
                  <a:cubicBezTo>
                    <a:pt x="313" y="600"/>
                    <a:pt x="301" y="525"/>
                    <a:pt x="413" y="200"/>
                  </a:cubicBezTo>
                  <a:cubicBezTo>
                    <a:pt x="451" y="175"/>
                    <a:pt x="451" y="113"/>
                    <a:pt x="401" y="113"/>
                  </a:cubicBezTo>
                  <a:cubicBezTo>
                    <a:pt x="1" y="113"/>
                    <a:pt x="88" y="688"/>
                    <a:pt x="488" y="625"/>
                  </a:cubicBezTo>
                  <a:cubicBezTo>
                    <a:pt x="888" y="563"/>
                    <a:pt x="663" y="0"/>
                    <a:pt x="276" y="88"/>
                  </a:cubicBezTo>
                  <a:cubicBezTo>
                    <a:pt x="213" y="113"/>
                    <a:pt x="238" y="213"/>
                    <a:pt x="313" y="2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6" name="Google Shape;2396;p89"/>
            <p:cNvSpPr/>
            <p:nvPr/>
          </p:nvSpPr>
          <p:spPr>
            <a:xfrm>
              <a:off x="4168650" y="1271800"/>
              <a:ext cx="2825" cy="3150"/>
            </a:xfrm>
            <a:custGeom>
              <a:rect b="b" l="l" r="r" t="t"/>
              <a:pathLst>
                <a:path extrusionOk="0" h="126" w="113">
                  <a:moveTo>
                    <a:pt x="25" y="63"/>
                  </a:moveTo>
                  <a:lnTo>
                    <a:pt x="38" y="100"/>
                  </a:lnTo>
                  <a:cubicBezTo>
                    <a:pt x="50" y="125"/>
                    <a:pt x="88" y="125"/>
                    <a:pt x="100" y="100"/>
                  </a:cubicBezTo>
                  <a:lnTo>
                    <a:pt x="100" y="63"/>
                  </a:lnTo>
                  <a:cubicBezTo>
                    <a:pt x="113" y="0"/>
                    <a:pt x="0" y="0"/>
                    <a:pt x="13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7" name="Google Shape;2397;p89"/>
            <p:cNvSpPr/>
            <p:nvPr/>
          </p:nvSpPr>
          <p:spPr>
            <a:xfrm>
              <a:off x="4259250" y="1315225"/>
              <a:ext cx="41875" cy="17825"/>
            </a:xfrm>
            <a:custGeom>
              <a:rect b="b" l="l" r="r" t="t"/>
              <a:pathLst>
                <a:path extrusionOk="0" h="713" w="1675">
                  <a:moveTo>
                    <a:pt x="125" y="650"/>
                  </a:moveTo>
                  <a:cubicBezTo>
                    <a:pt x="225" y="388"/>
                    <a:pt x="650" y="275"/>
                    <a:pt x="875" y="238"/>
                  </a:cubicBezTo>
                  <a:cubicBezTo>
                    <a:pt x="1125" y="200"/>
                    <a:pt x="1375" y="200"/>
                    <a:pt x="1612" y="250"/>
                  </a:cubicBezTo>
                  <a:cubicBezTo>
                    <a:pt x="1675" y="250"/>
                    <a:pt x="1675" y="163"/>
                    <a:pt x="1625" y="150"/>
                  </a:cubicBezTo>
                  <a:cubicBezTo>
                    <a:pt x="1175" y="0"/>
                    <a:pt x="225" y="88"/>
                    <a:pt x="25" y="613"/>
                  </a:cubicBezTo>
                  <a:cubicBezTo>
                    <a:pt x="0" y="675"/>
                    <a:pt x="100" y="713"/>
                    <a:pt x="125" y="6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8" name="Google Shape;2398;p89"/>
            <p:cNvSpPr/>
            <p:nvPr/>
          </p:nvSpPr>
          <p:spPr>
            <a:xfrm>
              <a:off x="4259250" y="1317725"/>
              <a:ext cx="42200" cy="19700"/>
            </a:xfrm>
            <a:custGeom>
              <a:rect b="b" l="l" r="r" t="t"/>
              <a:pathLst>
                <a:path extrusionOk="0" h="788" w="1688">
                  <a:moveTo>
                    <a:pt x="1587" y="50"/>
                  </a:moveTo>
                  <a:cubicBezTo>
                    <a:pt x="1175" y="425"/>
                    <a:pt x="638" y="600"/>
                    <a:pt x="88" y="550"/>
                  </a:cubicBezTo>
                  <a:cubicBezTo>
                    <a:pt x="25" y="550"/>
                    <a:pt x="0" y="625"/>
                    <a:pt x="63" y="650"/>
                  </a:cubicBezTo>
                  <a:cubicBezTo>
                    <a:pt x="575" y="788"/>
                    <a:pt x="1287" y="475"/>
                    <a:pt x="1650" y="113"/>
                  </a:cubicBezTo>
                  <a:cubicBezTo>
                    <a:pt x="1687" y="75"/>
                    <a:pt x="1625" y="0"/>
                    <a:pt x="1587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9" name="Google Shape;2399;p89"/>
            <p:cNvSpPr/>
            <p:nvPr/>
          </p:nvSpPr>
          <p:spPr>
            <a:xfrm>
              <a:off x="4198950" y="1341475"/>
              <a:ext cx="33450" cy="30325"/>
            </a:xfrm>
            <a:custGeom>
              <a:rect b="b" l="l" r="r" t="t"/>
              <a:pathLst>
                <a:path extrusionOk="0" h="1213" w="1338">
                  <a:moveTo>
                    <a:pt x="50" y="100"/>
                  </a:moveTo>
                  <a:cubicBezTo>
                    <a:pt x="363" y="88"/>
                    <a:pt x="625" y="263"/>
                    <a:pt x="863" y="450"/>
                  </a:cubicBezTo>
                  <a:cubicBezTo>
                    <a:pt x="1088" y="625"/>
                    <a:pt x="1238" y="887"/>
                    <a:pt x="1250" y="1162"/>
                  </a:cubicBezTo>
                  <a:cubicBezTo>
                    <a:pt x="1250" y="1212"/>
                    <a:pt x="1338" y="1200"/>
                    <a:pt x="1325" y="1162"/>
                  </a:cubicBezTo>
                  <a:cubicBezTo>
                    <a:pt x="1325" y="850"/>
                    <a:pt x="1175" y="563"/>
                    <a:pt x="925" y="388"/>
                  </a:cubicBezTo>
                  <a:cubicBezTo>
                    <a:pt x="663" y="188"/>
                    <a:pt x="400" y="0"/>
                    <a:pt x="50" y="25"/>
                  </a:cubicBezTo>
                  <a:cubicBezTo>
                    <a:pt x="0" y="25"/>
                    <a:pt x="0" y="113"/>
                    <a:pt x="50" y="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0" name="Google Shape;2400;p89"/>
            <p:cNvSpPr/>
            <p:nvPr/>
          </p:nvSpPr>
          <p:spPr>
            <a:xfrm>
              <a:off x="4199250" y="1342100"/>
              <a:ext cx="33475" cy="29375"/>
            </a:xfrm>
            <a:custGeom>
              <a:rect b="b" l="l" r="r" t="t"/>
              <a:pathLst>
                <a:path extrusionOk="0" h="1175" w="1339">
                  <a:moveTo>
                    <a:pt x="1288" y="1100"/>
                  </a:moveTo>
                  <a:cubicBezTo>
                    <a:pt x="1026" y="1012"/>
                    <a:pt x="776" y="887"/>
                    <a:pt x="551" y="713"/>
                  </a:cubicBezTo>
                  <a:cubicBezTo>
                    <a:pt x="313" y="538"/>
                    <a:pt x="263" y="288"/>
                    <a:pt x="113" y="63"/>
                  </a:cubicBezTo>
                  <a:cubicBezTo>
                    <a:pt x="76" y="0"/>
                    <a:pt x="1" y="38"/>
                    <a:pt x="13" y="100"/>
                  </a:cubicBezTo>
                  <a:cubicBezTo>
                    <a:pt x="126" y="688"/>
                    <a:pt x="713" y="1087"/>
                    <a:pt x="1263" y="1175"/>
                  </a:cubicBezTo>
                  <a:cubicBezTo>
                    <a:pt x="1313" y="1175"/>
                    <a:pt x="1338" y="1112"/>
                    <a:pt x="1288" y="1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1" name="Google Shape;2401;p89"/>
            <p:cNvSpPr/>
            <p:nvPr/>
          </p:nvSpPr>
          <p:spPr>
            <a:xfrm>
              <a:off x="3890900" y="1349275"/>
              <a:ext cx="38775" cy="86875"/>
            </a:xfrm>
            <a:custGeom>
              <a:rect b="b" l="l" r="r" t="t"/>
              <a:pathLst>
                <a:path extrusionOk="0" h="3475" w="1551">
                  <a:moveTo>
                    <a:pt x="1450" y="51"/>
                  </a:moveTo>
                  <a:cubicBezTo>
                    <a:pt x="725" y="1038"/>
                    <a:pt x="238" y="2175"/>
                    <a:pt x="13" y="3387"/>
                  </a:cubicBezTo>
                  <a:cubicBezTo>
                    <a:pt x="1" y="3450"/>
                    <a:pt x="101" y="3475"/>
                    <a:pt x="113" y="3412"/>
                  </a:cubicBezTo>
                  <a:cubicBezTo>
                    <a:pt x="338" y="2213"/>
                    <a:pt x="813" y="1075"/>
                    <a:pt x="1513" y="88"/>
                  </a:cubicBezTo>
                  <a:cubicBezTo>
                    <a:pt x="1550" y="38"/>
                    <a:pt x="1475" y="1"/>
                    <a:pt x="1450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2" name="Google Shape;2402;p89"/>
            <p:cNvSpPr/>
            <p:nvPr/>
          </p:nvSpPr>
          <p:spPr>
            <a:xfrm>
              <a:off x="3880600" y="1433625"/>
              <a:ext cx="18150" cy="16600"/>
            </a:xfrm>
            <a:custGeom>
              <a:rect b="b" l="l" r="r" t="t"/>
              <a:pathLst>
                <a:path extrusionOk="0" h="664" w="726">
                  <a:moveTo>
                    <a:pt x="475" y="151"/>
                  </a:moveTo>
                  <a:cubicBezTo>
                    <a:pt x="363" y="176"/>
                    <a:pt x="350" y="188"/>
                    <a:pt x="438" y="176"/>
                  </a:cubicBezTo>
                  <a:cubicBezTo>
                    <a:pt x="475" y="163"/>
                    <a:pt x="513" y="163"/>
                    <a:pt x="550" y="176"/>
                  </a:cubicBezTo>
                  <a:cubicBezTo>
                    <a:pt x="588" y="176"/>
                    <a:pt x="600" y="113"/>
                    <a:pt x="563" y="101"/>
                  </a:cubicBezTo>
                  <a:cubicBezTo>
                    <a:pt x="350" y="1"/>
                    <a:pt x="0" y="238"/>
                    <a:pt x="250" y="451"/>
                  </a:cubicBezTo>
                  <a:cubicBezTo>
                    <a:pt x="513" y="663"/>
                    <a:pt x="725" y="288"/>
                    <a:pt x="538" y="88"/>
                  </a:cubicBezTo>
                  <a:cubicBezTo>
                    <a:pt x="500" y="38"/>
                    <a:pt x="450" y="101"/>
                    <a:pt x="475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3" name="Google Shape;2403;p89"/>
            <p:cNvSpPr/>
            <p:nvPr/>
          </p:nvSpPr>
          <p:spPr>
            <a:xfrm>
              <a:off x="3936525" y="1338025"/>
              <a:ext cx="30325" cy="81875"/>
            </a:xfrm>
            <a:custGeom>
              <a:rect b="b" l="l" r="r" t="t"/>
              <a:pathLst>
                <a:path extrusionOk="0" h="3275" w="1213">
                  <a:moveTo>
                    <a:pt x="125" y="63"/>
                  </a:moveTo>
                  <a:cubicBezTo>
                    <a:pt x="0" y="1163"/>
                    <a:pt x="213" y="2538"/>
                    <a:pt x="1150" y="3262"/>
                  </a:cubicBezTo>
                  <a:cubicBezTo>
                    <a:pt x="1175" y="3275"/>
                    <a:pt x="1212" y="3250"/>
                    <a:pt x="1187" y="3212"/>
                  </a:cubicBezTo>
                  <a:cubicBezTo>
                    <a:pt x="413" y="2275"/>
                    <a:pt x="88" y="1275"/>
                    <a:pt x="225" y="63"/>
                  </a:cubicBezTo>
                  <a:cubicBezTo>
                    <a:pt x="225" y="1"/>
                    <a:pt x="138" y="1"/>
                    <a:pt x="125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4" name="Google Shape;2404;p89"/>
            <p:cNvSpPr/>
            <p:nvPr/>
          </p:nvSpPr>
          <p:spPr>
            <a:xfrm>
              <a:off x="3963375" y="1414575"/>
              <a:ext cx="13475" cy="15650"/>
            </a:xfrm>
            <a:custGeom>
              <a:rect b="b" l="l" r="r" t="t"/>
              <a:pathLst>
                <a:path extrusionOk="0" h="626" w="539">
                  <a:moveTo>
                    <a:pt x="413" y="263"/>
                  </a:moveTo>
                  <a:cubicBezTo>
                    <a:pt x="326" y="263"/>
                    <a:pt x="313" y="275"/>
                    <a:pt x="363" y="338"/>
                  </a:cubicBezTo>
                  <a:cubicBezTo>
                    <a:pt x="388" y="363"/>
                    <a:pt x="426" y="350"/>
                    <a:pt x="438" y="313"/>
                  </a:cubicBezTo>
                  <a:cubicBezTo>
                    <a:pt x="438" y="25"/>
                    <a:pt x="1" y="0"/>
                    <a:pt x="38" y="300"/>
                  </a:cubicBezTo>
                  <a:cubicBezTo>
                    <a:pt x="38" y="625"/>
                    <a:pt x="538" y="575"/>
                    <a:pt x="488" y="263"/>
                  </a:cubicBezTo>
                  <a:cubicBezTo>
                    <a:pt x="476" y="225"/>
                    <a:pt x="426" y="225"/>
                    <a:pt x="413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5" name="Google Shape;2405;p89"/>
            <p:cNvSpPr/>
            <p:nvPr/>
          </p:nvSpPr>
          <p:spPr>
            <a:xfrm>
              <a:off x="4139900" y="1254625"/>
              <a:ext cx="237775" cy="60000"/>
            </a:xfrm>
            <a:custGeom>
              <a:rect b="b" l="l" r="r" t="t"/>
              <a:pathLst>
                <a:path extrusionOk="0" h="2400" w="9511">
                  <a:moveTo>
                    <a:pt x="38" y="75"/>
                  </a:moveTo>
                  <a:cubicBezTo>
                    <a:pt x="1813" y="762"/>
                    <a:pt x="3137" y="1475"/>
                    <a:pt x="5049" y="1662"/>
                  </a:cubicBezTo>
                  <a:cubicBezTo>
                    <a:pt x="6774" y="1837"/>
                    <a:pt x="8023" y="1437"/>
                    <a:pt x="9448" y="475"/>
                  </a:cubicBezTo>
                  <a:cubicBezTo>
                    <a:pt x="9511" y="438"/>
                    <a:pt x="9448" y="338"/>
                    <a:pt x="9386" y="375"/>
                  </a:cubicBezTo>
                  <a:cubicBezTo>
                    <a:pt x="6061" y="2400"/>
                    <a:pt x="3387" y="1262"/>
                    <a:pt x="63" y="13"/>
                  </a:cubicBezTo>
                  <a:cubicBezTo>
                    <a:pt x="26" y="0"/>
                    <a:pt x="1" y="50"/>
                    <a:pt x="38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6" name="Google Shape;2406;p89"/>
            <p:cNvSpPr/>
            <p:nvPr/>
          </p:nvSpPr>
          <p:spPr>
            <a:xfrm>
              <a:off x="3860900" y="1309600"/>
              <a:ext cx="31900" cy="49400"/>
            </a:xfrm>
            <a:custGeom>
              <a:rect b="b" l="l" r="r" t="t"/>
              <a:pathLst>
                <a:path extrusionOk="0" h="1976" w="1276">
                  <a:moveTo>
                    <a:pt x="38" y="63"/>
                  </a:moveTo>
                  <a:cubicBezTo>
                    <a:pt x="451" y="151"/>
                    <a:pt x="851" y="350"/>
                    <a:pt x="1026" y="763"/>
                  </a:cubicBezTo>
                  <a:cubicBezTo>
                    <a:pt x="1251" y="1263"/>
                    <a:pt x="976" y="1838"/>
                    <a:pt x="401" y="1863"/>
                  </a:cubicBezTo>
                  <a:cubicBezTo>
                    <a:pt x="326" y="1850"/>
                    <a:pt x="326" y="1963"/>
                    <a:pt x="401" y="1975"/>
                  </a:cubicBezTo>
                  <a:cubicBezTo>
                    <a:pt x="901" y="1963"/>
                    <a:pt x="1276" y="1538"/>
                    <a:pt x="1213" y="1050"/>
                  </a:cubicBezTo>
                  <a:cubicBezTo>
                    <a:pt x="1163" y="438"/>
                    <a:pt x="613" y="101"/>
                    <a:pt x="63" y="1"/>
                  </a:cubicBezTo>
                  <a:cubicBezTo>
                    <a:pt x="26" y="1"/>
                    <a:pt x="1" y="51"/>
                    <a:pt x="51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7" name="Google Shape;2407;p89"/>
            <p:cNvSpPr/>
            <p:nvPr/>
          </p:nvSpPr>
          <p:spPr>
            <a:xfrm>
              <a:off x="4075225" y="1283975"/>
              <a:ext cx="62825" cy="31575"/>
            </a:xfrm>
            <a:custGeom>
              <a:rect b="b" l="l" r="r" t="t"/>
              <a:pathLst>
                <a:path extrusionOk="0" h="1263" w="2513">
                  <a:moveTo>
                    <a:pt x="2450" y="651"/>
                  </a:moveTo>
                  <a:cubicBezTo>
                    <a:pt x="2150" y="638"/>
                    <a:pt x="1850" y="701"/>
                    <a:pt x="1588" y="851"/>
                  </a:cubicBezTo>
                  <a:cubicBezTo>
                    <a:pt x="888" y="1151"/>
                    <a:pt x="201" y="851"/>
                    <a:pt x="88" y="51"/>
                  </a:cubicBezTo>
                  <a:cubicBezTo>
                    <a:pt x="88" y="1"/>
                    <a:pt x="13" y="13"/>
                    <a:pt x="26" y="51"/>
                  </a:cubicBezTo>
                  <a:cubicBezTo>
                    <a:pt x="1" y="501"/>
                    <a:pt x="276" y="901"/>
                    <a:pt x="701" y="1051"/>
                  </a:cubicBezTo>
                  <a:cubicBezTo>
                    <a:pt x="1325" y="1263"/>
                    <a:pt x="1825" y="713"/>
                    <a:pt x="2450" y="738"/>
                  </a:cubicBezTo>
                  <a:cubicBezTo>
                    <a:pt x="2513" y="738"/>
                    <a:pt x="2513" y="651"/>
                    <a:pt x="2450" y="6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8" name="Google Shape;2408;p89"/>
            <p:cNvSpPr/>
            <p:nvPr/>
          </p:nvSpPr>
          <p:spPr>
            <a:xfrm>
              <a:off x="4073975" y="1268675"/>
              <a:ext cx="30950" cy="21275"/>
            </a:xfrm>
            <a:custGeom>
              <a:rect b="b" l="l" r="r" t="t"/>
              <a:pathLst>
                <a:path extrusionOk="0" h="851" w="1238">
                  <a:moveTo>
                    <a:pt x="188" y="800"/>
                  </a:moveTo>
                  <a:cubicBezTo>
                    <a:pt x="1" y="275"/>
                    <a:pt x="851" y="38"/>
                    <a:pt x="1175" y="288"/>
                  </a:cubicBezTo>
                  <a:cubicBezTo>
                    <a:pt x="1200" y="313"/>
                    <a:pt x="1238" y="263"/>
                    <a:pt x="1225" y="238"/>
                  </a:cubicBezTo>
                  <a:cubicBezTo>
                    <a:pt x="1063" y="0"/>
                    <a:pt x="676" y="63"/>
                    <a:pt x="451" y="163"/>
                  </a:cubicBezTo>
                  <a:cubicBezTo>
                    <a:pt x="176" y="275"/>
                    <a:pt x="1" y="525"/>
                    <a:pt x="113" y="813"/>
                  </a:cubicBezTo>
                  <a:cubicBezTo>
                    <a:pt x="138" y="850"/>
                    <a:pt x="201" y="838"/>
                    <a:pt x="188" y="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9" name="Google Shape;2409;p89"/>
            <p:cNvSpPr/>
            <p:nvPr/>
          </p:nvSpPr>
          <p:spPr>
            <a:xfrm>
              <a:off x="3834050" y="1371450"/>
              <a:ext cx="81250" cy="56275"/>
            </a:xfrm>
            <a:custGeom>
              <a:rect b="b" l="l" r="r" t="t"/>
              <a:pathLst>
                <a:path extrusionOk="0" h="2251" w="3250">
                  <a:moveTo>
                    <a:pt x="3162" y="38"/>
                  </a:moveTo>
                  <a:cubicBezTo>
                    <a:pt x="2362" y="988"/>
                    <a:pt x="1475" y="2063"/>
                    <a:pt x="88" y="1875"/>
                  </a:cubicBezTo>
                  <a:cubicBezTo>
                    <a:pt x="25" y="1863"/>
                    <a:pt x="0" y="1950"/>
                    <a:pt x="63" y="1963"/>
                  </a:cubicBezTo>
                  <a:cubicBezTo>
                    <a:pt x="1462" y="2250"/>
                    <a:pt x="2425" y="1051"/>
                    <a:pt x="3224" y="88"/>
                  </a:cubicBezTo>
                  <a:cubicBezTo>
                    <a:pt x="3249" y="51"/>
                    <a:pt x="3199" y="1"/>
                    <a:pt x="3162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0" name="Google Shape;2410;p89"/>
            <p:cNvSpPr/>
            <p:nvPr/>
          </p:nvSpPr>
          <p:spPr>
            <a:xfrm>
              <a:off x="4063675" y="1320225"/>
              <a:ext cx="30950" cy="15025"/>
            </a:xfrm>
            <a:custGeom>
              <a:rect b="b" l="l" r="r" t="t"/>
              <a:pathLst>
                <a:path extrusionOk="0" h="601" w="1238">
                  <a:moveTo>
                    <a:pt x="1175" y="13"/>
                  </a:moveTo>
                  <a:cubicBezTo>
                    <a:pt x="950" y="0"/>
                    <a:pt x="725" y="50"/>
                    <a:pt x="525" y="163"/>
                  </a:cubicBezTo>
                  <a:cubicBezTo>
                    <a:pt x="325" y="225"/>
                    <a:pt x="150" y="350"/>
                    <a:pt x="25" y="513"/>
                  </a:cubicBezTo>
                  <a:cubicBezTo>
                    <a:pt x="0" y="563"/>
                    <a:pt x="50" y="600"/>
                    <a:pt x="100" y="575"/>
                  </a:cubicBezTo>
                  <a:cubicBezTo>
                    <a:pt x="388" y="288"/>
                    <a:pt x="763" y="125"/>
                    <a:pt x="1175" y="100"/>
                  </a:cubicBezTo>
                  <a:cubicBezTo>
                    <a:pt x="1238" y="100"/>
                    <a:pt x="1225" y="13"/>
                    <a:pt x="1175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1" name="Google Shape;2411;p89"/>
            <p:cNvSpPr/>
            <p:nvPr/>
          </p:nvSpPr>
          <p:spPr>
            <a:xfrm>
              <a:off x="4063350" y="1319900"/>
              <a:ext cx="34075" cy="21900"/>
            </a:xfrm>
            <a:custGeom>
              <a:rect b="b" l="l" r="r" t="t"/>
              <a:pathLst>
                <a:path extrusionOk="0" h="876" w="1363">
                  <a:moveTo>
                    <a:pt x="51" y="638"/>
                  </a:moveTo>
                  <a:cubicBezTo>
                    <a:pt x="538" y="876"/>
                    <a:pt x="1151" y="576"/>
                    <a:pt x="1338" y="88"/>
                  </a:cubicBezTo>
                  <a:cubicBezTo>
                    <a:pt x="1363" y="38"/>
                    <a:pt x="1276" y="1"/>
                    <a:pt x="1251" y="51"/>
                  </a:cubicBezTo>
                  <a:cubicBezTo>
                    <a:pt x="1051" y="463"/>
                    <a:pt x="538" y="763"/>
                    <a:pt x="101" y="551"/>
                  </a:cubicBezTo>
                  <a:cubicBezTo>
                    <a:pt x="51" y="526"/>
                    <a:pt x="1" y="601"/>
                    <a:pt x="51" y="6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2" name="Google Shape;2412;p89"/>
            <p:cNvSpPr/>
            <p:nvPr/>
          </p:nvSpPr>
          <p:spPr>
            <a:xfrm>
              <a:off x="4299850" y="1278975"/>
              <a:ext cx="132500" cy="60025"/>
            </a:xfrm>
            <a:custGeom>
              <a:rect b="b" l="l" r="r" t="t"/>
              <a:pathLst>
                <a:path extrusionOk="0" h="2401" w="5300">
                  <a:moveTo>
                    <a:pt x="63" y="651"/>
                  </a:moveTo>
                  <a:cubicBezTo>
                    <a:pt x="1600" y="363"/>
                    <a:pt x="4912" y="51"/>
                    <a:pt x="5224" y="2350"/>
                  </a:cubicBezTo>
                  <a:cubicBezTo>
                    <a:pt x="5224" y="2388"/>
                    <a:pt x="5299" y="2400"/>
                    <a:pt x="5287" y="2350"/>
                  </a:cubicBezTo>
                  <a:cubicBezTo>
                    <a:pt x="5075" y="1"/>
                    <a:pt x="1638" y="276"/>
                    <a:pt x="51" y="576"/>
                  </a:cubicBezTo>
                  <a:cubicBezTo>
                    <a:pt x="1" y="588"/>
                    <a:pt x="26" y="663"/>
                    <a:pt x="76" y="6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3" name="Google Shape;2413;p89"/>
            <p:cNvSpPr/>
            <p:nvPr/>
          </p:nvSpPr>
          <p:spPr>
            <a:xfrm>
              <a:off x="4363900" y="1311175"/>
              <a:ext cx="60950" cy="65000"/>
            </a:xfrm>
            <a:custGeom>
              <a:rect b="b" l="l" r="r" t="t"/>
              <a:pathLst>
                <a:path extrusionOk="0" h="2600" w="2438">
                  <a:moveTo>
                    <a:pt x="1463" y="75"/>
                  </a:moveTo>
                  <a:cubicBezTo>
                    <a:pt x="2088" y="400"/>
                    <a:pt x="2350" y="1175"/>
                    <a:pt x="1938" y="1762"/>
                  </a:cubicBezTo>
                  <a:cubicBezTo>
                    <a:pt x="1550" y="2299"/>
                    <a:pt x="588" y="2474"/>
                    <a:pt x="113" y="1950"/>
                  </a:cubicBezTo>
                  <a:cubicBezTo>
                    <a:pt x="76" y="1900"/>
                    <a:pt x="1" y="1975"/>
                    <a:pt x="38" y="2025"/>
                  </a:cubicBezTo>
                  <a:cubicBezTo>
                    <a:pt x="538" y="2599"/>
                    <a:pt x="1600" y="2412"/>
                    <a:pt x="2013" y="1825"/>
                  </a:cubicBezTo>
                  <a:cubicBezTo>
                    <a:pt x="2438" y="1187"/>
                    <a:pt x="2200" y="325"/>
                    <a:pt x="1500" y="13"/>
                  </a:cubicBezTo>
                  <a:cubicBezTo>
                    <a:pt x="1463" y="0"/>
                    <a:pt x="1438" y="50"/>
                    <a:pt x="1475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4" name="Google Shape;2414;p89"/>
            <p:cNvSpPr/>
            <p:nvPr/>
          </p:nvSpPr>
          <p:spPr>
            <a:xfrm>
              <a:off x="4353900" y="1318975"/>
              <a:ext cx="35950" cy="46575"/>
            </a:xfrm>
            <a:custGeom>
              <a:rect b="b" l="l" r="r" t="t"/>
              <a:pathLst>
                <a:path extrusionOk="0" h="1863" w="1438">
                  <a:moveTo>
                    <a:pt x="726" y="1787"/>
                  </a:moveTo>
                  <a:cubicBezTo>
                    <a:pt x="326" y="1600"/>
                    <a:pt x="138" y="1138"/>
                    <a:pt x="301" y="725"/>
                  </a:cubicBezTo>
                  <a:cubicBezTo>
                    <a:pt x="476" y="275"/>
                    <a:pt x="926" y="163"/>
                    <a:pt x="1363" y="288"/>
                  </a:cubicBezTo>
                  <a:cubicBezTo>
                    <a:pt x="1400" y="300"/>
                    <a:pt x="1438" y="225"/>
                    <a:pt x="1388" y="200"/>
                  </a:cubicBezTo>
                  <a:cubicBezTo>
                    <a:pt x="938" y="0"/>
                    <a:pt x="401" y="213"/>
                    <a:pt x="201" y="675"/>
                  </a:cubicBezTo>
                  <a:cubicBezTo>
                    <a:pt x="1" y="1138"/>
                    <a:pt x="226" y="1675"/>
                    <a:pt x="688" y="1850"/>
                  </a:cubicBezTo>
                  <a:cubicBezTo>
                    <a:pt x="738" y="1862"/>
                    <a:pt x="763" y="1812"/>
                    <a:pt x="726" y="17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5" name="Google Shape;2415;p89"/>
            <p:cNvSpPr/>
            <p:nvPr/>
          </p:nvSpPr>
          <p:spPr>
            <a:xfrm>
              <a:off x="4384200" y="1322725"/>
              <a:ext cx="17225" cy="30650"/>
            </a:xfrm>
            <a:custGeom>
              <a:rect b="b" l="l" r="r" t="t"/>
              <a:pathLst>
                <a:path extrusionOk="0" h="1226" w="689">
                  <a:moveTo>
                    <a:pt x="51" y="113"/>
                  </a:moveTo>
                  <a:cubicBezTo>
                    <a:pt x="638" y="75"/>
                    <a:pt x="688" y="1225"/>
                    <a:pt x="76" y="1038"/>
                  </a:cubicBezTo>
                  <a:cubicBezTo>
                    <a:pt x="26" y="1013"/>
                    <a:pt x="1" y="1100"/>
                    <a:pt x="63" y="1125"/>
                  </a:cubicBezTo>
                  <a:cubicBezTo>
                    <a:pt x="351" y="1213"/>
                    <a:pt x="638" y="988"/>
                    <a:pt x="626" y="688"/>
                  </a:cubicBezTo>
                  <a:cubicBezTo>
                    <a:pt x="626" y="375"/>
                    <a:pt x="388" y="0"/>
                    <a:pt x="38" y="38"/>
                  </a:cubicBezTo>
                  <a:cubicBezTo>
                    <a:pt x="1" y="38"/>
                    <a:pt x="1" y="113"/>
                    <a:pt x="51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6" name="Google Shape;2416;p89"/>
            <p:cNvSpPr/>
            <p:nvPr/>
          </p:nvSpPr>
          <p:spPr>
            <a:xfrm>
              <a:off x="4100225" y="1312425"/>
              <a:ext cx="55325" cy="71550"/>
            </a:xfrm>
            <a:custGeom>
              <a:rect b="b" l="l" r="r" t="t"/>
              <a:pathLst>
                <a:path extrusionOk="0" h="2862" w="2213">
                  <a:moveTo>
                    <a:pt x="375" y="50"/>
                  </a:moveTo>
                  <a:cubicBezTo>
                    <a:pt x="0" y="1325"/>
                    <a:pt x="775" y="2762"/>
                    <a:pt x="2175" y="2862"/>
                  </a:cubicBezTo>
                  <a:cubicBezTo>
                    <a:pt x="2200" y="2862"/>
                    <a:pt x="2212" y="2812"/>
                    <a:pt x="2175" y="2812"/>
                  </a:cubicBezTo>
                  <a:cubicBezTo>
                    <a:pt x="913" y="2474"/>
                    <a:pt x="100" y="1400"/>
                    <a:pt x="450" y="75"/>
                  </a:cubicBezTo>
                  <a:cubicBezTo>
                    <a:pt x="463" y="25"/>
                    <a:pt x="388" y="0"/>
                    <a:pt x="375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7" name="Google Shape;2417;p89"/>
            <p:cNvSpPr/>
            <p:nvPr/>
          </p:nvSpPr>
          <p:spPr>
            <a:xfrm>
              <a:off x="3780925" y="1389575"/>
              <a:ext cx="20025" cy="15350"/>
            </a:xfrm>
            <a:custGeom>
              <a:rect b="b" l="l" r="r" t="t"/>
              <a:pathLst>
                <a:path extrusionOk="0" h="614" w="801">
                  <a:moveTo>
                    <a:pt x="676" y="51"/>
                  </a:moveTo>
                  <a:cubicBezTo>
                    <a:pt x="538" y="276"/>
                    <a:pt x="301" y="438"/>
                    <a:pt x="38" y="501"/>
                  </a:cubicBezTo>
                  <a:cubicBezTo>
                    <a:pt x="1" y="526"/>
                    <a:pt x="1" y="613"/>
                    <a:pt x="63" y="601"/>
                  </a:cubicBezTo>
                  <a:cubicBezTo>
                    <a:pt x="363" y="563"/>
                    <a:pt x="626" y="376"/>
                    <a:pt x="763" y="101"/>
                  </a:cubicBezTo>
                  <a:cubicBezTo>
                    <a:pt x="801" y="51"/>
                    <a:pt x="713" y="1"/>
                    <a:pt x="676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8" name="Google Shape;2418;p89"/>
            <p:cNvSpPr/>
            <p:nvPr/>
          </p:nvSpPr>
          <p:spPr>
            <a:xfrm>
              <a:off x="3780300" y="1402400"/>
              <a:ext cx="16900" cy="5950"/>
            </a:xfrm>
            <a:custGeom>
              <a:rect b="b" l="l" r="r" t="t"/>
              <a:pathLst>
                <a:path extrusionOk="0" h="238" w="676">
                  <a:moveTo>
                    <a:pt x="63" y="125"/>
                  </a:moveTo>
                  <a:cubicBezTo>
                    <a:pt x="238" y="213"/>
                    <a:pt x="426" y="238"/>
                    <a:pt x="613" y="213"/>
                  </a:cubicBezTo>
                  <a:cubicBezTo>
                    <a:pt x="676" y="200"/>
                    <a:pt x="651" y="100"/>
                    <a:pt x="601" y="100"/>
                  </a:cubicBezTo>
                  <a:cubicBezTo>
                    <a:pt x="426" y="100"/>
                    <a:pt x="263" y="75"/>
                    <a:pt x="101" y="25"/>
                  </a:cubicBezTo>
                  <a:cubicBezTo>
                    <a:pt x="26" y="0"/>
                    <a:pt x="1" y="100"/>
                    <a:pt x="63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9" name="Google Shape;2419;p89"/>
            <p:cNvSpPr/>
            <p:nvPr/>
          </p:nvSpPr>
          <p:spPr>
            <a:xfrm>
              <a:off x="3799050" y="1384900"/>
              <a:ext cx="9400" cy="7525"/>
            </a:xfrm>
            <a:custGeom>
              <a:rect b="b" l="l" r="r" t="t"/>
              <a:pathLst>
                <a:path extrusionOk="0" h="301" w="376">
                  <a:moveTo>
                    <a:pt x="113" y="225"/>
                  </a:moveTo>
                  <a:cubicBezTo>
                    <a:pt x="163" y="188"/>
                    <a:pt x="238" y="213"/>
                    <a:pt x="276" y="263"/>
                  </a:cubicBezTo>
                  <a:cubicBezTo>
                    <a:pt x="301" y="300"/>
                    <a:pt x="376" y="263"/>
                    <a:pt x="351" y="213"/>
                  </a:cubicBezTo>
                  <a:cubicBezTo>
                    <a:pt x="301" y="63"/>
                    <a:pt x="126" y="0"/>
                    <a:pt x="38" y="163"/>
                  </a:cubicBezTo>
                  <a:cubicBezTo>
                    <a:pt x="1" y="213"/>
                    <a:pt x="76" y="263"/>
                    <a:pt x="113" y="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0" name="Google Shape;2420;p89"/>
            <p:cNvSpPr/>
            <p:nvPr/>
          </p:nvSpPr>
          <p:spPr>
            <a:xfrm>
              <a:off x="3806550" y="1390200"/>
              <a:ext cx="20025" cy="15650"/>
            </a:xfrm>
            <a:custGeom>
              <a:rect b="b" l="l" r="r" t="t"/>
              <a:pathLst>
                <a:path extrusionOk="0" h="626" w="801">
                  <a:moveTo>
                    <a:pt x="26" y="88"/>
                  </a:moveTo>
                  <a:cubicBezTo>
                    <a:pt x="188" y="338"/>
                    <a:pt x="450" y="626"/>
                    <a:pt x="763" y="563"/>
                  </a:cubicBezTo>
                  <a:cubicBezTo>
                    <a:pt x="800" y="551"/>
                    <a:pt x="800" y="488"/>
                    <a:pt x="763" y="476"/>
                  </a:cubicBezTo>
                  <a:cubicBezTo>
                    <a:pt x="488" y="413"/>
                    <a:pt x="250" y="263"/>
                    <a:pt x="101" y="38"/>
                  </a:cubicBezTo>
                  <a:cubicBezTo>
                    <a:pt x="63" y="1"/>
                    <a:pt x="1" y="51"/>
                    <a:pt x="26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1" name="Google Shape;2421;p89"/>
            <p:cNvSpPr/>
            <p:nvPr/>
          </p:nvSpPr>
          <p:spPr>
            <a:xfrm>
              <a:off x="3801875" y="1399900"/>
              <a:ext cx="24375" cy="10325"/>
            </a:xfrm>
            <a:custGeom>
              <a:rect b="b" l="l" r="r" t="t"/>
              <a:pathLst>
                <a:path extrusionOk="0" h="413" w="975">
                  <a:moveTo>
                    <a:pt x="862" y="125"/>
                  </a:moveTo>
                  <a:cubicBezTo>
                    <a:pt x="612" y="288"/>
                    <a:pt x="362" y="225"/>
                    <a:pt x="138" y="50"/>
                  </a:cubicBezTo>
                  <a:cubicBezTo>
                    <a:pt x="88" y="0"/>
                    <a:pt x="0" y="88"/>
                    <a:pt x="63" y="138"/>
                  </a:cubicBezTo>
                  <a:cubicBezTo>
                    <a:pt x="288" y="375"/>
                    <a:pt x="662" y="412"/>
                    <a:pt x="925" y="200"/>
                  </a:cubicBezTo>
                  <a:cubicBezTo>
                    <a:pt x="975" y="163"/>
                    <a:pt x="912" y="88"/>
                    <a:pt x="862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2" name="Google Shape;2422;p89"/>
            <p:cNvSpPr/>
            <p:nvPr/>
          </p:nvSpPr>
          <p:spPr>
            <a:xfrm>
              <a:off x="3791550" y="1399900"/>
              <a:ext cx="13475" cy="7825"/>
            </a:xfrm>
            <a:custGeom>
              <a:rect b="b" l="l" r="r" t="t"/>
              <a:pathLst>
                <a:path extrusionOk="0" h="313" w="539">
                  <a:moveTo>
                    <a:pt x="413" y="50"/>
                  </a:moveTo>
                  <a:cubicBezTo>
                    <a:pt x="313" y="138"/>
                    <a:pt x="188" y="200"/>
                    <a:pt x="63" y="213"/>
                  </a:cubicBezTo>
                  <a:cubicBezTo>
                    <a:pt x="1" y="213"/>
                    <a:pt x="26" y="300"/>
                    <a:pt x="76" y="300"/>
                  </a:cubicBezTo>
                  <a:cubicBezTo>
                    <a:pt x="238" y="313"/>
                    <a:pt x="388" y="250"/>
                    <a:pt x="501" y="138"/>
                  </a:cubicBezTo>
                  <a:cubicBezTo>
                    <a:pt x="538" y="75"/>
                    <a:pt x="476" y="0"/>
                    <a:pt x="413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3" name="Google Shape;2423;p89"/>
            <p:cNvSpPr/>
            <p:nvPr/>
          </p:nvSpPr>
          <p:spPr>
            <a:xfrm>
              <a:off x="3796550" y="1409275"/>
              <a:ext cx="14400" cy="12500"/>
            </a:xfrm>
            <a:custGeom>
              <a:rect b="b" l="l" r="r" t="t"/>
              <a:pathLst>
                <a:path extrusionOk="0" h="500" w="576">
                  <a:moveTo>
                    <a:pt x="301" y="25"/>
                  </a:moveTo>
                  <a:cubicBezTo>
                    <a:pt x="176" y="37"/>
                    <a:pt x="38" y="75"/>
                    <a:pt x="26" y="212"/>
                  </a:cubicBezTo>
                  <a:cubicBezTo>
                    <a:pt x="1" y="337"/>
                    <a:pt x="101" y="437"/>
                    <a:pt x="213" y="437"/>
                  </a:cubicBezTo>
                  <a:cubicBezTo>
                    <a:pt x="513" y="500"/>
                    <a:pt x="575" y="37"/>
                    <a:pt x="276" y="13"/>
                  </a:cubicBezTo>
                  <a:cubicBezTo>
                    <a:pt x="201" y="0"/>
                    <a:pt x="188" y="125"/>
                    <a:pt x="263" y="137"/>
                  </a:cubicBezTo>
                  <a:lnTo>
                    <a:pt x="301" y="150"/>
                  </a:lnTo>
                  <a:cubicBezTo>
                    <a:pt x="376" y="150"/>
                    <a:pt x="376" y="25"/>
                    <a:pt x="301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4" name="Google Shape;2424;p89"/>
            <p:cNvSpPr/>
            <p:nvPr/>
          </p:nvSpPr>
          <p:spPr>
            <a:xfrm>
              <a:off x="3796550" y="4276950"/>
              <a:ext cx="111875" cy="104375"/>
            </a:xfrm>
            <a:custGeom>
              <a:rect b="b" l="l" r="r" t="t"/>
              <a:pathLst>
                <a:path extrusionOk="0" h="4175" w="4475">
                  <a:moveTo>
                    <a:pt x="2675" y="3887"/>
                  </a:moveTo>
                  <a:cubicBezTo>
                    <a:pt x="1100" y="4074"/>
                    <a:pt x="1" y="2275"/>
                    <a:pt x="1150" y="1050"/>
                  </a:cubicBezTo>
                  <a:cubicBezTo>
                    <a:pt x="2025" y="113"/>
                    <a:pt x="3487" y="563"/>
                    <a:pt x="4399" y="1212"/>
                  </a:cubicBezTo>
                  <a:cubicBezTo>
                    <a:pt x="4424" y="1237"/>
                    <a:pt x="4474" y="1175"/>
                    <a:pt x="4437" y="1150"/>
                  </a:cubicBezTo>
                  <a:cubicBezTo>
                    <a:pt x="3425" y="213"/>
                    <a:pt x="1488" y="0"/>
                    <a:pt x="763" y="1375"/>
                  </a:cubicBezTo>
                  <a:cubicBezTo>
                    <a:pt x="51" y="2725"/>
                    <a:pt x="1225" y="4174"/>
                    <a:pt x="2675" y="3999"/>
                  </a:cubicBezTo>
                  <a:cubicBezTo>
                    <a:pt x="2737" y="3999"/>
                    <a:pt x="2737" y="3874"/>
                    <a:pt x="2675" y="38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5" name="Google Shape;2425;p89"/>
            <p:cNvSpPr/>
            <p:nvPr/>
          </p:nvSpPr>
          <p:spPr>
            <a:xfrm>
              <a:off x="3903400" y="4301950"/>
              <a:ext cx="263400" cy="146850"/>
            </a:xfrm>
            <a:custGeom>
              <a:rect b="b" l="l" r="r" t="t"/>
              <a:pathLst>
                <a:path extrusionOk="0" h="5874" w="10536">
                  <a:moveTo>
                    <a:pt x="26" y="75"/>
                  </a:moveTo>
                  <a:cubicBezTo>
                    <a:pt x="1338" y="1950"/>
                    <a:pt x="2537" y="4361"/>
                    <a:pt x="4862" y="5136"/>
                  </a:cubicBezTo>
                  <a:cubicBezTo>
                    <a:pt x="6586" y="5724"/>
                    <a:pt x="9073" y="5873"/>
                    <a:pt x="10510" y="4611"/>
                  </a:cubicBezTo>
                  <a:cubicBezTo>
                    <a:pt x="10535" y="4586"/>
                    <a:pt x="10510" y="4536"/>
                    <a:pt x="10473" y="4561"/>
                  </a:cubicBezTo>
                  <a:cubicBezTo>
                    <a:pt x="8848" y="5761"/>
                    <a:pt x="6074" y="5586"/>
                    <a:pt x="4324" y="4736"/>
                  </a:cubicBezTo>
                  <a:cubicBezTo>
                    <a:pt x="2412" y="3812"/>
                    <a:pt x="1300" y="1700"/>
                    <a:pt x="88" y="38"/>
                  </a:cubicBezTo>
                  <a:cubicBezTo>
                    <a:pt x="63" y="0"/>
                    <a:pt x="1" y="38"/>
                    <a:pt x="26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6" name="Google Shape;2426;p89"/>
            <p:cNvSpPr/>
            <p:nvPr/>
          </p:nvSpPr>
          <p:spPr>
            <a:xfrm>
              <a:off x="4099600" y="4324125"/>
              <a:ext cx="100300" cy="85000"/>
            </a:xfrm>
            <a:custGeom>
              <a:rect b="b" l="l" r="r" t="t"/>
              <a:pathLst>
                <a:path extrusionOk="0" h="3400" w="4012">
                  <a:moveTo>
                    <a:pt x="2925" y="3362"/>
                  </a:moveTo>
                  <a:cubicBezTo>
                    <a:pt x="3425" y="2500"/>
                    <a:pt x="3612" y="1312"/>
                    <a:pt x="2787" y="575"/>
                  </a:cubicBezTo>
                  <a:cubicBezTo>
                    <a:pt x="2312" y="150"/>
                    <a:pt x="1175" y="0"/>
                    <a:pt x="625" y="413"/>
                  </a:cubicBezTo>
                  <a:cubicBezTo>
                    <a:pt x="0" y="900"/>
                    <a:pt x="88" y="2050"/>
                    <a:pt x="813" y="2375"/>
                  </a:cubicBezTo>
                  <a:cubicBezTo>
                    <a:pt x="1263" y="2575"/>
                    <a:pt x="1775" y="2550"/>
                    <a:pt x="2187" y="2300"/>
                  </a:cubicBezTo>
                  <a:cubicBezTo>
                    <a:pt x="2837" y="1937"/>
                    <a:pt x="3237" y="975"/>
                    <a:pt x="3987" y="863"/>
                  </a:cubicBezTo>
                  <a:cubicBezTo>
                    <a:pt x="4012" y="863"/>
                    <a:pt x="3999" y="825"/>
                    <a:pt x="3987" y="825"/>
                  </a:cubicBezTo>
                  <a:cubicBezTo>
                    <a:pt x="3575" y="838"/>
                    <a:pt x="3337" y="1100"/>
                    <a:pt x="3062" y="1387"/>
                  </a:cubicBezTo>
                  <a:cubicBezTo>
                    <a:pt x="2787" y="1675"/>
                    <a:pt x="2500" y="2050"/>
                    <a:pt x="2137" y="2200"/>
                  </a:cubicBezTo>
                  <a:cubicBezTo>
                    <a:pt x="1275" y="2575"/>
                    <a:pt x="288" y="2325"/>
                    <a:pt x="425" y="1200"/>
                  </a:cubicBezTo>
                  <a:cubicBezTo>
                    <a:pt x="350" y="850"/>
                    <a:pt x="488" y="638"/>
                    <a:pt x="838" y="550"/>
                  </a:cubicBezTo>
                  <a:cubicBezTo>
                    <a:pt x="913" y="425"/>
                    <a:pt x="1050" y="338"/>
                    <a:pt x="1213" y="338"/>
                  </a:cubicBezTo>
                  <a:cubicBezTo>
                    <a:pt x="1275" y="338"/>
                    <a:pt x="1325" y="338"/>
                    <a:pt x="1388" y="338"/>
                  </a:cubicBezTo>
                  <a:cubicBezTo>
                    <a:pt x="1650" y="313"/>
                    <a:pt x="1900" y="325"/>
                    <a:pt x="2150" y="375"/>
                  </a:cubicBezTo>
                  <a:cubicBezTo>
                    <a:pt x="3525" y="713"/>
                    <a:pt x="3387" y="2375"/>
                    <a:pt x="2850" y="3312"/>
                  </a:cubicBezTo>
                  <a:cubicBezTo>
                    <a:pt x="2825" y="3362"/>
                    <a:pt x="2900" y="3399"/>
                    <a:pt x="2925" y="33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7" name="Google Shape;2427;p89"/>
            <p:cNvSpPr/>
            <p:nvPr/>
          </p:nvSpPr>
          <p:spPr>
            <a:xfrm>
              <a:off x="4206450" y="4341000"/>
              <a:ext cx="55325" cy="13450"/>
            </a:xfrm>
            <a:custGeom>
              <a:rect b="b" l="l" r="r" t="t"/>
              <a:pathLst>
                <a:path extrusionOk="0" h="538" w="2213">
                  <a:moveTo>
                    <a:pt x="50" y="150"/>
                  </a:moveTo>
                  <a:cubicBezTo>
                    <a:pt x="838" y="75"/>
                    <a:pt x="1437" y="300"/>
                    <a:pt x="2162" y="525"/>
                  </a:cubicBezTo>
                  <a:cubicBezTo>
                    <a:pt x="2200" y="537"/>
                    <a:pt x="2212" y="488"/>
                    <a:pt x="2187" y="475"/>
                  </a:cubicBezTo>
                  <a:cubicBezTo>
                    <a:pt x="1600" y="50"/>
                    <a:pt x="750" y="0"/>
                    <a:pt x="50" y="75"/>
                  </a:cubicBezTo>
                  <a:cubicBezTo>
                    <a:pt x="0" y="75"/>
                    <a:pt x="0" y="150"/>
                    <a:pt x="50" y="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8" name="Google Shape;2428;p89"/>
            <p:cNvSpPr/>
            <p:nvPr/>
          </p:nvSpPr>
          <p:spPr>
            <a:xfrm>
              <a:off x="3933700" y="4288500"/>
              <a:ext cx="82500" cy="96575"/>
            </a:xfrm>
            <a:custGeom>
              <a:rect b="b" l="l" r="r" t="t"/>
              <a:pathLst>
                <a:path extrusionOk="0" h="3863" w="3300">
                  <a:moveTo>
                    <a:pt x="1100" y="3787"/>
                  </a:moveTo>
                  <a:cubicBezTo>
                    <a:pt x="576" y="3125"/>
                    <a:pt x="113" y="2300"/>
                    <a:pt x="363" y="1413"/>
                  </a:cubicBezTo>
                  <a:cubicBezTo>
                    <a:pt x="501" y="950"/>
                    <a:pt x="813" y="563"/>
                    <a:pt x="1250" y="363"/>
                  </a:cubicBezTo>
                  <a:cubicBezTo>
                    <a:pt x="1525" y="201"/>
                    <a:pt x="1838" y="126"/>
                    <a:pt x="2163" y="126"/>
                  </a:cubicBezTo>
                  <a:cubicBezTo>
                    <a:pt x="2887" y="138"/>
                    <a:pt x="3037" y="563"/>
                    <a:pt x="2613" y="1388"/>
                  </a:cubicBezTo>
                  <a:cubicBezTo>
                    <a:pt x="2588" y="1350"/>
                    <a:pt x="2513" y="1388"/>
                    <a:pt x="2550" y="1438"/>
                  </a:cubicBezTo>
                  <a:cubicBezTo>
                    <a:pt x="2837" y="1800"/>
                    <a:pt x="3175" y="1388"/>
                    <a:pt x="3212" y="1050"/>
                  </a:cubicBezTo>
                  <a:cubicBezTo>
                    <a:pt x="3300" y="376"/>
                    <a:pt x="2625" y="1"/>
                    <a:pt x="2038" y="26"/>
                  </a:cubicBezTo>
                  <a:cubicBezTo>
                    <a:pt x="1250" y="51"/>
                    <a:pt x="463" y="601"/>
                    <a:pt x="251" y="1388"/>
                  </a:cubicBezTo>
                  <a:cubicBezTo>
                    <a:pt x="1" y="2300"/>
                    <a:pt x="476" y="3162"/>
                    <a:pt x="1063" y="3837"/>
                  </a:cubicBezTo>
                  <a:cubicBezTo>
                    <a:pt x="1088" y="3862"/>
                    <a:pt x="1125" y="3825"/>
                    <a:pt x="1100" y="37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9" name="Google Shape;2429;p89"/>
            <p:cNvSpPr/>
            <p:nvPr/>
          </p:nvSpPr>
          <p:spPr>
            <a:xfrm>
              <a:off x="3920575" y="4246025"/>
              <a:ext cx="22850" cy="110925"/>
            </a:xfrm>
            <a:custGeom>
              <a:rect b="b" l="l" r="r" t="t"/>
              <a:pathLst>
                <a:path extrusionOk="0" h="4437" w="914">
                  <a:moveTo>
                    <a:pt x="876" y="4324"/>
                  </a:moveTo>
                  <a:cubicBezTo>
                    <a:pt x="26" y="3324"/>
                    <a:pt x="1" y="1187"/>
                    <a:pt x="588" y="63"/>
                  </a:cubicBezTo>
                  <a:cubicBezTo>
                    <a:pt x="588" y="25"/>
                    <a:pt x="551" y="0"/>
                    <a:pt x="526" y="25"/>
                  </a:cubicBezTo>
                  <a:cubicBezTo>
                    <a:pt x="1" y="712"/>
                    <a:pt x="88" y="1712"/>
                    <a:pt x="176" y="2512"/>
                  </a:cubicBezTo>
                  <a:cubicBezTo>
                    <a:pt x="251" y="3187"/>
                    <a:pt x="363" y="3862"/>
                    <a:pt x="826" y="4386"/>
                  </a:cubicBezTo>
                  <a:cubicBezTo>
                    <a:pt x="851" y="4436"/>
                    <a:pt x="913" y="4374"/>
                    <a:pt x="876" y="43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0" name="Google Shape;2430;p89"/>
            <p:cNvSpPr/>
            <p:nvPr/>
          </p:nvSpPr>
          <p:spPr>
            <a:xfrm>
              <a:off x="3930900" y="4234450"/>
              <a:ext cx="12200" cy="12225"/>
            </a:xfrm>
            <a:custGeom>
              <a:rect b="b" l="l" r="r" t="t"/>
              <a:pathLst>
                <a:path extrusionOk="0" h="489" w="488">
                  <a:moveTo>
                    <a:pt x="138" y="451"/>
                  </a:moveTo>
                  <a:cubicBezTo>
                    <a:pt x="225" y="488"/>
                    <a:pt x="325" y="476"/>
                    <a:pt x="400" y="401"/>
                  </a:cubicBezTo>
                  <a:cubicBezTo>
                    <a:pt x="463" y="338"/>
                    <a:pt x="488" y="251"/>
                    <a:pt x="463" y="163"/>
                  </a:cubicBezTo>
                  <a:cubicBezTo>
                    <a:pt x="463" y="126"/>
                    <a:pt x="450" y="101"/>
                    <a:pt x="425" y="76"/>
                  </a:cubicBezTo>
                  <a:cubicBezTo>
                    <a:pt x="400" y="51"/>
                    <a:pt x="363" y="26"/>
                    <a:pt x="325" y="26"/>
                  </a:cubicBezTo>
                  <a:cubicBezTo>
                    <a:pt x="200" y="1"/>
                    <a:pt x="75" y="76"/>
                    <a:pt x="25" y="188"/>
                  </a:cubicBezTo>
                  <a:cubicBezTo>
                    <a:pt x="0" y="313"/>
                    <a:pt x="113" y="438"/>
                    <a:pt x="238" y="4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1" name="Google Shape;2431;p89"/>
            <p:cNvSpPr/>
            <p:nvPr/>
          </p:nvSpPr>
          <p:spPr>
            <a:xfrm>
              <a:off x="3926825" y="4232575"/>
              <a:ext cx="18475" cy="15975"/>
            </a:xfrm>
            <a:custGeom>
              <a:rect b="b" l="l" r="r" t="t"/>
              <a:pathLst>
                <a:path extrusionOk="0" h="639" w="739">
                  <a:moveTo>
                    <a:pt x="276" y="588"/>
                  </a:moveTo>
                  <a:cubicBezTo>
                    <a:pt x="451" y="638"/>
                    <a:pt x="626" y="551"/>
                    <a:pt x="676" y="376"/>
                  </a:cubicBezTo>
                  <a:cubicBezTo>
                    <a:pt x="738" y="238"/>
                    <a:pt x="651" y="76"/>
                    <a:pt x="488" y="51"/>
                  </a:cubicBezTo>
                  <a:cubicBezTo>
                    <a:pt x="88" y="1"/>
                    <a:pt x="1" y="563"/>
                    <a:pt x="401" y="563"/>
                  </a:cubicBezTo>
                  <a:cubicBezTo>
                    <a:pt x="451" y="563"/>
                    <a:pt x="463" y="488"/>
                    <a:pt x="413" y="476"/>
                  </a:cubicBezTo>
                  <a:cubicBezTo>
                    <a:pt x="301" y="151"/>
                    <a:pt x="313" y="76"/>
                    <a:pt x="476" y="263"/>
                  </a:cubicBezTo>
                  <a:cubicBezTo>
                    <a:pt x="651" y="363"/>
                    <a:pt x="588" y="438"/>
                    <a:pt x="313" y="463"/>
                  </a:cubicBezTo>
                  <a:cubicBezTo>
                    <a:pt x="238" y="438"/>
                    <a:pt x="201" y="563"/>
                    <a:pt x="276" y="5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2" name="Google Shape;2432;p89"/>
            <p:cNvSpPr/>
            <p:nvPr/>
          </p:nvSpPr>
          <p:spPr>
            <a:xfrm>
              <a:off x="4169275" y="4411600"/>
              <a:ext cx="2825" cy="3150"/>
            </a:xfrm>
            <a:custGeom>
              <a:rect b="b" l="l" r="r" t="t"/>
              <a:pathLst>
                <a:path extrusionOk="0" h="126" w="113">
                  <a:moveTo>
                    <a:pt x="88" y="63"/>
                  </a:moveTo>
                  <a:cubicBezTo>
                    <a:pt x="88" y="50"/>
                    <a:pt x="88" y="38"/>
                    <a:pt x="88" y="25"/>
                  </a:cubicBezTo>
                  <a:cubicBezTo>
                    <a:pt x="75" y="0"/>
                    <a:pt x="38" y="0"/>
                    <a:pt x="25" y="25"/>
                  </a:cubicBezTo>
                  <a:lnTo>
                    <a:pt x="13" y="63"/>
                  </a:lnTo>
                  <a:cubicBezTo>
                    <a:pt x="0" y="125"/>
                    <a:pt x="113" y="125"/>
                    <a:pt x="88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3" name="Google Shape;2433;p89"/>
            <p:cNvSpPr/>
            <p:nvPr/>
          </p:nvSpPr>
          <p:spPr>
            <a:xfrm>
              <a:off x="4259250" y="4353500"/>
              <a:ext cx="41875" cy="17825"/>
            </a:xfrm>
            <a:custGeom>
              <a:rect b="b" l="l" r="r" t="t"/>
              <a:pathLst>
                <a:path extrusionOk="0" h="713" w="1675">
                  <a:moveTo>
                    <a:pt x="25" y="100"/>
                  </a:moveTo>
                  <a:cubicBezTo>
                    <a:pt x="213" y="625"/>
                    <a:pt x="1175" y="712"/>
                    <a:pt x="1625" y="562"/>
                  </a:cubicBezTo>
                  <a:cubicBezTo>
                    <a:pt x="1675" y="550"/>
                    <a:pt x="1675" y="462"/>
                    <a:pt x="1612" y="462"/>
                  </a:cubicBezTo>
                  <a:cubicBezTo>
                    <a:pt x="1375" y="512"/>
                    <a:pt x="1125" y="512"/>
                    <a:pt x="875" y="475"/>
                  </a:cubicBezTo>
                  <a:cubicBezTo>
                    <a:pt x="650" y="425"/>
                    <a:pt x="225" y="325"/>
                    <a:pt x="125" y="62"/>
                  </a:cubicBezTo>
                  <a:cubicBezTo>
                    <a:pt x="100" y="0"/>
                    <a:pt x="0" y="25"/>
                    <a:pt x="25" y="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4" name="Google Shape;2434;p89"/>
            <p:cNvSpPr/>
            <p:nvPr/>
          </p:nvSpPr>
          <p:spPr>
            <a:xfrm>
              <a:off x="4259250" y="4349125"/>
              <a:ext cx="42200" cy="19700"/>
            </a:xfrm>
            <a:custGeom>
              <a:rect b="b" l="l" r="r" t="t"/>
              <a:pathLst>
                <a:path extrusionOk="0" h="788" w="1688">
                  <a:moveTo>
                    <a:pt x="1650" y="675"/>
                  </a:moveTo>
                  <a:cubicBezTo>
                    <a:pt x="1287" y="312"/>
                    <a:pt x="575" y="0"/>
                    <a:pt x="63" y="138"/>
                  </a:cubicBezTo>
                  <a:cubicBezTo>
                    <a:pt x="0" y="163"/>
                    <a:pt x="25" y="237"/>
                    <a:pt x="88" y="237"/>
                  </a:cubicBezTo>
                  <a:cubicBezTo>
                    <a:pt x="638" y="175"/>
                    <a:pt x="1175" y="362"/>
                    <a:pt x="1587" y="737"/>
                  </a:cubicBezTo>
                  <a:cubicBezTo>
                    <a:pt x="1625" y="787"/>
                    <a:pt x="1687" y="712"/>
                    <a:pt x="1650" y="6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5" name="Google Shape;2435;p89"/>
            <p:cNvSpPr/>
            <p:nvPr/>
          </p:nvSpPr>
          <p:spPr>
            <a:xfrm>
              <a:off x="4198950" y="4314750"/>
              <a:ext cx="33150" cy="30025"/>
            </a:xfrm>
            <a:custGeom>
              <a:rect b="b" l="l" r="r" t="t"/>
              <a:pathLst>
                <a:path extrusionOk="0" h="1201" w="1326">
                  <a:moveTo>
                    <a:pt x="50" y="1188"/>
                  </a:moveTo>
                  <a:cubicBezTo>
                    <a:pt x="400" y="1200"/>
                    <a:pt x="663" y="1025"/>
                    <a:pt x="925" y="825"/>
                  </a:cubicBezTo>
                  <a:cubicBezTo>
                    <a:pt x="1175" y="638"/>
                    <a:pt x="1325" y="363"/>
                    <a:pt x="1325" y="50"/>
                  </a:cubicBezTo>
                  <a:cubicBezTo>
                    <a:pt x="1325" y="13"/>
                    <a:pt x="1263" y="0"/>
                    <a:pt x="1250" y="38"/>
                  </a:cubicBezTo>
                  <a:cubicBezTo>
                    <a:pt x="1238" y="325"/>
                    <a:pt x="1088" y="588"/>
                    <a:pt x="863" y="763"/>
                  </a:cubicBezTo>
                  <a:cubicBezTo>
                    <a:pt x="625" y="950"/>
                    <a:pt x="375" y="1125"/>
                    <a:pt x="50" y="1113"/>
                  </a:cubicBezTo>
                  <a:cubicBezTo>
                    <a:pt x="0" y="1113"/>
                    <a:pt x="0" y="1188"/>
                    <a:pt x="50" y="1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6" name="Google Shape;2436;p89"/>
            <p:cNvSpPr/>
            <p:nvPr/>
          </p:nvSpPr>
          <p:spPr>
            <a:xfrm>
              <a:off x="4199575" y="4315050"/>
              <a:ext cx="33150" cy="29100"/>
            </a:xfrm>
            <a:custGeom>
              <a:rect b="b" l="l" r="r" t="t"/>
              <a:pathLst>
                <a:path extrusionOk="0" h="1164" w="1326">
                  <a:moveTo>
                    <a:pt x="1250" y="1"/>
                  </a:moveTo>
                  <a:cubicBezTo>
                    <a:pt x="700" y="88"/>
                    <a:pt x="113" y="488"/>
                    <a:pt x="0" y="1076"/>
                  </a:cubicBezTo>
                  <a:cubicBezTo>
                    <a:pt x="0" y="1138"/>
                    <a:pt x="75" y="1163"/>
                    <a:pt x="113" y="1113"/>
                  </a:cubicBezTo>
                  <a:cubicBezTo>
                    <a:pt x="250" y="876"/>
                    <a:pt x="300" y="651"/>
                    <a:pt x="538" y="463"/>
                  </a:cubicBezTo>
                  <a:cubicBezTo>
                    <a:pt x="763" y="288"/>
                    <a:pt x="1013" y="163"/>
                    <a:pt x="1275" y="76"/>
                  </a:cubicBezTo>
                  <a:cubicBezTo>
                    <a:pt x="1325" y="63"/>
                    <a:pt x="1300" y="1"/>
                    <a:pt x="12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7" name="Google Shape;2437;p89"/>
            <p:cNvSpPr/>
            <p:nvPr/>
          </p:nvSpPr>
          <p:spPr>
            <a:xfrm>
              <a:off x="3891225" y="4250400"/>
              <a:ext cx="38450" cy="86550"/>
            </a:xfrm>
            <a:custGeom>
              <a:rect b="b" l="l" r="r" t="t"/>
              <a:pathLst>
                <a:path extrusionOk="0" h="3462" w="1538">
                  <a:moveTo>
                    <a:pt x="1512" y="3387"/>
                  </a:moveTo>
                  <a:cubicBezTo>
                    <a:pt x="800" y="2399"/>
                    <a:pt x="325" y="1262"/>
                    <a:pt x="100" y="63"/>
                  </a:cubicBezTo>
                  <a:cubicBezTo>
                    <a:pt x="88" y="0"/>
                    <a:pt x="0" y="25"/>
                    <a:pt x="13" y="88"/>
                  </a:cubicBezTo>
                  <a:cubicBezTo>
                    <a:pt x="225" y="1300"/>
                    <a:pt x="712" y="2437"/>
                    <a:pt x="1450" y="3424"/>
                  </a:cubicBezTo>
                  <a:cubicBezTo>
                    <a:pt x="1475" y="3462"/>
                    <a:pt x="1537" y="3424"/>
                    <a:pt x="1512" y="33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8" name="Google Shape;2438;p89"/>
            <p:cNvSpPr/>
            <p:nvPr/>
          </p:nvSpPr>
          <p:spPr>
            <a:xfrm>
              <a:off x="3880900" y="4236650"/>
              <a:ext cx="17850" cy="16275"/>
            </a:xfrm>
            <a:custGeom>
              <a:rect b="b" l="l" r="r" t="t"/>
              <a:pathLst>
                <a:path extrusionOk="0" h="651" w="714">
                  <a:moveTo>
                    <a:pt x="526" y="563"/>
                  </a:moveTo>
                  <a:cubicBezTo>
                    <a:pt x="713" y="350"/>
                    <a:pt x="488" y="0"/>
                    <a:pt x="238" y="200"/>
                  </a:cubicBezTo>
                  <a:cubicBezTo>
                    <a:pt x="1" y="400"/>
                    <a:pt x="338" y="650"/>
                    <a:pt x="551" y="550"/>
                  </a:cubicBezTo>
                  <a:cubicBezTo>
                    <a:pt x="588" y="538"/>
                    <a:pt x="576" y="475"/>
                    <a:pt x="538" y="475"/>
                  </a:cubicBezTo>
                  <a:cubicBezTo>
                    <a:pt x="501" y="475"/>
                    <a:pt x="463" y="475"/>
                    <a:pt x="426" y="475"/>
                  </a:cubicBezTo>
                  <a:cubicBezTo>
                    <a:pt x="338" y="463"/>
                    <a:pt x="351" y="475"/>
                    <a:pt x="463" y="500"/>
                  </a:cubicBezTo>
                  <a:cubicBezTo>
                    <a:pt x="426" y="538"/>
                    <a:pt x="488" y="600"/>
                    <a:pt x="526" y="5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9" name="Google Shape;2439;p89"/>
            <p:cNvSpPr/>
            <p:nvPr/>
          </p:nvSpPr>
          <p:spPr>
            <a:xfrm>
              <a:off x="3936525" y="4266325"/>
              <a:ext cx="30625" cy="82200"/>
            </a:xfrm>
            <a:custGeom>
              <a:rect b="b" l="l" r="r" t="t"/>
              <a:pathLst>
                <a:path extrusionOk="0" h="3288" w="1225">
                  <a:moveTo>
                    <a:pt x="225" y="3225"/>
                  </a:moveTo>
                  <a:cubicBezTo>
                    <a:pt x="88" y="2012"/>
                    <a:pt x="413" y="1013"/>
                    <a:pt x="1200" y="75"/>
                  </a:cubicBezTo>
                  <a:cubicBezTo>
                    <a:pt x="1225" y="50"/>
                    <a:pt x="1175" y="0"/>
                    <a:pt x="1150" y="38"/>
                  </a:cubicBezTo>
                  <a:cubicBezTo>
                    <a:pt x="213" y="763"/>
                    <a:pt x="0" y="2125"/>
                    <a:pt x="125" y="3225"/>
                  </a:cubicBezTo>
                  <a:cubicBezTo>
                    <a:pt x="138" y="3287"/>
                    <a:pt x="225" y="3287"/>
                    <a:pt x="225" y="3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0" name="Google Shape;2440;p89"/>
            <p:cNvSpPr/>
            <p:nvPr/>
          </p:nvSpPr>
          <p:spPr>
            <a:xfrm>
              <a:off x="3963700" y="4258200"/>
              <a:ext cx="13450" cy="13775"/>
            </a:xfrm>
            <a:custGeom>
              <a:rect b="b" l="l" r="r" t="t"/>
              <a:pathLst>
                <a:path extrusionOk="0" h="551" w="538">
                  <a:moveTo>
                    <a:pt x="475" y="288"/>
                  </a:moveTo>
                  <a:cubicBezTo>
                    <a:pt x="538" y="38"/>
                    <a:pt x="13" y="1"/>
                    <a:pt x="25" y="263"/>
                  </a:cubicBezTo>
                  <a:cubicBezTo>
                    <a:pt x="0" y="550"/>
                    <a:pt x="425" y="525"/>
                    <a:pt x="425" y="238"/>
                  </a:cubicBezTo>
                  <a:cubicBezTo>
                    <a:pt x="425" y="200"/>
                    <a:pt x="375" y="188"/>
                    <a:pt x="363" y="225"/>
                  </a:cubicBezTo>
                  <a:cubicBezTo>
                    <a:pt x="300" y="275"/>
                    <a:pt x="313" y="300"/>
                    <a:pt x="413" y="300"/>
                  </a:cubicBezTo>
                  <a:cubicBezTo>
                    <a:pt x="413" y="338"/>
                    <a:pt x="475" y="338"/>
                    <a:pt x="475" y="3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1" name="Google Shape;2441;p89"/>
            <p:cNvSpPr/>
            <p:nvPr/>
          </p:nvSpPr>
          <p:spPr>
            <a:xfrm>
              <a:off x="4139900" y="4371600"/>
              <a:ext cx="237775" cy="60325"/>
            </a:xfrm>
            <a:custGeom>
              <a:rect b="b" l="l" r="r" t="t"/>
              <a:pathLst>
                <a:path extrusionOk="0" h="2413" w="9511">
                  <a:moveTo>
                    <a:pt x="63" y="2400"/>
                  </a:moveTo>
                  <a:cubicBezTo>
                    <a:pt x="3375" y="1151"/>
                    <a:pt x="6061" y="1"/>
                    <a:pt x="9386" y="2038"/>
                  </a:cubicBezTo>
                  <a:cubicBezTo>
                    <a:pt x="9448" y="2075"/>
                    <a:pt x="9511" y="1975"/>
                    <a:pt x="9448" y="1938"/>
                  </a:cubicBezTo>
                  <a:cubicBezTo>
                    <a:pt x="8023" y="988"/>
                    <a:pt x="6761" y="588"/>
                    <a:pt x="5049" y="751"/>
                  </a:cubicBezTo>
                  <a:cubicBezTo>
                    <a:pt x="3125" y="938"/>
                    <a:pt x="1825" y="1650"/>
                    <a:pt x="38" y="2338"/>
                  </a:cubicBezTo>
                  <a:cubicBezTo>
                    <a:pt x="1" y="2350"/>
                    <a:pt x="26" y="2413"/>
                    <a:pt x="63" y="24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2" name="Google Shape;2442;p89"/>
            <p:cNvSpPr/>
            <p:nvPr/>
          </p:nvSpPr>
          <p:spPr>
            <a:xfrm>
              <a:off x="3860600" y="4327550"/>
              <a:ext cx="31900" cy="49700"/>
            </a:xfrm>
            <a:custGeom>
              <a:rect b="b" l="l" r="r" t="t"/>
              <a:pathLst>
                <a:path extrusionOk="0" h="1988" w="1276">
                  <a:moveTo>
                    <a:pt x="63" y="1975"/>
                  </a:moveTo>
                  <a:cubicBezTo>
                    <a:pt x="625" y="1875"/>
                    <a:pt x="1163" y="1538"/>
                    <a:pt x="1225" y="926"/>
                  </a:cubicBezTo>
                  <a:cubicBezTo>
                    <a:pt x="1275" y="438"/>
                    <a:pt x="900" y="13"/>
                    <a:pt x="413" y="1"/>
                  </a:cubicBezTo>
                  <a:cubicBezTo>
                    <a:pt x="338" y="1"/>
                    <a:pt x="338" y="113"/>
                    <a:pt x="413" y="113"/>
                  </a:cubicBezTo>
                  <a:cubicBezTo>
                    <a:pt x="988" y="138"/>
                    <a:pt x="1263" y="713"/>
                    <a:pt x="1038" y="1213"/>
                  </a:cubicBezTo>
                  <a:cubicBezTo>
                    <a:pt x="850" y="1613"/>
                    <a:pt x="463" y="1825"/>
                    <a:pt x="38" y="1913"/>
                  </a:cubicBezTo>
                  <a:cubicBezTo>
                    <a:pt x="0" y="1925"/>
                    <a:pt x="25" y="1988"/>
                    <a:pt x="63" y="19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3" name="Google Shape;2443;p89"/>
            <p:cNvSpPr/>
            <p:nvPr/>
          </p:nvSpPr>
          <p:spPr>
            <a:xfrm>
              <a:off x="4075225" y="4370975"/>
              <a:ext cx="62825" cy="31575"/>
            </a:xfrm>
            <a:custGeom>
              <a:rect b="b" l="l" r="r" t="t"/>
              <a:pathLst>
                <a:path extrusionOk="0" h="1263" w="2513">
                  <a:moveTo>
                    <a:pt x="2450" y="526"/>
                  </a:moveTo>
                  <a:cubicBezTo>
                    <a:pt x="1825" y="551"/>
                    <a:pt x="1338" y="1"/>
                    <a:pt x="701" y="213"/>
                  </a:cubicBezTo>
                  <a:cubicBezTo>
                    <a:pt x="276" y="363"/>
                    <a:pt x="1" y="763"/>
                    <a:pt x="26" y="1213"/>
                  </a:cubicBezTo>
                  <a:cubicBezTo>
                    <a:pt x="26" y="1250"/>
                    <a:pt x="88" y="1263"/>
                    <a:pt x="88" y="1213"/>
                  </a:cubicBezTo>
                  <a:cubicBezTo>
                    <a:pt x="201" y="426"/>
                    <a:pt x="888" y="126"/>
                    <a:pt x="1588" y="413"/>
                  </a:cubicBezTo>
                  <a:cubicBezTo>
                    <a:pt x="1850" y="551"/>
                    <a:pt x="2150" y="626"/>
                    <a:pt x="2450" y="613"/>
                  </a:cubicBezTo>
                  <a:cubicBezTo>
                    <a:pt x="2513" y="613"/>
                    <a:pt x="2513" y="526"/>
                    <a:pt x="2450" y="5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4" name="Google Shape;2444;p89"/>
            <p:cNvSpPr/>
            <p:nvPr/>
          </p:nvSpPr>
          <p:spPr>
            <a:xfrm>
              <a:off x="4073975" y="4396300"/>
              <a:ext cx="30950" cy="21575"/>
            </a:xfrm>
            <a:custGeom>
              <a:rect b="b" l="l" r="r" t="t"/>
              <a:pathLst>
                <a:path extrusionOk="0" h="863" w="1238">
                  <a:moveTo>
                    <a:pt x="113" y="50"/>
                  </a:moveTo>
                  <a:cubicBezTo>
                    <a:pt x="1" y="337"/>
                    <a:pt x="176" y="587"/>
                    <a:pt x="451" y="700"/>
                  </a:cubicBezTo>
                  <a:cubicBezTo>
                    <a:pt x="676" y="787"/>
                    <a:pt x="1075" y="862"/>
                    <a:pt x="1225" y="612"/>
                  </a:cubicBezTo>
                  <a:cubicBezTo>
                    <a:pt x="1238" y="587"/>
                    <a:pt x="1200" y="550"/>
                    <a:pt x="1175" y="575"/>
                  </a:cubicBezTo>
                  <a:cubicBezTo>
                    <a:pt x="851" y="825"/>
                    <a:pt x="1" y="587"/>
                    <a:pt x="188" y="63"/>
                  </a:cubicBezTo>
                  <a:cubicBezTo>
                    <a:pt x="201" y="25"/>
                    <a:pt x="138" y="0"/>
                    <a:pt x="113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5" name="Google Shape;2445;p89"/>
            <p:cNvSpPr/>
            <p:nvPr/>
          </p:nvSpPr>
          <p:spPr>
            <a:xfrm>
              <a:off x="3834050" y="4258825"/>
              <a:ext cx="81250" cy="56250"/>
            </a:xfrm>
            <a:custGeom>
              <a:rect b="b" l="l" r="r" t="t"/>
              <a:pathLst>
                <a:path extrusionOk="0" h="2250" w="3250">
                  <a:moveTo>
                    <a:pt x="3224" y="2162"/>
                  </a:moveTo>
                  <a:cubicBezTo>
                    <a:pt x="2437" y="1200"/>
                    <a:pt x="1462" y="0"/>
                    <a:pt x="63" y="288"/>
                  </a:cubicBezTo>
                  <a:cubicBezTo>
                    <a:pt x="0" y="300"/>
                    <a:pt x="25" y="375"/>
                    <a:pt x="88" y="375"/>
                  </a:cubicBezTo>
                  <a:cubicBezTo>
                    <a:pt x="1475" y="188"/>
                    <a:pt x="2362" y="1263"/>
                    <a:pt x="3162" y="2200"/>
                  </a:cubicBezTo>
                  <a:cubicBezTo>
                    <a:pt x="3199" y="2250"/>
                    <a:pt x="3249" y="2187"/>
                    <a:pt x="3224" y="2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6" name="Google Shape;2446;p89"/>
            <p:cNvSpPr/>
            <p:nvPr/>
          </p:nvSpPr>
          <p:spPr>
            <a:xfrm>
              <a:off x="4063350" y="4351000"/>
              <a:ext cx="31275" cy="15325"/>
            </a:xfrm>
            <a:custGeom>
              <a:rect b="b" l="l" r="r" t="t"/>
              <a:pathLst>
                <a:path extrusionOk="0" h="613" w="1251">
                  <a:moveTo>
                    <a:pt x="1188" y="500"/>
                  </a:moveTo>
                  <a:cubicBezTo>
                    <a:pt x="776" y="487"/>
                    <a:pt x="401" y="312"/>
                    <a:pt x="113" y="38"/>
                  </a:cubicBezTo>
                  <a:cubicBezTo>
                    <a:pt x="63" y="0"/>
                    <a:pt x="1" y="38"/>
                    <a:pt x="38" y="88"/>
                  </a:cubicBezTo>
                  <a:cubicBezTo>
                    <a:pt x="163" y="250"/>
                    <a:pt x="338" y="375"/>
                    <a:pt x="538" y="450"/>
                  </a:cubicBezTo>
                  <a:cubicBezTo>
                    <a:pt x="738" y="562"/>
                    <a:pt x="963" y="612"/>
                    <a:pt x="1188" y="587"/>
                  </a:cubicBezTo>
                  <a:cubicBezTo>
                    <a:pt x="1238" y="587"/>
                    <a:pt x="1251" y="500"/>
                    <a:pt x="1188" y="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7" name="Google Shape;2447;p89"/>
            <p:cNvSpPr/>
            <p:nvPr/>
          </p:nvSpPr>
          <p:spPr>
            <a:xfrm>
              <a:off x="4063350" y="4344750"/>
              <a:ext cx="34075" cy="21875"/>
            </a:xfrm>
            <a:custGeom>
              <a:rect b="b" l="l" r="r" t="t"/>
              <a:pathLst>
                <a:path extrusionOk="0" h="875" w="1363">
                  <a:moveTo>
                    <a:pt x="101" y="325"/>
                  </a:moveTo>
                  <a:cubicBezTo>
                    <a:pt x="538" y="125"/>
                    <a:pt x="1051" y="412"/>
                    <a:pt x="1251" y="825"/>
                  </a:cubicBezTo>
                  <a:cubicBezTo>
                    <a:pt x="1276" y="875"/>
                    <a:pt x="1363" y="837"/>
                    <a:pt x="1350" y="787"/>
                  </a:cubicBezTo>
                  <a:cubicBezTo>
                    <a:pt x="1138" y="300"/>
                    <a:pt x="538" y="0"/>
                    <a:pt x="51" y="250"/>
                  </a:cubicBezTo>
                  <a:cubicBezTo>
                    <a:pt x="1" y="275"/>
                    <a:pt x="51" y="350"/>
                    <a:pt x="101" y="3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8" name="Google Shape;2448;p89"/>
            <p:cNvSpPr/>
            <p:nvPr/>
          </p:nvSpPr>
          <p:spPr>
            <a:xfrm>
              <a:off x="4299550" y="4347550"/>
              <a:ext cx="132475" cy="60000"/>
            </a:xfrm>
            <a:custGeom>
              <a:rect b="b" l="l" r="r" t="t"/>
              <a:pathLst>
                <a:path extrusionOk="0" h="2400" w="5299">
                  <a:moveTo>
                    <a:pt x="50" y="1825"/>
                  </a:moveTo>
                  <a:cubicBezTo>
                    <a:pt x="1650" y="2138"/>
                    <a:pt x="5074" y="2400"/>
                    <a:pt x="5299" y="51"/>
                  </a:cubicBezTo>
                  <a:cubicBezTo>
                    <a:pt x="5299" y="1"/>
                    <a:pt x="5224" y="13"/>
                    <a:pt x="5224" y="51"/>
                  </a:cubicBezTo>
                  <a:cubicBezTo>
                    <a:pt x="4924" y="2337"/>
                    <a:pt x="1612" y="2038"/>
                    <a:pt x="63" y="1750"/>
                  </a:cubicBezTo>
                  <a:cubicBezTo>
                    <a:pt x="25" y="1738"/>
                    <a:pt x="0" y="1813"/>
                    <a:pt x="50" y="18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9" name="Google Shape;2449;p89"/>
            <p:cNvSpPr/>
            <p:nvPr/>
          </p:nvSpPr>
          <p:spPr>
            <a:xfrm>
              <a:off x="4363900" y="4310050"/>
              <a:ext cx="61575" cy="65325"/>
            </a:xfrm>
            <a:custGeom>
              <a:rect b="b" l="l" r="r" t="t"/>
              <a:pathLst>
                <a:path extrusionOk="0" h="2613" w="2463">
                  <a:moveTo>
                    <a:pt x="1500" y="2588"/>
                  </a:moveTo>
                  <a:cubicBezTo>
                    <a:pt x="2175" y="2263"/>
                    <a:pt x="2463" y="1426"/>
                    <a:pt x="2013" y="788"/>
                  </a:cubicBezTo>
                  <a:cubicBezTo>
                    <a:pt x="1600" y="201"/>
                    <a:pt x="538" y="1"/>
                    <a:pt x="38" y="588"/>
                  </a:cubicBezTo>
                  <a:cubicBezTo>
                    <a:pt x="1" y="638"/>
                    <a:pt x="63" y="713"/>
                    <a:pt x="113" y="663"/>
                  </a:cubicBezTo>
                  <a:cubicBezTo>
                    <a:pt x="588" y="138"/>
                    <a:pt x="1550" y="301"/>
                    <a:pt x="1925" y="851"/>
                  </a:cubicBezTo>
                  <a:cubicBezTo>
                    <a:pt x="2338" y="1438"/>
                    <a:pt x="2113" y="2238"/>
                    <a:pt x="1463" y="2538"/>
                  </a:cubicBezTo>
                  <a:cubicBezTo>
                    <a:pt x="1425" y="2550"/>
                    <a:pt x="1463" y="2613"/>
                    <a:pt x="1488" y="25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0" name="Google Shape;2450;p89"/>
            <p:cNvSpPr/>
            <p:nvPr/>
          </p:nvSpPr>
          <p:spPr>
            <a:xfrm>
              <a:off x="4353900" y="4321000"/>
              <a:ext cx="35950" cy="46575"/>
            </a:xfrm>
            <a:custGeom>
              <a:rect b="b" l="l" r="r" t="t"/>
              <a:pathLst>
                <a:path extrusionOk="0" h="1863" w="1438">
                  <a:moveTo>
                    <a:pt x="688" y="13"/>
                  </a:moveTo>
                  <a:cubicBezTo>
                    <a:pt x="226" y="188"/>
                    <a:pt x="1" y="725"/>
                    <a:pt x="201" y="1188"/>
                  </a:cubicBezTo>
                  <a:cubicBezTo>
                    <a:pt x="401" y="1650"/>
                    <a:pt x="938" y="1862"/>
                    <a:pt x="1388" y="1662"/>
                  </a:cubicBezTo>
                  <a:cubicBezTo>
                    <a:pt x="1438" y="1637"/>
                    <a:pt x="1400" y="1562"/>
                    <a:pt x="1363" y="1575"/>
                  </a:cubicBezTo>
                  <a:cubicBezTo>
                    <a:pt x="938" y="1700"/>
                    <a:pt x="476" y="1575"/>
                    <a:pt x="301" y="1150"/>
                  </a:cubicBezTo>
                  <a:cubicBezTo>
                    <a:pt x="138" y="725"/>
                    <a:pt x="326" y="263"/>
                    <a:pt x="726" y="75"/>
                  </a:cubicBezTo>
                  <a:cubicBezTo>
                    <a:pt x="763" y="50"/>
                    <a:pt x="726" y="0"/>
                    <a:pt x="688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1" name="Google Shape;2451;p89"/>
            <p:cNvSpPr/>
            <p:nvPr/>
          </p:nvSpPr>
          <p:spPr>
            <a:xfrm>
              <a:off x="4384200" y="4332875"/>
              <a:ext cx="17225" cy="30950"/>
            </a:xfrm>
            <a:custGeom>
              <a:rect b="b" l="l" r="r" t="t"/>
              <a:pathLst>
                <a:path extrusionOk="0" h="1238" w="689">
                  <a:moveTo>
                    <a:pt x="51" y="1200"/>
                  </a:moveTo>
                  <a:cubicBezTo>
                    <a:pt x="388" y="1237"/>
                    <a:pt x="626" y="862"/>
                    <a:pt x="626" y="550"/>
                  </a:cubicBezTo>
                  <a:cubicBezTo>
                    <a:pt x="613" y="238"/>
                    <a:pt x="351" y="0"/>
                    <a:pt x="63" y="113"/>
                  </a:cubicBezTo>
                  <a:cubicBezTo>
                    <a:pt x="1" y="138"/>
                    <a:pt x="26" y="225"/>
                    <a:pt x="76" y="200"/>
                  </a:cubicBezTo>
                  <a:cubicBezTo>
                    <a:pt x="688" y="13"/>
                    <a:pt x="638" y="1162"/>
                    <a:pt x="51" y="1125"/>
                  </a:cubicBezTo>
                  <a:cubicBezTo>
                    <a:pt x="1" y="1125"/>
                    <a:pt x="1" y="1200"/>
                    <a:pt x="51" y="12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2" name="Google Shape;2452;p89"/>
            <p:cNvSpPr/>
            <p:nvPr/>
          </p:nvSpPr>
          <p:spPr>
            <a:xfrm>
              <a:off x="4100225" y="4302575"/>
              <a:ext cx="55325" cy="71550"/>
            </a:xfrm>
            <a:custGeom>
              <a:rect b="b" l="l" r="r" t="t"/>
              <a:pathLst>
                <a:path extrusionOk="0" h="2862" w="2213">
                  <a:moveTo>
                    <a:pt x="463" y="2787"/>
                  </a:moveTo>
                  <a:cubicBezTo>
                    <a:pt x="113" y="1462"/>
                    <a:pt x="925" y="387"/>
                    <a:pt x="2175" y="63"/>
                  </a:cubicBezTo>
                  <a:cubicBezTo>
                    <a:pt x="2212" y="50"/>
                    <a:pt x="2200" y="0"/>
                    <a:pt x="2175" y="0"/>
                  </a:cubicBezTo>
                  <a:cubicBezTo>
                    <a:pt x="788" y="100"/>
                    <a:pt x="0" y="1537"/>
                    <a:pt x="388" y="2812"/>
                  </a:cubicBezTo>
                  <a:cubicBezTo>
                    <a:pt x="400" y="2862"/>
                    <a:pt x="488" y="2849"/>
                    <a:pt x="463" y="27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3" name="Google Shape;2453;p89"/>
            <p:cNvSpPr/>
            <p:nvPr/>
          </p:nvSpPr>
          <p:spPr>
            <a:xfrm>
              <a:off x="3701275" y="4276950"/>
              <a:ext cx="111850" cy="104375"/>
            </a:xfrm>
            <a:custGeom>
              <a:rect b="b" l="l" r="r" t="t"/>
              <a:pathLst>
                <a:path extrusionOk="0" h="4175" w="4474">
                  <a:moveTo>
                    <a:pt x="1812" y="3999"/>
                  </a:moveTo>
                  <a:cubicBezTo>
                    <a:pt x="3249" y="4174"/>
                    <a:pt x="4424" y="2737"/>
                    <a:pt x="3712" y="1387"/>
                  </a:cubicBezTo>
                  <a:cubicBezTo>
                    <a:pt x="2987" y="0"/>
                    <a:pt x="1050" y="213"/>
                    <a:pt x="38" y="1150"/>
                  </a:cubicBezTo>
                  <a:cubicBezTo>
                    <a:pt x="0" y="1187"/>
                    <a:pt x="50" y="1237"/>
                    <a:pt x="88" y="1212"/>
                  </a:cubicBezTo>
                  <a:cubicBezTo>
                    <a:pt x="987" y="563"/>
                    <a:pt x="2450" y="113"/>
                    <a:pt x="3337" y="1050"/>
                  </a:cubicBezTo>
                  <a:cubicBezTo>
                    <a:pt x="4474" y="2275"/>
                    <a:pt x="3387" y="4087"/>
                    <a:pt x="1812" y="3899"/>
                  </a:cubicBezTo>
                  <a:cubicBezTo>
                    <a:pt x="1737" y="3887"/>
                    <a:pt x="1737" y="3999"/>
                    <a:pt x="1812" y="39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4" name="Google Shape;2454;p89"/>
            <p:cNvSpPr/>
            <p:nvPr/>
          </p:nvSpPr>
          <p:spPr>
            <a:xfrm>
              <a:off x="3442900" y="4301950"/>
              <a:ext cx="263700" cy="146525"/>
            </a:xfrm>
            <a:custGeom>
              <a:rect b="b" l="l" r="r" t="t"/>
              <a:pathLst>
                <a:path extrusionOk="0" h="5861" w="10548">
                  <a:moveTo>
                    <a:pt x="10460" y="38"/>
                  </a:moveTo>
                  <a:cubicBezTo>
                    <a:pt x="9248" y="1712"/>
                    <a:pt x="8136" y="3812"/>
                    <a:pt x="6224" y="4736"/>
                  </a:cubicBezTo>
                  <a:cubicBezTo>
                    <a:pt x="4462" y="5599"/>
                    <a:pt x="1700" y="5774"/>
                    <a:pt x="75" y="4561"/>
                  </a:cubicBezTo>
                  <a:cubicBezTo>
                    <a:pt x="38" y="4549"/>
                    <a:pt x="0" y="4599"/>
                    <a:pt x="38" y="4611"/>
                  </a:cubicBezTo>
                  <a:cubicBezTo>
                    <a:pt x="1475" y="5861"/>
                    <a:pt x="3962" y="5736"/>
                    <a:pt x="5686" y="5149"/>
                  </a:cubicBezTo>
                  <a:cubicBezTo>
                    <a:pt x="7998" y="4349"/>
                    <a:pt x="9198" y="1950"/>
                    <a:pt x="10523" y="75"/>
                  </a:cubicBezTo>
                  <a:cubicBezTo>
                    <a:pt x="10548" y="38"/>
                    <a:pt x="10485" y="0"/>
                    <a:pt x="10460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5" name="Google Shape;2455;p89"/>
            <p:cNvSpPr/>
            <p:nvPr/>
          </p:nvSpPr>
          <p:spPr>
            <a:xfrm>
              <a:off x="3410100" y="4324750"/>
              <a:ext cx="100625" cy="84375"/>
            </a:xfrm>
            <a:custGeom>
              <a:rect b="b" l="l" r="r" t="t"/>
              <a:pathLst>
                <a:path extrusionOk="0" h="3375" w="4025">
                  <a:moveTo>
                    <a:pt x="1150" y="3287"/>
                  </a:moveTo>
                  <a:cubicBezTo>
                    <a:pt x="613" y="2350"/>
                    <a:pt x="500" y="975"/>
                    <a:pt x="1650" y="425"/>
                  </a:cubicBezTo>
                  <a:cubicBezTo>
                    <a:pt x="1937" y="313"/>
                    <a:pt x="2250" y="263"/>
                    <a:pt x="2550" y="313"/>
                  </a:cubicBezTo>
                  <a:cubicBezTo>
                    <a:pt x="2625" y="325"/>
                    <a:pt x="2699" y="300"/>
                    <a:pt x="2774" y="313"/>
                  </a:cubicBezTo>
                  <a:cubicBezTo>
                    <a:pt x="3537" y="438"/>
                    <a:pt x="3512" y="638"/>
                    <a:pt x="3587" y="1175"/>
                  </a:cubicBezTo>
                  <a:cubicBezTo>
                    <a:pt x="3699" y="2075"/>
                    <a:pt x="3087" y="2412"/>
                    <a:pt x="2312" y="2262"/>
                  </a:cubicBezTo>
                  <a:cubicBezTo>
                    <a:pt x="1725" y="2150"/>
                    <a:pt x="1425" y="1862"/>
                    <a:pt x="1025" y="1450"/>
                  </a:cubicBezTo>
                  <a:cubicBezTo>
                    <a:pt x="725" y="1138"/>
                    <a:pt x="475" y="813"/>
                    <a:pt x="25" y="800"/>
                  </a:cubicBezTo>
                  <a:cubicBezTo>
                    <a:pt x="0" y="800"/>
                    <a:pt x="0" y="838"/>
                    <a:pt x="25" y="838"/>
                  </a:cubicBezTo>
                  <a:cubicBezTo>
                    <a:pt x="738" y="950"/>
                    <a:pt x="1137" y="1850"/>
                    <a:pt x="1725" y="2225"/>
                  </a:cubicBezTo>
                  <a:cubicBezTo>
                    <a:pt x="2150" y="2525"/>
                    <a:pt x="2712" y="2575"/>
                    <a:pt x="3187" y="2350"/>
                  </a:cubicBezTo>
                  <a:cubicBezTo>
                    <a:pt x="3912" y="2025"/>
                    <a:pt x="4024" y="888"/>
                    <a:pt x="3387" y="388"/>
                  </a:cubicBezTo>
                  <a:cubicBezTo>
                    <a:pt x="2874" y="0"/>
                    <a:pt x="1800" y="125"/>
                    <a:pt x="1312" y="488"/>
                  </a:cubicBezTo>
                  <a:cubicBezTo>
                    <a:pt x="388" y="1187"/>
                    <a:pt x="563" y="2450"/>
                    <a:pt x="1087" y="3337"/>
                  </a:cubicBezTo>
                  <a:cubicBezTo>
                    <a:pt x="1112" y="3374"/>
                    <a:pt x="1187" y="3337"/>
                    <a:pt x="1162" y="32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6" name="Google Shape;2456;p89"/>
            <p:cNvSpPr/>
            <p:nvPr/>
          </p:nvSpPr>
          <p:spPr>
            <a:xfrm>
              <a:off x="3347925" y="4341000"/>
              <a:ext cx="55325" cy="13450"/>
            </a:xfrm>
            <a:custGeom>
              <a:rect b="b" l="l" r="r" t="t"/>
              <a:pathLst>
                <a:path extrusionOk="0" h="538" w="2213">
                  <a:moveTo>
                    <a:pt x="2162" y="75"/>
                  </a:moveTo>
                  <a:cubicBezTo>
                    <a:pt x="1475" y="0"/>
                    <a:pt x="625" y="50"/>
                    <a:pt x="25" y="475"/>
                  </a:cubicBezTo>
                  <a:cubicBezTo>
                    <a:pt x="0" y="488"/>
                    <a:pt x="13" y="537"/>
                    <a:pt x="50" y="525"/>
                  </a:cubicBezTo>
                  <a:cubicBezTo>
                    <a:pt x="775" y="300"/>
                    <a:pt x="1387" y="75"/>
                    <a:pt x="2162" y="150"/>
                  </a:cubicBezTo>
                  <a:cubicBezTo>
                    <a:pt x="2212" y="150"/>
                    <a:pt x="2212" y="75"/>
                    <a:pt x="2162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7" name="Google Shape;2457;p89"/>
            <p:cNvSpPr/>
            <p:nvPr/>
          </p:nvSpPr>
          <p:spPr>
            <a:xfrm>
              <a:off x="3593800" y="4288500"/>
              <a:ext cx="81250" cy="96575"/>
            </a:xfrm>
            <a:custGeom>
              <a:rect b="b" l="l" r="r" t="t"/>
              <a:pathLst>
                <a:path extrusionOk="0" h="3863" w="3250">
                  <a:moveTo>
                    <a:pt x="2225" y="3837"/>
                  </a:moveTo>
                  <a:cubicBezTo>
                    <a:pt x="2787" y="3187"/>
                    <a:pt x="3249" y="2375"/>
                    <a:pt x="3062" y="1488"/>
                  </a:cubicBezTo>
                  <a:cubicBezTo>
                    <a:pt x="2887" y="663"/>
                    <a:pt x="2087" y="63"/>
                    <a:pt x="1250" y="26"/>
                  </a:cubicBezTo>
                  <a:cubicBezTo>
                    <a:pt x="663" y="1"/>
                    <a:pt x="0" y="376"/>
                    <a:pt x="75" y="1050"/>
                  </a:cubicBezTo>
                  <a:cubicBezTo>
                    <a:pt x="113" y="1388"/>
                    <a:pt x="463" y="1813"/>
                    <a:pt x="750" y="1438"/>
                  </a:cubicBezTo>
                  <a:cubicBezTo>
                    <a:pt x="775" y="1400"/>
                    <a:pt x="713" y="1363"/>
                    <a:pt x="675" y="1400"/>
                  </a:cubicBezTo>
                  <a:cubicBezTo>
                    <a:pt x="238" y="563"/>
                    <a:pt x="388" y="138"/>
                    <a:pt x="1125" y="126"/>
                  </a:cubicBezTo>
                  <a:cubicBezTo>
                    <a:pt x="1450" y="126"/>
                    <a:pt x="1762" y="213"/>
                    <a:pt x="2037" y="363"/>
                  </a:cubicBezTo>
                  <a:cubicBezTo>
                    <a:pt x="2475" y="576"/>
                    <a:pt x="2800" y="950"/>
                    <a:pt x="2925" y="1413"/>
                  </a:cubicBezTo>
                  <a:cubicBezTo>
                    <a:pt x="3174" y="2300"/>
                    <a:pt x="2712" y="3125"/>
                    <a:pt x="2187" y="3800"/>
                  </a:cubicBezTo>
                  <a:cubicBezTo>
                    <a:pt x="2162" y="3825"/>
                    <a:pt x="2200" y="3862"/>
                    <a:pt x="2225" y="38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8" name="Google Shape;2458;p89"/>
            <p:cNvSpPr/>
            <p:nvPr/>
          </p:nvSpPr>
          <p:spPr>
            <a:xfrm>
              <a:off x="3666275" y="4246025"/>
              <a:ext cx="22825" cy="110600"/>
            </a:xfrm>
            <a:custGeom>
              <a:rect b="b" l="l" r="r" t="t"/>
              <a:pathLst>
                <a:path extrusionOk="0" h="4424" w="913">
                  <a:moveTo>
                    <a:pt x="100" y="4386"/>
                  </a:moveTo>
                  <a:cubicBezTo>
                    <a:pt x="550" y="3862"/>
                    <a:pt x="663" y="3187"/>
                    <a:pt x="738" y="2512"/>
                  </a:cubicBezTo>
                  <a:cubicBezTo>
                    <a:pt x="825" y="1700"/>
                    <a:pt x="913" y="712"/>
                    <a:pt x="388" y="25"/>
                  </a:cubicBezTo>
                  <a:cubicBezTo>
                    <a:pt x="363" y="0"/>
                    <a:pt x="325" y="25"/>
                    <a:pt x="338" y="63"/>
                  </a:cubicBezTo>
                  <a:cubicBezTo>
                    <a:pt x="913" y="1175"/>
                    <a:pt x="888" y="3312"/>
                    <a:pt x="38" y="4324"/>
                  </a:cubicBezTo>
                  <a:cubicBezTo>
                    <a:pt x="1" y="4361"/>
                    <a:pt x="63" y="4424"/>
                    <a:pt x="100" y="43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9" name="Google Shape;2459;p89"/>
            <p:cNvSpPr/>
            <p:nvPr/>
          </p:nvSpPr>
          <p:spPr>
            <a:xfrm>
              <a:off x="3666600" y="4234450"/>
              <a:ext cx="12200" cy="12225"/>
            </a:xfrm>
            <a:custGeom>
              <a:rect b="b" l="l" r="r" t="t"/>
              <a:pathLst>
                <a:path extrusionOk="0" h="489" w="488">
                  <a:moveTo>
                    <a:pt x="350" y="451"/>
                  </a:moveTo>
                  <a:cubicBezTo>
                    <a:pt x="262" y="488"/>
                    <a:pt x="162" y="476"/>
                    <a:pt x="87" y="401"/>
                  </a:cubicBezTo>
                  <a:cubicBezTo>
                    <a:pt x="25" y="338"/>
                    <a:pt x="0" y="251"/>
                    <a:pt x="25" y="163"/>
                  </a:cubicBezTo>
                  <a:cubicBezTo>
                    <a:pt x="25" y="126"/>
                    <a:pt x="38" y="101"/>
                    <a:pt x="50" y="76"/>
                  </a:cubicBezTo>
                  <a:cubicBezTo>
                    <a:pt x="87" y="51"/>
                    <a:pt x="125" y="26"/>
                    <a:pt x="162" y="26"/>
                  </a:cubicBezTo>
                  <a:cubicBezTo>
                    <a:pt x="287" y="1"/>
                    <a:pt x="412" y="63"/>
                    <a:pt x="462" y="188"/>
                  </a:cubicBezTo>
                  <a:cubicBezTo>
                    <a:pt x="487" y="313"/>
                    <a:pt x="375" y="438"/>
                    <a:pt x="250" y="4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0" name="Google Shape;2460;p89"/>
            <p:cNvSpPr/>
            <p:nvPr/>
          </p:nvSpPr>
          <p:spPr>
            <a:xfrm>
              <a:off x="3660650" y="4232275"/>
              <a:ext cx="22200" cy="17200"/>
            </a:xfrm>
            <a:custGeom>
              <a:rect b="b" l="l" r="r" t="t"/>
              <a:pathLst>
                <a:path extrusionOk="0" h="688" w="888">
                  <a:moveTo>
                    <a:pt x="575" y="475"/>
                  </a:moveTo>
                  <a:cubicBezTo>
                    <a:pt x="300" y="450"/>
                    <a:pt x="251" y="375"/>
                    <a:pt x="425" y="275"/>
                  </a:cubicBezTo>
                  <a:cubicBezTo>
                    <a:pt x="575" y="88"/>
                    <a:pt x="588" y="163"/>
                    <a:pt x="475" y="488"/>
                  </a:cubicBezTo>
                  <a:cubicBezTo>
                    <a:pt x="425" y="488"/>
                    <a:pt x="438" y="575"/>
                    <a:pt x="488" y="575"/>
                  </a:cubicBezTo>
                  <a:cubicBezTo>
                    <a:pt x="888" y="575"/>
                    <a:pt x="800" y="0"/>
                    <a:pt x="400" y="63"/>
                  </a:cubicBezTo>
                  <a:cubicBezTo>
                    <a:pt x="1" y="125"/>
                    <a:pt x="238" y="688"/>
                    <a:pt x="613" y="600"/>
                  </a:cubicBezTo>
                  <a:cubicBezTo>
                    <a:pt x="688" y="575"/>
                    <a:pt x="650" y="450"/>
                    <a:pt x="575" y="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1" name="Google Shape;2461;p89"/>
            <p:cNvSpPr/>
            <p:nvPr/>
          </p:nvSpPr>
          <p:spPr>
            <a:xfrm>
              <a:off x="3438200" y="4411600"/>
              <a:ext cx="2850" cy="3150"/>
            </a:xfrm>
            <a:custGeom>
              <a:rect b="b" l="l" r="r" t="t"/>
              <a:pathLst>
                <a:path extrusionOk="0" h="126" w="114">
                  <a:moveTo>
                    <a:pt x="88" y="63"/>
                  </a:moveTo>
                  <a:lnTo>
                    <a:pt x="76" y="25"/>
                  </a:lnTo>
                  <a:cubicBezTo>
                    <a:pt x="76" y="0"/>
                    <a:pt x="26" y="0"/>
                    <a:pt x="13" y="25"/>
                  </a:cubicBezTo>
                  <a:cubicBezTo>
                    <a:pt x="13" y="38"/>
                    <a:pt x="13" y="50"/>
                    <a:pt x="13" y="63"/>
                  </a:cubicBezTo>
                  <a:cubicBezTo>
                    <a:pt x="1" y="125"/>
                    <a:pt x="113" y="125"/>
                    <a:pt x="101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2" name="Google Shape;2462;p89"/>
            <p:cNvSpPr/>
            <p:nvPr/>
          </p:nvSpPr>
          <p:spPr>
            <a:xfrm>
              <a:off x="3308550" y="4353500"/>
              <a:ext cx="42200" cy="17500"/>
            </a:xfrm>
            <a:custGeom>
              <a:rect b="b" l="l" r="r" t="t"/>
              <a:pathLst>
                <a:path extrusionOk="0" h="700" w="1688">
                  <a:moveTo>
                    <a:pt x="1550" y="62"/>
                  </a:moveTo>
                  <a:cubicBezTo>
                    <a:pt x="1463" y="312"/>
                    <a:pt x="1026" y="437"/>
                    <a:pt x="801" y="475"/>
                  </a:cubicBezTo>
                  <a:cubicBezTo>
                    <a:pt x="551" y="512"/>
                    <a:pt x="313" y="512"/>
                    <a:pt x="63" y="462"/>
                  </a:cubicBezTo>
                  <a:cubicBezTo>
                    <a:pt x="1" y="462"/>
                    <a:pt x="1" y="550"/>
                    <a:pt x="51" y="562"/>
                  </a:cubicBezTo>
                  <a:cubicBezTo>
                    <a:pt x="501" y="700"/>
                    <a:pt x="1463" y="625"/>
                    <a:pt x="1663" y="100"/>
                  </a:cubicBezTo>
                  <a:cubicBezTo>
                    <a:pt x="1688" y="37"/>
                    <a:pt x="1575" y="0"/>
                    <a:pt x="1550" y="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3" name="Google Shape;2463;p89"/>
            <p:cNvSpPr/>
            <p:nvPr/>
          </p:nvSpPr>
          <p:spPr>
            <a:xfrm>
              <a:off x="3308250" y="4349125"/>
              <a:ext cx="42200" cy="19700"/>
            </a:xfrm>
            <a:custGeom>
              <a:rect b="b" l="l" r="r" t="t"/>
              <a:pathLst>
                <a:path extrusionOk="0" h="788" w="1688">
                  <a:moveTo>
                    <a:pt x="113" y="737"/>
                  </a:moveTo>
                  <a:cubicBezTo>
                    <a:pt x="513" y="362"/>
                    <a:pt x="1050" y="175"/>
                    <a:pt x="1600" y="237"/>
                  </a:cubicBezTo>
                  <a:cubicBezTo>
                    <a:pt x="1662" y="237"/>
                    <a:pt x="1687" y="163"/>
                    <a:pt x="1625" y="138"/>
                  </a:cubicBezTo>
                  <a:cubicBezTo>
                    <a:pt x="1112" y="0"/>
                    <a:pt x="400" y="312"/>
                    <a:pt x="38" y="675"/>
                  </a:cubicBezTo>
                  <a:cubicBezTo>
                    <a:pt x="0" y="712"/>
                    <a:pt x="63" y="787"/>
                    <a:pt x="113" y="7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4" name="Google Shape;2464;p89"/>
            <p:cNvSpPr/>
            <p:nvPr/>
          </p:nvSpPr>
          <p:spPr>
            <a:xfrm>
              <a:off x="3377300" y="4314750"/>
              <a:ext cx="33450" cy="30025"/>
            </a:xfrm>
            <a:custGeom>
              <a:rect b="b" l="l" r="r" t="t"/>
              <a:pathLst>
                <a:path extrusionOk="0" h="1201" w="1338">
                  <a:moveTo>
                    <a:pt x="1287" y="1113"/>
                  </a:moveTo>
                  <a:cubicBezTo>
                    <a:pt x="975" y="1125"/>
                    <a:pt x="712" y="950"/>
                    <a:pt x="475" y="763"/>
                  </a:cubicBezTo>
                  <a:cubicBezTo>
                    <a:pt x="250" y="588"/>
                    <a:pt x="100" y="325"/>
                    <a:pt x="88" y="38"/>
                  </a:cubicBezTo>
                  <a:cubicBezTo>
                    <a:pt x="75" y="0"/>
                    <a:pt x="0" y="13"/>
                    <a:pt x="13" y="50"/>
                  </a:cubicBezTo>
                  <a:cubicBezTo>
                    <a:pt x="13" y="363"/>
                    <a:pt x="175" y="638"/>
                    <a:pt x="412" y="825"/>
                  </a:cubicBezTo>
                  <a:cubicBezTo>
                    <a:pt x="675" y="1025"/>
                    <a:pt x="937" y="1200"/>
                    <a:pt x="1287" y="1188"/>
                  </a:cubicBezTo>
                  <a:cubicBezTo>
                    <a:pt x="1337" y="1188"/>
                    <a:pt x="1337" y="1100"/>
                    <a:pt x="1287" y="1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5" name="Google Shape;2465;p89"/>
            <p:cNvSpPr/>
            <p:nvPr/>
          </p:nvSpPr>
          <p:spPr>
            <a:xfrm>
              <a:off x="3376975" y="4315050"/>
              <a:ext cx="33450" cy="29100"/>
            </a:xfrm>
            <a:custGeom>
              <a:rect b="b" l="l" r="r" t="t"/>
              <a:pathLst>
                <a:path extrusionOk="0" h="1164" w="1338">
                  <a:moveTo>
                    <a:pt x="51" y="76"/>
                  </a:moveTo>
                  <a:cubicBezTo>
                    <a:pt x="325" y="163"/>
                    <a:pt x="563" y="288"/>
                    <a:pt x="788" y="463"/>
                  </a:cubicBezTo>
                  <a:cubicBezTo>
                    <a:pt x="1025" y="638"/>
                    <a:pt x="1075" y="876"/>
                    <a:pt x="1225" y="1113"/>
                  </a:cubicBezTo>
                  <a:cubicBezTo>
                    <a:pt x="1263" y="1163"/>
                    <a:pt x="1338" y="1138"/>
                    <a:pt x="1325" y="1076"/>
                  </a:cubicBezTo>
                  <a:cubicBezTo>
                    <a:pt x="1213" y="488"/>
                    <a:pt x="625" y="88"/>
                    <a:pt x="76" y="1"/>
                  </a:cubicBezTo>
                  <a:cubicBezTo>
                    <a:pt x="26" y="1"/>
                    <a:pt x="1" y="63"/>
                    <a:pt x="51" y="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6" name="Google Shape;2466;p89"/>
            <p:cNvSpPr/>
            <p:nvPr/>
          </p:nvSpPr>
          <p:spPr>
            <a:xfrm>
              <a:off x="3680325" y="4250400"/>
              <a:ext cx="38450" cy="86550"/>
            </a:xfrm>
            <a:custGeom>
              <a:rect b="b" l="l" r="r" t="t"/>
              <a:pathLst>
                <a:path extrusionOk="0" h="3462" w="1538">
                  <a:moveTo>
                    <a:pt x="88" y="3424"/>
                  </a:moveTo>
                  <a:cubicBezTo>
                    <a:pt x="813" y="2437"/>
                    <a:pt x="1301" y="1300"/>
                    <a:pt x="1525" y="88"/>
                  </a:cubicBezTo>
                  <a:cubicBezTo>
                    <a:pt x="1538" y="25"/>
                    <a:pt x="1438" y="0"/>
                    <a:pt x="1425" y="63"/>
                  </a:cubicBezTo>
                  <a:cubicBezTo>
                    <a:pt x="1213" y="1262"/>
                    <a:pt x="726" y="2399"/>
                    <a:pt x="26" y="3387"/>
                  </a:cubicBezTo>
                  <a:cubicBezTo>
                    <a:pt x="1" y="3437"/>
                    <a:pt x="63" y="3462"/>
                    <a:pt x="88" y="34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7" name="Google Shape;2467;p89"/>
            <p:cNvSpPr/>
            <p:nvPr/>
          </p:nvSpPr>
          <p:spPr>
            <a:xfrm>
              <a:off x="3710950" y="4236025"/>
              <a:ext cx="18150" cy="16575"/>
            </a:xfrm>
            <a:custGeom>
              <a:rect b="b" l="l" r="r" t="t"/>
              <a:pathLst>
                <a:path extrusionOk="0" h="663" w="726">
                  <a:moveTo>
                    <a:pt x="263" y="525"/>
                  </a:moveTo>
                  <a:cubicBezTo>
                    <a:pt x="363" y="488"/>
                    <a:pt x="375" y="488"/>
                    <a:pt x="288" y="500"/>
                  </a:cubicBezTo>
                  <a:cubicBezTo>
                    <a:pt x="250" y="500"/>
                    <a:pt x="213" y="500"/>
                    <a:pt x="176" y="500"/>
                  </a:cubicBezTo>
                  <a:cubicBezTo>
                    <a:pt x="138" y="500"/>
                    <a:pt x="126" y="550"/>
                    <a:pt x="163" y="563"/>
                  </a:cubicBezTo>
                  <a:cubicBezTo>
                    <a:pt x="375" y="663"/>
                    <a:pt x="725" y="438"/>
                    <a:pt x="475" y="213"/>
                  </a:cubicBezTo>
                  <a:cubicBezTo>
                    <a:pt x="213" y="0"/>
                    <a:pt x="1" y="375"/>
                    <a:pt x="188" y="575"/>
                  </a:cubicBezTo>
                  <a:cubicBezTo>
                    <a:pt x="225" y="625"/>
                    <a:pt x="288" y="563"/>
                    <a:pt x="250" y="5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8" name="Google Shape;2468;p89"/>
            <p:cNvSpPr/>
            <p:nvPr/>
          </p:nvSpPr>
          <p:spPr>
            <a:xfrm>
              <a:off x="3642525" y="4266325"/>
              <a:ext cx="30650" cy="82200"/>
            </a:xfrm>
            <a:custGeom>
              <a:rect b="b" l="l" r="r" t="t"/>
              <a:pathLst>
                <a:path extrusionOk="0" h="3288" w="1226">
                  <a:moveTo>
                    <a:pt x="1100" y="3225"/>
                  </a:moveTo>
                  <a:cubicBezTo>
                    <a:pt x="1225" y="2125"/>
                    <a:pt x="1013" y="763"/>
                    <a:pt x="76" y="38"/>
                  </a:cubicBezTo>
                  <a:cubicBezTo>
                    <a:pt x="51" y="0"/>
                    <a:pt x="1" y="50"/>
                    <a:pt x="38" y="75"/>
                  </a:cubicBezTo>
                  <a:cubicBezTo>
                    <a:pt x="813" y="1013"/>
                    <a:pt x="1138" y="2012"/>
                    <a:pt x="1013" y="3225"/>
                  </a:cubicBezTo>
                  <a:cubicBezTo>
                    <a:pt x="1013" y="3287"/>
                    <a:pt x="1088" y="3287"/>
                    <a:pt x="1100" y="3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9" name="Google Shape;2469;p89"/>
            <p:cNvSpPr/>
            <p:nvPr/>
          </p:nvSpPr>
          <p:spPr>
            <a:xfrm>
              <a:off x="3633475" y="4256950"/>
              <a:ext cx="12825" cy="15025"/>
            </a:xfrm>
            <a:custGeom>
              <a:rect b="b" l="l" r="r" t="t"/>
              <a:pathLst>
                <a:path extrusionOk="0" h="601" w="513">
                  <a:moveTo>
                    <a:pt x="100" y="338"/>
                  </a:moveTo>
                  <a:cubicBezTo>
                    <a:pt x="188" y="338"/>
                    <a:pt x="200" y="325"/>
                    <a:pt x="150" y="263"/>
                  </a:cubicBezTo>
                  <a:cubicBezTo>
                    <a:pt x="125" y="238"/>
                    <a:pt x="88" y="250"/>
                    <a:pt x="75" y="288"/>
                  </a:cubicBezTo>
                  <a:cubicBezTo>
                    <a:pt x="75" y="575"/>
                    <a:pt x="513" y="600"/>
                    <a:pt x="475" y="300"/>
                  </a:cubicBezTo>
                  <a:cubicBezTo>
                    <a:pt x="450" y="1"/>
                    <a:pt x="0" y="38"/>
                    <a:pt x="25" y="338"/>
                  </a:cubicBezTo>
                  <a:cubicBezTo>
                    <a:pt x="25" y="388"/>
                    <a:pt x="100" y="388"/>
                    <a:pt x="100" y="3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0" name="Google Shape;2470;p89"/>
            <p:cNvSpPr/>
            <p:nvPr/>
          </p:nvSpPr>
          <p:spPr>
            <a:xfrm>
              <a:off x="3232025" y="4371600"/>
              <a:ext cx="237775" cy="60325"/>
            </a:xfrm>
            <a:custGeom>
              <a:rect b="b" l="l" r="r" t="t"/>
              <a:pathLst>
                <a:path extrusionOk="0" h="2413" w="9511">
                  <a:moveTo>
                    <a:pt x="9473" y="2338"/>
                  </a:moveTo>
                  <a:cubicBezTo>
                    <a:pt x="7711" y="1650"/>
                    <a:pt x="6386" y="938"/>
                    <a:pt x="4461" y="751"/>
                  </a:cubicBezTo>
                  <a:cubicBezTo>
                    <a:pt x="2749" y="576"/>
                    <a:pt x="1500" y="976"/>
                    <a:pt x="63" y="1938"/>
                  </a:cubicBezTo>
                  <a:cubicBezTo>
                    <a:pt x="0" y="1975"/>
                    <a:pt x="63" y="2075"/>
                    <a:pt x="125" y="2038"/>
                  </a:cubicBezTo>
                  <a:cubicBezTo>
                    <a:pt x="3462" y="1"/>
                    <a:pt x="6123" y="1151"/>
                    <a:pt x="9460" y="2400"/>
                  </a:cubicBezTo>
                  <a:cubicBezTo>
                    <a:pt x="9498" y="2413"/>
                    <a:pt x="9510" y="2350"/>
                    <a:pt x="9473" y="23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1" name="Google Shape;2471;p89"/>
            <p:cNvSpPr/>
            <p:nvPr/>
          </p:nvSpPr>
          <p:spPr>
            <a:xfrm>
              <a:off x="3717200" y="4327550"/>
              <a:ext cx="31575" cy="49400"/>
            </a:xfrm>
            <a:custGeom>
              <a:rect b="b" l="l" r="r" t="t"/>
              <a:pathLst>
                <a:path extrusionOk="0" h="1976" w="1263">
                  <a:moveTo>
                    <a:pt x="1225" y="1913"/>
                  </a:moveTo>
                  <a:cubicBezTo>
                    <a:pt x="813" y="1825"/>
                    <a:pt x="413" y="1625"/>
                    <a:pt x="238" y="1213"/>
                  </a:cubicBezTo>
                  <a:cubicBezTo>
                    <a:pt x="13" y="713"/>
                    <a:pt x="288" y="138"/>
                    <a:pt x="863" y="113"/>
                  </a:cubicBezTo>
                  <a:cubicBezTo>
                    <a:pt x="938" y="113"/>
                    <a:pt x="938" y="1"/>
                    <a:pt x="863" y="1"/>
                  </a:cubicBezTo>
                  <a:cubicBezTo>
                    <a:pt x="375" y="13"/>
                    <a:pt x="0" y="438"/>
                    <a:pt x="50" y="926"/>
                  </a:cubicBezTo>
                  <a:cubicBezTo>
                    <a:pt x="100" y="1525"/>
                    <a:pt x="650" y="1875"/>
                    <a:pt x="1200" y="1975"/>
                  </a:cubicBezTo>
                  <a:cubicBezTo>
                    <a:pt x="1238" y="1975"/>
                    <a:pt x="1263" y="1913"/>
                    <a:pt x="1225" y="19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2" name="Google Shape;2472;p89"/>
            <p:cNvSpPr/>
            <p:nvPr/>
          </p:nvSpPr>
          <p:spPr>
            <a:xfrm>
              <a:off x="3471650" y="4370975"/>
              <a:ext cx="62800" cy="31575"/>
            </a:xfrm>
            <a:custGeom>
              <a:rect b="b" l="l" r="r" t="t"/>
              <a:pathLst>
                <a:path extrusionOk="0" h="1263" w="2512">
                  <a:moveTo>
                    <a:pt x="63" y="613"/>
                  </a:moveTo>
                  <a:cubicBezTo>
                    <a:pt x="362" y="626"/>
                    <a:pt x="662" y="551"/>
                    <a:pt x="937" y="413"/>
                  </a:cubicBezTo>
                  <a:cubicBezTo>
                    <a:pt x="1637" y="113"/>
                    <a:pt x="2312" y="426"/>
                    <a:pt x="2424" y="1213"/>
                  </a:cubicBezTo>
                  <a:cubicBezTo>
                    <a:pt x="2424" y="1263"/>
                    <a:pt x="2499" y="1250"/>
                    <a:pt x="2499" y="1213"/>
                  </a:cubicBezTo>
                  <a:cubicBezTo>
                    <a:pt x="2512" y="763"/>
                    <a:pt x="2237" y="363"/>
                    <a:pt x="1825" y="213"/>
                  </a:cubicBezTo>
                  <a:cubicBezTo>
                    <a:pt x="1187" y="1"/>
                    <a:pt x="687" y="551"/>
                    <a:pt x="63" y="526"/>
                  </a:cubicBezTo>
                  <a:cubicBezTo>
                    <a:pt x="0" y="526"/>
                    <a:pt x="13" y="613"/>
                    <a:pt x="63" y="6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3" name="Google Shape;2473;p89"/>
            <p:cNvSpPr/>
            <p:nvPr/>
          </p:nvSpPr>
          <p:spPr>
            <a:xfrm>
              <a:off x="3504750" y="4396300"/>
              <a:ext cx="30650" cy="21575"/>
            </a:xfrm>
            <a:custGeom>
              <a:rect b="b" l="l" r="r" t="t"/>
              <a:pathLst>
                <a:path extrusionOk="0" h="863" w="1226">
                  <a:moveTo>
                    <a:pt x="1050" y="63"/>
                  </a:moveTo>
                  <a:cubicBezTo>
                    <a:pt x="1225" y="587"/>
                    <a:pt x="388" y="825"/>
                    <a:pt x="63" y="575"/>
                  </a:cubicBezTo>
                  <a:cubicBezTo>
                    <a:pt x="38" y="550"/>
                    <a:pt x="1" y="600"/>
                    <a:pt x="13" y="625"/>
                  </a:cubicBezTo>
                  <a:cubicBezTo>
                    <a:pt x="176" y="862"/>
                    <a:pt x="551" y="800"/>
                    <a:pt x="788" y="700"/>
                  </a:cubicBezTo>
                  <a:cubicBezTo>
                    <a:pt x="1063" y="587"/>
                    <a:pt x="1225" y="337"/>
                    <a:pt x="1113" y="50"/>
                  </a:cubicBezTo>
                  <a:cubicBezTo>
                    <a:pt x="1100" y="0"/>
                    <a:pt x="1038" y="25"/>
                    <a:pt x="1050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4" name="Google Shape;2474;p89"/>
            <p:cNvSpPr/>
            <p:nvPr/>
          </p:nvSpPr>
          <p:spPr>
            <a:xfrm>
              <a:off x="3694400" y="4258825"/>
              <a:ext cx="81250" cy="56575"/>
            </a:xfrm>
            <a:custGeom>
              <a:rect b="b" l="l" r="r" t="t"/>
              <a:pathLst>
                <a:path extrusionOk="0" h="2263" w="3250">
                  <a:moveTo>
                    <a:pt x="88" y="2212"/>
                  </a:moveTo>
                  <a:cubicBezTo>
                    <a:pt x="887" y="1263"/>
                    <a:pt x="1775" y="188"/>
                    <a:pt x="3162" y="375"/>
                  </a:cubicBezTo>
                  <a:cubicBezTo>
                    <a:pt x="3224" y="375"/>
                    <a:pt x="3249" y="300"/>
                    <a:pt x="3187" y="288"/>
                  </a:cubicBezTo>
                  <a:cubicBezTo>
                    <a:pt x="1787" y="0"/>
                    <a:pt x="825" y="1200"/>
                    <a:pt x="25" y="2162"/>
                  </a:cubicBezTo>
                  <a:cubicBezTo>
                    <a:pt x="0" y="2200"/>
                    <a:pt x="50" y="2262"/>
                    <a:pt x="88" y="2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5" name="Google Shape;2475;p89"/>
            <p:cNvSpPr/>
            <p:nvPr/>
          </p:nvSpPr>
          <p:spPr>
            <a:xfrm>
              <a:off x="3515075" y="4351000"/>
              <a:ext cx="31250" cy="15325"/>
            </a:xfrm>
            <a:custGeom>
              <a:rect b="b" l="l" r="r" t="t"/>
              <a:pathLst>
                <a:path extrusionOk="0" h="613" w="1250">
                  <a:moveTo>
                    <a:pt x="63" y="600"/>
                  </a:moveTo>
                  <a:cubicBezTo>
                    <a:pt x="288" y="612"/>
                    <a:pt x="512" y="562"/>
                    <a:pt x="712" y="450"/>
                  </a:cubicBezTo>
                  <a:cubicBezTo>
                    <a:pt x="912" y="387"/>
                    <a:pt x="1087" y="262"/>
                    <a:pt x="1212" y="88"/>
                  </a:cubicBezTo>
                  <a:cubicBezTo>
                    <a:pt x="1250" y="50"/>
                    <a:pt x="1187" y="0"/>
                    <a:pt x="1150" y="38"/>
                  </a:cubicBezTo>
                  <a:cubicBezTo>
                    <a:pt x="862" y="325"/>
                    <a:pt x="475" y="487"/>
                    <a:pt x="63" y="512"/>
                  </a:cubicBezTo>
                  <a:cubicBezTo>
                    <a:pt x="0" y="512"/>
                    <a:pt x="13" y="587"/>
                    <a:pt x="63" y="6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6" name="Google Shape;2476;p89"/>
            <p:cNvSpPr/>
            <p:nvPr/>
          </p:nvSpPr>
          <p:spPr>
            <a:xfrm>
              <a:off x="3512250" y="4344750"/>
              <a:ext cx="34075" cy="22200"/>
            </a:xfrm>
            <a:custGeom>
              <a:rect b="b" l="l" r="r" t="t"/>
              <a:pathLst>
                <a:path extrusionOk="0" h="888" w="1363">
                  <a:moveTo>
                    <a:pt x="1313" y="250"/>
                  </a:moveTo>
                  <a:cubicBezTo>
                    <a:pt x="825" y="0"/>
                    <a:pt x="226" y="300"/>
                    <a:pt x="26" y="787"/>
                  </a:cubicBezTo>
                  <a:cubicBezTo>
                    <a:pt x="1" y="837"/>
                    <a:pt x="101" y="887"/>
                    <a:pt x="126" y="825"/>
                  </a:cubicBezTo>
                  <a:cubicBezTo>
                    <a:pt x="313" y="412"/>
                    <a:pt x="825" y="125"/>
                    <a:pt x="1263" y="325"/>
                  </a:cubicBezTo>
                  <a:cubicBezTo>
                    <a:pt x="1325" y="350"/>
                    <a:pt x="1363" y="275"/>
                    <a:pt x="1313" y="2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7" name="Google Shape;2477;p89"/>
            <p:cNvSpPr/>
            <p:nvPr/>
          </p:nvSpPr>
          <p:spPr>
            <a:xfrm>
              <a:off x="3177650" y="4347550"/>
              <a:ext cx="132500" cy="60000"/>
            </a:xfrm>
            <a:custGeom>
              <a:rect b="b" l="l" r="r" t="t"/>
              <a:pathLst>
                <a:path extrusionOk="0" h="2400" w="5300">
                  <a:moveTo>
                    <a:pt x="5224" y="1750"/>
                  </a:moveTo>
                  <a:cubicBezTo>
                    <a:pt x="3687" y="2038"/>
                    <a:pt x="388" y="2350"/>
                    <a:pt x="76" y="51"/>
                  </a:cubicBezTo>
                  <a:cubicBezTo>
                    <a:pt x="76" y="13"/>
                    <a:pt x="1" y="1"/>
                    <a:pt x="13" y="51"/>
                  </a:cubicBezTo>
                  <a:cubicBezTo>
                    <a:pt x="226" y="2400"/>
                    <a:pt x="3662" y="2125"/>
                    <a:pt x="5249" y="1825"/>
                  </a:cubicBezTo>
                  <a:cubicBezTo>
                    <a:pt x="5299" y="1813"/>
                    <a:pt x="5274" y="1738"/>
                    <a:pt x="5224" y="17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8" name="Google Shape;2478;p89"/>
            <p:cNvSpPr/>
            <p:nvPr/>
          </p:nvSpPr>
          <p:spPr>
            <a:xfrm>
              <a:off x="3184850" y="4310375"/>
              <a:ext cx="60925" cy="65000"/>
            </a:xfrm>
            <a:custGeom>
              <a:rect b="b" l="l" r="r" t="t"/>
              <a:pathLst>
                <a:path extrusionOk="0" h="2600" w="2437">
                  <a:moveTo>
                    <a:pt x="975" y="2525"/>
                  </a:moveTo>
                  <a:cubicBezTo>
                    <a:pt x="350" y="2200"/>
                    <a:pt x="88" y="1425"/>
                    <a:pt x="512" y="838"/>
                  </a:cubicBezTo>
                  <a:cubicBezTo>
                    <a:pt x="887" y="300"/>
                    <a:pt x="1850" y="125"/>
                    <a:pt x="2324" y="650"/>
                  </a:cubicBezTo>
                  <a:cubicBezTo>
                    <a:pt x="2362" y="700"/>
                    <a:pt x="2437" y="625"/>
                    <a:pt x="2399" y="575"/>
                  </a:cubicBezTo>
                  <a:cubicBezTo>
                    <a:pt x="1900" y="0"/>
                    <a:pt x="837" y="188"/>
                    <a:pt x="425" y="775"/>
                  </a:cubicBezTo>
                  <a:cubicBezTo>
                    <a:pt x="0" y="1400"/>
                    <a:pt x="238" y="2262"/>
                    <a:pt x="937" y="2575"/>
                  </a:cubicBezTo>
                  <a:cubicBezTo>
                    <a:pt x="975" y="2600"/>
                    <a:pt x="1012" y="2537"/>
                    <a:pt x="975" y="25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9" name="Google Shape;2479;p89"/>
            <p:cNvSpPr/>
            <p:nvPr/>
          </p:nvSpPr>
          <p:spPr>
            <a:xfrm>
              <a:off x="3219825" y="4320675"/>
              <a:ext cx="35950" cy="46900"/>
            </a:xfrm>
            <a:custGeom>
              <a:rect b="b" l="l" r="r" t="t"/>
              <a:pathLst>
                <a:path extrusionOk="0" h="1876" w="1438">
                  <a:moveTo>
                    <a:pt x="713" y="88"/>
                  </a:moveTo>
                  <a:cubicBezTo>
                    <a:pt x="1113" y="276"/>
                    <a:pt x="1300" y="738"/>
                    <a:pt x="1138" y="1151"/>
                  </a:cubicBezTo>
                  <a:cubicBezTo>
                    <a:pt x="963" y="1588"/>
                    <a:pt x="513" y="1713"/>
                    <a:pt x="88" y="1588"/>
                  </a:cubicBezTo>
                  <a:cubicBezTo>
                    <a:pt x="38" y="1575"/>
                    <a:pt x="1" y="1650"/>
                    <a:pt x="51" y="1663"/>
                  </a:cubicBezTo>
                  <a:cubicBezTo>
                    <a:pt x="513" y="1875"/>
                    <a:pt x="1050" y="1663"/>
                    <a:pt x="1238" y="1201"/>
                  </a:cubicBezTo>
                  <a:cubicBezTo>
                    <a:pt x="1438" y="738"/>
                    <a:pt x="1213" y="201"/>
                    <a:pt x="751" y="26"/>
                  </a:cubicBezTo>
                  <a:cubicBezTo>
                    <a:pt x="713" y="1"/>
                    <a:pt x="676" y="63"/>
                    <a:pt x="713" y="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0" name="Google Shape;2480;p89"/>
            <p:cNvSpPr/>
            <p:nvPr/>
          </p:nvSpPr>
          <p:spPr>
            <a:xfrm>
              <a:off x="3208275" y="4332875"/>
              <a:ext cx="17200" cy="30950"/>
            </a:xfrm>
            <a:custGeom>
              <a:rect b="b" l="l" r="r" t="t"/>
              <a:pathLst>
                <a:path extrusionOk="0" h="1238" w="688">
                  <a:moveTo>
                    <a:pt x="650" y="1125"/>
                  </a:moveTo>
                  <a:cubicBezTo>
                    <a:pt x="63" y="1162"/>
                    <a:pt x="0" y="13"/>
                    <a:pt x="613" y="200"/>
                  </a:cubicBezTo>
                  <a:cubicBezTo>
                    <a:pt x="663" y="225"/>
                    <a:pt x="688" y="138"/>
                    <a:pt x="638" y="113"/>
                  </a:cubicBezTo>
                  <a:cubicBezTo>
                    <a:pt x="338" y="0"/>
                    <a:pt x="75" y="263"/>
                    <a:pt x="63" y="550"/>
                  </a:cubicBezTo>
                  <a:cubicBezTo>
                    <a:pt x="63" y="837"/>
                    <a:pt x="300" y="1237"/>
                    <a:pt x="650" y="1200"/>
                  </a:cubicBezTo>
                  <a:cubicBezTo>
                    <a:pt x="688" y="1200"/>
                    <a:pt x="688" y="1125"/>
                    <a:pt x="650" y="1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1" name="Google Shape;2481;p89"/>
            <p:cNvSpPr/>
            <p:nvPr/>
          </p:nvSpPr>
          <p:spPr>
            <a:xfrm>
              <a:off x="3454450" y="4302575"/>
              <a:ext cx="55025" cy="71550"/>
            </a:xfrm>
            <a:custGeom>
              <a:rect b="b" l="l" r="r" t="t"/>
              <a:pathLst>
                <a:path extrusionOk="0" h="2862" w="2201">
                  <a:moveTo>
                    <a:pt x="1825" y="2812"/>
                  </a:moveTo>
                  <a:cubicBezTo>
                    <a:pt x="2200" y="1537"/>
                    <a:pt x="1425" y="100"/>
                    <a:pt x="38" y="0"/>
                  </a:cubicBezTo>
                  <a:cubicBezTo>
                    <a:pt x="1" y="0"/>
                    <a:pt x="1" y="50"/>
                    <a:pt x="38" y="50"/>
                  </a:cubicBezTo>
                  <a:cubicBezTo>
                    <a:pt x="1300" y="375"/>
                    <a:pt x="2100" y="1462"/>
                    <a:pt x="1750" y="2787"/>
                  </a:cubicBezTo>
                  <a:cubicBezTo>
                    <a:pt x="1738" y="2837"/>
                    <a:pt x="1813" y="2862"/>
                    <a:pt x="1838" y="27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2" name="Google Shape;2482;p89"/>
            <p:cNvSpPr/>
            <p:nvPr/>
          </p:nvSpPr>
          <p:spPr>
            <a:xfrm>
              <a:off x="3809050" y="4281625"/>
              <a:ext cx="20025" cy="15350"/>
            </a:xfrm>
            <a:custGeom>
              <a:rect b="b" l="l" r="r" t="t"/>
              <a:pathLst>
                <a:path extrusionOk="0" h="614" w="801">
                  <a:moveTo>
                    <a:pt x="113" y="563"/>
                  </a:moveTo>
                  <a:cubicBezTo>
                    <a:pt x="250" y="326"/>
                    <a:pt x="488" y="163"/>
                    <a:pt x="750" y="101"/>
                  </a:cubicBezTo>
                  <a:cubicBezTo>
                    <a:pt x="800" y="88"/>
                    <a:pt x="788" y="1"/>
                    <a:pt x="738" y="1"/>
                  </a:cubicBezTo>
                  <a:cubicBezTo>
                    <a:pt x="425" y="38"/>
                    <a:pt x="163" y="226"/>
                    <a:pt x="26" y="501"/>
                  </a:cubicBezTo>
                  <a:cubicBezTo>
                    <a:pt x="1" y="563"/>
                    <a:pt x="75" y="613"/>
                    <a:pt x="113" y="5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3" name="Google Shape;2483;p89"/>
            <p:cNvSpPr/>
            <p:nvPr/>
          </p:nvSpPr>
          <p:spPr>
            <a:xfrm>
              <a:off x="3812475" y="4278200"/>
              <a:ext cx="16900" cy="5950"/>
            </a:xfrm>
            <a:custGeom>
              <a:rect b="b" l="l" r="r" t="t"/>
              <a:pathLst>
                <a:path extrusionOk="0" h="238" w="676">
                  <a:moveTo>
                    <a:pt x="613" y="113"/>
                  </a:moveTo>
                  <a:cubicBezTo>
                    <a:pt x="438" y="25"/>
                    <a:pt x="251" y="0"/>
                    <a:pt x="63" y="25"/>
                  </a:cubicBezTo>
                  <a:cubicBezTo>
                    <a:pt x="1" y="38"/>
                    <a:pt x="26" y="138"/>
                    <a:pt x="76" y="138"/>
                  </a:cubicBezTo>
                  <a:cubicBezTo>
                    <a:pt x="251" y="138"/>
                    <a:pt x="413" y="163"/>
                    <a:pt x="576" y="213"/>
                  </a:cubicBezTo>
                  <a:cubicBezTo>
                    <a:pt x="651" y="238"/>
                    <a:pt x="676" y="138"/>
                    <a:pt x="613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4" name="Google Shape;2484;p89"/>
            <p:cNvSpPr/>
            <p:nvPr/>
          </p:nvSpPr>
          <p:spPr>
            <a:xfrm>
              <a:off x="3801250" y="4294125"/>
              <a:ext cx="9375" cy="7850"/>
            </a:xfrm>
            <a:custGeom>
              <a:rect b="b" l="l" r="r" t="t"/>
              <a:pathLst>
                <a:path extrusionOk="0" h="314" w="375">
                  <a:moveTo>
                    <a:pt x="263" y="88"/>
                  </a:moveTo>
                  <a:cubicBezTo>
                    <a:pt x="213" y="113"/>
                    <a:pt x="138" y="88"/>
                    <a:pt x="113" y="38"/>
                  </a:cubicBezTo>
                  <a:cubicBezTo>
                    <a:pt x="75" y="1"/>
                    <a:pt x="0" y="38"/>
                    <a:pt x="13" y="88"/>
                  </a:cubicBezTo>
                  <a:cubicBezTo>
                    <a:pt x="75" y="238"/>
                    <a:pt x="250" y="313"/>
                    <a:pt x="338" y="151"/>
                  </a:cubicBezTo>
                  <a:cubicBezTo>
                    <a:pt x="375" y="101"/>
                    <a:pt x="300" y="38"/>
                    <a:pt x="263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5" name="Google Shape;2485;p89"/>
            <p:cNvSpPr/>
            <p:nvPr/>
          </p:nvSpPr>
          <p:spPr>
            <a:xfrm>
              <a:off x="3783125" y="4280700"/>
              <a:ext cx="20025" cy="15650"/>
            </a:xfrm>
            <a:custGeom>
              <a:rect b="b" l="l" r="r" t="t"/>
              <a:pathLst>
                <a:path extrusionOk="0" h="626" w="801">
                  <a:moveTo>
                    <a:pt x="775" y="538"/>
                  </a:moveTo>
                  <a:cubicBezTo>
                    <a:pt x="625" y="288"/>
                    <a:pt x="350" y="0"/>
                    <a:pt x="38" y="63"/>
                  </a:cubicBezTo>
                  <a:cubicBezTo>
                    <a:pt x="0" y="75"/>
                    <a:pt x="0" y="138"/>
                    <a:pt x="38" y="150"/>
                  </a:cubicBezTo>
                  <a:cubicBezTo>
                    <a:pt x="313" y="213"/>
                    <a:pt x="550" y="363"/>
                    <a:pt x="700" y="588"/>
                  </a:cubicBezTo>
                  <a:cubicBezTo>
                    <a:pt x="738" y="625"/>
                    <a:pt x="800" y="575"/>
                    <a:pt x="775" y="5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6" name="Google Shape;2486;p89"/>
            <p:cNvSpPr/>
            <p:nvPr/>
          </p:nvSpPr>
          <p:spPr>
            <a:xfrm>
              <a:off x="3783425" y="4276325"/>
              <a:ext cx="24400" cy="10325"/>
            </a:xfrm>
            <a:custGeom>
              <a:rect b="b" l="l" r="r" t="t"/>
              <a:pathLst>
                <a:path extrusionOk="0" h="413" w="976">
                  <a:moveTo>
                    <a:pt x="113" y="288"/>
                  </a:moveTo>
                  <a:cubicBezTo>
                    <a:pt x="363" y="125"/>
                    <a:pt x="613" y="188"/>
                    <a:pt x="838" y="363"/>
                  </a:cubicBezTo>
                  <a:cubicBezTo>
                    <a:pt x="888" y="413"/>
                    <a:pt x="976" y="325"/>
                    <a:pt x="913" y="275"/>
                  </a:cubicBezTo>
                  <a:cubicBezTo>
                    <a:pt x="688" y="25"/>
                    <a:pt x="313" y="0"/>
                    <a:pt x="51" y="213"/>
                  </a:cubicBezTo>
                  <a:cubicBezTo>
                    <a:pt x="1" y="250"/>
                    <a:pt x="63" y="325"/>
                    <a:pt x="113" y="2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7" name="Google Shape;2487;p89"/>
            <p:cNvSpPr/>
            <p:nvPr/>
          </p:nvSpPr>
          <p:spPr>
            <a:xfrm>
              <a:off x="3804375" y="4278500"/>
              <a:ext cx="13750" cy="8150"/>
            </a:xfrm>
            <a:custGeom>
              <a:rect b="b" l="l" r="r" t="t"/>
              <a:pathLst>
                <a:path extrusionOk="0" h="326" w="550">
                  <a:moveTo>
                    <a:pt x="138" y="276"/>
                  </a:moveTo>
                  <a:cubicBezTo>
                    <a:pt x="238" y="188"/>
                    <a:pt x="362" y="126"/>
                    <a:pt x="487" y="113"/>
                  </a:cubicBezTo>
                  <a:cubicBezTo>
                    <a:pt x="550" y="113"/>
                    <a:pt x="525" y="26"/>
                    <a:pt x="475" y="13"/>
                  </a:cubicBezTo>
                  <a:cubicBezTo>
                    <a:pt x="312" y="1"/>
                    <a:pt x="163" y="76"/>
                    <a:pt x="50" y="188"/>
                  </a:cubicBezTo>
                  <a:cubicBezTo>
                    <a:pt x="0" y="238"/>
                    <a:pt x="88" y="326"/>
                    <a:pt x="138" y="2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8" name="Google Shape;2488;p89"/>
            <p:cNvSpPr/>
            <p:nvPr/>
          </p:nvSpPr>
          <p:spPr>
            <a:xfrm>
              <a:off x="3798750" y="4264450"/>
              <a:ext cx="14375" cy="12525"/>
            </a:xfrm>
            <a:custGeom>
              <a:rect b="b" l="l" r="r" t="t"/>
              <a:pathLst>
                <a:path extrusionOk="0" h="501" w="575">
                  <a:moveTo>
                    <a:pt x="275" y="475"/>
                  </a:moveTo>
                  <a:cubicBezTo>
                    <a:pt x="400" y="463"/>
                    <a:pt x="537" y="425"/>
                    <a:pt x="550" y="288"/>
                  </a:cubicBezTo>
                  <a:cubicBezTo>
                    <a:pt x="575" y="163"/>
                    <a:pt x="475" y="63"/>
                    <a:pt x="363" y="63"/>
                  </a:cubicBezTo>
                  <a:cubicBezTo>
                    <a:pt x="63" y="0"/>
                    <a:pt x="0" y="463"/>
                    <a:pt x="300" y="488"/>
                  </a:cubicBezTo>
                  <a:cubicBezTo>
                    <a:pt x="375" y="500"/>
                    <a:pt x="400" y="375"/>
                    <a:pt x="325" y="363"/>
                  </a:cubicBezTo>
                  <a:lnTo>
                    <a:pt x="275" y="350"/>
                  </a:lnTo>
                  <a:cubicBezTo>
                    <a:pt x="200" y="350"/>
                    <a:pt x="200" y="475"/>
                    <a:pt x="275" y="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9" name="Google Shape;2489;p89"/>
            <p:cNvSpPr/>
            <p:nvPr/>
          </p:nvSpPr>
          <p:spPr>
            <a:xfrm>
              <a:off x="6793275" y="2739850"/>
              <a:ext cx="104675" cy="111550"/>
            </a:xfrm>
            <a:custGeom>
              <a:rect b="b" l="l" r="r" t="t"/>
              <a:pathLst>
                <a:path extrusionOk="0" h="4462" w="4187">
                  <a:moveTo>
                    <a:pt x="3899" y="1800"/>
                  </a:moveTo>
                  <a:cubicBezTo>
                    <a:pt x="4087" y="3375"/>
                    <a:pt x="2275" y="4462"/>
                    <a:pt x="1062" y="3325"/>
                  </a:cubicBezTo>
                  <a:cubicBezTo>
                    <a:pt x="125" y="2450"/>
                    <a:pt x="563" y="988"/>
                    <a:pt x="1212" y="75"/>
                  </a:cubicBezTo>
                  <a:cubicBezTo>
                    <a:pt x="1237" y="38"/>
                    <a:pt x="1187" y="0"/>
                    <a:pt x="1150" y="25"/>
                  </a:cubicBezTo>
                  <a:cubicBezTo>
                    <a:pt x="213" y="1038"/>
                    <a:pt x="0" y="2975"/>
                    <a:pt x="1387" y="3712"/>
                  </a:cubicBezTo>
                  <a:cubicBezTo>
                    <a:pt x="2737" y="4424"/>
                    <a:pt x="4187" y="3237"/>
                    <a:pt x="3999" y="1800"/>
                  </a:cubicBezTo>
                  <a:cubicBezTo>
                    <a:pt x="3999" y="1738"/>
                    <a:pt x="3887" y="1738"/>
                    <a:pt x="3899" y="1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0" name="Google Shape;2490;p89"/>
            <p:cNvSpPr/>
            <p:nvPr/>
          </p:nvSpPr>
          <p:spPr>
            <a:xfrm>
              <a:off x="6818575" y="2481475"/>
              <a:ext cx="146850" cy="263400"/>
            </a:xfrm>
            <a:custGeom>
              <a:rect b="b" l="l" r="r" t="t"/>
              <a:pathLst>
                <a:path extrusionOk="0" h="10536" w="5874">
                  <a:moveTo>
                    <a:pt x="75" y="10510"/>
                  </a:moveTo>
                  <a:cubicBezTo>
                    <a:pt x="1950" y="9186"/>
                    <a:pt x="4362" y="7986"/>
                    <a:pt x="5137" y="5674"/>
                  </a:cubicBezTo>
                  <a:cubicBezTo>
                    <a:pt x="5724" y="3950"/>
                    <a:pt x="5874" y="1463"/>
                    <a:pt x="4612" y="26"/>
                  </a:cubicBezTo>
                  <a:cubicBezTo>
                    <a:pt x="4587" y="1"/>
                    <a:pt x="4537" y="38"/>
                    <a:pt x="4562" y="63"/>
                  </a:cubicBezTo>
                  <a:cubicBezTo>
                    <a:pt x="5761" y="1700"/>
                    <a:pt x="5586" y="4462"/>
                    <a:pt x="4737" y="6224"/>
                  </a:cubicBezTo>
                  <a:cubicBezTo>
                    <a:pt x="3812" y="8124"/>
                    <a:pt x="1700" y="9236"/>
                    <a:pt x="38" y="10448"/>
                  </a:cubicBezTo>
                  <a:cubicBezTo>
                    <a:pt x="0" y="10473"/>
                    <a:pt x="38" y="10535"/>
                    <a:pt x="75" y="1051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1" name="Google Shape;2491;p89"/>
            <p:cNvSpPr/>
            <p:nvPr/>
          </p:nvSpPr>
          <p:spPr>
            <a:xfrm>
              <a:off x="6840750" y="2448375"/>
              <a:ext cx="85000" cy="100300"/>
            </a:xfrm>
            <a:custGeom>
              <a:rect b="b" l="l" r="r" t="t"/>
              <a:pathLst>
                <a:path extrusionOk="0" h="4012" w="3400">
                  <a:moveTo>
                    <a:pt x="3350" y="1087"/>
                  </a:moveTo>
                  <a:cubicBezTo>
                    <a:pt x="2500" y="587"/>
                    <a:pt x="1313" y="387"/>
                    <a:pt x="576" y="1225"/>
                  </a:cubicBezTo>
                  <a:cubicBezTo>
                    <a:pt x="151" y="1700"/>
                    <a:pt x="1" y="2837"/>
                    <a:pt x="413" y="3387"/>
                  </a:cubicBezTo>
                  <a:cubicBezTo>
                    <a:pt x="900" y="4012"/>
                    <a:pt x="2038" y="3924"/>
                    <a:pt x="2375" y="3187"/>
                  </a:cubicBezTo>
                  <a:cubicBezTo>
                    <a:pt x="2575" y="2749"/>
                    <a:pt x="2550" y="2237"/>
                    <a:pt x="2300" y="1812"/>
                  </a:cubicBezTo>
                  <a:cubicBezTo>
                    <a:pt x="1938" y="1175"/>
                    <a:pt x="975" y="775"/>
                    <a:pt x="863" y="25"/>
                  </a:cubicBezTo>
                  <a:cubicBezTo>
                    <a:pt x="863" y="0"/>
                    <a:pt x="813" y="0"/>
                    <a:pt x="813" y="25"/>
                  </a:cubicBezTo>
                  <a:cubicBezTo>
                    <a:pt x="825" y="437"/>
                    <a:pt x="1100" y="675"/>
                    <a:pt x="1388" y="950"/>
                  </a:cubicBezTo>
                  <a:cubicBezTo>
                    <a:pt x="1675" y="1225"/>
                    <a:pt x="2050" y="1512"/>
                    <a:pt x="2200" y="1862"/>
                  </a:cubicBezTo>
                  <a:cubicBezTo>
                    <a:pt x="2563" y="2724"/>
                    <a:pt x="2313" y="3724"/>
                    <a:pt x="1200" y="3587"/>
                  </a:cubicBezTo>
                  <a:cubicBezTo>
                    <a:pt x="850" y="3649"/>
                    <a:pt x="626" y="3524"/>
                    <a:pt x="551" y="3174"/>
                  </a:cubicBezTo>
                  <a:cubicBezTo>
                    <a:pt x="426" y="3087"/>
                    <a:pt x="338" y="2949"/>
                    <a:pt x="338" y="2799"/>
                  </a:cubicBezTo>
                  <a:cubicBezTo>
                    <a:pt x="338" y="2737"/>
                    <a:pt x="338" y="2674"/>
                    <a:pt x="338" y="2612"/>
                  </a:cubicBezTo>
                  <a:cubicBezTo>
                    <a:pt x="313" y="2362"/>
                    <a:pt x="313" y="2100"/>
                    <a:pt x="363" y="1850"/>
                  </a:cubicBezTo>
                  <a:cubicBezTo>
                    <a:pt x="713" y="487"/>
                    <a:pt x="2375" y="612"/>
                    <a:pt x="3312" y="1150"/>
                  </a:cubicBezTo>
                  <a:cubicBezTo>
                    <a:pt x="3362" y="1175"/>
                    <a:pt x="3400" y="1112"/>
                    <a:pt x="3362" y="10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2" name="Google Shape;2492;p89"/>
            <p:cNvSpPr/>
            <p:nvPr/>
          </p:nvSpPr>
          <p:spPr>
            <a:xfrm>
              <a:off x="6857625" y="2386200"/>
              <a:ext cx="13450" cy="55325"/>
            </a:xfrm>
            <a:custGeom>
              <a:rect b="b" l="l" r="r" t="t"/>
              <a:pathLst>
                <a:path extrusionOk="0" h="2213" w="538">
                  <a:moveTo>
                    <a:pt x="138" y="2162"/>
                  </a:moveTo>
                  <a:cubicBezTo>
                    <a:pt x="63" y="1387"/>
                    <a:pt x="300" y="775"/>
                    <a:pt x="525" y="50"/>
                  </a:cubicBezTo>
                  <a:cubicBezTo>
                    <a:pt x="538" y="13"/>
                    <a:pt x="488" y="0"/>
                    <a:pt x="463" y="25"/>
                  </a:cubicBezTo>
                  <a:cubicBezTo>
                    <a:pt x="51" y="613"/>
                    <a:pt x="1" y="1475"/>
                    <a:pt x="63" y="2162"/>
                  </a:cubicBezTo>
                  <a:cubicBezTo>
                    <a:pt x="63" y="2212"/>
                    <a:pt x="150" y="2212"/>
                    <a:pt x="138" y="2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3" name="Google Shape;2493;p89"/>
            <p:cNvSpPr/>
            <p:nvPr/>
          </p:nvSpPr>
          <p:spPr>
            <a:xfrm>
              <a:off x="6804825" y="2632075"/>
              <a:ext cx="96875" cy="82175"/>
            </a:xfrm>
            <a:custGeom>
              <a:rect b="b" l="l" r="r" t="t"/>
              <a:pathLst>
                <a:path extrusionOk="0" h="3287" w="3875">
                  <a:moveTo>
                    <a:pt x="3800" y="2200"/>
                  </a:moveTo>
                  <a:cubicBezTo>
                    <a:pt x="3125" y="2712"/>
                    <a:pt x="2300" y="3174"/>
                    <a:pt x="1425" y="2937"/>
                  </a:cubicBezTo>
                  <a:cubicBezTo>
                    <a:pt x="963" y="2799"/>
                    <a:pt x="575" y="2474"/>
                    <a:pt x="363" y="2050"/>
                  </a:cubicBezTo>
                  <a:cubicBezTo>
                    <a:pt x="213" y="1762"/>
                    <a:pt x="126" y="1450"/>
                    <a:pt x="126" y="1137"/>
                  </a:cubicBezTo>
                  <a:cubicBezTo>
                    <a:pt x="138" y="400"/>
                    <a:pt x="563" y="250"/>
                    <a:pt x="1400" y="687"/>
                  </a:cubicBezTo>
                  <a:cubicBezTo>
                    <a:pt x="1363" y="712"/>
                    <a:pt x="1400" y="787"/>
                    <a:pt x="1438" y="750"/>
                  </a:cubicBezTo>
                  <a:cubicBezTo>
                    <a:pt x="1813" y="463"/>
                    <a:pt x="1400" y="125"/>
                    <a:pt x="1050" y="75"/>
                  </a:cubicBezTo>
                  <a:cubicBezTo>
                    <a:pt x="388" y="0"/>
                    <a:pt x="1" y="675"/>
                    <a:pt x="26" y="1262"/>
                  </a:cubicBezTo>
                  <a:cubicBezTo>
                    <a:pt x="63" y="2050"/>
                    <a:pt x="613" y="2837"/>
                    <a:pt x="1388" y="3049"/>
                  </a:cubicBezTo>
                  <a:cubicBezTo>
                    <a:pt x="2312" y="3287"/>
                    <a:pt x="3162" y="2824"/>
                    <a:pt x="3837" y="2237"/>
                  </a:cubicBezTo>
                  <a:cubicBezTo>
                    <a:pt x="3875" y="2212"/>
                    <a:pt x="3825" y="2175"/>
                    <a:pt x="3800" y="22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4" name="Google Shape;2494;p89"/>
            <p:cNvSpPr/>
            <p:nvPr/>
          </p:nvSpPr>
          <p:spPr>
            <a:xfrm>
              <a:off x="6762650" y="2704850"/>
              <a:ext cx="110625" cy="22850"/>
            </a:xfrm>
            <a:custGeom>
              <a:rect b="b" l="l" r="r" t="t"/>
              <a:pathLst>
                <a:path extrusionOk="0" h="914" w="4425">
                  <a:moveTo>
                    <a:pt x="4324" y="26"/>
                  </a:moveTo>
                  <a:cubicBezTo>
                    <a:pt x="3325" y="876"/>
                    <a:pt x="1175" y="913"/>
                    <a:pt x="63" y="326"/>
                  </a:cubicBezTo>
                  <a:cubicBezTo>
                    <a:pt x="26" y="313"/>
                    <a:pt x="1" y="363"/>
                    <a:pt x="26" y="388"/>
                  </a:cubicBezTo>
                  <a:cubicBezTo>
                    <a:pt x="713" y="901"/>
                    <a:pt x="1700" y="826"/>
                    <a:pt x="2512" y="738"/>
                  </a:cubicBezTo>
                  <a:cubicBezTo>
                    <a:pt x="3175" y="663"/>
                    <a:pt x="3862" y="538"/>
                    <a:pt x="4387" y="88"/>
                  </a:cubicBezTo>
                  <a:cubicBezTo>
                    <a:pt x="4424" y="51"/>
                    <a:pt x="4374" y="1"/>
                    <a:pt x="4324" y="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5" name="Google Shape;2495;p89"/>
            <p:cNvSpPr/>
            <p:nvPr/>
          </p:nvSpPr>
          <p:spPr>
            <a:xfrm>
              <a:off x="6751100" y="2705175"/>
              <a:ext cx="12200" cy="11900"/>
            </a:xfrm>
            <a:custGeom>
              <a:rect b="b" l="l" r="r" t="t"/>
              <a:pathLst>
                <a:path extrusionOk="0" h="476" w="488">
                  <a:moveTo>
                    <a:pt x="450" y="350"/>
                  </a:moveTo>
                  <a:cubicBezTo>
                    <a:pt x="488" y="263"/>
                    <a:pt x="463" y="150"/>
                    <a:pt x="400" y="88"/>
                  </a:cubicBezTo>
                  <a:cubicBezTo>
                    <a:pt x="338" y="25"/>
                    <a:pt x="238" y="0"/>
                    <a:pt x="150" y="13"/>
                  </a:cubicBezTo>
                  <a:cubicBezTo>
                    <a:pt x="125" y="13"/>
                    <a:pt x="88" y="25"/>
                    <a:pt x="63" y="50"/>
                  </a:cubicBezTo>
                  <a:cubicBezTo>
                    <a:pt x="38" y="88"/>
                    <a:pt x="25" y="125"/>
                    <a:pt x="25" y="163"/>
                  </a:cubicBezTo>
                  <a:cubicBezTo>
                    <a:pt x="0" y="288"/>
                    <a:pt x="63" y="413"/>
                    <a:pt x="175" y="463"/>
                  </a:cubicBezTo>
                  <a:cubicBezTo>
                    <a:pt x="313" y="475"/>
                    <a:pt x="425" y="375"/>
                    <a:pt x="425" y="2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6" name="Google Shape;2496;p89"/>
            <p:cNvSpPr/>
            <p:nvPr/>
          </p:nvSpPr>
          <p:spPr>
            <a:xfrm>
              <a:off x="6748900" y="2702675"/>
              <a:ext cx="16275" cy="18450"/>
            </a:xfrm>
            <a:custGeom>
              <a:rect b="b" l="l" r="r" t="t"/>
              <a:pathLst>
                <a:path extrusionOk="0" h="738" w="651">
                  <a:moveTo>
                    <a:pt x="601" y="463"/>
                  </a:moveTo>
                  <a:cubicBezTo>
                    <a:pt x="650" y="300"/>
                    <a:pt x="563" y="113"/>
                    <a:pt x="388" y="63"/>
                  </a:cubicBezTo>
                  <a:cubicBezTo>
                    <a:pt x="251" y="0"/>
                    <a:pt x="76" y="88"/>
                    <a:pt x="63" y="250"/>
                  </a:cubicBezTo>
                  <a:cubicBezTo>
                    <a:pt x="1" y="650"/>
                    <a:pt x="563" y="738"/>
                    <a:pt x="563" y="338"/>
                  </a:cubicBezTo>
                  <a:cubicBezTo>
                    <a:pt x="563" y="288"/>
                    <a:pt x="501" y="275"/>
                    <a:pt x="488" y="325"/>
                  </a:cubicBezTo>
                  <a:cubicBezTo>
                    <a:pt x="163" y="438"/>
                    <a:pt x="88" y="425"/>
                    <a:pt x="263" y="275"/>
                  </a:cubicBezTo>
                  <a:cubicBezTo>
                    <a:pt x="376" y="100"/>
                    <a:pt x="438" y="150"/>
                    <a:pt x="476" y="425"/>
                  </a:cubicBezTo>
                  <a:cubicBezTo>
                    <a:pt x="451" y="513"/>
                    <a:pt x="576" y="538"/>
                    <a:pt x="601" y="4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7" name="Google Shape;2497;p89"/>
            <p:cNvSpPr/>
            <p:nvPr/>
          </p:nvSpPr>
          <p:spPr>
            <a:xfrm>
              <a:off x="6927925" y="2476175"/>
              <a:ext cx="3450" cy="2825"/>
            </a:xfrm>
            <a:custGeom>
              <a:rect b="b" l="l" r="r" t="t"/>
              <a:pathLst>
                <a:path extrusionOk="0" h="113" w="138">
                  <a:moveTo>
                    <a:pt x="63" y="25"/>
                  </a:moveTo>
                  <a:lnTo>
                    <a:pt x="38" y="38"/>
                  </a:lnTo>
                  <a:cubicBezTo>
                    <a:pt x="0" y="50"/>
                    <a:pt x="0" y="88"/>
                    <a:pt x="38" y="100"/>
                  </a:cubicBezTo>
                  <a:lnTo>
                    <a:pt x="63" y="100"/>
                  </a:lnTo>
                  <a:cubicBezTo>
                    <a:pt x="125" y="113"/>
                    <a:pt x="138" y="0"/>
                    <a:pt x="63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8" name="Google Shape;2498;p89"/>
            <p:cNvSpPr/>
            <p:nvPr/>
          </p:nvSpPr>
          <p:spPr>
            <a:xfrm>
              <a:off x="6869800" y="2346825"/>
              <a:ext cx="17850" cy="42200"/>
            </a:xfrm>
            <a:custGeom>
              <a:rect b="b" l="l" r="r" t="t"/>
              <a:pathLst>
                <a:path extrusionOk="0" h="1688" w="714">
                  <a:moveTo>
                    <a:pt x="101" y="1663"/>
                  </a:moveTo>
                  <a:cubicBezTo>
                    <a:pt x="638" y="1463"/>
                    <a:pt x="713" y="513"/>
                    <a:pt x="576" y="51"/>
                  </a:cubicBezTo>
                  <a:cubicBezTo>
                    <a:pt x="551" y="1"/>
                    <a:pt x="463" y="13"/>
                    <a:pt x="476" y="63"/>
                  </a:cubicBezTo>
                  <a:cubicBezTo>
                    <a:pt x="513" y="313"/>
                    <a:pt x="526" y="563"/>
                    <a:pt x="488" y="800"/>
                  </a:cubicBezTo>
                  <a:cubicBezTo>
                    <a:pt x="438" y="1038"/>
                    <a:pt x="326" y="1463"/>
                    <a:pt x="76" y="1550"/>
                  </a:cubicBezTo>
                  <a:cubicBezTo>
                    <a:pt x="1" y="1575"/>
                    <a:pt x="38" y="1688"/>
                    <a:pt x="101" y="16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9" name="Google Shape;2499;p89"/>
            <p:cNvSpPr/>
            <p:nvPr/>
          </p:nvSpPr>
          <p:spPr>
            <a:xfrm>
              <a:off x="6865425" y="2346525"/>
              <a:ext cx="19725" cy="42200"/>
            </a:xfrm>
            <a:custGeom>
              <a:rect b="b" l="l" r="r" t="t"/>
              <a:pathLst>
                <a:path extrusionOk="0" h="1688" w="789">
                  <a:moveTo>
                    <a:pt x="676" y="50"/>
                  </a:moveTo>
                  <a:cubicBezTo>
                    <a:pt x="313" y="400"/>
                    <a:pt x="1" y="1125"/>
                    <a:pt x="151" y="1625"/>
                  </a:cubicBezTo>
                  <a:cubicBezTo>
                    <a:pt x="163" y="1687"/>
                    <a:pt x="251" y="1662"/>
                    <a:pt x="238" y="1600"/>
                  </a:cubicBezTo>
                  <a:cubicBezTo>
                    <a:pt x="188" y="1062"/>
                    <a:pt x="376" y="513"/>
                    <a:pt x="751" y="113"/>
                  </a:cubicBezTo>
                  <a:cubicBezTo>
                    <a:pt x="788" y="63"/>
                    <a:pt x="726" y="0"/>
                    <a:pt x="676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0" name="Google Shape;2500;p89"/>
            <p:cNvSpPr/>
            <p:nvPr/>
          </p:nvSpPr>
          <p:spPr>
            <a:xfrm>
              <a:off x="6831375" y="2415875"/>
              <a:ext cx="30025" cy="33150"/>
            </a:xfrm>
            <a:custGeom>
              <a:rect b="b" l="l" r="r" t="t"/>
              <a:pathLst>
                <a:path extrusionOk="0" h="1326" w="1201">
                  <a:moveTo>
                    <a:pt x="1188" y="1275"/>
                  </a:moveTo>
                  <a:cubicBezTo>
                    <a:pt x="1200" y="938"/>
                    <a:pt x="1026" y="663"/>
                    <a:pt x="813" y="413"/>
                  </a:cubicBezTo>
                  <a:cubicBezTo>
                    <a:pt x="638" y="163"/>
                    <a:pt x="351" y="13"/>
                    <a:pt x="51" y="0"/>
                  </a:cubicBezTo>
                  <a:cubicBezTo>
                    <a:pt x="13" y="0"/>
                    <a:pt x="1" y="75"/>
                    <a:pt x="38" y="75"/>
                  </a:cubicBezTo>
                  <a:cubicBezTo>
                    <a:pt x="326" y="100"/>
                    <a:pt x="588" y="238"/>
                    <a:pt x="763" y="463"/>
                  </a:cubicBezTo>
                  <a:cubicBezTo>
                    <a:pt x="951" y="713"/>
                    <a:pt x="1125" y="950"/>
                    <a:pt x="1101" y="1275"/>
                  </a:cubicBezTo>
                  <a:cubicBezTo>
                    <a:pt x="1101" y="1325"/>
                    <a:pt x="1175" y="1325"/>
                    <a:pt x="1188" y="12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1" name="Google Shape;2501;p89"/>
            <p:cNvSpPr/>
            <p:nvPr/>
          </p:nvSpPr>
          <p:spPr>
            <a:xfrm>
              <a:off x="6831375" y="2415550"/>
              <a:ext cx="29400" cy="33475"/>
            </a:xfrm>
            <a:custGeom>
              <a:rect b="b" l="l" r="r" t="t"/>
              <a:pathLst>
                <a:path extrusionOk="0" h="1339" w="1176">
                  <a:moveTo>
                    <a:pt x="13" y="63"/>
                  </a:moveTo>
                  <a:cubicBezTo>
                    <a:pt x="101" y="626"/>
                    <a:pt x="501" y="1201"/>
                    <a:pt x="1076" y="1313"/>
                  </a:cubicBezTo>
                  <a:cubicBezTo>
                    <a:pt x="1138" y="1338"/>
                    <a:pt x="1175" y="1251"/>
                    <a:pt x="1125" y="1213"/>
                  </a:cubicBezTo>
                  <a:cubicBezTo>
                    <a:pt x="888" y="1076"/>
                    <a:pt x="651" y="1013"/>
                    <a:pt x="476" y="776"/>
                  </a:cubicBezTo>
                  <a:cubicBezTo>
                    <a:pt x="301" y="563"/>
                    <a:pt x="163" y="313"/>
                    <a:pt x="88" y="38"/>
                  </a:cubicBezTo>
                  <a:cubicBezTo>
                    <a:pt x="76" y="1"/>
                    <a:pt x="1" y="13"/>
                    <a:pt x="13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2" name="Google Shape;2502;p89"/>
            <p:cNvSpPr/>
            <p:nvPr/>
          </p:nvSpPr>
          <p:spPr>
            <a:xfrm>
              <a:off x="6767025" y="2718300"/>
              <a:ext cx="86575" cy="38750"/>
            </a:xfrm>
            <a:custGeom>
              <a:rect b="b" l="l" r="r" t="t"/>
              <a:pathLst>
                <a:path extrusionOk="0" h="1550" w="3463">
                  <a:moveTo>
                    <a:pt x="3387" y="38"/>
                  </a:moveTo>
                  <a:cubicBezTo>
                    <a:pt x="2387" y="738"/>
                    <a:pt x="1250" y="1225"/>
                    <a:pt x="50" y="1437"/>
                  </a:cubicBezTo>
                  <a:cubicBezTo>
                    <a:pt x="0" y="1450"/>
                    <a:pt x="25" y="1550"/>
                    <a:pt x="88" y="1537"/>
                  </a:cubicBezTo>
                  <a:cubicBezTo>
                    <a:pt x="1288" y="1312"/>
                    <a:pt x="2437" y="825"/>
                    <a:pt x="3425" y="100"/>
                  </a:cubicBezTo>
                  <a:cubicBezTo>
                    <a:pt x="3462" y="75"/>
                    <a:pt x="3425" y="0"/>
                    <a:pt x="3387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3" name="Google Shape;2503;p89"/>
            <p:cNvSpPr/>
            <p:nvPr/>
          </p:nvSpPr>
          <p:spPr>
            <a:xfrm>
              <a:off x="6752975" y="2749525"/>
              <a:ext cx="16250" cy="17850"/>
            </a:xfrm>
            <a:custGeom>
              <a:rect b="b" l="l" r="r" t="t"/>
              <a:pathLst>
                <a:path extrusionOk="0" h="714" w="650">
                  <a:moveTo>
                    <a:pt x="575" y="188"/>
                  </a:moveTo>
                  <a:cubicBezTo>
                    <a:pt x="363" y="1"/>
                    <a:pt x="0" y="238"/>
                    <a:pt x="213" y="476"/>
                  </a:cubicBezTo>
                  <a:cubicBezTo>
                    <a:pt x="413" y="713"/>
                    <a:pt x="650" y="376"/>
                    <a:pt x="562" y="163"/>
                  </a:cubicBezTo>
                  <a:cubicBezTo>
                    <a:pt x="537" y="126"/>
                    <a:pt x="487" y="138"/>
                    <a:pt x="487" y="176"/>
                  </a:cubicBezTo>
                  <a:cubicBezTo>
                    <a:pt x="487" y="213"/>
                    <a:pt x="487" y="251"/>
                    <a:pt x="487" y="288"/>
                  </a:cubicBezTo>
                  <a:cubicBezTo>
                    <a:pt x="475" y="376"/>
                    <a:pt x="487" y="363"/>
                    <a:pt x="512" y="263"/>
                  </a:cubicBezTo>
                  <a:cubicBezTo>
                    <a:pt x="550" y="288"/>
                    <a:pt x="612" y="238"/>
                    <a:pt x="575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4" name="Google Shape;2504;p89"/>
            <p:cNvSpPr/>
            <p:nvPr/>
          </p:nvSpPr>
          <p:spPr>
            <a:xfrm>
              <a:off x="6783275" y="2681125"/>
              <a:ext cx="81875" cy="30625"/>
            </a:xfrm>
            <a:custGeom>
              <a:rect b="b" l="l" r="r" t="t"/>
              <a:pathLst>
                <a:path extrusionOk="0" h="1225" w="3275">
                  <a:moveTo>
                    <a:pt x="3212" y="1000"/>
                  </a:moveTo>
                  <a:cubicBezTo>
                    <a:pt x="2000" y="1137"/>
                    <a:pt x="988" y="800"/>
                    <a:pt x="63" y="25"/>
                  </a:cubicBezTo>
                  <a:cubicBezTo>
                    <a:pt x="25" y="0"/>
                    <a:pt x="0" y="38"/>
                    <a:pt x="13" y="75"/>
                  </a:cubicBezTo>
                  <a:cubicBezTo>
                    <a:pt x="738" y="1000"/>
                    <a:pt x="2112" y="1225"/>
                    <a:pt x="3212" y="1087"/>
                  </a:cubicBezTo>
                  <a:cubicBezTo>
                    <a:pt x="3274" y="1087"/>
                    <a:pt x="3274" y="987"/>
                    <a:pt x="3212" y="10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5" name="Google Shape;2505;p89"/>
            <p:cNvSpPr/>
            <p:nvPr/>
          </p:nvSpPr>
          <p:spPr>
            <a:xfrm>
              <a:off x="6773575" y="2671750"/>
              <a:ext cx="15025" cy="12825"/>
            </a:xfrm>
            <a:custGeom>
              <a:rect b="b" l="l" r="r" t="t"/>
              <a:pathLst>
                <a:path extrusionOk="0" h="513" w="601">
                  <a:moveTo>
                    <a:pt x="338" y="25"/>
                  </a:moveTo>
                  <a:cubicBezTo>
                    <a:pt x="38" y="0"/>
                    <a:pt x="1" y="450"/>
                    <a:pt x="301" y="488"/>
                  </a:cubicBezTo>
                  <a:cubicBezTo>
                    <a:pt x="601" y="513"/>
                    <a:pt x="563" y="75"/>
                    <a:pt x="276" y="88"/>
                  </a:cubicBezTo>
                  <a:cubicBezTo>
                    <a:pt x="238" y="88"/>
                    <a:pt x="226" y="138"/>
                    <a:pt x="263" y="150"/>
                  </a:cubicBezTo>
                  <a:cubicBezTo>
                    <a:pt x="313" y="213"/>
                    <a:pt x="338" y="188"/>
                    <a:pt x="338" y="100"/>
                  </a:cubicBezTo>
                  <a:cubicBezTo>
                    <a:pt x="388" y="100"/>
                    <a:pt x="388" y="25"/>
                    <a:pt x="338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6" name="Google Shape;2506;p89"/>
            <p:cNvSpPr/>
            <p:nvPr/>
          </p:nvSpPr>
          <p:spPr>
            <a:xfrm>
              <a:off x="6888250" y="2270600"/>
              <a:ext cx="60000" cy="237450"/>
            </a:xfrm>
            <a:custGeom>
              <a:rect b="b" l="l" r="r" t="t"/>
              <a:pathLst>
                <a:path extrusionOk="0" h="9498" w="2400">
                  <a:moveTo>
                    <a:pt x="2387" y="9448"/>
                  </a:moveTo>
                  <a:cubicBezTo>
                    <a:pt x="1137" y="6136"/>
                    <a:pt x="0" y="3450"/>
                    <a:pt x="2025" y="125"/>
                  </a:cubicBezTo>
                  <a:cubicBezTo>
                    <a:pt x="2062" y="50"/>
                    <a:pt x="1962" y="0"/>
                    <a:pt x="1925" y="63"/>
                  </a:cubicBezTo>
                  <a:cubicBezTo>
                    <a:pt x="975" y="1475"/>
                    <a:pt x="575" y="2750"/>
                    <a:pt x="738" y="4449"/>
                  </a:cubicBezTo>
                  <a:cubicBezTo>
                    <a:pt x="925" y="6386"/>
                    <a:pt x="1637" y="7686"/>
                    <a:pt x="2325" y="9460"/>
                  </a:cubicBezTo>
                  <a:cubicBezTo>
                    <a:pt x="2350" y="9498"/>
                    <a:pt x="2400" y="9485"/>
                    <a:pt x="2387" y="944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7" name="Google Shape;2507;p89"/>
            <p:cNvSpPr/>
            <p:nvPr/>
          </p:nvSpPr>
          <p:spPr>
            <a:xfrm>
              <a:off x="6844200" y="2755475"/>
              <a:ext cx="49375" cy="31875"/>
            </a:xfrm>
            <a:custGeom>
              <a:rect b="b" l="l" r="r" t="t"/>
              <a:pathLst>
                <a:path extrusionOk="0" h="1275" w="1975">
                  <a:moveTo>
                    <a:pt x="1962" y="1213"/>
                  </a:moveTo>
                  <a:cubicBezTo>
                    <a:pt x="1875" y="663"/>
                    <a:pt x="1525" y="125"/>
                    <a:pt x="912" y="63"/>
                  </a:cubicBezTo>
                  <a:cubicBezTo>
                    <a:pt x="425" y="0"/>
                    <a:pt x="0" y="375"/>
                    <a:pt x="0" y="875"/>
                  </a:cubicBezTo>
                  <a:cubicBezTo>
                    <a:pt x="0" y="938"/>
                    <a:pt x="113" y="938"/>
                    <a:pt x="113" y="875"/>
                  </a:cubicBezTo>
                  <a:cubicBezTo>
                    <a:pt x="125" y="300"/>
                    <a:pt x="700" y="13"/>
                    <a:pt x="1200" y="250"/>
                  </a:cubicBezTo>
                  <a:cubicBezTo>
                    <a:pt x="1612" y="425"/>
                    <a:pt x="1812" y="813"/>
                    <a:pt x="1900" y="1238"/>
                  </a:cubicBezTo>
                  <a:cubicBezTo>
                    <a:pt x="1912" y="1275"/>
                    <a:pt x="1975" y="1262"/>
                    <a:pt x="1962" y="1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8" name="Google Shape;2508;p89"/>
            <p:cNvSpPr/>
            <p:nvPr/>
          </p:nvSpPr>
          <p:spPr>
            <a:xfrm>
              <a:off x="6887300" y="2510225"/>
              <a:ext cx="31575" cy="62500"/>
            </a:xfrm>
            <a:custGeom>
              <a:rect b="b" l="l" r="r" t="t"/>
              <a:pathLst>
                <a:path extrusionOk="0" h="2500" w="1263">
                  <a:moveTo>
                    <a:pt x="538" y="50"/>
                  </a:moveTo>
                  <a:cubicBezTo>
                    <a:pt x="563" y="675"/>
                    <a:pt x="1" y="1175"/>
                    <a:pt x="226" y="1812"/>
                  </a:cubicBezTo>
                  <a:cubicBezTo>
                    <a:pt x="376" y="2225"/>
                    <a:pt x="776" y="2500"/>
                    <a:pt x="1213" y="2487"/>
                  </a:cubicBezTo>
                  <a:cubicBezTo>
                    <a:pt x="1250" y="2487"/>
                    <a:pt x="1263" y="2425"/>
                    <a:pt x="1225" y="2412"/>
                  </a:cubicBezTo>
                  <a:cubicBezTo>
                    <a:pt x="438" y="2312"/>
                    <a:pt x="126" y="1625"/>
                    <a:pt x="426" y="925"/>
                  </a:cubicBezTo>
                  <a:cubicBezTo>
                    <a:pt x="563" y="650"/>
                    <a:pt x="626" y="350"/>
                    <a:pt x="626" y="50"/>
                  </a:cubicBezTo>
                  <a:cubicBezTo>
                    <a:pt x="626" y="0"/>
                    <a:pt x="538" y="0"/>
                    <a:pt x="538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9" name="Google Shape;2509;p89"/>
            <p:cNvSpPr/>
            <p:nvPr/>
          </p:nvSpPr>
          <p:spPr>
            <a:xfrm>
              <a:off x="6912925" y="2543350"/>
              <a:ext cx="21575" cy="30625"/>
            </a:xfrm>
            <a:custGeom>
              <a:rect b="b" l="l" r="r" t="t"/>
              <a:pathLst>
                <a:path extrusionOk="0" h="1225" w="863">
                  <a:moveTo>
                    <a:pt x="38" y="1112"/>
                  </a:moveTo>
                  <a:cubicBezTo>
                    <a:pt x="338" y="1225"/>
                    <a:pt x="588" y="1062"/>
                    <a:pt x="700" y="775"/>
                  </a:cubicBezTo>
                  <a:cubicBezTo>
                    <a:pt x="788" y="550"/>
                    <a:pt x="863" y="163"/>
                    <a:pt x="613" y="13"/>
                  </a:cubicBezTo>
                  <a:cubicBezTo>
                    <a:pt x="588" y="0"/>
                    <a:pt x="550" y="25"/>
                    <a:pt x="575" y="63"/>
                  </a:cubicBezTo>
                  <a:cubicBezTo>
                    <a:pt x="825" y="387"/>
                    <a:pt x="588" y="1225"/>
                    <a:pt x="63" y="1050"/>
                  </a:cubicBezTo>
                  <a:cubicBezTo>
                    <a:pt x="13" y="1025"/>
                    <a:pt x="0" y="1100"/>
                    <a:pt x="38" y="11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0" name="Google Shape;2510;p89"/>
            <p:cNvSpPr/>
            <p:nvPr/>
          </p:nvSpPr>
          <p:spPr>
            <a:xfrm>
              <a:off x="6775150" y="2732675"/>
              <a:ext cx="56575" cy="81250"/>
            </a:xfrm>
            <a:custGeom>
              <a:rect b="b" l="l" r="r" t="t"/>
              <a:pathLst>
                <a:path extrusionOk="0" h="3250" w="2263">
                  <a:moveTo>
                    <a:pt x="2162" y="38"/>
                  </a:moveTo>
                  <a:cubicBezTo>
                    <a:pt x="1213" y="825"/>
                    <a:pt x="0" y="1800"/>
                    <a:pt x="300" y="3199"/>
                  </a:cubicBezTo>
                  <a:cubicBezTo>
                    <a:pt x="313" y="3249"/>
                    <a:pt x="400" y="3224"/>
                    <a:pt x="388" y="3174"/>
                  </a:cubicBezTo>
                  <a:cubicBezTo>
                    <a:pt x="200" y="1787"/>
                    <a:pt x="1275" y="900"/>
                    <a:pt x="2225" y="88"/>
                  </a:cubicBezTo>
                  <a:cubicBezTo>
                    <a:pt x="2262" y="63"/>
                    <a:pt x="2200" y="0"/>
                    <a:pt x="2162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1" name="Google Shape;2511;p89"/>
            <p:cNvSpPr/>
            <p:nvPr/>
          </p:nvSpPr>
          <p:spPr>
            <a:xfrm>
              <a:off x="6867625" y="2553650"/>
              <a:ext cx="15025" cy="30950"/>
            </a:xfrm>
            <a:custGeom>
              <a:rect b="b" l="l" r="r" t="t"/>
              <a:pathLst>
                <a:path extrusionOk="0" h="1238" w="601">
                  <a:moveTo>
                    <a:pt x="500" y="63"/>
                  </a:moveTo>
                  <a:cubicBezTo>
                    <a:pt x="475" y="463"/>
                    <a:pt x="313" y="850"/>
                    <a:pt x="25" y="1138"/>
                  </a:cubicBezTo>
                  <a:cubicBezTo>
                    <a:pt x="0" y="1175"/>
                    <a:pt x="38" y="1238"/>
                    <a:pt x="88" y="1213"/>
                  </a:cubicBezTo>
                  <a:cubicBezTo>
                    <a:pt x="250" y="1075"/>
                    <a:pt x="375" y="900"/>
                    <a:pt x="438" y="713"/>
                  </a:cubicBezTo>
                  <a:cubicBezTo>
                    <a:pt x="550" y="513"/>
                    <a:pt x="600" y="288"/>
                    <a:pt x="588" y="63"/>
                  </a:cubicBezTo>
                  <a:cubicBezTo>
                    <a:pt x="588" y="0"/>
                    <a:pt x="488" y="0"/>
                    <a:pt x="488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2" name="Google Shape;2512;p89"/>
            <p:cNvSpPr/>
            <p:nvPr/>
          </p:nvSpPr>
          <p:spPr>
            <a:xfrm>
              <a:off x="6861375" y="2550525"/>
              <a:ext cx="21900" cy="34400"/>
            </a:xfrm>
            <a:custGeom>
              <a:rect b="b" l="l" r="r" t="t"/>
              <a:pathLst>
                <a:path extrusionOk="0" h="1376" w="876">
                  <a:moveTo>
                    <a:pt x="325" y="1275"/>
                  </a:moveTo>
                  <a:cubicBezTo>
                    <a:pt x="113" y="825"/>
                    <a:pt x="413" y="313"/>
                    <a:pt x="825" y="125"/>
                  </a:cubicBezTo>
                  <a:cubicBezTo>
                    <a:pt x="875" y="100"/>
                    <a:pt x="838" y="0"/>
                    <a:pt x="775" y="25"/>
                  </a:cubicBezTo>
                  <a:cubicBezTo>
                    <a:pt x="300" y="238"/>
                    <a:pt x="0" y="838"/>
                    <a:pt x="238" y="1325"/>
                  </a:cubicBezTo>
                  <a:cubicBezTo>
                    <a:pt x="275" y="1375"/>
                    <a:pt x="350" y="1325"/>
                    <a:pt x="325" y="12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3" name="Google Shape;2513;p89"/>
            <p:cNvSpPr/>
            <p:nvPr/>
          </p:nvSpPr>
          <p:spPr>
            <a:xfrm>
              <a:off x="6864175" y="2216250"/>
              <a:ext cx="60025" cy="132175"/>
            </a:xfrm>
            <a:custGeom>
              <a:rect b="b" l="l" r="r" t="t"/>
              <a:pathLst>
                <a:path extrusionOk="0" h="5287" w="2401">
                  <a:moveTo>
                    <a:pt x="1813" y="5236"/>
                  </a:moveTo>
                  <a:cubicBezTo>
                    <a:pt x="2125" y="3649"/>
                    <a:pt x="2400" y="212"/>
                    <a:pt x="51" y="0"/>
                  </a:cubicBezTo>
                  <a:cubicBezTo>
                    <a:pt x="1" y="0"/>
                    <a:pt x="1" y="62"/>
                    <a:pt x="51" y="75"/>
                  </a:cubicBezTo>
                  <a:cubicBezTo>
                    <a:pt x="2338" y="375"/>
                    <a:pt x="2038" y="3687"/>
                    <a:pt x="1738" y="5211"/>
                  </a:cubicBezTo>
                  <a:cubicBezTo>
                    <a:pt x="1738" y="5261"/>
                    <a:pt x="1813" y="5286"/>
                    <a:pt x="1813" y="52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4" name="Google Shape;2514;p89"/>
            <p:cNvSpPr/>
            <p:nvPr/>
          </p:nvSpPr>
          <p:spPr>
            <a:xfrm>
              <a:off x="6826700" y="2222800"/>
              <a:ext cx="65000" cy="61575"/>
            </a:xfrm>
            <a:custGeom>
              <a:rect b="b" l="l" r="r" t="t"/>
              <a:pathLst>
                <a:path extrusionOk="0" h="2463" w="2600">
                  <a:moveTo>
                    <a:pt x="2587" y="963"/>
                  </a:moveTo>
                  <a:cubicBezTo>
                    <a:pt x="2250" y="288"/>
                    <a:pt x="1425" y="0"/>
                    <a:pt x="788" y="450"/>
                  </a:cubicBezTo>
                  <a:cubicBezTo>
                    <a:pt x="200" y="863"/>
                    <a:pt x="0" y="1925"/>
                    <a:pt x="575" y="2425"/>
                  </a:cubicBezTo>
                  <a:cubicBezTo>
                    <a:pt x="638" y="2462"/>
                    <a:pt x="700" y="2387"/>
                    <a:pt x="650" y="2350"/>
                  </a:cubicBezTo>
                  <a:cubicBezTo>
                    <a:pt x="138" y="1875"/>
                    <a:pt x="300" y="900"/>
                    <a:pt x="838" y="525"/>
                  </a:cubicBezTo>
                  <a:cubicBezTo>
                    <a:pt x="1425" y="125"/>
                    <a:pt x="2237" y="350"/>
                    <a:pt x="2537" y="1000"/>
                  </a:cubicBezTo>
                  <a:cubicBezTo>
                    <a:pt x="2550" y="1038"/>
                    <a:pt x="2600" y="1000"/>
                    <a:pt x="2587" y="9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5" name="Google Shape;2515;p89"/>
            <p:cNvSpPr/>
            <p:nvPr/>
          </p:nvSpPr>
          <p:spPr>
            <a:xfrm>
              <a:off x="6837325" y="2258100"/>
              <a:ext cx="46875" cy="35950"/>
            </a:xfrm>
            <a:custGeom>
              <a:rect b="b" l="l" r="r" t="t"/>
              <a:pathLst>
                <a:path extrusionOk="0" h="1438" w="1875">
                  <a:moveTo>
                    <a:pt x="25" y="750"/>
                  </a:moveTo>
                  <a:cubicBezTo>
                    <a:pt x="200" y="1213"/>
                    <a:pt x="738" y="1438"/>
                    <a:pt x="1200" y="1250"/>
                  </a:cubicBezTo>
                  <a:cubicBezTo>
                    <a:pt x="1662" y="1050"/>
                    <a:pt x="1875" y="513"/>
                    <a:pt x="1662" y="51"/>
                  </a:cubicBezTo>
                  <a:cubicBezTo>
                    <a:pt x="1650" y="1"/>
                    <a:pt x="1575" y="38"/>
                    <a:pt x="1587" y="88"/>
                  </a:cubicBezTo>
                  <a:cubicBezTo>
                    <a:pt x="1712" y="513"/>
                    <a:pt x="1587" y="963"/>
                    <a:pt x="1150" y="1150"/>
                  </a:cubicBezTo>
                  <a:cubicBezTo>
                    <a:pt x="738" y="1313"/>
                    <a:pt x="263" y="1125"/>
                    <a:pt x="88" y="713"/>
                  </a:cubicBezTo>
                  <a:cubicBezTo>
                    <a:pt x="63" y="675"/>
                    <a:pt x="0" y="713"/>
                    <a:pt x="25" y="7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6" name="Google Shape;2516;p89"/>
            <p:cNvSpPr/>
            <p:nvPr/>
          </p:nvSpPr>
          <p:spPr>
            <a:xfrm>
              <a:off x="6849500" y="2246850"/>
              <a:ext cx="30650" cy="17200"/>
            </a:xfrm>
            <a:custGeom>
              <a:rect b="b" l="l" r="r" t="t"/>
              <a:pathLst>
                <a:path extrusionOk="0" h="688" w="1226">
                  <a:moveTo>
                    <a:pt x="1200" y="638"/>
                  </a:moveTo>
                  <a:cubicBezTo>
                    <a:pt x="1225" y="301"/>
                    <a:pt x="863" y="51"/>
                    <a:pt x="550" y="63"/>
                  </a:cubicBezTo>
                  <a:cubicBezTo>
                    <a:pt x="238" y="63"/>
                    <a:pt x="1" y="338"/>
                    <a:pt x="113" y="626"/>
                  </a:cubicBezTo>
                  <a:cubicBezTo>
                    <a:pt x="138" y="676"/>
                    <a:pt x="213" y="663"/>
                    <a:pt x="201" y="601"/>
                  </a:cubicBezTo>
                  <a:cubicBezTo>
                    <a:pt x="13" y="1"/>
                    <a:pt x="1163" y="51"/>
                    <a:pt x="1125" y="638"/>
                  </a:cubicBezTo>
                  <a:cubicBezTo>
                    <a:pt x="1125" y="688"/>
                    <a:pt x="1200" y="688"/>
                    <a:pt x="1200" y="6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7" name="Google Shape;2517;p89"/>
            <p:cNvSpPr/>
            <p:nvPr/>
          </p:nvSpPr>
          <p:spPr>
            <a:xfrm>
              <a:off x="6819200" y="2492725"/>
              <a:ext cx="71575" cy="55025"/>
            </a:xfrm>
            <a:custGeom>
              <a:rect b="b" l="l" r="r" t="t"/>
              <a:pathLst>
                <a:path extrusionOk="0" h="2201" w="2863">
                  <a:moveTo>
                    <a:pt x="2787" y="1750"/>
                  </a:moveTo>
                  <a:cubicBezTo>
                    <a:pt x="1463" y="2100"/>
                    <a:pt x="375" y="1288"/>
                    <a:pt x="50" y="26"/>
                  </a:cubicBezTo>
                  <a:cubicBezTo>
                    <a:pt x="50" y="1"/>
                    <a:pt x="0" y="1"/>
                    <a:pt x="0" y="26"/>
                  </a:cubicBezTo>
                  <a:cubicBezTo>
                    <a:pt x="100" y="1425"/>
                    <a:pt x="1538" y="2200"/>
                    <a:pt x="2812" y="1813"/>
                  </a:cubicBezTo>
                  <a:cubicBezTo>
                    <a:pt x="2862" y="1800"/>
                    <a:pt x="2837" y="1725"/>
                    <a:pt x="2787" y="17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8" name="Google Shape;2518;p89"/>
            <p:cNvSpPr/>
            <p:nvPr/>
          </p:nvSpPr>
          <p:spPr>
            <a:xfrm>
              <a:off x="6793275" y="2835125"/>
              <a:ext cx="104675" cy="111575"/>
            </a:xfrm>
            <a:custGeom>
              <a:rect b="b" l="l" r="r" t="t"/>
              <a:pathLst>
                <a:path extrusionOk="0" h="4463" w="4187">
                  <a:moveTo>
                    <a:pt x="3999" y="2663"/>
                  </a:moveTo>
                  <a:cubicBezTo>
                    <a:pt x="4187" y="1213"/>
                    <a:pt x="2737" y="38"/>
                    <a:pt x="1387" y="751"/>
                  </a:cubicBezTo>
                  <a:cubicBezTo>
                    <a:pt x="0" y="1488"/>
                    <a:pt x="225" y="3425"/>
                    <a:pt x="1162" y="4437"/>
                  </a:cubicBezTo>
                  <a:cubicBezTo>
                    <a:pt x="1187" y="4462"/>
                    <a:pt x="1237" y="4425"/>
                    <a:pt x="1212" y="4387"/>
                  </a:cubicBezTo>
                  <a:cubicBezTo>
                    <a:pt x="563" y="3488"/>
                    <a:pt x="125" y="2013"/>
                    <a:pt x="1062" y="1138"/>
                  </a:cubicBezTo>
                  <a:cubicBezTo>
                    <a:pt x="2275" y="1"/>
                    <a:pt x="4087" y="1088"/>
                    <a:pt x="3899" y="2663"/>
                  </a:cubicBezTo>
                  <a:cubicBezTo>
                    <a:pt x="3887" y="2738"/>
                    <a:pt x="3999" y="2725"/>
                    <a:pt x="4012" y="26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9" name="Google Shape;2519;p89"/>
            <p:cNvSpPr/>
            <p:nvPr/>
          </p:nvSpPr>
          <p:spPr>
            <a:xfrm>
              <a:off x="6818575" y="2941350"/>
              <a:ext cx="146550" cy="263725"/>
            </a:xfrm>
            <a:custGeom>
              <a:rect b="b" l="l" r="r" t="t"/>
              <a:pathLst>
                <a:path extrusionOk="0" h="10549" w="5862">
                  <a:moveTo>
                    <a:pt x="38" y="101"/>
                  </a:moveTo>
                  <a:cubicBezTo>
                    <a:pt x="1700" y="1313"/>
                    <a:pt x="3812" y="2425"/>
                    <a:pt x="4737" y="4325"/>
                  </a:cubicBezTo>
                  <a:cubicBezTo>
                    <a:pt x="5586" y="6087"/>
                    <a:pt x="5761" y="8849"/>
                    <a:pt x="4562" y="10486"/>
                  </a:cubicBezTo>
                  <a:cubicBezTo>
                    <a:pt x="4537" y="10511"/>
                    <a:pt x="4587" y="10548"/>
                    <a:pt x="4612" y="10523"/>
                  </a:cubicBezTo>
                  <a:cubicBezTo>
                    <a:pt x="5861" y="9086"/>
                    <a:pt x="5724" y="6587"/>
                    <a:pt x="5137" y="4875"/>
                  </a:cubicBezTo>
                  <a:cubicBezTo>
                    <a:pt x="4349" y="2550"/>
                    <a:pt x="1950" y="1363"/>
                    <a:pt x="75" y="26"/>
                  </a:cubicBezTo>
                  <a:cubicBezTo>
                    <a:pt x="38" y="1"/>
                    <a:pt x="0" y="63"/>
                    <a:pt x="38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0" name="Google Shape;2520;p89"/>
            <p:cNvSpPr/>
            <p:nvPr/>
          </p:nvSpPr>
          <p:spPr>
            <a:xfrm>
              <a:off x="6841075" y="3137250"/>
              <a:ext cx="84375" cy="100925"/>
            </a:xfrm>
            <a:custGeom>
              <a:rect b="b" l="l" r="r" t="t"/>
              <a:pathLst>
                <a:path extrusionOk="0" h="4037" w="3375">
                  <a:moveTo>
                    <a:pt x="3299" y="2875"/>
                  </a:moveTo>
                  <a:cubicBezTo>
                    <a:pt x="2362" y="3412"/>
                    <a:pt x="987" y="3537"/>
                    <a:pt x="438" y="2375"/>
                  </a:cubicBezTo>
                  <a:cubicBezTo>
                    <a:pt x="313" y="2100"/>
                    <a:pt x="275" y="1787"/>
                    <a:pt x="325" y="1487"/>
                  </a:cubicBezTo>
                  <a:cubicBezTo>
                    <a:pt x="325" y="1412"/>
                    <a:pt x="313" y="1325"/>
                    <a:pt x="325" y="1250"/>
                  </a:cubicBezTo>
                  <a:cubicBezTo>
                    <a:pt x="450" y="488"/>
                    <a:pt x="650" y="513"/>
                    <a:pt x="1175" y="450"/>
                  </a:cubicBezTo>
                  <a:cubicBezTo>
                    <a:pt x="2075" y="338"/>
                    <a:pt x="2425" y="938"/>
                    <a:pt x="2275" y="1725"/>
                  </a:cubicBezTo>
                  <a:cubicBezTo>
                    <a:pt x="2162" y="2300"/>
                    <a:pt x="1875" y="2600"/>
                    <a:pt x="1462" y="3000"/>
                  </a:cubicBezTo>
                  <a:cubicBezTo>
                    <a:pt x="1150" y="3299"/>
                    <a:pt x="825" y="3549"/>
                    <a:pt x="800" y="3999"/>
                  </a:cubicBezTo>
                  <a:cubicBezTo>
                    <a:pt x="800" y="4024"/>
                    <a:pt x="850" y="4037"/>
                    <a:pt x="850" y="3999"/>
                  </a:cubicBezTo>
                  <a:cubicBezTo>
                    <a:pt x="950" y="3287"/>
                    <a:pt x="1862" y="2900"/>
                    <a:pt x="2225" y="2312"/>
                  </a:cubicBezTo>
                  <a:cubicBezTo>
                    <a:pt x="2525" y="1875"/>
                    <a:pt x="2575" y="1325"/>
                    <a:pt x="2362" y="850"/>
                  </a:cubicBezTo>
                  <a:cubicBezTo>
                    <a:pt x="2025" y="113"/>
                    <a:pt x="887" y="0"/>
                    <a:pt x="400" y="650"/>
                  </a:cubicBezTo>
                  <a:cubicBezTo>
                    <a:pt x="0" y="1163"/>
                    <a:pt x="138" y="2237"/>
                    <a:pt x="500" y="2725"/>
                  </a:cubicBezTo>
                  <a:cubicBezTo>
                    <a:pt x="1200" y="3662"/>
                    <a:pt x="2450" y="3462"/>
                    <a:pt x="3337" y="2950"/>
                  </a:cubicBezTo>
                  <a:cubicBezTo>
                    <a:pt x="3374" y="2912"/>
                    <a:pt x="3337" y="2850"/>
                    <a:pt x="3299" y="28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1" name="Google Shape;2521;p89"/>
            <p:cNvSpPr/>
            <p:nvPr/>
          </p:nvSpPr>
          <p:spPr>
            <a:xfrm>
              <a:off x="6857325" y="3245025"/>
              <a:ext cx="13750" cy="55325"/>
            </a:xfrm>
            <a:custGeom>
              <a:rect b="b" l="l" r="r" t="t"/>
              <a:pathLst>
                <a:path extrusionOk="0" h="2213" w="550">
                  <a:moveTo>
                    <a:pt x="75" y="51"/>
                  </a:moveTo>
                  <a:cubicBezTo>
                    <a:pt x="0" y="738"/>
                    <a:pt x="63" y="1588"/>
                    <a:pt x="475" y="2188"/>
                  </a:cubicBezTo>
                  <a:cubicBezTo>
                    <a:pt x="500" y="2213"/>
                    <a:pt x="550" y="2200"/>
                    <a:pt x="537" y="2163"/>
                  </a:cubicBezTo>
                  <a:cubicBezTo>
                    <a:pt x="300" y="1438"/>
                    <a:pt x="75" y="825"/>
                    <a:pt x="150" y="51"/>
                  </a:cubicBezTo>
                  <a:cubicBezTo>
                    <a:pt x="150" y="1"/>
                    <a:pt x="87" y="1"/>
                    <a:pt x="75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2" name="Google Shape;2522;p89"/>
            <p:cNvSpPr/>
            <p:nvPr/>
          </p:nvSpPr>
          <p:spPr>
            <a:xfrm>
              <a:off x="6805150" y="2972925"/>
              <a:ext cx="96550" cy="81550"/>
            </a:xfrm>
            <a:custGeom>
              <a:rect b="b" l="l" r="r" t="t"/>
              <a:pathLst>
                <a:path extrusionOk="0" h="3262" w="3862">
                  <a:moveTo>
                    <a:pt x="3824" y="1025"/>
                  </a:moveTo>
                  <a:cubicBezTo>
                    <a:pt x="3187" y="475"/>
                    <a:pt x="2362" y="0"/>
                    <a:pt x="1487" y="187"/>
                  </a:cubicBezTo>
                  <a:cubicBezTo>
                    <a:pt x="662" y="375"/>
                    <a:pt x="50" y="1175"/>
                    <a:pt x="25" y="2012"/>
                  </a:cubicBezTo>
                  <a:cubicBezTo>
                    <a:pt x="0" y="2587"/>
                    <a:pt x="375" y="3262"/>
                    <a:pt x="1037" y="3187"/>
                  </a:cubicBezTo>
                  <a:cubicBezTo>
                    <a:pt x="1387" y="3149"/>
                    <a:pt x="1812" y="2799"/>
                    <a:pt x="1437" y="2512"/>
                  </a:cubicBezTo>
                  <a:cubicBezTo>
                    <a:pt x="1387" y="2487"/>
                    <a:pt x="1350" y="2549"/>
                    <a:pt x="1387" y="2587"/>
                  </a:cubicBezTo>
                  <a:cubicBezTo>
                    <a:pt x="562" y="3012"/>
                    <a:pt x="138" y="2862"/>
                    <a:pt x="125" y="2124"/>
                  </a:cubicBezTo>
                  <a:cubicBezTo>
                    <a:pt x="125" y="1812"/>
                    <a:pt x="200" y="1500"/>
                    <a:pt x="362" y="1225"/>
                  </a:cubicBezTo>
                  <a:cubicBezTo>
                    <a:pt x="562" y="787"/>
                    <a:pt x="950" y="462"/>
                    <a:pt x="1412" y="325"/>
                  </a:cubicBezTo>
                  <a:cubicBezTo>
                    <a:pt x="2299" y="88"/>
                    <a:pt x="3124" y="550"/>
                    <a:pt x="3787" y="1075"/>
                  </a:cubicBezTo>
                  <a:cubicBezTo>
                    <a:pt x="3824" y="1087"/>
                    <a:pt x="3862" y="1050"/>
                    <a:pt x="3837" y="10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3" name="Google Shape;2523;p89"/>
            <p:cNvSpPr/>
            <p:nvPr/>
          </p:nvSpPr>
          <p:spPr>
            <a:xfrm>
              <a:off x="6762350" y="2958850"/>
              <a:ext cx="110600" cy="22825"/>
            </a:xfrm>
            <a:custGeom>
              <a:rect b="b" l="l" r="r" t="t"/>
              <a:pathLst>
                <a:path extrusionOk="0" h="913" w="4424">
                  <a:moveTo>
                    <a:pt x="4399" y="825"/>
                  </a:moveTo>
                  <a:cubicBezTo>
                    <a:pt x="3874" y="376"/>
                    <a:pt x="3187" y="251"/>
                    <a:pt x="2524" y="176"/>
                  </a:cubicBezTo>
                  <a:cubicBezTo>
                    <a:pt x="1700" y="88"/>
                    <a:pt x="725" y="1"/>
                    <a:pt x="38" y="526"/>
                  </a:cubicBezTo>
                  <a:cubicBezTo>
                    <a:pt x="0" y="551"/>
                    <a:pt x="25" y="601"/>
                    <a:pt x="63" y="588"/>
                  </a:cubicBezTo>
                  <a:cubicBezTo>
                    <a:pt x="1187" y="1"/>
                    <a:pt x="3324" y="38"/>
                    <a:pt x="4324" y="875"/>
                  </a:cubicBezTo>
                  <a:cubicBezTo>
                    <a:pt x="4374" y="913"/>
                    <a:pt x="4424" y="863"/>
                    <a:pt x="4386" y="8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4" name="Google Shape;2524;p89"/>
            <p:cNvSpPr/>
            <p:nvPr/>
          </p:nvSpPr>
          <p:spPr>
            <a:xfrm>
              <a:off x="6751100" y="2969475"/>
              <a:ext cx="12200" cy="11900"/>
            </a:xfrm>
            <a:custGeom>
              <a:rect b="b" l="l" r="r" t="t"/>
              <a:pathLst>
                <a:path extrusionOk="0" h="476" w="488">
                  <a:moveTo>
                    <a:pt x="450" y="126"/>
                  </a:moveTo>
                  <a:cubicBezTo>
                    <a:pt x="488" y="213"/>
                    <a:pt x="463" y="313"/>
                    <a:pt x="400" y="388"/>
                  </a:cubicBezTo>
                  <a:cubicBezTo>
                    <a:pt x="338" y="450"/>
                    <a:pt x="238" y="475"/>
                    <a:pt x="150" y="463"/>
                  </a:cubicBezTo>
                  <a:cubicBezTo>
                    <a:pt x="125" y="450"/>
                    <a:pt x="88" y="438"/>
                    <a:pt x="63" y="425"/>
                  </a:cubicBezTo>
                  <a:cubicBezTo>
                    <a:pt x="38" y="388"/>
                    <a:pt x="25" y="350"/>
                    <a:pt x="25" y="313"/>
                  </a:cubicBezTo>
                  <a:cubicBezTo>
                    <a:pt x="0" y="188"/>
                    <a:pt x="63" y="63"/>
                    <a:pt x="175" y="13"/>
                  </a:cubicBezTo>
                  <a:cubicBezTo>
                    <a:pt x="313" y="1"/>
                    <a:pt x="425" y="101"/>
                    <a:pt x="425" y="2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5" name="Google Shape;2525;p89"/>
            <p:cNvSpPr/>
            <p:nvPr/>
          </p:nvSpPr>
          <p:spPr>
            <a:xfrm>
              <a:off x="6748600" y="2965425"/>
              <a:ext cx="17200" cy="22200"/>
            </a:xfrm>
            <a:custGeom>
              <a:rect b="b" l="l" r="r" t="t"/>
              <a:pathLst>
                <a:path extrusionOk="0" h="888" w="688">
                  <a:moveTo>
                    <a:pt x="475" y="300"/>
                  </a:moveTo>
                  <a:cubicBezTo>
                    <a:pt x="450" y="587"/>
                    <a:pt x="375" y="637"/>
                    <a:pt x="275" y="462"/>
                  </a:cubicBezTo>
                  <a:cubicBezTo>
                    <a:pt x="100" y="300"/>
                    <a:pt x="163" y="288"/>
                    <a:pt x="488" y="413"/>
                  </a:cubicBezTo>
                  <a:cubicBezTo>
                    <a:pt x="488" y="450"/>
                    <a:pt x="575" y="438"/>
                    <a:pt x="575" y="400"/>
                  </a:cubicBezTo>
                  <a:cubicBezTo>
                    <a:pt x="575" y="0"/>
                    <a:pt x="0" y="88"/>
                    <a:pt x="63" y="487"/>
                  </a:cubicBezTo>
                  <a:cubicBezTo>
                    <a:pt x="125" y="887"/>
                    <a:pt x="687" y="650"/>
                    <a:pt x="600" y="275"/>
                  </a:cubicBezTo>
                  <a:cubicBezTo>
                    <a:pt x="575" y="200"/>
                    <a:pt x="475" y="238"/>
                    <a:pt x="475" y="3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6" name="Google Shape;2526;p89"/>
            <p:cNvSpPr/>
            <p:nvPr/>
          </p:nvSpPr>
          <p:spPr>
            <a:xfrm>
              <a:off x="6927925" y="3207225"/>
              <a:ext cx="3450" cy="2850"/>
            </a:xfrm>
            <a:custGeom>
              <a:rect b="b" l="l" r="r" t="t"/>
              <a:pathLst>
                <a:path extrusionOk="0" h="114" w="138">
                  <a:moveTo>
                    <a:pt x="63" y="13"/>
                  </a:moveTo>
                  <a:lnTo>
                    <a:pt x="38" y="26"/>
                  </a:lnTo>
                  <a:cubicBezTo>
                    <a:pt x="0" y="38"/>
                    <a:pt x="0" y="76"/>
                    <a:pt x="38" y="88"/>
                  </a:cubicBezTo>
                  <a:lnTo>
                    <a:pt x="63" y="101"/>
                  </a:lnTo>
                  <a:cubicBezTo>
                    <a:pt x="125" y="113"/>
                    <a:pt x="138" y="1"/>
                    <a:pt x="63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7" name="Google Shape;2527;p89"/>
            <p:cNvSpPr/>
            <p:nvPr/>
          </p:nvSpPr>
          <p:spPr>
            <a:xfrm>
              <a:off x="6870125" y="3297525"/>
              <a:ext cx="17525" cy="42200"/>
            </a:xfrm>
            <a:custGeom>
              <a:rect b="b" l="l" r="r" t="t"/>
              <a:pathLst>
                <a:path extrusionOk="0" h="1688" w="701">
                  <a:moveTo>
                    <a:pt x="63" y="138"/>
                  </a:moveTo>
                  <a:cubicBezTo>
                    <a:pt x="313" y="225"/>
                    <a:pt x="425" y="662"/>
                    <a:pt x="475" y="887"/>
                  </a:cubicBezTo>
                  <a:cubicBezTo>
                    <a:pt x="513" y="1125"/>
                    <a:pt x="500" y="1375"/>
                    <a:pt x="463" y="1625"/>
                  </a:cubicBezTo>
                  <a:cubicBezTo>
                    <a:pt x="463" y="1675"/>
                    <a:pt x="550" y="1687"/>
                    <a:pt x="563" y="1637"/>
                  </a:cubicBezTo>
                  <a:cubicBezTo>
                    <a:pt x="700" y="1175"/>
                    <a:pt x="625" y="225"/>
                    <a:pt x="100" y="25"/>
                  </a:cubicBezTo>
                  <a:cubicBezTo>
                    <a:pt x="25" y="0"/>
                    <a:pt x="0" y="113"/>
                    <a:pt x="63" y="1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8" name="Google Shape;2528;p89"/>
            <p:cNvSpPr/>
            <p:nvPr/>
          </p:nvSpPr>
          <p:spPr>
            <a:xfrm>
              <a:off x="6865425" y="3297825"/>
              <a:ext cx="19725" cy="42200"/>
            </a:xfrm>
            <a:custGeom>
              <a:rect b="b" l="l" r="r" t="t"/>
              <a:pathLst>
                <a:path extrusionOk="0" h="1688" w="789">
                  <a:moveTo>
                    <a:pt x="751" y="1575"/>
                  </a:moveTo>
                  <a:cubicBezTo>
                    <a:pt x="376" y="1175"/>
                    <a:pt x="188" y="625"/>
                    <a:pt x="238" y="88"/>
                  </a:cubicBezTo>
                  <a:cubicBezTo>
                    <a:pt x="238" y="26"/>
                    <a:pt x="163" y="1"/>
                    <a:pt x="151" y="63"/>
                  </a:cubicBezTo>
                  <a:cubicBezTo>
                    <a:pt x="1" y="563"/>
                    <a:pt x="313" y="1288"/>
                    <a:pt x="676" y="1638"/>
                  </a:cubicBezTo>
                  <a:cubicBezTo>
                    <a:pt x="726" y="1688"/>
                    <a:pt x="788" y="1613"/>
                    <a:pt x="751" y="1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9" name="Google Shape;2529;p89"/>
            <p:cNvSpPr/>
            <p:nvPr/>
          </p:nvSpPr>
          <p:spPr>
            <a:xfrm>
              <a:off x="6831375" y="3237525"/>
              <a:ext cx="30025" cy="33150"/>
            </a:xfrm>
            <a:custGeom>
              <a:rect b="b" l="l" r="r" t="t"/>
              <a:pathLst>
                <a:path extrusionOk="0" h="1326" w="1201">
                  <a:moveTo>
                    <a:pt x="1101" y="51"/>
                  </a:moveTo>
                  <a:cubicBezTo>
                    <a:pt x="1125" y="363"/>
                    <a:pt x="951" y="613"/>
                    <a:pt x="763" y="863"/>
                  </a:cubicBezTo>
                  <a:cubicBezTo>
                    <a:pt x="588" y="1088"/>
                    <a:pt x="326" y="1225"/>
                    <a:pt x="38" y="1250"/>
                  </a:cubicBezTo>
                  <a:cubicBezTo>
                    <a:pt x="1" y="1250"/>
                    <a:pt x="13" y="1325"/>
                    <a:pt x="51" y="1325"/>
                  </a:cubicBezTo>
                  <a:cubicBezTo>
                    <a:pt x="351" y="1313"/>
                    <a:pt x="638" y="1163"/>
                    <a:pt x="813" y="913"/>
                  </a:cubicBezTo>
                  <a:cubicBezTo>
                    <a:pt x="1013" y="663"/>
                    <a:pt x="1200" y="388"/>
                    <a:pt x="1188" y="51"/>
                  </a:cubicBezTo>
                  <a:cubicBezTo>
                    <a:pt x="1188" y="1"/>
                    <a:pt x="1101" y="1"/>
                    <a:pt x="1101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0" name="Google Shape;2530;p89"/>
            <p:cNvSpPr/>
            <p:nvPr/>
          </p:nvSpPr>
          <p:spPr>
            <a:xfrm>
              <a:off x="6831700" y="3237850"/>
              <a:ext cx="29075" cy="33125"/>
            </a:xfrm>
            <a:custGeom>
              <a:rect b="b" l="l" r="r" t="t"/>
              <a:pathLst>
                <a:path extrusionOk="0" h="1325" w="1163">
                  <a:moveTo>
                    <a:pt x="75" y="1275"/>
                  </a:moveTo>
                  <a:cubicBezTo>
                    <a:pt x="150" y="1012"/>
                    <a:pt x="288" y="763"/>
                    <a:pt x="463" y="538"/>
                  </a:cubicBezTo>
                  <a:cubicBezTo>
                    <a:pt x="638" y="313"/>
                    <a:pt x="875" y="250"/>
                    <a:pt x="1112" y="113"/>
                  </a:cubicBezTo>
                  <a:cubicBezTo>
                    <a:pt x="1162" y="75"/>
                    <a:pt x="1125" y="0"/>
                    <a:pt x="1063" y="13"/>
                  </a:cubicBezTo>
                  <a:cubicBezTo>
                    <a:pt x="488" y="125"/>
                    <a:pt x="88" y="700"/>
                    <a:pt x="0" y="1262"/>
                  </a:cubicBezTo>
                  <a:cubicBezTo>
                    <a:pt x="0" y="1300"/>
                    <a:pt x="63" y="1325"/>
                    <a:pt x="75" y="12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1" name="Google Shape;2531;p89"/>
            <p:cNvSpPr/>
            <p:nvPr/>
          </p:nvSpPr>
          <p:spPr>
            <a:xfrm>
              <a:off x="6767025" y="2929475"/>
              <a:ext cx="86575" cy="38475"/>
            </a:xfrm>
            <a:custGeom>
              <a:rect b="b" l="l" r="r" t="t"/>
              <a:pathLst>
                <a:path extrusionOk="0" h="1539" w="3463">
                  <a:moveTo>
                    <a:pt x="3425" y="1451"/>
                  </a:moveTo>
                  <a:cubicBezTo>
                    <a:pt x="2437" y="713"/>
                    <a:pt x="1288" y="226"/>
                    <a:pt x="88" y="13"/>
                  </a:cubicBezTo>
                  <a:cubicBezTo>
                    <a:pt x="25" y="1"/>
                    <a:pt x="0" y="88"/>
                    <a:pt x="50" y="101"/>
                  </a:cubicBezTo>
                  <a:cubicBezTo>
                    <a:pt x="1250" y="326"/>
                    <a:pt x="2387" y="801"/>
                    <a:pt x="3387" y="1513"/>
                  </a:cubicBezTo>
                  <a:cubicBezTo>
                    <a:pt x="3425" y="1538"/>
                    <a:pt x="3462" y="1476"/>
                    <a:pt x="3425" y="14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2" name="Google Shape;2532;p89"/>
            <p:cNvSpPr/>
            <p:nvPr/>
          </p:nvSpPr>
          <p:spPr>
            <a:xfrm>
              <a:off x="6752650" y="2919175"/>
              <a:ext cx="16575" cy="17825"/>
            </a:xfrm>
            <a:custGeom>
              <a:rect b="b" l="l" r="r" t="t"/>
              <a:pathLst>
                <a:path extrusionOk="0" h="713" w="663">
                  <a:moveTo>
                    <a:pt x="525" y="463"/>
                  </a:moveTo>
                  <a:cubicBezTo>
                    <a:pt x="488" y="363"/>
                    <a:pt x="488" y="351"/>
                    <a:pt x="500" y="425"/>
                  </a:cubicBezTo>
                  <a:cubicBezTo>
                    <a:pt x="500" y="463"/>
                    <a:pt x="500" y="500"/>
                    <a:pt x="500" y="538"/>
                  </a:cubicBezTo>
                  <a:cubicBezTo>
                    <a:pt x="500" y="575"/>
                    <a:pt x="550" y="600"/>
                    <a:pt x="563" y="563"/>
                  </a:cubicBezTo>
                  <a:cubicBezTo>
                    <a:pt x="663" y="338"/>
                    <a:pt x="438" y="1"/>
                    <a:pt x="213" y="238"/>
                  </a:cubicBezTo>
                  <a:cubicBezTo>
                    <a:pt x="1" y="488"/>
                    <a:pt x="376" y="713"/>
                    <a:pt x="575" y="525"/>
                  </a:cubicBezTo>
                  <a:cubicBezTo>
                    <a:pt x="625" y="488"/>
                    <a:pt x="563" y="425"/>
                    <a:pt x="513" y="4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3" name="Google Shape;2533;p89"/>
            <p:cNvSpPr/>
            <p:nvPr/>
          </p:nvSpPr>
          <p:spPr>
            <a:xfrm>
              <a:off x="6783275" y="2974800"/>
              <a:ext cx="81875" cy="30325"/>
            </a:xfrm>
            <a:custGeom>
              <a:rect b="b" l="l" r="r" t="t"/>
              <a:pathLst>
                <a:path extrusionOk="0" h="1213" w="3275">
                  <a:moveTo>
                    <a:pt x="3212" y="137"/>
                  </a:moveTo>
                  <a:cubicBezTo>
                    <a:pt x="2112" y="0"/>
                    <a:pt x="738" y="225"/>
                    <a:pt x="13" y="1150"/>
                  </a:cubicBezTo>
                  <a:cubicBezTo>
                    <a:pt x="0" y="1187"/>
                    <a:pt x="25" y="1212"/>
                    <a:pt x="63" y="1200"/>
                  </a:cubicBezTo>
                  <a:cubicBezTo>
                    <a:pt x="1000" y="412"/>
                    <a:pt x="2000" y="87"/>
                    <a:pt x="3212" y="225"/>
                  </a:cubicBezTo>
                  <a:cubicBezTo>
                    <a:pt x="3274" y="225"/>
                    <a:pt x="3274" y="137"/>
                    <a:pt x="3212" y="1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4" name="Google Shape;2534;p89"/>
            <p:cNvSpPr/>
            <p:nvPr/>
          </p:nvSpPr>
          <p:spPr>
            <a:xfrm>
              <a:off x="6773575" y="3001650"/>
              <a:ext cx="14725" cy="13150"/>
            </a:xfrm>
            <a:custGeom>
              <a:rect b="b" l="l" r="r" t="t"/>
              <a:pathLst>
                <a:path extrusionOk="0" h="526" w="589">
                  <a:moveTo>
                    <a:pt x="338" y="426"/>
                  </a:moveTo>
                  <a:cubicBezTo>
                    <a:pt x="338" y="326"/>
                    <a:pt x="313" y="313"/>
                    <a:pt x="263" y="376"/>
                  </a:cubicBezTo>
                  <a:cubicBezTo>
                    <a:pt x="226" y="388"/>
                    <a:pt x="238" y="438"/>
                    <a:pt x="276" y="438"/>
                  </a:cubicBezTo>
                  <a:cubicBezTo>
                    <a:pt x="563" y="438"/>
                    <a:pt x="588" y="1"/>
                    <a:pt x="301" y="38"/>
                  </a:cubicBezTo>
                  <a:cubicBezTo>
                    <a:pt x="1" y="63"/>
                    <a:pt x="38" y="526"/>
                    <a:pt x="338" y="488"/>
                  </a:cubicBezTo>
                  <a:cubicBezTo>
                    <a:pt x="376" y="488"/>
                    <a:pt x="376" y="426"/>
                    <a:pt x="338" y="4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5" name="Google Shape;2535;p89"/>
            <p:cNvSpPr/>
            <p:nvPr/>
          </p:nvSpPr>
          <p:spPr>
            <a:xfrm>
              <a:off x="6888250" y="3178475"/>
              <a:ext cx="60325" cy="237475"/>
            </a:xfrm>
            <a:custGeom>
              <a:rect b="b" l="l" r="r" t="t"/>
              <a:pathLst>
                <a:path extrusionOk="0" h="9499" w="2413">
                  <a:moveTo>
                    <a:pt x="2337" y="38"/>
                  </a:moveTo>
                  <a:cubicBezTo>
                    <a:pt x="1650" y="1800"/>
                    <a:pt x="925" y="3125"/>
                    <a:pt x="738" y="5050"/>
                  </a:cubicBezTo>
                  <a:cubicBezTo>
                    <a:pt x="575" y="6762"/>
                    <a:pt x="975" y="8011"/>
                    <a:pt x="1925" y="9436"/>
                  </a:cubicBezTo>
                  <a:cubicBezTo>
                    <a:pt x="1975" y="9498"/>
                    <a:pt x="2075" y="9436"/>
                    <a:pt x="2037" y="9373"/>
                  </a:cubicBezTo>
                  <a:cubicBezTo>
                    <a:pt x="0" y="6049"/>
                    <a:pt x="1137" y="3375"/>
                    <a:pt x="2400" y="51"/>
                  </a:cubicBezTo>
                  <a:cubicBezTo>
                    <a:pt x="2412" y="13"/>
                    <a:pt x="2350" y="1"/>
                    <a:pt x="2337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6" name="Google Shape;2536;p89"/>
            <p:cNvSpPr/>
            <p:nvPr/>
          </p:nvSpPr>
          <p:spPr>
            <a:xfrm>
              <a:off x="6844200" y="2899500"/>
              <a:ext cx="49375" cy="31575"/>
            </a:xfrm>
            <a:custGeom>
              <a:rect b="b" l="l" r="r" t="t"/>
              <a:pathLst>
                <a:path extrusionOk="0" h="1263" w="1975">
                  <a:moveTo>
                    <a:pt x="1912" y="25"/>
                  </a:moveTo>
                  <a:cubicBezTo>
                    <a:pt x="1825" y="450"/>
                    <a:pt x="1612" y="838"/>
                    <a:pt x="1212" y="1025"/>
                  </a:cubicBezTo>
                  <a:cubicBezTo>
                    <a:pt x="712" y="1237"/>
                    <a:pt x="125" y="975"/>
                    <a:pt x="113" y="400"/>
                  </a:cubicBezTo>
                  <a:cubicBezTo>
                    <a:pt x="113" y="325"/>
                    <a:pt x="0" y="325"/>
                    <a:pt x="0" y="400"/>
                  </a:cubicBezTo>
                  <a:cubicBezTo>
                    <a:pt x="0" y="888"/>
                    <a:pt x="438" y="1262"/>
                    <a:pt x="925" y="1212"/>
                  </a:cubicBezTo>
                  <a:cubicBezTo>
                    <a:pt x="1525" y="1150"/>
                    <a:pt x="1875" y="613"/>
                    <a:pt x="1975" y="50"/>
                  </a:cubicBezTo>
                  <a:cubicBezTo>
                    <a:pt x="1975" y="13"/>
                    <a:pt x="1912" y="0"/>
                    <a:pt x="1912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7" name="Google Shape;2537;p89"/>
            <p:cNvSpPr/>
            <p:nvPr/>
          </p:nvSpPr>
          <p:spPr>
            <a:xfrm>
              <a:off x="6887300" y="3113825"/>
              <a:ext cx="31575" cy="62500"/>
            </a:xfrm>
            <a:custGeom>
              <a:rect b="b" l="l" r="r" t="t"/>
              <a:pathLst>
                <a:path extrusionOk="0" h="2500" w="1263">
                  <a:moveTo>
                    <a:pt x="626" y="2449"/>
                  </a:moveTo>
                  <a:cubicBezTo>
                    <a:pt x="626" y="2149"/>
                    <a:pt x="563" y="1850"/>
                    <a:pt x="426" y="1575"/>
                  </a:cubicBezTo>
                  <a:cubicBezTo>
                    <a:pt x="126" y="875"/>
                    <a:pt x="426" y="200"/>
                    <a:pt x="1225" y="88"/>
                  </a:cubicBezTo>
                  <a:cubicBezTo>
                    <a:pt x="1263" y="88"/>
                    <a:pt x="1250" y="13"/>
                    <a:pt x="1213" y="13"/>
                  </a:cubicBezTo>
                  <a:cubicBezTo>
                    <a:pt x="776" y="0"/>
                    <a:pt x="376" y="275"/>
                    <a:pt x="226" y="687"/>
                  </a:cubicBezTo>
                  <a:cubicBezTo>
                    <a:pt x="1" y="1325"/>
                    <a:pt x="563" y="1825"/>
                    <a:pt x="538" y="2449"/>
                  </a:cubicBezTo>
                  <a:cubicBezTo>
                    <a:pt x="538" y="2499"/>
                    <a:pt x="613" y="2499"/>
                    <a:pt x="626" y="244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8" name="Google Shape;2538;p89"/>
            <p:cNvSpPr/>
            <p:nvPr/>
          </p:nvSpPr>
          <p:spPr>
            <a:xfrm>
              <a:off x="6912925" y="3112575"/>
              <a:ext cx="21575" cy="30625"/>
            </a:xfrm>
            <a:custGeom>
              <a:rect b="b" l="l" r="r" t="t"/>
              <a:pathLst>
                <a:path extrusionOk="0" h="1225" w="863">
                  <a:moveTo>
                    <a:pt x="63" y="175"/>
                  </a:moveTo>
                  <a:cubicBezTo>
                    <a:pt x="588" y="0"/>
                    <a:pt x="825" y="837"/>
                    <a:pt x="575" y="1162"/>
                  </a:cubicBezTo>
                  <a:cubicBezTo>
                    <a:pt x="550" y="1200"/>
                    <a:pt x="588" y="1225"/>
                    <a:pt x="613" y="1212"/>
                  </a:cubicBezTo>
                  <a:cubicBezTo>
                    <a:pt x="863" y="1062"/>
                    <a:pt x="788" y="675"/>
                    <a:pt x="700" y="437"/>
                  </a:cubicBezTo>
                  <a:cubicBezTo>
                    <a:pt x="588" y="163"/>
                    <a:pt x="338" y="0"/>
                    <a:pt x="38" y="113"/>
                  </a:cubicBezTo>
                  <a:cubicBezTo>
                    <a:pt x="0" y="125"/>
                    <a:pt x="13" y="200"/>
                    <a:pt x="63" y="1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9" name="Google Shape;2539;p89"/>
            <p:cNvSpPr/>
            <p:nvPr/>
          </p:nvSpPr>
          <p:spPr>
            <a:xfrm>
              <a:off x="6775450" y="2872625"/>
              <a:ext cx="56575" cy="81250"/>
            </a:xfrm>
            <a:custGeom>
              <a:rect b="b" l="l" r="r" t="t"/>
              <a:pathLst>
                <a:path extrusionOk="0" h="3250" w="2263">
                  <a:moveTo>
                    <a:pt x="2213" y="3162"/>
                  </a:moveTo>
                  <a:cubicBezTo>
                    <a:pt x="1263" y="2350"/>
                    <a:pt x="201" y="1463"/>
                    <a:pt x="388" y="76"/>
                  </a:cubicBezTo>
                  <a:cubicBezTo>
                    <a:pt x="388" y="26"/>
                    <a:pt x="301" y="1"/>
                    <a:pt x="288" y="51"/>
                  </a:cubicBezTo>
                  <a:cubicBezTo>
                    <a:pt x="1" y="1450"/>
                    <a:pt x="1213" y="2425"/>
                    <a:pt x="2163" y="3212"/>
                  </a:cubicBezTo>
                  <a:cubicBezTo>
                    <a:pt x="2200" y="3250"/>
                    <a:pt x="2263" y="3187"/>
                    <a:pt x="2213" y="3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0" name="Google Shape;2540;p89"/>
            <p:cNvSpPr/>
            <p:nvPr/>
          </p:nvSpPr>
          <p:spPr>
            <a:xfrm>
              <a:off x="6867625" y="3101950"/>
              <a:ext cx="15325" cy="30950"/>
            </a:xfrm>
            <a:custGeom>
              <a:rect b="b" l="l" r="r" t="t"/>
              <a:pathLst>
                <a:path extrusionOk="0" h="1238" w="613">
                  <a:moveTo>
                    <a:pt x="588" y="1175"/>
                  </a:moveTo>
                  <a:cubicBezTo>
                    <a:pt x="613" y="950"/>
                    <a:pt x="563" y="725"/>
                    <a:pt x="450" y="525"/>
                  </a:cubicBezTo>
                  <a:cubicBezTo>
                    <a:pt x="375" y="325"/>
                    <a:pt x="250" y="150"/>
                    <a:pt x="88" y="25"/>
                  </a:cubicBezTo>
                  <a:cubicBezTo>
                    <a:pt x="50" y="0"/>
                    <a:pt x="0" y="63"/>
                    <a:pt x="38" y="100"/>
                  </a:cubicBezTo>
                  <a:cubicBezTo>
                    <a:pt x="313" y="388"/>
                    <a:pt x="488" y="775"/>
                    <a:pt x="500" y="1175"/>
                  </a:cubicBezTo>
                  <a:cubicBezTo>
                    <a:pt x="500" y="1237"/>
                    <a:pt x="588" y="1237"/>
                    <a:pt x="600" y="11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1" name="Google Shape;2541;p89"/>
            <p:cNvSpPr/>
            <p:nvPr/>
          </p:nvSpPr>
          <p:spPr>
            <a:xfrm>
              <a:off x="6861375" y="3101625"/>
              <a:ext cx="21900" cy="34075"/>
            </a:xfrm>
            <a:custGeom>
              <a:rect b="b" l="l" r="r" t="t"/>
              <a:pathLst>
                <a:path extrusionOk="0" h="1363" w="876">
                  <a:moveTo>
                    <a:pt x="238" y="51"/>
                  </a:moveTo>
                  <a:cubicBezTo>
                    <a:pt x="0" y="538"/>
                    <a:pt x="300" y="1150"/>
                    <a:pt x="775" y="1350"/>
                  </a:cubicBezTo>
                  <a:cubicBezTo>
                    <a:pt x="838" y="1363"/>
                    <a:pt x="875" y="1275"/>
                    <a:pt x="825" y="1250"/>
                  </a:cubicBezTo>
                  <a:cubicBezTo>
                    <a:pt x="413" y="1050"/>
                    <a:pt x="113" y="551"/>
                    <a:pt x="325" y="101"/>
                  </a:cubicBezTo>
                  <a:cubicBezTo>
                    <a:pt x="350" y="51"/>
                    <a:pt x="275" y="1"/>
                    <a:pt x="238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2" name="Google Shape;2542;p89"/>
            <p:cNvSpPr/>
            <p:nvPr/>
          </p:nvSpPr>
          <p:spPr>
            <a:xfrm>
              <a:off x="6864175" y="3338125"/>
              <a:ext cx="59700" cy="132175"/>
            </a:xfrm>
            <a:custGeom>
              <a:rect b="b" l="l" r="r" t="t"/>
              <a:pathLst>
                <a:path extrusionOk="0" h="5287" w="2388">
                  <a:moveTo>
                    <a:pt x="1738" y="63"/>
                  </a:moveTo>
                  <a:cubicBezTo>
                    <a:pt x="2038" y="1600"/>
                    <a:pt x="2350" y="4912"/>
                    <a:pt x="51" y="5212"/>
                  </a:cubicBezTo>
                  <a:cubicBezTo>
                    <a:pt x="1" y="5212"/>
                    <a:pt x="1" y="5287"/>
                    <a:pt x="51" y="5287"/>
                  </a:cubicBezTo>
                  <a:cubicBezTo>
                    <a:pt x="2388" y="5074"/>
                    <a:pt x="2125" y="1638"/>
                    <a:pt x="1813" y="51"/>
                  </a:cubicBezTo>
                  <a:cubicBezTo>
                    <a:pt x="1813" y="1"/>
                    <a:pt x="1738" y="26"/>
                    <a:pt x="1738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3" name="Google Shape;2543;p89"/>
            <p:cNvSpPr/>
            <p:nvPr/>
          </p:nvSpPr>
          <p:spPr>
            <a:xfrm>
              <a:off x="6826700" y="3402175"/>
              <a:ext cx="65000" cy="61250"/>
            </a:xfrm>
            <a:custGeom>
              <a:rect b="b" l="l" r="r" t="t"/>
              <a:pathLst>
                <a:path extrusionOk="0" h="2450" w="2600">
                  <a:moveTo>
                    <a:pt x="2537" y="1475"/>
                  </a:moveTo>
                  <a:cubicBezTo>
                    <a:pt x="2212" y="2100"/>
                    <a:pt x="1437" y="2362"/>
                    <a:pt x="838" y="1938"/>
                  </a:cubicBezTo>
                  <a:cubicBezTo>
                    <a:pt x="300" y="1563"/>
                    <a:pt x="138" y="588"/>
                    <a:pt x="650" y="125"/>
                  </a:cubicBezTo>
                  <a:cubicBezTo>
                    <a:pt x="700" y="76"/>
                    <a:pt x="638" y="1"/>
                    <a:pt x="575" y="51"/>
                  </a:cubicBezTo>
                  <a:cubicBezTo>
                    <a:pt x="0" y="538"/>
                    <a:pt x="200" y="1613"/>
                    <a:pt x="788" y="2012"/>
                  </a:cubicBezTo>
                  <a:cubicBezTo>
                    <a:pt x="1412" y="2450"/>
                    <a:pt x="2275" y="2200"/>
                    <a:pt x="2587" y="1500"/>
                  </a:cubicBezTo>
                  <a:cubicBezTo>
                    <a:pt x="2600" y="1475"/>
                    <a:pt x="2550" y="1438"/>
                    <a:pt x="2537" y="1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4" name="Google Shape;2544;p89"/>
            <p:cNvSpPr/>
            <p:nvPr/>
          </p:nvSpPr>
          <p:spPr>
            <a:xfrm>
              <a:off x="6837325" y="3392175"/>
              <a:ext cx="46575" cy="35950"/>
            </a:xfrm>
            <a:custGeom>
              <a:rect b="b" l="l" r="r" t="t"/>
              <a:pathLst>
                <a:path extrusionOk="0" h="1438" w="1863">
                  <a:moveTo>
                    <a:pt x="75" y="738"/>
                  </a:moveTo>
                  <a:cubicBezTo>
                    <a:pt x="263" y="326"/>
                    <a:pt x="738" y="138"/>
                    <a:pt x="1150" y="301"/>
                  </a:cubicBezTo>
                  <a:cubicBezTo>
                    <a:pt x="1587" y="488"/>
                    <a:pt x="1712" y="938"/>
                    <a:pt x="1575" y="1363"/>
                  </a:cubicBezTo>
                  <a:cubicBezTo>
                    <a:pt x="1562" y="1413"/>
                    <a:pt x="1637" y="1438"/>
                    <a:pt x="1662" y="1400"/>
                  </a:cubicBezTo>
                  <a:cubicBezTo>
                    <a:pt x="1862" y="938"/>
                    <a:pt x="1650" y="401"/>
                    <a:pt x="1200" y="201"/>
                  </a:cubicBezTo>
                  <a:cubicBezTo>
                    <a:pt x="738" y="1"/>
                    <a:pt x="200" y="226"/>
                    <a:pt x="13" y="700"/>
                  </a:cubicBezTo>
                  <a:cubicBezTo>
                    <a:pt x="0" y="738"/>
                    <a:pt x="50" y="775"/>
                    <a:pt x="75" y="7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5" name="Google Shape;2545;p89"/>
            <p:cNvSpPr/>
            <p:nvPr/>
          </p:nvSpPr>
          <p:spPr>
            <a:xfrm>
              <a:off x="6849500" y="3422475"/>
              <a:ext cx="30950" cy="17525"/>
            </a:xfrm>
            <a:custGeom>
              <a:rect b="b" l="l" r="r" t="t"/>
              <a:pathLst>
                <a:path extrusionOk="0" h="701" w="1238">
                  <a:moveTo>
                    <a:pt x="1125" y="51"/>
                  </a:moveTo>
                  <a:cubicBezTo>
                    <a:pt x="1163" y="638"/>
                    <a:pt x="13" y="701"/>
                    <a:pt x="201" y="88"/>
                  </a:cubicBezTo>
                  <a:cubicBezTo>
                    <a:pt x="226" y="26"/>
                    <a:pt x="138" y="13"/>
                    <a:pt x="113" y="63"/>
                  </a:cubicBezTo>
                  <a:cubicBezTo>
                    <a:pt x="1" y="351"/>
                    <a:pt x="263" y="626"/>
                    <a:pt x="550" y="626"/>
                  </a:cubicBezTo>
                  <a:cubicBezTo>
                    <a:pt x="838" y="626"/>
                    <a:pt x="1238" y="388"/>
                    <a:pt x="1200" y="51"/>
                  </a:cubicBezTo>
                  <a:cubicBezTo>
                    <a:pt x="1200" y="1"/>
                    <a:pt x="1125" y="1"/>
                    <a:pt x="1125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6" name="Google Shape;2546;p89"/>
            <p:cNvSpPr/>
            <p:nvPr/>
          </p:nvSpPr>
          <p:spPr>
            <a:xfrm>
              <a:off x="6819200" y="3138500"/>
              <a:ext cx="71575" cy="55325"/>
            </a:xfrm>
            <a:custGeom>
              <a:rect b="b" l="l" r="r" t="t"/>
              <a:pathLst>
                <a:path extrusionOk="0" h="2213" w="2863">
                  <a:moveTo>
                    <a:pt x="2812" y="388"/>
                  </a:moveTo>
                  <a:cubicBezTo>
                    <a:pt x="1538" y="0"/>
                    <a:pt x="100" y="788"/>
                    <a:pt x="0" y="2175"/>
                  </a:cubicBezTo>
                  <a:cubicBezTo>
                    <a:pt x="0" y="2212"/>
                    <a:pt x="50" y="2212"/>
                    <a:pt x="50" y="2187"/>
                  </a:cubicBezTo>
                  <a:cubicBezTo>
                    <a:pt x="375" y="925"/>
                    <a:pt x="1463" y="113"/>
                    <a:pt x="2787" y="463"/>
                  </a:cubicBezTo>
                  <a:cubicBezTo>
                    <a:pt x="2837" y="475"/>
                    <a:pt x="2862" y="400"/>
                    <a:pt x="2800" y="3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7" name="Google Shape;2547;p89"/>
            <p:cNvSpPr/>
            <p:nvPr/>
          </p:nvSpPr>
          <p:spPr>
            <a:xfrm>
              <a:off x="6798275" y="2819200"/>
              <a:ext cx="15325" cy="20025"/>
            </a:xfrm>
            <a:custGeom>
              <a:rect b="b" l="l" r="r" t="t"/>
              <a:pathLst>
                <a:path extrusionOk="0" h="801" w="613">
                  <a:moveTo>
                    <a:pt x="550" y="688"/>
                  </a:moveTo>
                  <a:cubicBezTo>
                    <a:pt x="325" y="538"/>
                    <a:pt x="163" y="313"/>
                    <a:pt x="100" y="51"/>
                  </a:cubicBezTo>
                  <a:cubicBezTo>
                    <a:pt x="88" y="1"/>
                    <a:pt x="0" y="1"/>
                    <a:pt x="0" y="63"/>
                  </a:cubicBezTo>
                  <a:cubicBezTo>
                    <a:pt x="50" y="363"/>
                    <a:pt x="238" y="625"/>
                    <a:pt x="513" y="775"/>
                  </a:cubicBezTo>
                  <a:cubicBezTo>
                    <a:pt x="562" y="800"/>
                    <a:pt x="612" y="713"/>
                    <a:pt x="550" y="6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8" name="Google Shape;2548;p89"/>
            <p:cNvSpPr/>
            <p:nvPr/>
          </p:nvSpPr>
          <p:spPr>
            <a:xfrm>
              <a:off x="6794825" y="2818575"/>
              <a:ext cx="5975" cy="16900"/>
            </a:xfrm>
            <a:custGeom>
              <a:rect b="b" l="l" r="r" t="t"/>
              <a:pathLst>
                <a:path extrusionOk="0" h="676" w="239">
                  <a:moveTo>
                    <a:pt x="101" y="76"/>
                  </a:moveTo>
                  <a:cubicBezTo>
                    <a:pt x="26" y="238"/>
                    <a:pt x="1" y="426"/>
                    <a:pt x="26" y="613"/>
                  </a:cubicBezTo>
                  <a:cubicBezTo>
                    <a:pt x="38" y="675"/>
                    <a:pt x="138" y="663"/>
                    <a:pt x="138" y="601"/>
                  </a:cubicBezTo>
                  <a:cubicBezTo>
                    <a:pt x="138" y="426"/>
                    <a:pt x="163" y="263"/>
                    <a:pt x="213" y="101"/>
                  </a:cubicBezTo>
                  <a:cubicBezTo>
                    <a:pt x="238" y="26"/>
                    <a:pt x="126" y="1"/>
                    <a:pt x="101" y="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9" name="Google Shape;2549;p89"/>
            <p:cNvSpPr/>
            <p:nvPr/>
          </p:nvSpPr>
          <p:spPr>
            <a:xfrm>
              <a:off x="6810775" y="2837625"/>
              <a:ext cx="7500" cy="9400"/>
            </a:xfrm>
            <a:custGeom>
              <a:rect b="b" l="l" r="r" t="t"/>
              <a:pathLst>
                <a:path extrusionOk="0" h="376" w="300">
                  <a:moveTo>
                    <a:pt x="75" y="101"/>
                  </a:moveTo>
                  <a:cubicBezTo>
                    <a:pt x="112" y="163"/>
                    <a:pt x="87" y="226"/>
                    <a:pt x="38" y="263"/>
                  </a:cubicBezTo>
                  <a:cubicBezTo>
                    <a:pt x="0" y="301"/>
                    <a:pt x="38" y="376"/>
                    <a:pt x="87" y="351"/>
                  </a:cubicBezTo>
                  <a:cubicBezTo>
                    <a:pt x="237" y="288"/>
                    <a:pt x="300" y="113"/>
                    <a:pt x="137" y="26"/>
                  </a:cubicBezTo>
                  <a:cubicBezTo>
                    <a:pt x="87" y="1"/>
                    <a:pt x="38" y="63"/>
                    <a:pt x="75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0" name="Google Shape;2550;p89"/>
            <p:cNvSpPr/>
            <p:nvPr/>
          </p:nvSpPr>
          <p:spPr>
            <a:xfrm>
              <a:off x="6797325" y="2844825"/>
              <a:ext cx="15650" cy="20325"/>
            </a:xfrm>
            <a:custGeom>
              <a:rect b="b" l="l" r="r" t="t"/>
              <a:pathLst>
                <a:path extrusionOk="0" h="813" w="626">
                  <a:moveTo>
                    <a:pt x="526" y="25"/>
                  </a:moveTo>
                  <a:cubicBezTo>
                    <a:pt x="288" y="188"/>
                    <a:pt x="1" y="450"/>
                    <a:pt x="63" y="763"/>
                  </a:cubicBezTo>
                  <a:cubicBezTo>
                    <a:pt x="76" y="813"/>
                    <a:pt x="138" y="813"/>
                    <a:pt x="151" y="763"/>
                  </a:cubicBezTo>
                  <a:cubicBezTo>
                    <a:pt x="201" y="500"/>
                    <a:pt x="363" y="263"/>
                    <a:pt x="588" y="100"/>
                  </a:cubicBezTo>
                  <a:cubicBezTo>
                    <a:pt x="625" y="63"/>
                    <a:pt x="576" y="0"/>
                    <a:pt x="526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1" name="Google Shape;2551;p89"/>
            <p:cNvSpPr/>
            <p:nvPr/>
          </p:nvSpPr>
          <p:spPr>
            <a:xfrm>
              <a:off x="6792950" y="2840450"/>
              <a:ext cx="10025" cy="24075"/>
            </a:xfrm>
            <a:custGeom>
              <a:rect b="b" l="l" r="r" t="t"/>
              <a:pathLst>
                <a:path extrusionOk="0" h="963" w="401">
                  <a:moveTo>
                    <a:pt x="288" y="850"/>
                  </a:moveTo>
                  <a:cubicBezTo>
                    <a:pt x="113" y="613"/>
                    <a:pt x="188" y="350"/>
                    <a:pt x="351" y="138"/>
                  </a:cubicBezTo>
                  <a:cubicBezTo>
                    <a:pt x="401" y="75"/>
                    <a:pt x="326" y="0"/>
                    <a:pt x="276" y="50"/>
                  </a:cubicBezTo>
                  <a:cubicBezTo>
                    <a:pt x="26" y="275"/>
                    <a:pt x="1" y="663"/>
                    <a:pt x="201" y="925"/>
                  </a:cubicBezTo>
                  <a:cubicBezTo>
                    <a:pt x="238" y="963"/>
                    <a:pt x="326" y="900"/>
                    <a:pt x="288" y="8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2" name="Google Shape;2552;p89"/>
            <p:cNvSpPr/>
            <p:nvPr/>
          </p:nvSpPr>
          <p:spPr>
            <a:xfrm>
              <a:off x="6795150" y="2829825"/>
              <a:ext cx="8150" cy="14075"/>
            </a:xfrm>
            <a:custGeom>
              <a:rect b="b" l="l" r="r" t="t"/>
              <a:pathLst>
                <a:path extrusionOk="0" h="563" w="326">
                  <a:moveTo>
                    <a:pt x="263" y="425"/>
                  </a:moveTo>
                  <a:cubicBezTo>
                    <a:pt x="175" y="325"/>
                    <a:pt x="125" y="200"/>
                    <a:pt x="113" y="63"/>
                  </a:cubicBezTo>
                  <a:cubicBezTo>
                    <a:pt x="100" y="1"/>
                    <a:pt x="13" y="26"/>
                    <a:pt x="13" y="76"/>
                  </a:cubicBezTo>
                  <a:cubicBezTo>
                    <a:pt x="0" y="238"/>
                    <a:pt x="63" y="400"/>
                    <a:pt x="188" y="500"/>
                  </a:cubicBezTo>
                  <a:cubicBezTo>
                    <a:pt x="238" y="563"/>
                    <a:pt x="325" y="475"/>
                    <a:pt x="263" y="4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3" name="Google Shape;2553;p89"/>
            <p:cNvSpPr/>
            <p:nvPr/>
          </p:nvSpPr>
          <p:spPr>
            <a:xfrm>
              <a:off x="6781075" y="2835125"/>
              <a:ext cx="12525" cy="14400"/>
            </a:xfrm>
            <a:custGeom>
              <a:rect b="b" l="l" r="r" t="t"/>
              <a:pathLst>
                <a:path extrusionOk="0" h="576" w="501">
                  <a:moveTo>
                    <a:pt x="476" y="288"/>
                  </a:moveTo>
                  <a:cubicBezTo>
                    <a:pt x="463" y="163"/>
                    <a:pt x="426" y="38"/>
                    <a:pt x="288" y="13"/>
                  </a:cubicBezTo>
                  <a:cubicBezTo>
                    <a:pt x="163" y="1"/>
                    <a:pt x="63" y="88"/>
                    <a:pt x="63" y="213"/>
                  </a:cubicBezTo>
                  <a:cubicBezTo>
                    <a:pt x="1" y="501"/>
                    <a:pt x="463" y="576"/>
                    <a:pt x="488" y="263"/>
                  </a:cubicBezTo>
                  <a:cubicBezTo>
                    <a:pt x="501" y="188"/>
                    <a:pt x="376" y="176"/>
                    <a:pt x="363" y="251"/>
                  </a:cubicBezTo>
                  <a:cubicBezTo>
                    <a:pt x="363" y="263"/>
                    <a:pt x="363" y="276"/>
                    <a:pt x="351" y="288"/>
                  </a:cubicBezTo>
                  <a:cubicBezTo>
                    <a:pt x="351" y="376"/>
                    <a:pt x="488" y="376"/>
                    <a:pt x="476" y="2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4" name="Google Shape;2554;p89"/>
            <p:cNvSpPr/>
            <p:nvPr/>
          </p:nvSpPr>
          <p:spPr>
            <a:xfrm>
              <a:off x="695500" y="2835450"/>
              <a:ext cx="104675" cy="111250"/>
            </a:xfrm>
            <a:custGeom>
              <a:rect b="b" l="l" r="r" t="t"/>
              <a:pathLst>
                <a:path extrusionOk="0" h="4450" w="4187">
                  <a:moveTo>
                    <a:pt x="288" y="2650"/>
                  </a:moveTo>
                  <a:cubicBezTo>
                    <a:pt x="100" y="1075"/>
                    <a:pt x="1912" y="0"/>
                    <a:pt x="3124" y="1125"/>
                  </a:cubicBezTo>
                  <a:cubicBezTo>
                    <a:pt x="4062" y="2000"/>
                    <a:pt x="3624" y="3475"/>
                    <a:pt x="2974" y="4374"/>
                  </a:cubicBezTo>
                  <a:cubicBezTo>
                    <a:pt x="2949" y="4412"/>
                    <a:pt x="2999" y="4449"/>
                    <a:pt x="3037" y="4424"/>
                  </a:cubicBezTo>
                  <a:cubicBezTo>
                    <a:pt x="3974" y="3412"/>
                    <a:pt x="4187" y="1475"/>
                    <a:pt x="2799" y="738"/>
                  </a:cubicBezTo>
                  <a:cubicBezTo>
                    <a:pt x="1450" y="25"/>
                    <a:pt x="0" y="1213"/>
                    <a:pt x="188" y="2650"/>
                  </a:cubicBezTo>
                  <a:cubicBezTo>
                    <a:pt x="188" y="2712"/>
                    <a:pt x="300" y="2725"/>
                    <a:pt x="288" y="2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5" name="Google Shape;2555;p89"/>
            <p:cNvSpPr/>
            <p:nvPr/>
          </p:nvSpPr>
          <p:spPr>
            <a:xfrm>
              <a:off x="628000" y="2941675"/>
              <a:ext cx="146875" cy="263700"/>
            </a:xfrm>
            <a:custGeom>
              <a:rect b="b" l="l" r="r" t="t"/>
              <a:pathLst>
                <a:path extrusionOk="0" h="10548" w="5875">
                  <a:moveTo>
                    <a:pt x="5812" y="25"/>
                  </a:moveTo>
                  <a:cubicBezTo>
                    <a:pt x="3937" y="1350"/>
                    <a:pt x="1513" y="2550"/>
                    <a:pt x="738" y="4862"/>
                  </a:cubicBezTo>
                  <a:cubicBezTo>
                    <a:pt x="151" y="6599"/>
                    <a:pt x="1" y="9073"/>
                    <a:pt x="1263" y="10523"/>
                  </a:cubicBezTo>
                  <a:cubicBezTo>
                    <a:pt x="1288" y="10548"/>
                    <a:pt x="1338" y="10510"/>
                    <a:pt x="1313" y="10485"/>
                  </a:cubicBezTo>
                  <a:cubicBezTo>
                    <a:pt x="113" y="8848"/>
                    <a:pt x="288" y="6086"/>
                    <a:pt x="1138" y="4324"/>
                  </a:cubicBezTo>
                  <a:cubicBezTo>
                    <a:pt x="2063" y="2412"/>
                    <a:pt x="4175" y="1300"/>
                    <a:pt x="5837" y="100"/>
                  </a:cubicBezTo>
                  <a:cubicBezTo>
                    <a:pt x="5874" y="63"/>
                    <a:pt x="5837" y="0"/>
                    <a:pt x="5799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6" name="Google Shape;2556;p89"/>
            <p:cNvSpPr/>
            <p:nvPr/>
          </p:nvSpPr>
          <p:spPr>
            <a:xfrm>
              <a:off x="668000" y="3137875"/>
              <a:ext cx="85000" cy="100300"/>
            </a:xfrm>
            <a:custGeom>
              <a:rect b="b" l="l" r="r" t="t"/>
              <a:pathLst>
                <a:path extrusionOk="0" h="4012" w="3400">
                  <a:moveTo>
                    <a:pt x="38" y="2925"/>
                  </a:moveTo>
                  <a:cubicBezTo>
                    <a:pt x="900" y="3424"/>
                    <a:pt x="2075" y="3624"/>
                    <a:pt x="2812" y="2787"/>
                  </a:cubicBezTo>
                  <a:cubicBezTo>
                    <a:pt x="3237" y="2312"/>
                    <a:pt x="3400" y="1175"/>
                    <a:pt x="2975" y="625"/>
                  </a:cubicBezTo>
                  <a:cubicBezTo>
                    <a:pt x="2500" y="0"/>
                    <a:pt x="1350" y="88"/>
                    <a:pt x="1025" y="825"/>
                  </a:cubicBezTo>
                  <a:cubicBezTo>
                    <a:pt x="813" y="1262"/>
                    <a:pt x="838" y="1775"/>
                    <a:pt x="1088" y="2200"/>
                  </a:cubicBezTo>
                  <a:cubicBezTo>
                    <a:pt x="1450" y="2837"/>
                    <a:pt x="2425" y="3237"/>
                    <a:pt x="2537" y="3987"/>
                  </a:cubicBezTo>
                  <a:cubicBezTo>
                    <a:pt x="2537" y="4012"/>
                    <a:pt x="2575" y="4012"/>
                    <a:pt x="2575" y="3987"/>
                  </a:cubicBezTo>
                  <a:cubicBezTo>
                    <a:pt x="2562" y="3574"/>
                    <a:pt x="2287" y="3337"/>
                    <a:pt x="2000" y="3062"/>
                  </a:cubicBezTo>
                  <a:cubicBezTo>
                    <a:pt x="1713" y="2787"/>
                    <a:pt x="1350" y="2500"/>
                    <a:pt x="1188" y="2150"/>
                  </a:cubicBezTo>
                  <a:cubicBezTo>
                    <a:pt x="825" y="1287"/>
                    <a:pt x="1075" y="288"/>
                    <a:pt x="2200" y="425"/>
                  </a:cubicBezTo>
                  <a:cubicBezTo>
                    <a:pt x="2550" y="350"/>
                    <a:pt x="2762" y="488"/>
                    <a:pt x="2837" y="838"/>
                  </a:cubicBezTo>
                  <a:cubicBezTo>
                    <a:pt x="2975" y="913"/>
                    <a:pt x="3050" y="1063"/>
                    <a:pt x="3050" y="1212"/>
                  </a:cubicBezTo>
                  <a:cubicBezTo>
                    <a:pt x="3062" y="1275"/>
                    <a:pt x="3062" y="1337"/>
                    <a:pt x="3050" y="1400"/>
                  </a:cubicBezTo>
                  <a:cubicBezTo>
                    <a:pt x="3087" y="1650"/>
                    <a:pt x="3075" y="1912"/>
                    <a:pt x="3025" y="2162"/>
                  </a:cubicBezTo>
                  <a:cubicBezTo>
                    <a:pt x="2687" y="3524"/>
                    <a:pt x="1025" y="3399"/>
                    <a:pt x="75" y="2862"/>
                  </a:cubicBezTo>
                  <a:cubicBezTo>
                    <a:pt x="38" y="2837"/>
                    <a:pt x="0" y="2900"/>
                    <a:pt x="38" y="29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7" name="Google Shape;2557;p89"/>
            <p:cNvSpPr/>
            <p:nvPr/>
          </p:nvSpPr>
          <p:spPr>
            <a:xfrm>
              <a:off x="722350" y="3245025"/>
              <a:ext cx="13775" cy="55325"/>
            </a:xfrm>
            <a:custGeom>
              <a:rect b="b" l="l" r="r" t="t"/>
              <a:pathLst>
                <a:path extrusionOk="0" h="2213" w="551">
                  <a:moveTo>
                    <a:pt x="401" y="51"/>
                  </a:moveTo>
                  <a:cubicBezTo>
                    <a:pt x="476" y="825"/>
                    <a:pt x="238" y="1438"/>
                    <a:pt x="13" y="2163"/>
                  </a:cubicBezTo>
                  <a:cubicBezTo>
                    <a:pt x="1" y="2200"/>
                    <a:pt x="51" y="2213"/>
                    <a:pt x="76" y="2188"/>
                  </a:cubicBezTo>
                  <a:cubicBezTo>
                    <a:pt x="488" y="1588"/>
                    <a:pt x="551" y="738"/>
                    <a:pt x="476" y="51"/>
                  </a:cubicBezTo>
                  <a:cubicBezTo>
                    <a:pt x="476" y="1"/>
                    <a:pt x="388" y="1"/>
                    <a:pt x="401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8" name="Google Shape;2558;p89"/>
            <p:cNvSpPr/>
            <p:nvPr/>
          </p:nvSpPr>
          <p:spPr>
            <a:xfrm>
              <a:off x="692050" y="2972300"/>
              <a:ext cx="96575" cy="82175"/>
            </a:xfrm>
            <a:custGeom>
              <a:rect b="b" l="l" r="r" t="t"/>
              <a:pathLst>
                <a:path extrusionOk="0" h="3287" w="3863">
                  <a:moveTo>
                    <a:pt x="63" y="1100"/>
                  </a:moveTo>
                  <a:cubicBezTo>
                    <a:pt x="738" y="575"/>
                    <a:pt x="1563" y="113"/>
                    <a:pt x="2450" y="350"/>
                  </a:cubicBezTo>
                  <a:cubicBezTo>
                    <a:pt x="2900" y="487"/>
                    <a:pt x="3287" y="812"/>
                    <a:pt x="3500" y="1250"/>
                  </a:cubicBezTo>
                  <a:cubicBezTo>
                    <a:pt x="3650" y="1525"/>
                    <a:pt x="3737" y="1837"/>
                    <a:pt x="3737" y="2149"/>
                  </a:cubicBezTo>
                  <a:cubicBezTo>
                    <a:pt x="3725" y="2887"/>
                    <a:pt x="3300" y="3037"/>
                    <a:pt x="2463" y="2612"/>
                  </a:cubicBezTo>
                  <a:cubicBezTo>
                    <a:pt x="2500" y="2574"/>
                    <a:pt x="2463" y="2512"/>
                    <a:pt x="2425" y="2537"/>
                  </a:cubicBezTo>
                  <a:cubicBezTo>
                    <a:pt x="2050" y="2824"/>
                    <a:pt x="2463" y="3162"/>
                    <a:pt x="2812" y="3212"/>
                  </a:cubicBezTo>
                  <a:cubicBezTo>
                    <a:pt x="3475" y="3287"/>
                    <a:pt x="3862" y="2612"/>
                    <a:pt x="3837" y="2037"/>
                  </a:cubicBezTo>
                  <a:cubicBezTo>
                    <a:pt x="3812" y="1237"/>
                    <a:pt x="3250" y="450"/>
                    <a:pt x="2475" y="250"/>
                  </a:cubicBezTo>
                  <a:cubicBezTo>
                    <a:pt x="1550" y="0"/>
                    <a:pt x="701" y="475"/>
                    <a:pt x="26" y="1050"/>
                  </a:cubicBezTo>
                  <a:cubicBezTo>
                    <a:pt x="1" y="1075"/>
                    <a:pt x="38" y="1112"/>
                    <a:pt x="63" y="1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9" name="Google Shape;2559;p89"/>
            <p:cNvSpPr/>
            <p:nvPr/>
          </p:nvSpPr>
          <p:spPr>
            <a:xfrm>
              <a:off x="720175" y="2958850"/>
              <a:ext cx="110625" cy="22825"/>
            </a:xfrm>
            <a:custGeom>
              <a:rect b="b" l="l" r="r" t="t"/>
              <a:pathLst>
                <a:path extrusionOk="0" h="913" w="4425">
                  <a:moveTo>
                    <a:pt x="100" y="875"/>
                  </a:moveTo>
                  <a:cubicBezTo>
                    <a:pt x="1100" y="38"/>
                    <a:pt x="3250" y="1"/>
                    <a:pt x="4362" y="588"/>
                  </a:cubicBezTo>
                  <a:cubicBezTo>
                    <a:pt x="4399" y="601"/>
                    <a:pt x="4424" y="551"/>
                    <a:pt x="4399" y="526"/>
                  </a:cubicBezTo>
                  <a:cubicBezTo>
                    <a:pt x="3712" y="1"/>
                    <a:pt x="2725" y="88"/>
                    <a:pt x="1912" y="176"/>
                  </a:cubicBezTo>
                  <a:cubicBezTo>
                    <a:pt x="1250" y="251"/>
                    <a:pt x="563" y="376"/>
                    <a:pt x="38" y="825"/>
                  </a:cubicBezTo>
                  <a:cubicBezTo>
                    <a:pt x="0" y="863"/>
                    <a:pt x="63" y="913"/>
                    <a:pt x="100" y="8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0" name="Google Shape;2560;p89"/>
            <p:cNvSpPr/>
            <p:nvPr/>
          </p:nvSpPr>
          <p:spPr>
            <a:xfrm>
              <a:off x="830150" y="2969475"/>
              <a:ext cx="12200" cy="11900"/>
            </a:xfrm>
            <a:custGeom>
              <a:rect b="b" l="l" r="r" t="t"/>
              <a:pathLst>
                <a:path extrusionOk="0" h="476" w="488">
                  <a:moveTo>
                    <a:pt x="50" y="126"/>
                  </a:moveTo>
                  <a:cubicBezTo>
                    <a:pt x="0" y="213"/>
                    <a:pt x="25" y="325"/>
                    <a:pt x="88" y="388"/>
                  </a:cubicBezTo>
                  <a:cubicBezTo>
                    <a:pt x="163" y="450"/>
                    <a:pt x="250" y="475"/>
                    <a:pt x="338" y="463"/>
                  </a:cubicBezTo>
                  <a:cubicBezTo>
                    <a:pt x="375" y="450"/>
                    <a:pt x="400" y="438"/>
                    <a:pt x="425" y="425"/>
                  </a:cubicBezTo>
                  <a:cubicBezTo>
                    <a:pt x="450" y="388"/>
                    <a:pt x="463" y="350"/>
                    <a:pt x="463" y="313"/>
                  </a:cubicBezTo>
                  <a:cubicBezTo>
                    <a:pt x="488" y="188"/>
                    <a:pt x="425" y="63"/>
                    <a:pt x="300" y="13"/>
                  </a:cubicBezTo>
                  <a:cubicBezTo>
                    <a:pt x="175" y="1"/>
                    <a:pt x="50" y="101"/>
                    <a:pt x="50" y="2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1" name="Google Shape;2561;p89"/>
            <p:cNvSpPr/>
            <p:nvPr/>
          </p:nvSpPr>
          <p:spPr>
            <a:xfrm>
              <a:off x="828275" y="2965425"/>
              <a:ext cx="16275" cy="17825"/>
            </a:xfrm>
            <a:custGeom>
              <a:rect b="b" l="l" r="r" t="t"/>
              <a:pathLst>
                <a:path extrusionOk="0" h="713" w="651">
                  <a:moveTo>
                    <a:pt x="63" y="275"/>
                  </a:moveTo>
                  <a:cubicBezTo>
                    <a:pt x="0" y="438"/>
                    <a:pt x="88" y="625"/>
                    <a:pt x="263" y="675"/>
                  </a:cubicBezTo>
                  <a:cubicBezTo>
                    <a:pt x="425" y="712"/>
                    <a:pt x="575" y="650"/>
                    <a:pt x="588" y="487"/>
                  </a:cubicBezTo>
                  <a:cubicBezTo>
                    <a:pt x="650" y="88"/>
                    <a:pt x="88" y="0"/>
                    <a:pt x="88" y="400"/>
                  </a:cubicBezTo>
                  <a:cubicBezTo>
                    <a:pt x="88" y="438"/>
                    <a:pt x="163" y="450"/>
                    <a:pt x="163" y="413"/>
                  </a:cubicBezTo>
                  <a:cubicBezTo>
                    <a:pt x="488" y="288"/>
                    <a:pt x="563" y="313"/>
                    <a:pt x="388" y="462"/>
                  </a:cubicBezTo>
                  <a:cubicBezTo>
                    <a:pt x="275" y="637"/>
                    <a:pt x="213" y="587"/>
                    <a:pt x="175" y="300"/>
                  </a:cubicBezTo>
                  <a:cubicBezTo>
                    <a:pt x="188" y="238"/>
                    <a:pt x="88" y="200"/>
                    <a:pt x="63" y="2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2" name="Google Shape;2562;p89"/>
            <p:cNvSpPr/>
            <p:nvPr/>
          </p:nvSpPr>
          <p:spPr>
            <a:xfrm>
              <a:off x="662375" y="3207225"/>
              <a:ext cx="3150" cy="2850"/>
            </a:xfrm>
            <a:custGeom>
              <a:rect b="b" l="l" r="r" t="t"/>
              <a:pathLst>
                <a:path extrusionOk="0" h="114" w="126">
                  <a:moveTo>
                    <a:pt x="63" y="101"/>
                  </a:moveTo>
                  <a:lnTo>
                    <a:pt x="88" y="88"/>
                  </a:lnTo>
                  <a:cubicBezTo>
                    <a:pt x="126" y="76"/>
                    <a:pt x="126" y="38"/>
                    <a:pt x="88" y="26"/>
                  </a:cubicBezTo>
                  <a:lnTo>
                    <a:pt x="63" y="13"/>
                  </a:lnTo>
                  <a:cubicBezTo>
                    <a:pt x="1" y="1"/>
                    <a:pt x="1" y="113"/>
                    <a:pt x="63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3" name="Google Shape;2563;p89"/>
            <p:cNvSpPr/>
            <p:nvPr/>
          </p:nvSpPr>
          <p:spPr>
            <a:xfrm>
              <a:off x="705800" y="3297525"/>
              <a:ext cx="17525" cy="42200"/>
            </a:xfrm>
            <a:custGeom>
              <a:rect b="b" l="l" r="r" t="t"/>
              <a:pathLst>
                <a:path extrusionOk="0" h="1688" w="701">
                  <a:moveTo>
                    <a:pt x="613" y="25"/>
                  </a:moveTo>
                  <a:cubicBezTo>
                    <a:pt x="76" y="225"/>
                    <a:pt x="1" y="1175"/>
                    <a:pt x="138" y="1637"/>
                  </a:cubicBezTo>
                  <a:cubicBezTo>
                    <a:pt x="163" y="1687"/>
                    <a:pt x="251" y="1675"/>
                    <a:pt x="238" y="1612"/>
                  </a:cubicBezTo>
                  <a:cubicBezTo>
                    <a:pt x="201" y="1375"/>
                    <a:pt x="188" y="1125"/>
                    <a:pt x="226" y="887"/>
                  </a:cubicBezTo>
                  <a:cubicBezTo>
                    <a:pt x="263" y="650"/>
                    <a:pt x="375" y="225"/>
                    <a:pt x="638" y="125"/>
                  </a:cubicBezTo>
                  <a:cubicBezTo>
                    <a:pt x="700" y="100"/>
                    <a:pt x="675" y="0"/>
                    <a:pt x="600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4" name="Google Shape;2564;p89"/>
            <p:cNvSpPr/>
            <p:nvPr/>
          </p:nvSpPr>
          <p:spPr>
            <a:xfrm>
              <a:off x="708300" y="3297825"/>
              <a:ext cx="19700" cy="42200"/>
            </a:xfrm>
            <a:custGeom>
              <a:rect b="b" l="l" r="r" t="t"/>
              <a:pathLst>
                <a:path extrusionOk="0" h="1688" w="788">
                  <a:moveTo>
                    <a:pt x="113" y="1638"/>
                  </a:moveTo>
                  <a:cubicBezTo>
                    <a:pt x="475" y="1288"/>
                    <a:pt x="788" y="563"/>
                    <a:pt x="638" y="63"/>
                  </a:cubicBezTo>
                  <a:cubicBezTo>
                    <a:pt x="625" y="1"/>
                    <a:pt x="538" y="26"/>
                    <a:pt x="550" y="88"/>
                  </a:cubicBezTo>
                  <a:cubicBezTo>
                    <a:pt x="600" y="625"/>
                    <a:pt x="413" y="1175"/>
                    <a:pt x="38" y="1575"/>
                  </a:cubicBezTo>
                  <a:cubicBezTo>
                    <a:pt x="1" y="1613"/>
                    <a:pt x="63" y="1688"/>
                    <a:pt x="113" y="16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5" name="Google Shape;2565;p89"/>
            <p:cNvSpPr/>
            <p:nvPr/>
          </p:nvSpPr>
          <p:spPr>
            <a:xfrm>
              <a:off x="732050" y="3237525"/>
              <a:ext cx="30000" cy="33150"/>
            </a:xfrm>
            <a:custGeom>
              <a:rect b="b" l="l" r="r" t="t"/>
              <a:pathLst>
                <a:path extrusionOk="0" h="1326" w="1200">
                  <a:moveTo>
                    <a:pt x="25" y="51"/>
                  </a:moveTo>
                  <a:cubicBezTo>
                    <a:pt x="0" y="388"/>
                    <a:pt x="175" y="663"/>
                    <a:pt x="388" y="913"/>
                  </a:cubicBezTo>
                  <a:cubicBezTo>
                    <a:pt x="563" y="1163"/>
                    <a:pt x="850" y="1313"/>
                    <a:pt x="1150" y="1325"/>
                  </a:cubicBezTo>
                  <a:cubicBezTo>
                    <a:pt x="1200" y="1325"/>
                    <a:pt x="1200" y="1250"/>
                    <a:pt x="1163" y="1250"/>
                  </a:cubicBezTo>
                  <a:cubicBezTo>
                    <a:pt x="875" y="1225"/>
                    <a:pt x="613" y="1088"/>
                    <a:pt x="450" y="863"/>
                  </a:cubicBezTo>
                  <a:cubicBezTo>
                    <a:pt x="263" y="613"/>
                    <a:pt x="88" y="363"/>
                    <a:pt x="100" y="51"/>
                  </a:cubicBezTo>
                  <a:cubicBezTo>
                    <a:pt x="100" y="1"/>
                    <a:pt x="25" y="1"/>
                    <a:pt x="25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6" name="Google Shape;2566;p89"/>
            <p:cNvSpPr/>
            <p:nvPr/>
          </p:nvSpPr>
          <p:spPr>
            <a:xfrm>
              <a:off x="732675" y="3237850"/>
              <a:ext cx="29375" cy="33125"/>
            </a:xfrm>
            <a:custGeom>
              <a:rect b="b" l="l" r="r" t="t"/>
              <a:pathLst>
                <a:path extrusionOk="0" h="1325" w="1175">
                  <a:moveTo>
                    <a:pt x="1163" y="1262"/>
                  </a:moveTo>
                  <a:cubicBezTo>
                    <a:pt x="1088" y="700"/>
                    <a:pt x="675" y="125"/>
                    <a:pt x="100" y="13"/>
                  </a:cubicBezTo>
                  <a:cubicBezTo>
                    <a:pt x="38" y="0"/>
                    <a:pt x="0" y="75"/>
                    <a:pt x="50" y="113"/>
                  </a:cubicBezTo>
                  <a:cubicBezTo>
                    <a:pt x="288" y="250"/>
                    <a:pt x="525" y="313"/>
                    <a:pt x="700" y="550"/>
                  </a:cubicBezTo>
                  <a:cubicBezTo>
                    <a:pt x="875" y="763"/>
                    <a:pt x="1013" y="1012"/>
                    <a:pt x="1100" y="1287"/>
                  </a:cubicBezTo>
                  <a:cubicBezTo>
                    <a:pt x="1113" y="1325"/>
                    <a:pt x="1175" y="1312"/>
                    <a:pt x="1163" y="12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7" name="Google Shape;2567;p89"/>
            <p:cNvSpPr/>
            <p:nvPr/>
          </p:nvSpPr>
          <p:spPr>
            <a:xfrm>
              <a:off x="739850" y="2929475"/>
              <a:ext cx="86875" cy="38475"/>
            </a:xfrm>
            <a:custGeom>
              <a:rect b="b" l="l" r="r" t="t"/>
              <a:pathLst>
                <a:path extrusionOk="0" h="1539" w="3475">
                  <a:moveTo>
                    <a:pt x="76" y="1513"/>
                  </a:moveTo>
                  <a:cubicBezTo>
                    <a:pt x="1075" y="801"/>
                    <a:pt x="2213" y="326"/>
                    <a:pt x="3412" y="101"/>
                  </a:cubicBezTo>
                  <a:cubicBezTo>
                    <a:pt x="3475" y="88"/>
                    <a:pt x="3450" y="1"/>
                    <a:pt x="3387" y="13"/>
                  </a:cubicBezTo>
                  <a:cubicBezTo>
                    <a:pt x="2175" y="226"/>
                    <a:pt x="1025" y="726"/>
                    <a:pt x="38" y="1451"/>
                  </a:cubicBezTo>
                  <a:cubicBezTo>
                    <a:pt x="1" y="1476"/>
                    <a:pt x="38" y="1538"/>
                    <a:pt x="76" y="15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8" name="Google Shape;2568;p89"/>
            <p:cNvSpPr/>
            <p:nvPr/>
          </p:nvSpPr>
          <p:spPr>
            <a:xfrm>
              <a:off x="824200" y="2919175"/>
              <a:ext cx="16275" cy="17825"/>
            </a:xfrm>
            <a:custGeom>
              <a:rect b="b" l="l" r="r" t="t"/>
              <a:pathLst>
                <a:path extrusionOk="0" h="713" w="651">
                  <a:moveTo>
                    <a:pt x="88" y="525"/>
                  </a:moveTo>
                  <a:cubicBezTo>
                    <a:pt x="288" y="713"/>
                    <a:pt x="651" y="475"/>
                    <a:pt x="451" y="238"/>
                  </a:cubicBezTo>
                  <a:cubicBezTo>
                    <a:pt x="238" y="1"/>
                    <a:pt x="1" y="338"/>
                    <a:pt x="101" y="563"/>
                  </a:cubicBezTo>
                  <a:cubicBezTo>
                    <a:pt x="113" y="600"/>
                    <a:pt x="176" y="575"/>
                    <a:pt x="176" y="538"/>
                  </a:cubicBezTo>
                  <a:cubicBezTo>
                    <a:pt x="163" y="500"/>
                    <a:pt x="163" y="463"/>
                    <a:pt x="176" y="425"/>
                  </a:cubicBezTo>
                  <a:cubicBezTo>
                    <a:pt x="176" y="351"/>
                    <a:pt x="176" y="351"/>
                    <a:pt x="151" y="463"/>
                  </a:cubicBezTo>
                  <a:cubicBezTo>
                    <a:pt x="101" y="425"/>
                    <a:pt x="38" y="488"/>
                    <a:pt x="88" y="5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9" name="Google Shape;2569;p89"/>
            <p:cNvSpPr/>
            <p:nvPr/>
          </p:nvSpPr>
          <p:spPr>
            <a:xfrm>
              <a:off x="728300" y="2974800"/>
              <a:ext cx="82175" cy="30625"/>
            </a:xfrm>
            <a:custGeom>
              <a:rect b="b" l="l" r="r" t="t"/>
              <a:pathLst>
                <a:path extrusionOk="0" h="1225" w="3287">
                  <a:moveTo>
                    <a:pt x="63" y="225"/>
                  </a:moveTo>
                  <a:cubicBezTo>
                    <a:pt x="1288" y="87"/>
                    <a:pt x="2287" y="425"/>
                    <a:pt x="3225" y="1200"/>
                  </a:cubicBezTo>
                  <a:cubicBezTo>
                    <a:pt x="3250" y="1225"/>
                    <a:pt x="3287" y="1187"/>
                    <a:pt x="3262" y="1150"/>
                  </a:cubicBezTo>
                  <a:cubicBezTo>
                    <a:pt x="2537" y="212"/>
                    <a:pt x="1163" y="0"/>
                    <a:pt x="63" y="137"/>
                  </a:cubicBezTo>
                  <a:cubicBezTo>
                    <a:pt x="0" y="137"/>
                    <a:pt x="0" y="237"/>
                    <a:pt x="63" y="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0" name="Google Shape;2570;p89"/>
            <p:cNvSpPr/>
            <p:nvPr/>
          </p:nvSpPr>
          <p:spPr>
            <a:xfrm>
              <a:off x="805150" y="3001975"/>
              <a:ext cx="15025" cy="12825"/>
            </a:xfrm>
            <a:custGeom>
              <a:rect b="b" l="l" r="r" t="t"/>
              <a:pathLst>
                <a:path extrusionOk="0" h="513" w="601">
                  <a:moveTo>
                    <a:pt x="250" y="475"/>
                  </a:moveTo>
                  <a:cubicBezTo>
                    <a:pt x="550" y="513"/>
                    <a:pt x="600" y="50"/>
                    <a:pt x="288" y="25"/>
                  </a:cubicBezTo>
                  <a:cubicBezTo>
                    <a:pt x="1" y="0"/>
                    <a:pt x="26" y="425"/>
                    <a:pt x="313" y="425"/>
                  </a:cubicBezTo>
                  <a:cubicBezTo>
                    <a:pt x="350" y="425"/>
                    <a:pt x="363" y="375"/>
                    <a:pt x="325" y="363"/>
                  </a:cubicBezTo>
                  <a:cubicBezTo>
                    <a:pt x="275" y="300"/>
                    <a:pt x="250" y="325"/>
                    <a:pt x="250" y="413"/>
                  </a:cubicBezTo>
                  <a:cubicBezTo>
                    <a:pt x="213" y="413"/>
                    <a:pt x="213" y="475"/>
                    <a:pt x="250" y="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1" name="Google Shape;2571;p89"/>
            <p:cNvSpPr/>
            <p:nvPr/>
          </p:nvSpPr>
          <p:spPr>
            <a:xfrm>
              <a:off x="644875" y="3178475"/>
              <a:ext cx="60325" cy="237475"/>
            </a:xfrm>
            <a:custGeom>
              <a:rect b="b" l="l" r="r" t="t"/>
              <a:pathLst>
                <a:path extrusionOk="0" h="9499" w="2413">
                  <a:moveTo>
                    <a:pt x="26" y="51"/>
                  </a:moveTo>
                  <a:cubicBezTo>
                    <a:pt x="1275" y="3362"/>
                    <a:pt x="2413" y="6049"/>
                    <a:pt x="388" y="9373"/>
                  </a:cubicBezTo>
                  <a:cubicBezTo>
                    <a:pt x="338" y="9448"/>
                    <a:pt x="451" y="9498"/>
                    <a:pt x="488" y="9436"/>
                  </a:cubicBezTo>
                  <a:cubicBezTo>
                    <a:pt x="1438" y="8024"/>
                    <a:pt x="1838" y="6749"/>
                    <a:pt x="1675" y="5050"/>
                  </a:cubicBezTo>
                  <a:cubicBezTo>
                    <a:pt x="1488" y="3113"/>
                    <a:pt x="776" y="1813"/>
                    <a:pt x="76" y="38"/>
                  </a:cubicBezTo>
                  <a:cubicBezTo>
                    <a:pt x="63" y="1"/>
                    <a:pt x="1" y="13"/>
                    <a:pt x="26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2" name="Google Shape;2572;p89"/>
            <p:cNvSpPr/>
            <p:nvPr/>
          </p:nvSpPr>
          <p:spPr>
            <a:xfrm>
              <a:off x="699875" y="2899175"/>
              <a:ext cx="49375" cy="31900"/>
            </a:xfrm>
            <a:custGeom>
              <a:rect b="b" l="l" r="r" t="t"/>
              <a:pathLst>
                <a:path extrusionOk="0" h="1276" w="1975">
                  <a:moveTo>
                    <a:pt x="13" y="63"/>
                  </a:moveTo>
                  <a:cubicBezTo>
                    <a:pt x="100" y="613"/>
                    <a:pt x="450" y="1151"/>
                    <a:pt x="1062" y="1213"/>
                  </a:cubicBezTo>
                  <a:cubicBezTo>
                    <a:pt x="1550" y="1275"/>
                    <a:pt x="1975" y="888"/>
                    <a:pt x="1975" y="401"/>
                  </a:cubicBezTo>
                  <a:cubicBezTo>
                    <a:pt x="1975" y="326"/>
                    <a:pt x="1862" y="326"/>
                    <a:pt x="1862" y="401"/>
                  </a:cubicBezTo>
                  <a:cubicBezTo>
                    <a:pt x="1850" y="976"/>
                    <a:pt x="1275" y="1263"/>
                    <a:pt x="775" y="1026"/>
                  </a:cubicBezTo>
                  <a:cubicBezTo>
                    <a:pt x="363" y="838"/>
                    <a:pt x="163" y="463"/>
                    <a:pt x="75" y="38"/>
                  </a:cubicBezTo>
                  <a:cubicBezTo>
                    <a:pt x="63" y="1"/>
                    <a:pt x="0" y="13"/>
                    <a:pt x="13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3" name="Google Shape;2573;p89"/>
            <p:cNvSpPr/>
            <p:nvPr/>
          </p:nvSpPr>
          <p:spPr>
            <a:xfrm>
              <a:off x="674550" y="3113825"/>
              <a:ext cx="31600" cy="62800"/>
            </a:xfrm>
            <a:custGeom>
              <a:rect b="b" l="l" r="r" t="t"/>
              <a:pathLst>
                <a:path extrusionOk="0" h="2512" w="1264">
                  <a:moveTo>
                    <a:pt x="726" y="2449"/>
                  </a:moveTo>
                  <a:cubicBezTo>
                    <a:pt x="713" y="1825"/>
                    <a:pt x="1263" y="1325"/>
                    <a:pt x="1038" y="687"/>
                  </a:cubicBezTo>
                  <a:cubicBezTo>
                    <a:pt x="888" y="275"/>
                    <a:pt x="488" y="0"/>
                    <a:pt x="51" y="13"/>
                  </a:cubicBezTo>
                  <a:cubicBezTo>
                    <a:pt x="13" y="13"/>
                    <a:pt x="1" y="75"/>
                    <a:pt x="38" y="88"/>
                  </a:cubicBezTo>
                  <a:cubicBezTo>
                    <a:pt x="838" y="200"/>
                    <a:pt x="1138" y="875"/>
                    <a:pt x="838" y="1575"/>
                  </a:cubicBezTo>
                  <a:cubicBezTo>
                    <a:pt x="701" y="1850"/>
                    <a:pt x="638" y="2149"/>
                    <a:pt x="651" y="2449"/>
                  </a:cubicBezTo>
                  <a:cubicBezTo>
                    <a:pt x="651" y="2499"/>
                    <a:pt x="726" y="2512"/>
                    <a:pt x="726" y="244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4" name="Google Shape;2574;p89"/>
            <p:cNvSpPr/>
            <p:nvPr/>
          </p:nvSpPr>
          <p:spPr>
            <a:xfrm>
              <a:off x="658950" y="3112575"/>
              <a:ext cx="21575" cy="30625"/>
            </a:xfrm>
            <a:custGeom>
              <a:rect b="b" l="l" r="r" t="t"/>
              <a:pathLst>
                <a:path extrusionOk="0" h="1225" w="863">
                  <a:moveTo>
                    <a:pt x="825" y="113"/>
                  </a:moveTo>
                  <a:cubicBezTo>
                    <a:pt x="525" y="0"/>
                    <a:pt x="275" y="163"/>
                    <a:pt x="163" y="437"/>
                  </a:cubicBezTo>
                  <a:cubicBezTo>
                    <a:pt x="75" y="675"/>
                    <a:pt x="0" y="1062"/>
                    <a:pt x="250" y="1212"/>
                  </a:cubicBezTo>
                  <a:cubicBezTo>
                    <a:pt x="275" y="1225"/>
                    <a:pt x="313" y="1200"/>
                    <a:pt x="300" y="1162"/>
                  </a:cubicBezTo>
                  <a:cubicBezTo>
                    <a:pt x="50" y="837"/>
                    <a:pt x="275" y="0"/>
                    <a:pt x="800" y="175"/>
                  </a:cubicBezTo>
                  <a:cubicBezTo>
                    <a:pt x="850" y="200"/>
                    <a:pt x="862" y="125"/>
                    <a:pt x="825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5" name="Google Shape;2575;p89"/>
            <p:cNvSpPr/>
            <p:nvPr/>
          </p:nvSpPr>
          <p:spPr>
            <a:xfrm>
              <a:off x="762050" y="2872625"/>
              <a:ext cx="56250" cy="81250"/>
            </a:xfrm>
            <a:custGeom>
              <a:rect b="b" l="l" r="r" t="t"/>
              <a:pathLst>
                <a:path extrusionOk="0" h="3250" w="2250">
                  <a:moveTo>
                    <a:pt x="87" y="3212"/>
                  </a:moveTo>
                  <a:cubicBezTo>
                    <a:pt x="1037" y="2425"/>
                    <a:pt x="2249" y="1450"/>
                    <a:pt x="1962" y="51"/>
                  </a:cubicBezTo>
                  <a:cubicBezTo>
                    <a:pt x="1949" y="1"/>
                    <a:pt x="1862" y="26"/>
                    <a:pt x="1875" y="76"/>
                  </a:cubicBezTo>
                  <a:cubicBezTo>
                    <a:pt x="2062" y="1463"/>
                    <a:pt x="987" y="2350"/>
                    <a:pt x="37" y="3162"/>
                  </a:cubicBezTo>
                  <a:cubicBezTo>
                    <a:pt x="0" y="3187"/>
                    <a:pt x="62" y="3250"/>
                    <a:pt x="100" y="32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6" name="Google Shape;2576;p89"/>
            <p:cNvSpPr/>
            <p:nvPr/>
          </p:nvSpPr>
          <p:spPr>
            <a:xfrm>
              <a:off x="710800" y="3101950"/>
              <a:ext cx="15325" cy="30950"/>
            </a:xfrm>
            <a:custGeom>
              <a:rect b="b" l="l" r="r" t="t"/>
              <a:pathLst>
                <a:path extrusionOk="0" h="1238" w="613">
                  <a:moveTo>
                    <a:pt x="101" y="1175"/>
                  </a:moveTo>
                  <a:cubicBezTo>
                    <a:pt x="126" y="775"/>
                    <a:pt x="288" y="388"/>
                    <a:pt x="575" y="100"/>
                  </a:cubicBezTo>
                  <a:cubicBezTo>
                    <a:pt x="613" y="63"/>
                    <a:pt x="563" y="0"/>
                    <a:pt x="525" y="25"/>
                  </a:cubicBezTo>
                  <a:cubicBezTo>
                    <a:pt x="350" y="150"/>
                    <a:pt x="225" y="325"/>
                    <a:pt x="163" y="525"/>
                  </a:cubicBezTo>
                  <a:cubicBezTo>
                    <a:pt x="51" y="725"/>
                    <a:pt x="1" y="950"/>
                    <a:pt x="13" y="1175"/>
                  </a:cubicBezTo>
                  <a:cubicBezTo>
                    <a:pt x="13" y="1237"/>
                    <a:pt x="113" y="1237"/>
                    <a:pt x="113" y="11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7" name="Google Shape;2577;p89"/>
            <p:cNvSpPr/>
            <p:nvPr/>
          </p:nvSpPr>
          <p:spPr>
            <a:xfrm>
              <a:off x="710175" y="3101625"/>
              <a:ext cx="21900" cy="34400"/>
            </a:xfrm>
            <a:custGeom>
              <a:rect b="b" l="l" r="r" t="t"/>
              <a:pathLst>
                <a:path extrusionOk="0" h="1376" w="876">
                  <a:moveTo>
                    <a:pt x="550" y="101"/>
                  </a:moveTo>
                  <a:cubicBezTo>
                    <a:pt x="763" y="538"/>
                    <a:pt x="475" y="1050"/>
                    <a:pt x="51" y="1250"/>
                  </a:cubicBezTo>
                  <a:cubicBezTo>
                    <a:pt x="1" y="1275"/>
                    <a:pt x="38" y="1375"/>
                    <a:pt x="101" y="1350"/>
                  </a:cubicBezTo>
                  <a:cubicBezTo>
                    <a:pt x="575" y="1138"/>
                    <a:pt x="875" y="538"/>
                    <a:pt x="638" y="51"/>
                  </a:cubicBezTo>
                  <a:cubicBezTo>
                    <a:pt x="613" y="1"/>
                    <a:pt x="525" y="51"/>
                    <a:pt x="550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8" name="Google Shape;2578;p89"/>
            <p:cNvSpPr/>
            <p:nvPr/>
          </p:nvSpPr>
          <p:spPr>
            <a:xfrm>
              <a:off x="669550" y="3338125"/>
              <a:ext cx="60025" cy="132175"/>
            </a:xfrm>
            <a:custGeom>
              <a:rect b="b" l="l" r="r" t="t"/>
              <a:pathLst>
                <a:path extrusionOk="0" h="5287" w="2401">
                  <a:moveTo>
                    <a:pt x="576" y="51"/>
                  </a:moveTo>
                  <a:cubicBezTo>
                    <a:pt x="263" y="1638"/>
                    <a:pt x="1" y="5074"/>
                    <a:pt x="2350" y="5287"/>
                  </a:cubicBezTo>
                  <a:cubicBezTo>
                    <a:pt x="2400" y="5287"/>
                    <a:pt x="2388" y="5224"/>
                    <a:pt x="2350" y="5212"/>
                  </a:cubicBezTo>
                  <a:cubicBezTo>
                    <a:pt x="63" y="4912"/>
                    <a:pt x="363" y="1600"/>
                    <a:pt x="651" y="63"/>
                  </a:cubicBezTo>
                  <a:cubicBezTo>
                    <a:pt x="663" y="13"/>
                    <a:pt x="588" y="1"/>
                    <a:pt x="576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9" name="Google Shape;2579;p89"/>
            <p:cNvSpPr/>
            <p:nvPr/>
          </p:nvSpPr>
          <p:spPr>
            <a:xfrm>
              <a:off x="701750" y="3402175"/>
              <a:ext cx="65000" cy="61575"/>
            </a:xfrm>
            <a:custGeom>
              <a:rect b="b" l="l" r="r" t="t"/>
              <a:pathLst>
                <a:path extrusionOk="0" h="2463" w="2600">
                  <a:moveTo>
                    <a:pt x="13" y="1500"/>
                  </a:moveTo>
                  <a:cubicBezTo>
                    <a:pt x="350" y="2175"/>
                    <a:pt x="1175" y="2462"/>
                    <a:pt x="1825" y="2012"/>
                  </a:cubicBezTo>
                  <a:cubicBezTo>
                    <a:pt x="2400" y="1600"/>
                    <a:pt x="2599" y="538"/>
                    <a:pt x="2025" y="38"/>
                  </a:cubicBezTo>
                  <a:cubicBezTo>
                    <a:pt x="1975" y="1"/>
                    <a:pt x="1900" y="76"/>
                    <a:pt x="1950" y="113"/>
                  </a:cubicBezTo>
                  <a:cubicBezTo>
                    <a:pt x="2462" y="588"/>
                    <a:pt x="2300" y="1563"/>
                    <a:pt x="1762" y="1938"/>
                  </a:cubicBezTo>
                  <a:cubicBezTo>
                    <a:pt x="1150" y="2350"/>
                    <a:pt x="400" y="2112"/>
                    <a:pt x="75" y="1463"/>
                  </a:cubicBezTo>
                  <a:cubicBezTo>
                    <a:pt x="50" y="1425"/>
                    <a:pt x="0" y="1463"/>
                    <a:pt x="13" y="1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0" name="Google Shape;2580;p89"/>
            <p:cNvSpPr/>
            <p:nvPr/>
          </p:nvSpPr>
          <p:spPr>
            <a:xfrm>
              <a:off x="709550" y="3392175"/>
              <a:ext cx="46575" cy="35950"/>
            </a:xfrm>
            <a:custGeom>
              <a:rect b="b" l="l" r="r" t="t"/>
              <a:pathLst>
                <a:path extrusionOk="0" h="1438" w="1863">
                  <a:moveTo>
                    <a:pt x="1850" y="700"/>
                  </a:moveTo>
                  <a:cubicBezTo>
                    <a:pt x="1663" y="226"/>
                    <a:pt x="1125" y="1"/>
                    <a:pt x="663" y="201"/>
                  </a:cubicBezTo>
                  <a:cubicBezTo>
                    <a:pt x="200" y="401"/>
                    <a:pt x="1" y="938"/>
                    <a:pt x="200" y="1400"/>
                  </a:cubicBezTo>
                  <a:cubicBezTo>
                    <a:pt x="225" y="1438"/>
                    <a:pt x="300" y="1413"/>
                    <a:pt x="288" y="1363"/>
                  </a:cubicBezTo>
                  <a:cubicBezTo>
                    <a:pt x="163" y="938"/>
                    <a:pt x="275" y="488"/>
                    <a:pt x="713" y="301"/>
                  </a:cubicBezTo>
                  <a:cubicBezTo>
                    <a:pt x="1125" y="138"/>
                    <a:pt x="1600" y="326"/>
                    <a:pt x="1788" y="738"/>
                  </a:cubicBezTo>
                  <a:cubicBezTo>
                    <a:pt x="1800" y="775"/>
                    <a:pt x="1863" y="738"/>
                    <a:pt x="1838" y="7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1" name="Google Shape;2581;p89"/>
            <p:cNvSpPr/>
            <p:nvPr/>
          </p:nvSpPr>
          <p:spPr>
            <a:xfrm>
              <a:off x="713300" y="3422475"/>
              <a:ext cx="30950" cy="17225"/>
            </a:xfrm>
            <a:custGeom>
              <a:rect b="b" l="l" r="r" t="t"/>
              <a:pathLst>
                <a:path extrusionOk="0" h="689" w="1238">
                  <a:moveTo>
                    <a:pt x="26" y="51"/>
                  </a:moveTo>
                  <a:cubicBezTo>
                    <a:pt x="1" y="388"/>
                    <a:pt x="375" y="638"/>
                    <a:pt x="688" y="626"/>
                  </a:cubicBezTo>
                  <a:cubicBezTo>
                    <a:pt x="1000" y="626"/>
                    <a:pt x="1238" y="351"/>
                    <a:pt x="1113" y="63"/>
                  </a:cubicBezTo>
                  <a:cubicBezTo>
                    <a:pt x="1100" y="13"/>
                    <a:pt x="1013" y="26"/>
                    <a:pt x="1025" y="88"/>
                  </a:cubicBezTo>
                  <a:cubicBezTo>
                    <a:pt x="1213" y="688"/>
                    <a:pt x="75" y="638"/>
                    <a:pt x="100" y="51"/>
                  </a:cubicBezTo>
                  <a:cubicBezTo>
                    <a:pt x="100" y="1"/>
                    <a:pt x="38" y="1"/>
                    <a:pt x="26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2" name="Google Shape;2582;p89"/>
            <p:cNvSpPr/>
            <p:nvPr/>
          </p:nvSpPr>
          <p:spPr>
            <a:xfrm>
              <a:off x="702675" y="3138500"/>
              <a:ext cx="71875" cy="55325"/>
            </a:xfrm>
            <a:custGeom>
              <a:rect b="b" l="l" r="r" t="t"/>
              <a:pathLst>
                <a:path extrusionOk="0" h="2213" w="2875">
                  <a:moveTo>
                    <a:pt x="88" y="463"/>
                  </a:moveTo>
                  <a:cubicBezTo>
                    <a:pt x="1400" y="113"/>
                    <a:pt x="2487" y="925"/>
                    <a:pt x="2812" y="2187"/>
                  </a:cubicBezTo>
                  <a:cubicBezTo>
                    <a:pt x="2812" y="2212"/>
                    <a:pt x="2875" y="2212"/>
                    <a:pt x="2862" y="2175"/>
                  </a:cubicBezTo>
                  <a:cubicBezTo>
                    <a:pt x="2762" y="788"/>
                    <a:pt x="1325" y="0"/>
                    <a:pt x="51" y="388"/>
                  </a:cubicBezTo>
                  <a:cubicBezTo>
                    <a:pt x="1" y="400"/>
                    <a:pt x="26" y="475"/>
                    <a:pt x="76" y="4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3" name="Google Shape;2583;p89"/>
            <p:cNvSpPr/>
            <p:nvPr/>
          </p:nvSpPr>
          <p:spPr>
            <a:xfrm>
              <a:off x="695500" y="2739850"/>
              <a:ext cx="104675" cy="111550"/>
            </a:xfrm>
            <a:custGeom>
              <a:rect b="b" l="l" r="r" t="t"/>
              <a:pathLst>
                <a:path extrusionOk="0" h="4462" w="4187">
                  <a:moveTo>
                    <a:pt x="188" y="1800"/>
                  </a:moveTo>
                  <a:cubicBezTo>
                    <a:pt x="0" y="3250"/>
                    <a:pt x="1450" y="4424"/>
                    <a:pt x="2799" y="3712"/>
                  </a:cubicBezTo>
                  <a:cubicBezTo>
                    <a:pt x="4187" y="2975"/>
                    <a:pt x="3962" y="1038"/>
                    <a:pt x="3024" y="25"/>
                  </a:cubicBezTo>
                  <a:cubicBezTo>
                    <a:pt x="2999" y="0"/>
                    <a:pt x="2949" y="38"/>
                    <a:pt x="2974" y="75"/>
                  </a:cubicBezTo>
                  <a:cubicBezTo>
                    <a:pt x="3624" y="975"/>
                    <a:pt x="4074" y="2450"/>
                    <a:pt x="3124" y="3325"/>
                  </a:cubicBezTo>
                  <a:cubicBezTo>
                    <a:pt x="1912" y="4462"/>
                    <a:pt x="100" y="3375"/>
                    <a:pt x="288" y="1800"/>
                  </a:cubicBezTo>
                  <a:cubicBezTo>
                    <a:pt x="300" y="1738"/>
                    <a:pt x="188" y="1738"/>
                    <a:pt x="175" y="1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4" name="Google Shape;2584;p89"/>
            <p:cNvSpPr/>
            <p:nvPr/>
          </p:nvSpPr>
          <p:spPr>
            <a:xfrm>
              <a:off x="628325" y="2481475"/>
              <a:ext cx="146850" cy="263400"/>
            </a:xfrm>
            <a:custGeom>
              <a:rect b="b" l="l" r="r" t="t"/>
              <a:pathLst>
                <a:path extrusionOk="0" h="10536" w="5874">
                  <a:moveTo>
                    <a:pt x="5836" y="10448"/>
                  </a:moveTo>
                  <a:cubicBezTo>
                    <a:pt x="4162" y="9236"/>
                    <a:pt x="2050" y="8124"/>
                    <a:pt x="1125" y="6224"/>
                  </a:cubicBezTo>
                  <a:cubicBezTo>
                    <a:pt x="275" y="4462"/>
                    <a:pt x="100" y="1688"/>
                    <a:pt x="1300" y="63"/>
                  </a:cubicBezTo>
                  <a:cubicBezTo>
                    <a:pt x="1325" y="38"/>
                    <a:pt x="1275" y="1"/>
                    <a:pt x="1250" y="26"/>
                  </a:cubicBezTo>
                  <a:cubicBezTo>
                    <a:pt x="0" y="1463"/>
                    <a:pt x="138" y="3950"/>
                    <a:pt x="725" y="5674"/>
                  </a:cubicBezTo>
                  <a:cubicBezTo>
                    <a:pt x="1513" y="7986"/>
                    <a:pt x="3912" y="9186"/>
                    <a:pt x="5799" y="10510"/>
                  </a:cubicBezTo>
                  <a:cubicBezTo>
                    <a:pt x="5836" y="10535"/>
                    <a:pt x="5874" y="10473"/>
                    <a:pt x="5836" y="1044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5" name="Google Shape;2585;p89"/>
            <p:cNvSpPr/>
            <p:nvPr/>
          </p:nvSpPr>
          <p:spPr>
            <a:xfrm>
              <a:off x="667675" y="2448375"/>
              <a:ext cx="84700" cy="100925"/>
            </a:xfrm>
            <a:custGeom>
              <a:rect b="b" l="l" r="r" t="t"/>
              <a:pathLst>
                <a:path extrusionOk="0" h="4037" w="3388">
                  <a:moveTo>
                    <a:pt x="88" y="1150"/>
                  </a:moveTo>
                  <a:cubicBezTo>
                    <a:pt x="1026" y="625"/>
                    <a:pt x="2413" y="500"/>
                    <a:pt x="2950" y="1662"/>
                  </a:cubicBezTo>
                  <a:cubicBezTo>
                    <a:pt x="3075" y="1937"/>
                    <a:pt x="3113" y="2249"/>
                    <a:pt x="3075" y="2549"/>
                  </a:cubicBezTo>
                  <a:cubicBezTo>
                    <a:pt x="3063" y="2624"/>
                    <a:pt x="3075" y="2712"/>
                    <a:pt x="3075" y="2774"/>
                  </a:cubicBezTo>
                  <a:cubicBezTo>
                    <a:pt x="2938" y="3549"/>
                    <a:pt x="2738" y="3524"/>
                    <a:pt x="2213" y="3587"/>
                  </a:cubicBezTo>
                  <a:cubicBezTo>
                    <a:pt x="1313" y="3699"/>
                    <a:pt x="976" y="3087"/>
                    <a:pt x="1113" y="2312"/>
                  </a:cubicBezTo>
                  <a:cubicBezTo>
                    <a:pt x="1226" y="1737"/>
                    <a:pt x="1526" y="1425"/>
                    <a:pt x="1938" y="1037"/>
                  </a:cubicBezTo>
                  <a:cubicBezTo>
                    <a:pt x="2250" y="737"/>
                    <a:pt x="2575" y="487"/>
                    <a:pt x="2588" y="25"/>
                  </a:cubicBezTo>
                  <a:cubicBezTo>
                    <a:pt x="2588" y="0"/>
                    <a:pt x="2550" y="0"/>
                    <a:pt x="2538" y="25"/>
                  </a:cubicBezTo>
                  <a:cubicBezTo>
                    <a:pt x="2438" y="750"/>
                    <a:pt x="1538" y="1137"/>
                    <a:pt x="1163" y="1725"/>
                  </a:cubicBezTo>
                  <a:cubicBezTo>
                    <a:pt x="863" y="2149"/>
                    <a:pt x="813" y="2712"/>
                    <a:pt x="1026" y="3187"/>
                  </a:cubicBezTo>
                  <a:cubicBezTo>
                    <a:pt x="1363" y="3912"/>
                    <a:pt x="2500" y="4036"/>
                    <a:pt x="2988" y="3387"/>
                  </a:cubicBezTo>
                  <a:cubicBezTo>
                    <a:pt x="3388" y="2874"/>
                    <a:pt x="3263" y="1800"/>
                    <a:pt x="2900" y="1312"/>
                  </a:cubicBezTo>
                  <a:cubicBezTo>
                    <a:pt x="2200" y="387"/>
                    <a:pt x="938" y="575"/>
                    <a:pt x="51" y="1087"/>
                  </a:cubicBezTo>
                  <a:cubicBezTo>
                    <a:pt x="1" y="1112"/>
                    <a:pt x="51" y="1187"/>
                    <a:pt x="88" y="1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6" name="Google Shape;2586;p89"/>
            <p:cNvSpPr/>
            <p:nvPr/>
          </p:nvSpPr>
          <p:spPr>
            <a:xfrm>
              <a:off x="722350" y="2386200"/>
              <a:ext cx="13775" cy="55325"/>
            </a:xfrm>
            <a:custGeom>
              <a:rect b="b" l="l" r="r" t="t"/>
              <a:pathLst>
                <a:path extrusionOk="0" h="2213" w="551">
                  <a:moveTo>
                    <a:pt x="476" y="2162"/>
                  </a:moveTo>
                  <a:cubicBezTo>
                    <a:pt x="551" y="1475"/>
                    <a:pt x="488" y="625"/>
                    <a:pt x="76" y="25"/>
                  </a:cubicBezTo>
                  <a:cubicBezTo>
                    <a:pt x="51" y="0"/>
                    <a:pt x="1" y="13"/>
                    <a:pt x="13" y="50"/>
                  </a:cubicBezTo>
                  <a:cubicBezTo>
                    <a:pt x="251" y="775"/>
                    <a:pt x="476" y="1387"/>
                    <a:pt x="401" y="2162"/>
                  </a:cubicBezTo>
                  <a:cubicBezTo>
                    <a:pt x="401" y="2212"/>
                    <a:pt x="476" y="2212"/>
                    <a:pt x="476" y="2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7" name="Google Shape;2587;p89"/>
            <p:cNvSpPr/>
            <p:nvPr/>
          </p:nvSpPr>
          <p:spPr>
            <a:xfrm>
              <a:off x="691750" y="2632075"/>
              <a:ext cx="96875" cy="81550"/>
            </a:xfrm>
            <a:custGeom>
              <a:rect b="b" l="l" r="r" t="t"/>
              <a:pathLst>
                <a:path extrusionOk="0" h="3262" w="3875">
                  <a:moveTo>
                    <a:pt x="38" y="2237"/>
                  </a:moveTo>
                  <a:cubicBezTo>
                    <a:pt x="688" y="2787"/>
                    <a:pt x="1500" y="3262"/>
                    <a:pt x="2375" y="3074"/>
                  </a:cubicBezTo>
                  <a:cubicBezTo>
                    <a:pt x="3212" y="2887"/>
                    <a:pt x="3812" y="2087"/>
                    <a:pt x="3849" y="1250"/>
                  </a:cubicBezTo>
                  <a:cubicBezTo>
                    <a:pt x="3874" y="675"/>
                    <a:pt x="3487" y="0"/>
                    <a:pt x="2824" y="75"/>
                  </a:cubicBezTo>
                  <a:cubicBezTo>
                    <a:pt x="2475" y="113"/>
                    <a:pt x="2062" y="463"/>
                    <a:pt x="2437" y="750"/>
                  </a:cubicBezTo>
                  <a:cubicBezTo>
                    <a:pt x="2475" y="775"/>
                    <a:pt x="2512" y="712"/>
                    <a:pt x="2475" y="675"/>
                  </a:cubicBezTo>
                  <a:cubicBezTo>
                    <a:pt x="3299" y="250"/>
                    <a:pt x="3724" y="400"/>
                    <a:pt x="3749" y="1137"/>
                  </a:cubicBezTo>
                  <a:cubicBezTo>
                    <a:pt x="3737" y="1450"/>
                    <a:pt x="3662" y="1762"/>
                    <a:pt x="3499" y="2037"/>
                  </a:cubicBezTo>
                  <a:cubicBezTo>
                    <a:pt x="3299" y="2474"/>
                    <a:pt x="2912" y="2799"/>
                    <a:pt x="2450" y="2937"/>
                  </a:cubicBezTo>
                  <a:cubicBezTo>
                    <a:pt x="1562" y="3174"/>
                    <a:pt x="750" y="2712"/>
                    <a:pt x="75" y="2187"/>
                  </a:cubicBezTo>
                  <a:cubicBezTo>
                    <a:pt x="50" y="2162"/>
                    <a:pt x="0" y="2212"/>
                    <a:pt x="38" y="22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8" name="Google Shape;2588;p89"/>
            <p:cNvSpPr/>
            <p:nvPr/>
          </p:nvSpPr>
          <p:spPr>
            <a:xfrm>
              <a:off x="720475" y="2704850"/>
              <a:ext cx="110625" cy="22850"/>
            </a:xfrm>
            <a:custGeom>
              <a:rect b="b" l="l" r="r" t="t"/>
              <a:pathLst>
                <a:path extrusionOk="0" h="914" w="4425">
                  <a:moveTo>
                    <a:pt x="38" y="88"/>
                  </a:moveTo>
                  <a:cubicBezTo>
                    <a:pt x="551" y="538"/>
                    <a:pt x="1238" y="663"/>
                    <a:pt x="1913" y="738"/>
                  </a:cubicBezTo>
                  <a:cubicBezTo>
                    <a:pt x="2725" y="826"/>
                    <a:pt x="3712" y="913"/>
                    <a:pt x="4400" y="388"/>
                  </a:cubicBezTo>
                  <a:cubicBezTo>
                    <a:pt x="4425" y="363"/>
                    <a:pt x="4400" y="313"/>
                    <a:pt x="4362" y="326"/>
                  </a:cubicBezTo>
                  <a:cubicBezTo>
                    <a:pt x="3238" y="913"/>
                    <a:pt x="1101" y="876"/>
                    <a:pt x="101" y="26"/>
                  </a:cubicBezTo>
                  <a:cubicBezTo>
                    <a:pt x="63" y="1"/>
                    <a:pt x="1" y="51"/>
                    <a:pt x="38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9" name="Google Shape;2589;p89"/>
            <p:cNvSpPr/>
            <p:nvPr/>
          </p:nvSpPr>
          <p:spPr>
            <a:xfrm>
              <a:off x="830150" y="2705175"/>
              <a:ext cx="12200" cy="11900"/>
            </a:xfrm>
            <a:custGeom>
              <a:rect b="b" l="l" r="r" t="t"/>
              <a:pathLst>
                <a:path extrusionOk="0" h="476" w="488">
                  <a:moveTo>
                    <a:pt x="50" y="350"/>
                  </a:moveTo>
                  <a:cubicBezTo>
                    <a:pt x="0" y="263"/>
                    <a:pt x="25" y="150"/>
                    <a:pt x="88" y="88"/>
                  </a:cubicBezTo>
                  <a:cubicBezTo>
                    <a:pt x="163" y="25"/>
                    <a:pt x="250" y="0"/>
                    <a:pt x="338" y="13"/>
                  </a:cubicBezTo>
                  <a:cubicBezTo>
                    <a:pt x="375" y="13"/>
                    <a:pt x="400" y="25"/>
                    <a:pt x="425" y="50"/>
                  </a:cubicBezTo>
                  <a:cubicBezTo>
                    <a:pt x="450" y="88"/>
                    <a:pt x="463" y="125"/>
                    <a:pt x="463" y="163"/>
                  </a:cubicBezTo>
                  <a:cubicBezTo>
                    <a:pt x="488" y="288"/>
                    <a:pt x="425" y="413"/>
                    <a:pt x="300" y="463"/>
                  </a:cubicBezTo>
                  <a:cubicBezTo>
                    <a:pt x="175" y="475"/>
                    <a:pt x="50" y="375"/>
                    <a:pt x="50" y="2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0" name="Google Shape;2590;p89"/>
            <p:cNvSpPr/>
            <p:nvPr/>
          </p:nvSpPr>
          <p:spPr>
            <a:xfrm>
              <a:off x="827325" y="2698925"/>
              <a:ext cx="17225" cy="22200"/>
            </a:xfrm>
            <a:custGeom>
              <a:rect b="b" l="l" r="r" t="t"/>
              <a:pathLst>
                <a:path extrusionOk="0" h="888" w="689">
                  <a:moveTo>
                    <a:pt x="213" y="588"/>
                  </a:moveTo>
                  <a:cubicBezTo>
                    <a:pt x="251" y="300"/>
                    <a:pt x="313" y="250"/>
                    <a:pt x="426" y="425"/>
                  </a:cubicBezTo>
                  <a:cubicBezTo>
                    <a:pt x="601" y="575"/>
                    <a:pt x="526" y="588"/>
                    <a:pt x="201" y="475"/>
                  </a:cubicBezTo>
                  <a:cubicBezTo>
                    <a:pt x="201" y="438"/>
                    <a:pt x="126" y="450"/>
                    <a:pt x="126" y="488"/>
                  </a:cubicBezTo>
                  <a:cubicBezTo>
                    <a:pt x="126" y="888"/>
                    <a:pt x="688" y="800"/>
                    <a:pt x="626" y="400"/>
                  </a:cubicBezTo>
                  <a:cubicBezTo>
                    <a:pt x="576" y="0"/>
                    <a:pt x="1" y="238"/>
                    <a:pt x="101" y="613"/>
                  </a:cubicBezTo>
                  <a:cubicBezTo>
                    <a:pt x="113" y="700"/>
                    <a:pt x="238" y="663"/>
                    <a:pt x="213" y="5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1" name="Google Shape;2591;p89"/>
            <p:cNvSpPr/>
            <p:nvPr/>
          </p:nvSpPr>
          <p:spPr>
            <a:xfrm>
              <a:off x="662375" y="2476475"/>
              <a:ext cx="3150" cy="3150"/>
            </a:xfrm>
            <a:custGeom>
              <a:rect b="b" l="l" r="r" t="t"/>
              <a:pathLst>
                <a:path extrusionOk="0" h="126" w="126">
                  <a:moveTo>
                    <a:pt x="63" y="88"/>
                  </a:moveTo>
                  <a:lnTo>
                    <a:pt x="88" y="88"/>
                  </a:lnTo>
                  <a:cubicBezTo>
                    <a:pt x="126" y="88"/>
                    <a:pt x="126" y="38"/>
                    <a:pt x="88" y="26"/>
                  </a:cubicBezTo>
                  <a:lnTo>
                    <a:pt x="63" y="26"/>
                  </a:lnTo>
                  <a:cubicBezTo>
                    <a:pt x="1" y="1"/>
                    <a:pt x="1" y="126"/>
                    <a:pt x="63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2" name="Google Shape;2592;p89"/>
            <p:cNvSpPr/>
            <p:nvPr/>
          </p:nvSpPr>
          <p:spPr>
            <a:xfrm>
              <a:off x="705800" y="2346825"/>
              <a:ext cx="17525" cy="42200"/>
            </a:xfrm>
            <a:custGeom>
              <a:rect b="b" l="l" r="r" t="t"/>
              <a:pathLst>
                <a:path extrusionOk="0" h="1688" w="701">
                  <a:moveTo>
                    <a:pt x="638" y="1550"/>
                  </a:moveTo>
                  <a:cubicBezTo>
                    <a:pt x="388" y="1463"/>
                    <a:pt x="276" y="1025"/>
                    <a:pt x="226" y="800"/>
                  </a:cubicBezTo>
                  <a:cubicBezTo>
                    <a:pt x="188" y="563"/>
                    <a:pt x="201" y="313"/>
                    <a:pt x="238" y="63"/>
                  </a:cubicBezTo>
                  <a:cubicBezTo>
                    <a:pt x="238" y="13"/>
                    <a:pt x="163" y="1"/>
                    <a:pt x="138" y="51"/>
                  </a:cubicBezTo>
                  <a:cubicBezTo>
                    <a:pt x="1" y="513"/>
                    <a:pt x="76" y="1463"/>
                    <a:pt x="613" y="1663"/>
                  </a:cubicBezTo>
                  <a:cubicBezTo>
                    <a:pt x="675" y="1688"/>
                    <a:pt x="700" y="1575"/>
                    <a:pt x="638" y="15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3" name="Google Shape;2593;p89"/>
            <p:cNvSpPr/>
            <p:nvPr/>
          </p:nvSpPr>
          <p:spPr>
            <a:xfrm>
              <a:off x="708300" y="2346525"/>
              <a:ext cx="19700" cy="42200"/>
            </a:xfrm>
            <a:custGeom>
              <a:rect b="b" l="l" r="r" t="t"/>
              <a:pathLst>
                <a:path extrusionOk="0" h="1688" w="788">
                  <a:moveTo>
                    <a:pt x="38" y="113"/>
                  </a:moveTo>
                  <a:cubicBezTo>
                    <a:pt x="413" y="513"/>
                    <a:pt x="600" y="1062"/>
                    <a:pt x="550" y="1600"/>
                  </a:cubicBezTo>
                  <a:cubicBezTo>
                    <a:pt x="550" y="1662"/>
                    <a:pt x="625" y="1687"/>
                    <a:pt x="638" y="1625"/>
                  </a:cubicBezTo>
                  <a:cubicBezTo>
                    <a:pt x="788" y="1125"/>
                    <a:pt x="475" y="400"/>
                    <a:pt x="113" y="50"/>
                  </a:cubicBezTo>
                  <a:cubicBezTo>
                    <a:pt x="63" y="0"/>
                    <a:pt x="1" y="63"/>
                    <a:pt x="38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4" name="Google Shape;2594;p89"/>
            <p:cNvSpPr/>
            <p:nvPr/>
          </p:nvSpPr>
          <p:spPr>
            <a:xfrm>
              <a:off x="732050" y="2415875"/>
              <a:ext cx="30000" cy="33150"/>
            </a:xfrm>
            <a:custGeom>
              <a:rect b="b" l="l" r="r" t="t"/>
              <a:pathLst>
                <a:path extrusionOk="0" h="1326" w="1200">
                  <a:moveTo>
                    <a:pt x="100" y="1275"/>
                  </a:moveTo>
                  <a:cubicBezTo>
                    <a:pt x="88" y="963"/>
                    <a:pt x="250" y="713"/>
                    <a:pt x="450" y="463"/>
                  </a:cubicBezTo>
                  <a:cubicBezTo>
                    <a:pt x="613" y="238"/>
                    <a:pt x="875" y="100"/>
                    <a:pt x="1163" y="75"/>
                  </a:cubicBezTo>
                  <a:cubicBezTo>
                    <a:pt x="1200" y="75"/>
                    <a:pt x="1200" y="0"/>
                    <a:pt x="1150" y="0"/>
                  </a:cubicBezTo>
                  <a:cubicBezTo>
                    <a:pt x="850" y="13"/>
                    <a:pt x="563" y="163"/>
                    <a:pt x="388" y="413"/>
                  </a:cubicBezTo>
                  <a:cubicBezTo>
                    <a:pt x="188" y="663"/>
                    <a:pt x="0" y="938"/>
                    <a:pt x="25" y="1275"/>
                  </a:cubicBezTo>
                  <a:cubicBezTo>
                    <a:pt x="25" y="1325"/>
                    <a:pt x="100" y="1325"/>
                    <a:pt x="100" y="12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5" name="Google Shape;2595;p89"/>
            <p:cNvSpPr/>
            <p:nvPr/>
          </p:nvSpPr>
          <p:spPr>
            <a:xfrm>
              <a:off x="732675" y="2415550"/>
              <a:ext cx="29075" cy="33475"/>
            </a:xfrm>
            <a:custGeom>
              <a:rect b="b" l="l" r="r" t="t"/>
              <a:pathLst>
                <a:path extrusionOk="0" h="1339" w="1163">
                  <a:moveTo>
                    <a:pt x="1100" y="51"/>
                  </a:moveTo>
                  <a:cubicBezTo>
                    <a:pt x="1013" y="313"/>
                    <a:pt x="875" y="563"/>
                    <a:pt x="700" y="788"/>
                  </a:cubicBezTo>
                  <a:cubicBezTo>
                    <a:pt x="525" y="1013"/>
                    <a:pt x="288" y="1076"/>
                    <a:pt x="50" y="1213"/>
                  </a:cubicBezTo>
                  <a:cubicBezTo>
                    <a:pt x="0" y="1251"/>
                    <a:pt x="38" y="1338"/>
                    <a:pt x="100" y="1313"/>
                  </a:cubicBezTo>
                  <a:cubicBezTo>
                    <a:pt x="675" y="1201"/>
                    <a:pt x="1088" y="626"/>
                    <a:pt x="1163" y="63"/>
                  </a:cubicBezTo>
                  <a:cubicBezTo>
                    <a:pt x="1163" y="26"/>
                    <a:pt x="1113" y="1"/>
                    <a:pt x="1100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6" name="Google Shape;2596;p89"/>
            <p:cNvSpPr/>
            <p:nvPr/>
          </p:nvSpPr>
          <p:spPr>
            <a:xfrm>
              <a:off x="739850" y="2718600"/>
              <a:ext cx="86875" cy="38450"/>
            </a:xfrm>
            <a:custGeom>
              <a:rect b="b" l="l" r="r" t="t"/>
              <a:pathLst>
                <a:path extrusionOk="0" h="1538" w="3475">
                  <a:moveTo>
                    <a:pt x="38" y="88"/>
                  </a:moveTo>
                  <a:cubicBezTo>
                    <a:pt x="1025" y="813"/>
                    <a:pt x="2175" y="1313"/>
                    <a:pt x="3387" y="1525"/>
                  </a:cubicBezTo>
                  <a:cubicBezTo>
                    <a:pt x="3450" y="1538"/>
                    <a:pt x="3475" y="1450"/>
                    <a:pt x="3412" y="1438"/>
                  </a:cubicBezTo>
                  <a:cubicBezTo>
                    <a:pt x="2213" y="1213"/>
                    <a:pt x="1075" y="738"/>
                    <a:pt x="76" y="26"/>
                  </a:cubicBezTo>
                  <a:cubicBezTo>
                    <a:pt x="38" y="1"/>
                    <a:pt x="1" y="63"/>
                    <a:pt x="38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7" name="Google Shape;2597;p89"/>
            <p:cNvSpPr/>
            <p:nvPr/>
          </p:nvSpPr>
          <p:spPr>
            <a:xfrm>
              <a:off x="824200" y="2749525"/>
              <a:ext cx="16600" cy="17850"/>
            </a:xfrm>
            <a:custGeom>
              <a:rect b="b" l="l" r="r" t="t"/>
              <a:pathLst>
                <a:path extrusionOk="0" h="714" w="664">
                  <a:moveTo>
                    <a:pt x="151" y="251"/>
                  </a:moveTo>
                  <a:cubicBezTo>
                    <a:pt x="176" y="351"/>
                    <a:pt x="188" y="363"/>
                    <a:pt x="176" y="288"/>
                  </a:cubicBezTo>
                  <a:cubicBezTo>
                    <a:pt x="163" y="251"/>
                    <a:pt x="163" y="213"/>
                    <a:pt x="176" y="176"/>
                  </a:cubicBezTo>
                  <a:cubicBezTo>
                    <a:pt x="176" y="138"/>
                    <a:pt x="113" y="113"/>
                    <a:pt x="101" y="151"/>
                  </a:cubicBezTo>
                  <a:cubicBezTo>
                    <a:pt x="1" y="376"/>
                    <a:pt x="238" y="713"/>
                    <a:pt x="451" y="463"/>
                  </a:cubicBezTo>
                  <a:cubicBezTo>
                    <a:pt x="663" y="213"/>
                    <a:pt x="288" y="1"/>
                    <a:pt x="88" y="176"/>
                  </a:cubicBezTo>
                  <a:cubicBezTo>
                    <a:pt x="38" y="213"/>
                    <a:pt x="101" y="276"/>
                    <a:pt x="151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8" name="Google Shape;2598;p89"/>
            <p:cNvSpPr/>
            <p:nvPr/>
          </p:nvSpPr>
          <p:spPr>
            <a:xfrm>
              <a:off x="728300" y="2681125"/>
              <a:ext cx="82175" cy="30625"/>
            </a:xfrm>
            <a:custGeom>
              <a:rect b="b" l="l" r="r" t="t"/>
              <a:pathLst>
                <a:path extrusionOk="0" h="1225" w="3287">
                  <a:moveTo>
                    <a:pt x="63" y="1087"/>
                  </a:moveTo>
                  <a:cubicBezTo>
                    <a:pt x="1163" y="1225"/>
                    <a:pt x="2537" y="1000"/>
                    <a:pt x="3262" y="75"/>
                  </a:cubicBezTo>
                  <a:cubicBezTo>
                    <a:pt x="3287" y="38"/>
                    <a:pt x="3250" y="0"/>
                    <a:pt x="3225" y="25"/>
                  </a:cubicBezTo>
                  <a:cubicBezTo>
                    <a:pt x="2287" y="812"/>
                    <a:pt x="1288" y="1137"/>
                    <a:pt x="63" y="1000"/>
                  </a:cubicBezTo>
                  <a:cubicBezTo>
                    <a:pt x="0" y="987"/>
                    <a:pt x="0" y="1087"/>
                    <a:pt x="63" y="10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9" name="Google Shape;2599;p89"/>
            <p:cNvSpPr/>
            <p:nvPr/>
          </p:nvSpPr>
          <p:spPr>
            <a:xfrm>
              <a:off x="805150" y="2671750"/>
              <a:ext cx="15025" cy="12825"/>
            </a:xfrm>
            <a:custGeom>
              <a:rect b="b" l="l" r="r" t="t"/>
              <a:pathLst>
                <a:path extrusionOk="0" h="513" w="601">
                  <a:moveTo>
                    <a:pt x="250" y="100"/>
                  </a:moveTo>
                  <a:cubicBezTo>
                    <a:pt x="250" y="188"/>
                    <a:pt x="275" y="213"/>
                    <a:pt x="325" y="150"/>
                  </a:cubicBezTo>
                  <a:cubicBezTo>
                    <a:pt x="363" y="138"/>
                    <a:pt x="350" y="88"/>
                    <a:pt x="313" y="88"/>
                  </a:cubicBezTo>
                  <a:cubicBezTo>
                    <a:pt x="26" y="88"/>
                    <a:pt x="1" y="513"/>
                    <a:pt x="288" y="488"/>
                  </a:cubicBezTo>
                  <a:cubicBezTo>
                    <a:pt x="600" y="450"/>
                    <a:pt x="550" y="0"/>
                    <a:pt x="250" y="25"/>
                  </a:cubicBezTo>
                  <a:cubicBezTo>
                    <a:pt x="213" y="25"/>
                    <a:pt x="213" y="100"/>
                    <a:pt x="250" y="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0" name="Google Shape;2600;p89"/>
            <p:cNvSpPr/>
            <p:nvPr/>
          </p:nvSpPr>
          <p:spPr>
            <a:xfrm>
              <a:off x="644875" y="2270600"/>
              <a:ext cx="60325" cy="237450"/>
            </a:xfrm>
            <a:custGeom>
              <a:rect b="b" l="l" r="r" t="t"/>
              <a:pathLst>
                <a:path extrusionOk="0" h="9498" w="2413">
                  <a:moveTo>
                    <a:pt x="76" y="9473"/>
                  </a:moveTo>
                  <a:cubicBezTo>
                    <a:pt x="776" y="7698"/>
                    <a:pt x="1488" y="6374"/>
                    <a:pt x="1675" y="4462"/>
                  </a:cubicBezTo>
                  <a:cubicBezTo>
                    <a:pt x="1838" y="2737"/>
                    <a:pt x="1438" y="1488"/>
                    <a:pt x="488" y="63"/>
                  </a:cubicBezTo>
                  <a:cubicBezTo>
                    <a:pt x="451" y="0"/>
                    <a:pt x="338" y="63"/>
                    <a:pt x="388" y="125"/>
                  </a:cubicBezTo>
                  <a:cubicBezTo>
                    <a:pt x="2413" y="3450"/>
                    <a:pt x="1275" y="6124"/>
                    <a:pt x="26" y="9448"/>
                  </a:cubicBezTo>
                  <a:cubicBezTo>
                    <a:pt x="1" y="9485"/>
                    <a:pt x="63" y="9498"/>
                    <a:pt x="76" y="947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1" name="Google Shape;2601;p89"/>
            <p:cNvSpPr/>
            <p:nvPr/>
          </p:nvSpPr>
          <p:spPr>
            <a:xfrm>
              <a:off x="699875" y="2755475"/>
              <a:ext cx="49375" cy="31875"/>
            </a:xfrm>
            <a:custGeom>
              <a:rect b="b" l="l" r="r" t="t"/>
              <a:pathLst>
                <a:path extrusionOk="0" h="1275" w="1975">
                  <a:moveTo>
                    <a:pt x="75" y="1238"/>
                  </a:moveTo>
                  <a:cubicBezTo>
                    <a:pt x="163" y="813"/>
                    <a:pt x="363" y="425"/>
                    <a:pt x="775" y="238"/>
                  </a:cubicBezTo>
                  <a:cubicBezTo>
                    <a:pt x="1262" y="25"/>
                    <a:pt x="1850" y="288"/>
                    <a:pt x="1862" y="863"/>
                  </a:cubicBezTo>
                  <a:cubicBezTo>
                    <a:pt x="1862" y="938"/>
                    <a:pt x="1975" y="938"/>
                    <a:pt x="1975" y="863"/>
                  </a:cubicBezTo>
                  <a:cubicBezTo>
                    <a:pt x="1975" y="375"/>
                    <a:pt x="1550" y="0"/>
                    <a:pt x="1062" y="50"/>
                  </a:cubicBezTo>
                  <a:cubicBezTo>
                    <a:pt x="450" y="113"/>
                    <a:pt x="100" y="663"/>
                    <a:pt x="13" y="1213"/>
                  </a:cubicBezTo>
                  <a:cubicBezTo>
                    <a:pt x="0" y="1250"/>
                    <a:pt x="63" y="1275"/>
                    <a:pt x="75" y="1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2" name="Google Shape;2602;p89"/>
            <p:cNvSpPr/>
            <p:nvPr/>
          </p:nvSpPr>
          <p:spPr>
            <a:xfrm>
              <a:off x="674550" y="2510225"/>
              <a:ext cx="31600" cy="62500"/>
            </a:xfrm>
            <a:custGeom>
              <a:rect b="b" l="l" r="r" t="t"/>
              <a:pathLst>
                <a:path extrusionOk="0" h="2500" w="1264">
                  <a:moveTo>
                    <a:pt x="651" y="50"/>
                  </a:moveTo>
                  <a:cubicBezTo>
                    <a:pt x="638" y="350"/>
                    <a:pt x="701" y="650"/>
                    <a:pt x="838" y="925"/>
                  </a:cubicBezTo>
                  <a:cubicBezTo>
                    <a:pt x="1138" y="1625"/>
                    <a:pt x="838" y="2312"/>
                    <a:pt x="38" y="2412"/>
                  </a:cubicBezTo>
                  <a:cubicBezTo>
                    <a:pt x="1" y="2412"/>
                    <a:pt x="13" y="2487"/>
                    <a:pt x="51" y="2487"/>
                  </a:cubicBezTo>
                  <a:cubicBezTo>
                    <a:pt x="488" y="2500"/>
                    <a:pt x="888" y="2225"/>
                    <a:pt x="1038" y="1812"/>
                  </a:cubicBezTo>
                  <a:cubicBezTo>
                    <a:pt x="1263" y="1175"/>
                    <a:pt x="713" y="675"/>
                    <a:pt x="726" y="50"/>
                  </a:cubicBezTo>
                  <a:cubicBezTo>
                    <a:pt x="726" y="0"/>
                    <a:pt x="651" y="0"/>
                    <a:pt x="651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3" name="Google Shape;2603;p89"/>
            <p:cNvSpPr/>
            <p:nvPr/>
          </p:nvSpPr>
          <p:spPr>
            <a:xfrm>
              <a:off x="658950" y="2543350"/>
              <a:ext cx="21575" cy="30625"/>
            </a:xfrm>
            <a:custGeom>
              <a:rect b="b" l="l" r="r" t="t"/>
              <a:pathLst>
                <a:path extrusionOk="0" h="1225" w="863">
                  <a:moveTo>
                    <a:pt x="800" y="1050"/>
                  </a:moveTo>
                  <a:cubicBezTo>
                    <a:pt x="288" y="1225"/>
                    <a:pt x="38" y="387"/>
                    <a:pt x="300" y="63"/>
                  </a:cubicBezTo>
                  <a:cubicBezTo>
                    <a:pt x="313" y="25"/>
                    <a:pt x="275" y="0"/>
                    <a:pt x="250" y="13"/>
                  </a:cubicBezTo>
                  <a:cubicBezTo>
                    <a:pt x="0" y="163"/>
                    <a:pt x="75" y="550"/>
                    <a:pt x="163" y="775"/>
                  </a:cubicBezTo>
                  <a:cubicBezTo>
                    <a:pt x="275" y="1062"/>
                    <a:pt x="525" y="1225"/>
                    <a:pt x="825" y="1112"/>
                  </a:cubicBezTo>
                  <a:cubicBezTo>
                    <a:pt x="862" y="1100"/>
                    <a:pt x="850" y="1025"/>
                    <a:pt x="800" y="10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4" name="Google Shape;2604;p89"/>
            <p:cNvSpPr/>
            <p:nvPr/>
          </p:nvSpPr>
          <p:spPr>
            <a:xfrm>
              <a:off x="761725" y="2732675"/>
              <a:ext cx="56575" cy="81250"/>
            </a:xfrm>
            <a:custGeom>
              <a:rect b="b" l="l" r="r" t="t"/>
              <a:pathLst>
                <a:path extrusionOk="0" h="3250" w="2263">
                  <a:moveTo>
                    <a:pt x="50" y="88"/>
                  </a:moveTo>
                  <a:cubicBezTo>
                    <a:pt x="988" y="900"/>
                    <a:pt x="2062" y="1787"/>
                    <a:pt x="1875" y="3174"/>
                  </a:cubicBezTo>
                  <a:cubicBezTo>
                    <a:pt x="1875" y="3224"/>
                    <a:pt x="1950" y="3249"/>
                    <a:pt x="1962" y="3199"/>
                  </a:cubicBezTo>
                  <a:cubicBezTo>
                    <a:pt x="2262" y="1800"/>
                    <a:pt x="1050" y="825"/>
                    <a:pt x="88" y="38"/>
                  </a:cubicBezTo>
                  <a:cubicBezTo>
                    <a:pt x="50" y="0"/>
                    <a:pt x="1" y="63"/>
                    <a:pt x="38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5" name="Google Shape;2605;p89"/>
            <p:cNvSpPr/>
            <p:nvPr/>
          </p:nvSpPr>
          <p:spPr>
            <a:xfrm>
              <a:off x="710500" y="2553650"/>
              <a:ext cx="15325" cy="30950"/>
            </a:xfrm>
            <a:custGeom>
              <a:rect b="b" l="l" r="r" t="t"/>
              <a:pathLst>
                <a:path extrusionOk="0" h="1238" w="613">
                  <a:moveTo>
                    <a:pt x="25" y="63"/>
                  </a:moveTo>
                  <a:cubicBezTo>
                    <a:pt x="0" y="288"/>
                    <a:pt x="50" y="513"/>
                    <a:pt x="162" y="713"/>
                  </a:cubicBezTo>
                  <a:cubicBezTo>
                    <a:pt x="237" y="900"/>
                    <a:pt x="362" y="1075"/>
                    <a:pt x="525" y="1213"/>
                  </a:cubicBezTo>
                  <a:cubicBezTo>
                    <a:pt x="575" y="1238"/>
                    <a:pt x="612" y="1175"/>
                    <a:pt x="587" y="1138"/>
                  </a:cubicBezTo>
                  <a:cubicBezTo>
                    <a:pt x="300" y="850"/>
                    <a:pt x="125" y="463"/>
                    <a:pt x="113" y="63"/>
                  </a:cubicBezTo>
                  <a:cubicBezTo>
                    <a:pt x="113" y="0"/>
                    <a:pt x="25" y="0"/>
                    <a:pt x="25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6" name="Google Shape;2606;p89"/>
            <p:cNvSpPr/>
            <p:nvPr/>
          </p:nvSpPr>
          <p:spPr>
            <a:xfrm>
              <a:off x="710175" y="2550525"/>
              <a:ext cx="21900" cy="34400"/>
            </a:xfrm>
            <a:custGeom>
              <a:rect b="b" l="l" r="r" t="t"/>
              <a:pathLst>
                <a:path extrusionOk="0" h="1376" w="876">
                  <a:moveTo>
                    <a:pt x="638" y="1325"/>
                  </a:moveTo>
                  <a:cubicBezTo>
                    <a:pt x="875" y="838"/>
                    <a:pt x="575" y="225"/>
                    <a:pt x="101" y="25"/>
                  </a:cubicBezTo>
                  <a:cubicBezTo>
                    <a:pt x="38" y="0"/>
                    <a:pt x="1" y="100"/>
                    <a:pt x="51" y="125"/>
                  </a:cubicBezTo>
                  <a:cubicBezTo>
                    <a:pt x="475" y="313"/>
                    <a:pt x="763" y="825"/>
                    <a:pt x="550" y="1275"/>
                  </a:cubicBezTo>
                  <a:cubicBezTo>
                    <a:pt x="525" y="1325"/>
                    <a:pt x="613" y="1375"/>
                    <a:pt x="638" y="13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7" name="Google Shape;2607;p89"/>
            <p:cNvSpPr/>
            <p:nvPr/>
          </p:nvSpPr>
          <p:spPr>
            <a:xfrm>
              <a:off x="669550" y="2216250"/>
              <a:ext cx="59700" cy="132175"/>
            </a:xfrm>
            <a:custGeom>
              <a:rect b="b" l="l" r="r" t="t"/>
              <a:pathLst>
                <a:path extrusionOk="0" h="5287" w="2388">
                  <a:moveTo>
                    <a:pt x="651" y="5211"/>
                  </a:moveTo>
                  <a:cubicBezTo>
                    <a:pt x="363" y="3674"/>
                    <a:pt x="51" y="375"/>
                    <a:pt x="2338" y="75"/>
                  </a:cubicBezTo>
                  <a:cubicBezTo>
                    <a:pt x="2388" y="75"/>
                    <a:pt x="2388" y="0"/>
                    <a:pt x="2338" y="0"/>
                  </a:cubicBezTo>
                  <a:cubicBezTo>
                    <a:pt x="1" y="212"/>
                    <a:pt x="263" y="3649"/>
                    <a:pt x="576" y="5236"/>
                  </a:cubicBezTo>
                  <a:cubicBezTo>
                    <a:pt x="588" y="5286"/>
                    <a:pt x="663" y="5261"/>
                    <a:pt x="651" y="52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8" name="Google Shape;2608;p89"/>
            <p:cNvSpPr/>
            <p:nvPr/>
          </p:nvSpPr>
          <p:spPr>
            <a:xfrm>
              <a:off x="701750" y="2223100"/>
              <a:ext cx="65000" cy="61275"/>
            </a:xfrm>
            <a:custGeom>
              <a:rect b="b" l="l" r="r" t="t"/>
              <a:pathLst>
                <a:path extrusionOk="0" h="2451" w="2600">
                  <a:moveTo>
                    <a:pt x="75" y="976"/>
                  </a:moveTo>
                  <a:cubicBezTo>
                    <a:pt x="400" y="351"/>
                    <a:pt x="1162" y="88"/>
                    <a:pt x="1762" y="513"/>
                  </a:cubicBezTo>
                  <a:cubicBezTo>
                    <a:pt x="2300" y="888"/>
                    <a:pt x="2474" y="1863"/>
                    <a:pt x="1950" y="2325"/>
                  </a:cubicBezTo>
                  <a:cubicBezTo>
                    <a:pt x="1900" y="2375"/>
                    <a:pt x="1975" y="2450"/>
                    <a:pt x="2025" y="2400"/>
                  </a:cubicBezTo>
                  <a:cubicBezTo>
                    <a:pt x="2599" y="1913"/>
                    <a:pt x="2412" y="838"/>
                    <a:pt x="1825" y="438"/>
                  </a:cubicBezTo>
                  <a:cubicBezTo>
                    <a:pt x="1187" y="1"/>
                    <a:pt x="325" y="251"/>
                    <a:pt x="13" y="938"/>
                  </a:cubicBezTo>
                  <a:cubicBezTo>
                    <a:pt x="0" y="976"/>
                    <a:pt x="50" y="1013"/>
                    <a:pt x="75" y="9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9" name="Google Shape;2609;p89"/>
            <p:cNvSpPr/>
            <p:nvPr/>
          </p:nvSpPr>
          <p:spPr>
            <a:xfrm>
              <a:off x="709550" y="2258100"/>
              <a:ext cx="46900" cy="35950"/>
            </a:xfrm>
            <a:custGeom>
              <a:rect b="b" l="l" r="r" t="t"/>
              <a:pathLst>
                <a:path extrusionOk="0" h="1438" w="1876">
                  <a:moveTo>
                    <a:pt x="1788" y="713"/>
                  </a:moveTo>
                  <a:cubicBezTo>
                    <a:pt x="1600" y="1125"/>
                    <a:pt x="1138" y="1313"/>
                    <a:pt x="725" y="1150"/>
                  </a:cubicBezTo>
                  <a:cubicBezTo>
                    <a:pt x="288" y="963"/>
                    <a:pt x="163" y="513"/>
                    <a:pt x="288" y="88"/>
                  </a:cubicBezTo>
                  <a:cubicBezTo>
                    <a:pt x="300" y="38"/>
                    <a:pt x="225" y="1"/>
                    <a:pt x="213" y="51"/>
                  </a:cubicBezTo>
                  <a:cubicBezTo>
                    <a:pt x="1" y="513"/>
                    <a:pt x="213" y="1050"/>
                    <a:pt x="675" y="1250"/>
                  </a:cubicBezTo>
                  <a:cubicBezTo>
                    <a:pt x="1138" y="1438"/>
                    <a:pt x="1675" y="1225"/>
                    <a:pt x="1850" y="750"/>
                  </a:cubicBezTo>
                  <a:cubicBezTo>
                    <a:pt x="1875" y="713"/>
                    <a:pt x="1813" y="675"/>
                    <a:pt x="1800" y="7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0" name="Google Shape;2610;p89"/>
            <p:cNvSpPr/>
            <p:nvPr/>
          </p:nvSpPr>
          <p:spPr>
            <a:xfrm>
              <a:off x="713300" y="2246550"/>
              <a:ext cx="30950" cy="17500"/>
            </a:xfrm>
            <a:custGeom>
              <a:rect b="b" l="l" r="r" t="t"/>
              <a:pathLst>
                <a:path extrusionOk="0" h="700" w="1238">
                  <a:moveTo>
                    <a:pt x="100" y="650"/>
                  </a:moveTo>
                  <a:cubicBezTo>
                    <a:pt x="75" y="63"/>
                    <a:pt x="1213" y="0"/>
                    <a:pt x="1025" y="613"/>
                  </a:cubicBezTo>
                  <a:cubicBezTo>
                    <a:pt x="1013" y="675"/>
                    <a:pt x="1100" y="688"/>
                    <a:pt x="1113" y="638"/>
                  </a:cubicBezTo>
                  <a:cubicBezTo>
                    <a:pt x="1238" y="350"/>
                    <a:pt x="975" y="75"/>
                    <a:pt x="688" y="75"/>
                  </a:cubicBezTo>
                  <a:cubicBezTo>
                    <a:pt x="388" y="75"/>
                    <a:pt x="1" y="313"/>
                    <a:pt x="26" y="650"/>
                  </a:cubicBezTo>
                  <a:cubicBezTo>
                    <a:pt x="26" y="700"/>
                    <a:pt x="113" y="700"/>
                    <a:pt x="100" y="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1" name="Google Shape;2611;p89"/>
            <p:cNvSpPr/>
            <p:nvPr/>
          </p:nvSpPr>
          <p:spPr>
            <a:xfrm>
              <a:off x="703000" y="2492725"/>
              <a:ext cx="71550" cy="55325"/>
            </a:xfrm>
            <a:custGeom>
              <a:rect b="b" l="l" r="r" t="t"/>
              <a:pathLst>
                <a:path extrusionOk="0" h="2213" w="2862">
                  <a:moveTo>
                    <a:pt x="50" y="1838"/>
                  </a:moveTo>
                  <a:cubicBezTo>
                    <a:pt x="1312" y="2213"/>
                    <a:pt x="2749" y="1438"/>
                    <a:pt x="2862" y="38"/>
                  </a:cubicBezTo>
                  <a:cubicBezTo>
                    <a:pt x="2862" y="13"/>
                    <a:pt x="2812" y="1"/>
                    <a:pt x="2799" y="38"/>
                  </a:cubicBezTo>
                  <a:cubicBezTo>
                    <a:pt x="2474" y="1300"/>
                    <a:pt x="1400" y="2113"/>
                    <a:pt x="75" y="1763"/>
                  </a:cubicBezTo>
                  <a:cubicBezTo>
                    <a:pt x="25" y="1750"/>
                    <a:pt x="0" y="1825"/>
                    <a:pt x="50" y="18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2" name="Google Shape;2612;p89"/>
            <p:cNvSpPr/>
            <p:nvPr/>
          </p:nvSpPr>
          <p:spPr>
            <a:xfrm>
              <a:off x="779850" y="2847325"/>
              <a:ext cx="15325" cy="20025"/>
            </a:xfrm>
            <a:custGeom>
              <a:rect b="b" l="l" r="r" t="t"/>
              <a:pathLst>
                <a:path extrusionOk="0" h="801" w="613">
                  <a:moveTo>
                    <a:pt x="63" y="113"/>
                  </a:moveTo>
                  <a:cubicBezTo>
                    <a:pt x="288" y="263"/>
                    <a:pt x="450" y="488"/>
                    <a:pt x="513" y="750"/>
                  </a:cubicBezTo>
                  <a:cubicBezTo>
                    <a:pt x="525" y="800"/>
                    <a:pt x="613" y="800"/>
                    <a:pt x="613" y="738"/>
                  </a:cubicBezTo>
                  <a:cubicBezTo>
                    <a:pt x="575" y="438"/>
                    <a:pt x="388" y="163"/>
                    <a:pt x="113" y="25"/>
                  </a:cubicBezTo>
                  <a:cubicBezTo>
                    <a:pt x="50" y="0"/>
                    <a:pt x="0" y="88"/>
                    <a:pt x="63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3" name="Google Shape;2613;p89"/>
            <p:cNvSpPr/>
            <p:nvPr/>
          </p:nvSpPr>
          <p:spPr>
            <a:xfrm>
              <a:off x="792975" y="2850750"/>
              <a:ext cx="5950" cy="16900"/>
            </a:xfrm>
            <a:custGeom>
              <a:rect b="b" l="l" r="r" t="t"/>
              <a:pathLst>
                <a:path extrusionOk="0" h="676" w="238">
                  <a:moveTo>
                    <a:pt x="125" y="613"/>
                  </a:moveTo>
                  <a:cubicBezTo>
                    <a:pt x="200" y="451"/>
                    <a:pt x="238" y="251"/>
                    <a:pt x="200" y="76"/>
                  </a:cubicBezTo>
                  <a:cubicBezTo>
                    <a:pt x="188" y="1"/>
                    <a:pt x="100" y="26"/>
                    <a:pt x="88" y="88"/>
                  </a:cubicBezTo>
                  <a:cubicBezTo>
                    <a:pt x="100" y="251"/>
                    <a:pt x="63" y="426"/>
                    <a:pt x="13" y="588"/>
                  </a:cubicBezTo>
                  <a:cubicBezTo>
                    <a:pt x="0" y="651"/>
                    <a:pt x="100" y="676"/>
                    <a:pt x="125" y="6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4" name="Google Shape;2614;p89"/>
            <p:cNvSpPr/>
            <p:nvPr/>
          </p:nvSpPr>
          <p:spPr>
            <a:xfrm>
              <a:off x="775150" y="2839500"/>
              <a:ext cx="7525" cy="9400"/>
            </a:xfrm>
            <a:custGeom>
              <a:rect b="b" l="l" r="r" t="t"/>
              <a:pathLst>
                <a:path extrusionOk="0" h="376" w="301">
                  <a:moveTo>
                    <a:pt x="226" y="276"/>
                  </a:moveTo>
                  <a:cubicBezTo>
                    <a:pt x="201" y="213"/>
                    <a:pt x="213" y="151"/>
                    <a:pt x="263" y="113"/>
                  </a:cubicBezTo>
                  <a:cubicBezTo>
                    <a:pt x="301" y="76"/>
                    <a:pt x="263" y="1"/>
                    <a:pt x="213" y="26"/>
                  </a:cubicBezTo>
                  <a:cubicBezTo>
                    <a:pt x="76" y="76"/>
                    <a:pt x="1" y="263"/>
                    <a:pt x="163" y="351"/>
                  </a:cubicBezTo>
                  <a:cubicBezTo>
                    <a:pt x="213" y="376"/>
                    <a:pt x="276" y="313"/>
                    <a:pt x="226" y="2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5" name="Google Shape;2615;p89"/>
            <p:cNvSpPr/>
            <p:nvPr/>
          </p:nvSpPr>
          <p:spPr>
            <a:xfrm>
              <a:off x="780775" y="2821400"/>
              <a:ext cx="15650" cy="20325"/>
            </a:xfrm>
            <a:custGeom>
              <a:rect b="b" l="l" r="r" t="t"/>
              <a:pathLst>
                <a:path extrusionOk="0" h="813" w="626">
                  <a:moveTo>
                    <a:pt x="88" y="787"/>
                  </a:moveTo>
                  <a:cubicBezTo>
                    <a:pt x="338" y="625"/>
                    <a:pt x="626" y="363"/>
                    <a:pt x="563" y="50"/>
                  </a:cubicBezTo>
                  <a:cubicBezTo>
                    <a:pt x="538" y="0"/>
                    <a:pt x="488" y="0"/>
                    <a:pt x="463" y="50"/>
                  </a:cubicBezTo>
                  <a:cubicBezTo>
                    <a:pt x="413" y="313"/>
                    <a:pt x="263" y="550"/>
                    <a:pt x="38" y="712"/>
                  </a:cubicBezTo>
                  <a:cubicBezTo>
                    <a:pt x="1" y="750"/>
                    <a:pt x="51" y="812"/>
                    <a:pt x="88" y="7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6" name="Google Shape;2616;p89"/>
            <p:cNvSpPr/>
            <p:nvPr/>
          </p:nvSpPr>
          <p:spPr>
            <a:xfrm>
              <a:off x="790475" y="2821700"/>
              <a:ext cx="10325" cy="24400"/>
            </a:xfrm>
            <a:custGeom>
              <a:rect b="b" l="l" r="r" t="t"/>
              <a:pathLst>
                <a:path extrusionOk="0" h="976" w="413">
                  <a:moveTo>
                    <a:pt x="113" y="126"/>
                  </a:moveTo>
                  <a:cubicBezTo>
                    <a:pt x="288" y="363"/>
                    <a:pt x="225" y="625"/>
                    <a:pt x="50" y="838"/>
                  </a:cubicBezTo>
                  <a:cubicBezTo>
                    <a:pt x="0" y="900"/>
                    <a:pt x="75" y="975"/>
                    <a:pt x="138" y="925"/>
                  </a:cubicBezTo>
                  <a:cubicBezTo>
                    <a:pt x="375" y="700"/>
                    <a:pt x="413" y="313"/>
                    <a:pt x="200" y="51"/>
                  </a:cubicBezTo>
                  <a:cubicBezTo>
                    <a:pt x="163" y="1"/>
                    <a:pt x="75" y="76"/>
                    <a:pt x="113" y="1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7" name="Google Shape;2617;p89"/>
            <p:cNvSpPr/>
            <p:nvPr/>
          </p:nvSpPr>
          <p:spPr>
            <a:xfrm>
              <a:off x="790150" y="2842625"/>
              <a:ext cx="8150" cy="14100"/>
            </a:xfrm>
            <a:custGeom>
              <a:rect b="b" l="l" r="r" t="t"/>
              <a:pathLst>
                <a:path extrusionOk="0" h="564" w="326">
                  <a:moveTo>
                    <a:pt x="63" y="138"/>
                  </a:moveTo>
                  <a:cubicBezTo>
                    <a:pt x="151" y="238"/>
                    <a:pt x="201" y="363"/>
                    <a:pt x="213" y="501"/>
                  </a:cubicBezTo>
                  <a:cubicBezTo>
                    <a:pt x="226" y="563"/>
                    <a:pt x="313" y="538"/>
                    <a:pt x="313" y="488"/>
                  </a:cubicBezTo>
                  <a:cubicBezTo>
                    <a:pt x="326" y="326"/>
                    <a:pt x="263" y="163"/>
                    <a:pt x="138" y="63"/>
                  </a:cubicBezTo>
                  <a:cubicBezTo>
                    <a:pt x="88" y="1"/>
                    <a:pt x="1" y="88"/>
                    <a:pt x="63" y="1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8" name="Google Shape;2618;p89"/>
            <p:cNvSpPr/>
            <p:nvPr/>
          </p:nvSpPr>
          <p:spPr>
            <a:xfrm>
              <a:off x="799850" y="2837000"/>
              <a:ext cx="12500" cy="14400"/>
            </a:xfrm>
            <a:custGeom>
              <a:rect b="b" l="l" r="r" t="t"/>
              <a:pathLst>
                <a:path extrusionOk="0" h="576" w="500">
                  <a:moveTo>
                    <a:pt x="25" y="288"/>
                  </a:moveTo>
                  <a:cubicBezTo>
                    <a:pt x="38" y="413"/>
                    <a:pt x="75" y="538"/>
                    <a:pt x="225" y="563"/>
                  </a:cubicBezTo>
                  <a:cubicBezTo>
                    <a:pt x="338" y="576"/>
                    <a:pt x="437" y="488"/>
                    <a:pt x="437" y="363"/>
                  </a:cubicBezTo>
                  <a:cubicBezTo>
                    <a:pt x="500" y="63"/>
                    <a:pt x="38" y="1"/>
                    <a:pt x="13" y="313"/>
                  </a:cubicBezTo>
                  <a:cubicBezTo>
                    <a:pt x="0" y="388"/>
                    <a:pt x="125" y="401"/>
                    <a:pt x="150" y="326"/>
                  </a:cubicBezTo>
                  <a:cubicBezTo>
                    <a:pt x="150" y="313"/>
                    <a:pt x="150" y="301"/>
                    <a:pt x="163" y="288"/>
                  </a:cubicBezTo>
                  <a:cubicBezTo>
                    <a:pt x="163" y="201"/>
                    <a:pt x="25" y="201"/>
                    <a:pt x="25" y="2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2619" name="Shape 2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0" name="Google Shape;2620;p9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21" name="Google Shape;2621;p90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2622" name="Google Shape;2622;p90"/>
            <p:cNvSpPr/>
            <p:nvPr/>
          </p:nvSpPr>
          <p:spPr>
            <a:xfrm>
              <a:off x="246225" y="895325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3" name="Google Shape;2623;p90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4" name="Google Shape;2624;p90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5" name="Google Shape;2625;p90"/>
            <p:cNvSpPr/>
            <p:nvPr/>
          </p:nvSpPr>
          <p:spPr>
            <a:xfrm>
              <a:off x="469300" y="1108400"/>
              <a:ext cx="6669850" cy="3485050"/>
            </a:xfrm>
            <a:custGeom>
              <a:rect b="b" l="l" r="r" t="t"/>
              <a:pathLst>
                <a:path extrusionOk="0" fill="none" h="139402" w="266794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6" name="Google Shape;2626;p90"/>
            <p:cNvSpPr/>
            <p:nvPr/>
          </p:nvSpPr>
          <p:spPr>
            <a:xfrm>
              <a:off x="299025" y="955950"/>
              <a:ext cx="7010700" cy="3789950"/>
            </a:xfrm>
            <a:custGeom>
              <a:rect b="b" l="l" r="r" t="t"/>
              <a:pathLst>
                <a:path extrusionOk="0" fill="none" h="151598" w="280428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7" name="Google Shape;2627;p90"/>
            <p:cNvSpPr/>
            <p:nvPr/>
          </p:nvSpPr>
          <p:spPr>
            <a:xfrm>
              <a:off x="7234100" y="895325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8" name="Google Shape;2628;p90"/>
            <p:cNvSpPr/>
            <p:nvPr/>
          </p:nvSpPr>
          <p:spPr>
            <a:xfrm>
              <a:off x="246225" y="4678400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9" name="Google Shape;2629;p90"/>
            <p:cNvSpPr/>
            <p:nvPr/>
          </p:nvSpPr>
          <p:spPr>
            <a:xfrm>
              <a:off x="7234100" y="4678400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Title and text 3 (g3e778da53de_63_0)">
    <p:spTree>
      <p:nvGrpSpPr>
        <p:cNvPr id="2630" name="Shape 2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1" name="Google Shape;2631;p91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2632" name="Google Shape;2632;p91"/>
          <p:cNvSpPr txBox="1"/>
          <p:nvPr>
            <p:ph idx="1" type="body"/>
          </p:nvPr>
        </p:nvSpPr>
        <p:spPr>
          <a:xfrm>
            <a:off x="720000" y="1291938"/>
            <a:ext cx="7704000" cy="331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Title and three columns (g3e778da53de_55_0)">
    <p:spTree>
      <p:nvGrpSpPr>
        <p:cNvPr id="2633" name="Shape 2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4" name="Google Shape;2634;p92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2635" name="Google Shape;2635;p92"/>
          <p:cNvSpPr txBox="1"/>
          <p:nvPr>
            <p:ph idx="1" type="subTitle"/>
          </p:nvPr>
        </p:nvSpPr>
        <p:spPr>
          <a:xfrm>
            <a:off x="937625" y="3117025"/>
            <a:ext cx="2175300" cy="96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36" name="Google Shape;2636;p92"/>
          <p:cNvSpPr txBox="1"/>
          <p:nvPr>
            <p:ph idx="2" type="subTitle"/>
          </p:nvPr>
        </p:nvSpPr>
        <p:spPr>
          <a:xfrm>
            <a:off x="3484347" y="3117025"/>
            <a:ext cx="2175300" cy="96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37" name="Google Shape;2637;p92"/>
          <p:cNvSpPr txBox="1"/>
          <p:nvPr>
            <p:ph idx="3" type="subTitle"/>
          </p:nvPr>
        </p:nvSpPr>
        <p:spPr>
          <a:xfrm>
            <a:off x="6031075" y="3117025"/>
            <a:ext cx="2175300" cy="96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38" name="Google Shape;2638;p92"/>
          <p:cNvSpPr txBox="1"/>
          <p:nvPr>
            <p:ph idx="4" type="subTitle"/>
          </p:nvPr>
        </p:nvSpPr>
        <p:spPr>
          <a:xfrm>
            <a:off x="937625" y="2669922"/>
            <a:ext cx="2175300" cy="44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1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2639" name="Google Shape;2639;p92"/>
          <p:cNvSpPr txBox="1"/>
          <p:nvPr>
            <p:ph idx="5" type="subTitle"/>
          </p:nvPr>
        </p:nvSpPr>
        <p:spPr>
          <a:xfrm>
            <a:off x="3484350" y="2669922"/>
            <a:ext cx="2175300" cy="44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1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2640" name="Google Shape;2640;p92"/>
          <p:cNvSpPr txBox="1"/>
          <p:nvPr>
            <p:ph idx="6" type="subTitle"/>
          </p:nvPr>
        </p:nvSpPr>
        <p:spPr>
          <a:xfrm>
            <a:off x="6031075" y="2669922"/>
            <a:ext cx="2175300" cy="44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1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(g3e778da53de_27_0)">
  <p:cSld name="Title and two columns (g3e778da53de_27_0)">
    <p:spTree>
      <p:nvGrpSpPr>
        <p:cNvPr id="2641" name="Shape 2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2" name="Google Shape;2642;p93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700"/>
              <a:buNone/>
              <a:defRPr/>
            </a:lvl9pPr>
          </a:lstStyle>
          <a:p/>
        </p:txBody>
      </p:sp>
      <p:sp>
        <p:nvSpPr>
          <p:cNvPr id="2643" name="Google Shape;2643;p93"/>
          <p:cNvSpPr txBox="1"/>
          <p:nvPr>
            <p:ph idx="1" type="subTitle"/>
          </p:nvPr>
        </p:nvSpPr>
        <p:spPr>
          <a:xfrm>
            <a:off x="5055284" y="3814624"/>
            <a:ext cx="250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644" name="Google Shape;2644;p93"/>
          <p:cNvSpPr txBox="1"/>
          <p:nvPr>
            <p:ph idx="2" type="subTitle"/>
          </p:nvPr>
        </p:nvSpPr>
        <p:spPr>
          <a:xfrm>
            <a:off x="1583300" y="3814624"/>
            <a:ext cx="250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645" name="Google Shape;2645;p93"/>
          <p:cNvSpPr txBox="1"/>
          <p:nvPr>
            <p:ph idx="3" type="subTitle"/>
          </p:nvPr>
        </p:nvSpPr>
        <p:spPr>
          <a:xfrm>
            <a:off x="5055275" y="3241925"/>
            <a:ext cx="2505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1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2646" name="Google Shape;2646;p93"/>
          <p:cNvSpPr txBox="1"/>
          <p:nvPr>
            <p:ph idx="4" type="subTitle"/>
          </p:nvPr>
        </p:nvSpPr>
        <p:spPr>
          <a:xfrm>
            <a:off x="1583075" y="3241925"/>
            <a:ext cx="2505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1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Libre Baskerville"/>
              <a:buNone/>
              <a:defRPr b="1" sz="2400"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0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49.xml"/><Relationship Id="rId22" Type="http://schemas.openxmlformats.org/officeDocument/2006/relationships/slideLayout" Target="../slideLayouts/slideLayout51.xml"/><Relationship Id="rId21" Type="http://schemas.openxmlformats.org/officeDocument/2006/relationships/slideLayout" Target="../slideLayouts/slideLayout50.xml"/><Relationship Id="rId24" Type="http://schemas.openxmlformats.org/officeDocument/2006/relationships/slideLayout" Target="../slideLayouts/slideLayout53.xml"/><Relationship Id="rId23" Type="http://schemas.openxmlformats.org/officeDocument/2006/relationships/slideLayout" Target="../slideLayouts/slideLayout52.xml"/><Relationship Id="rId1" Type="http://schemas.openxmlformats.org/officeDocument/2006/relationships/slideLayout" Target="../slideLayouts/slideLayout30.xml"/><Relationship Id="rId2" Type="http://schemas.openxmlformats.org/officeDocument/2006/relationships/slideLayout" Target="../slideLayouts/slideLayout31.xml"/><Relationship Id="rId3" Type="http://schemas.openxmlformats.org/officeDocument/2006/relationships/slideLayout" Target="../slideLayouts/slideLayout32.xml"/><Relationship Id="rId4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8.xml"/><Relationship Id="rId26" Type="http://schemas.openxmlformats.org/officeDocument/2006/relationships/slideLayout" Target="../slideLayouts/slideLayout55.xml"/><Relationship Id="rId25" Type="http://schemas.openxmlformats.org/officeDocument/2006/relationships/slideLayout" Target="../slideLayouts/slideLayout54.xml"/><Relationship Id="rId28" Type="http://schemas.openxmlformats.org/officeDocument/2006/relationships/slideLayout" Target="../slideLayouts/slideLayout57.xml"/><Relationship Id="rId27" Type="http://schemas.openxmlformats.org/officeDocument/2006/relationships/slideLayout" Target="../slideLayouts/slideLayout56.xml"/><Relationship Id="rId5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5.xml"/><Relationship Id="rId29" Type="http://schemas.openxmlformats.org/officeDocument/2006/relationships/slideLayout" Target="../slideLayouts/slideLayout58.xml"/><Relationship Id="rId7" Type="http://schemas.openxmlformats.org/officeDocument/2006/relationships/slideLayout" Target="../slideLayouts/slideLayout36.xml"/><Relationship Id="rId8" Type="http://schemas.openxmlformats.org/officeDocument/2006/relationships/slideLayout" Target="../slideLayouts/slideLayout37.xml"/><Relationship Id="rId30" Type="http://schemas.openxmlformats.org/officeDocument/2006/relationships/theme" Target="../theme/theme3.xml"/><Relationship Id="rId11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39.xml"/><Relationship Id="rId13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41.xml"/><Relationship Id="rId15" Type="http://schemas.openxmlformats.org/officeDocument/2006/relationships/slideLayout" Target="../slideLayouts/slideLayout44.xml"/><Relationship Id="rId14" Type="http://schemas.openxmlformats.org/officeDocument/2006/relationships/slideLayout" Target="../slideLayouts/slideLayout43.xml"/><Relationship Id="rId17" Type="http://schemas.openxmlformats.org/officeDocument/2006/relationships/slideLayout" Target="../slideLayouts/slideLayout46.xml"/><Relationship Id="rId16" Type="http://schemas.openxmlformats.org/officeDocument/2006/relationships/slideLayout" Target="../slideLayouts/slideLayout45.xml"/><Relationship Id="rId19" Type="http://schemas.openxmlformats.org/officeDocument/2006/relationships/slideLayout" Target="../slideLayouts/slideLayout48.xml"/><Relationship Id="rId18" Type="http://schemas.openxmlformats.org/officeDocument/2006/relationships/slideLayout" Target="../slideLayouts/slideLayout47.xml"/></Relationships>
</file>

<file path=ppt/slideMasters/_rels/slideMaster3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78.xml"/><Relationship Id="rId22" Type="http://schemas.openxmlformats.org/officeDocument/2006/relationships/slideLayout" Target="../slideLayouts/slideLayout80.xml"/><Relationship Id="rId21" Type="http://schemas.openxmlformats.org/officeDocument/2006/relationships/slideLayout" Target="../slideLayouts/slideLayout79.xml"/><Relationship Id="rId24" Type="http://schemas.openxmlformats.org/officeDocument/2006/relationships/slideLayout" Target="../slideLayouts/slideLayout82.xml"/><Relationship Id="rId23" Type="http://schemas.openxmlformats.org/officeDocument/2006/relationships/slideLayout" Target="../slideLayouts/slideLayout81.xml"/><Relationship Id="rId1" Type="http://schemas.openxmlformats.org/officeDocument/2006/relationships/slideLayout" Target="../slideLayouts/slideLayout59.xml"/><Relationship Id="rId2" Type="http://schemas.openxmlformats.org/officeDocument/2006/relationships/slideLayout" Target="../slideLayouts/slideLayout60.xml"/><Relationship Id="rId3" Type="http://schemas.openxmlformats.org/officeDocument/2006/relationships/slideLayout" Target="../slideLayouts/slideLayout61.xml"/><Relationship Id="rId4" Type="http://schemas.openxmlformats.org/officeDocument/2006/relationships/slideLayout" Target="../slideLayouts/slideLayout62.xml"/><Relationship Id="rId9" Type="http://schemas.openxmlformats.org/officeDocument/2006/relationships/slideLayout" Target="../slideLayouts/slideLayout67.xml"/><Relationship Id="rId26" Type="http://schemas.openxmlformats.org/officeDocument/2006/relationships/slideLayout" Target="../slideLayouts/slideLayout84.xml"/><Relationship Id="rId25" Type="http://schemas.openxmlformats.org/officeDocument/2006/relationships/slideLayout" Target="../slideLayouts/slideLayout83.xml"/><Relationship Id="rId28" Type="http://schemas.openxmlformats.org/officeDocument/2006/relationships/slideLayout" Target="../slideLayouts/slideLayout86.xml"/><Relationship Id="rId27" Type="http://schemas.openxmlformats.org/officeDocument/2006/relationships/slideLayout" Target="../slideLayouts/slideLayout85.xml"/><Relationship Id="rId5" Type="http://schemas.openxmlformats.org/officeDocument/2006/relationships/slideLayout" Target="../slideLayouts/slideLayout63.xml"/><Relationship Id="rId6" Type="http://schemas.openxmlformats.org/officeDocument/2006/relationships/slideLayout" Target="../slideLayouts/slideLayout64.xml"/><Relationship Id="rId29" Type="http://schemas.openxmlformats.org/officeDocument/2006/relationships/slideLayout" Target="../slideLayouts/slideLayout87.xml"/><Relationship Id="rId7" Type="http://schemas.openxmlformats.org/officeDocument/2006/relationships/slideLayout" Target="../slideLayouts/slideLayout65.xml"/><Relationship Id="rId8" Type="http://schemas.openxmlformats.org/officeDocument/2006/relationships/slideLayout" Target="../slideLayouts/slideLayout66.xml"/><Relationship Id="rId31" Type="http://schemas.openxmlformats.org/officeDocument/2006/relationships/slideLayout" Target="../slideLayouts/slideLayout89.xml"/><Relationship Id="rId30" Type="http://schemas.openxmlformats.org/officeDocument/2006/relationships/slideLayout" Target="../slideLayouts/slideLayout88.xml"/><Relationship Id="rId11" Type="http://schemas.openxmlformats.org/officeDocument/2006/relationships/slideLayout" Target="../slideLayouts/slideLayout69.xml"/><Relationship Id="rId33" Type="http://schemas.openxmlformats.org/officeDocument/2006/relationships/theme" Target="../theme/theme4.xml"/><Relationship Id="rId10" Type="http://schemas.openxmlformats.org/officeDocument/2006/relationships/slideLayout" Target="../slideLayouts/slideLayout68.xml"/><Relationship Id="rId32" Type="http://schemas.openxmlformats.org/officeDocument/2006/relationships/slideLayout" Target="../slideLayouts/slideLayout90.xml"/><Relationship Id="rId13" Type="http://schemas.openxmlformats.org/officeDocument/2006/relationships/slideLayout" Target="../slideLayouts/slideLayout71.xml"/><Relationship Id="rId12" Type="http://schemas.openxmlformats.org/officeDocument/2006/relationships/slideLayout" Target="../slideLayouts/slideLayout70.xml"/><Relationship Id="rId15" Type="http://schemas.openxmlformats.org/officeDocument/2006/relationships/slideLayout" Target="../slideLayouts/slideLayout73.xml"/><Relationship Id="rId14" Type="http://schemas.openxmlformats.org/officeDocument/2006/relationships/slideLayout" Target="../slideLayouts/slideLayout72.xml"/><Relationship Id="rId17" Type="http://schemas.openxmlformats.org/officeDocument/2006/relationships/slideLayout" Target="../slideLayouts/slideLayout75.xml"/><Relationship Id="rId16" Type="http://schemas.openxmlformats.org/officeDocument/2006/relationships/slideLayout" Target="../slideLayouts/slideLayout74.xml"/><Relationship Id="rId19" Type="http://schemas.openxmlformats.org/officeDocument/2006/relationships/slideLayout" Target="../slideLayouts/slideLayout77.xml"/><Relationship Id="rId18" Type="http://schemas.openxmlformats.org/officeDocument/2006/relationships/slideLayout" Target="../slideLayouts/slideLayout7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5974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Libre Baskerville"/>
              <a:buNone/>
              <a:defRPr sz="2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Libre Baskerville"/>
              <a:buNone/>
              <a:defRPr sz="2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Libre Baskerville"/>
              <a:buNone/>
              <a:defRPr sz="2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Libre Baskerville"/>
              <a:buNone/>
              <a:defRPr sz="2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Libre Baskerville"/>
              <a:buNone/>
              <a:defRPr sz="2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Libre Baskerville"/>
              <a:buNone/>
              <a:defRPr sz="2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Libre Baskerville"/>
              <a:buNone/>
              <a:defRPr sz="2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Libre Baskerville"/>
              <a:buNone/>
              <a:defRPr sz="2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Libre Baskerville"/>
              <a:buNone/>
              <a:defRPr sz="2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3"/>
              <a:buChar char="●"/>
              <a:defRPr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3"/>
              <a:buChar char="○"/>
              <a:defRPr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3"/>
              <a:buChar char="■"/>
              <a:defRPr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3"/>
              <a:buChar char="●"/>
              <a:defRPr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3"/>
              <a:buChar char="○"/>
              <a:defRPr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3"/>
              <a:buChar char="■"/>
              <a:defRPr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3"/>
              <a:buChar char="●"/>
              <a:defRPr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3"/>
              <a:buChar char="○"/>
              <a:defRPr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3"/>
              <a:buChar char="■"/>
              <a:defRPr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31"/>
          <p:cNvSpPr txBox="1"/>
          <p:nvPr>
            <p:ph type="title"/>
          </p:nvPr>
        </p:nvSpPr>
        <p:spPr>
          <a:xfrm>
            <a:off x="713225" y="5974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Libre Baskerville"/>
              <a:buNone/>
              <a:defRPr sz="2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Libre Baskerville"/>
              <a:buNone/>
              <a:defRPr sz="2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Libre Baskerville"/>
              <a:buNone/>
              <a:defRPr sz="2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Libre Baskerville"/>
              <a:buNone/>
              <a:defRPr sz="2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Libre Baskerville"/>
              <a:buNone/>
              <a:defRPr sz="2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Libre Baskerville"/>
              <a:buNone/>
              <a:defRPr sz="2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Libre Baskerville"/>
              <a:buNone/>
              <a:defRPr sz="2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Libre Baskerville"/>
              <a:buNone/>
              <a:defRPr sz="2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Libre Baskerville"/>
              <a:buNone/>
              <a:defRPr sz="2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882" name="Google Shape;882;p3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3"/>
              <a:buChar char="●"/>
              <a:defRPr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3"/>
              <a:buChar char="○"/>
              <a:defRPr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3"/>
              <a:buChar char="■"/>
              <a:defRPr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3"/>
              <a:buChar char="●"/>
              <a:defRPr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3"/>
              <a:buChar char="○"/>
              <a:defRPr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3"/>
              <a:buChar char="■"/>
              <a:defRPr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3"/>
              <a:buChar char="●"/>
              <a:defRPr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3"/>
              <a:buChar char="○"/>
              <a:defRPr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3"/>
              <a:buChar char="■"/>
              <a:defRPr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  <p:sldLayoutId id="2147483690" r:id="rId14"/>
    <p:sldLayoutId id="2147483691" r:id="rId15"/>
    <p:sldLayoutId id="2147483692" r:id="rId16"/>
    <p:sldLayoutId id="2147483693" r:id="rId17"/>
    <p:sldLayoutId id="2147483694" r:id="rId18"/>
    <p:sldLayoutId id="2147483695" r:id="rId19"/>
    <p:sldLayoutId id="2147483696" r:id="rId20"/>
    <p:sldLayoutId id="2147483697" r:id="rId21"/>
    <p:sldLayoutId id="2147483698" r:id="rId22"/>
    <p:sldLayoutId id="2147483699" r:id="rId23"/>
    <p:sldLayoutId id="2147483700" r:id="rId24"/>
    <p:sldLayoutId id="2147483701" r:id="rId25"/>
    <p:sldLayoutId id="2147483702" r:id="rId26"/>
    <p:sldLayoutId id="2147483703" r:id="rId27"/>
    <p:sldLayoutId id="2147483704" r:id="rId28"/>
    <p:sldLayoutId id="2147483705" r:id="rId29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755" name="Shape 1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6" name="Google Shape;1756;p61"/>
          <p:cNvSpPr txBox="1"/>
          <p:nvPr>
            <p:ph type="title"/>
          </p:nvPr>
        </p:nvSpPr>
        <p:spPr>
          <a:xfrm>
            <a:off x="713225" y="5974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Libre Baskerville"/>
              <a:buNone/>
              <a:defRPr sz="2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Libre Baskerville"/>
              <a:buNone/>
              <a:defRPr sz="2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Libre Baskerville"/>
              <a:buNone/>
              <a:defRPr sz="2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Libre Baskerville"/>
              <a:buNone/>
              <a:defRPr sz="2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Libre Baskerville"/>
              <a:buNone/>
              <a:defRPr sz="2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Libre Baskerville"/>
              <a:buNone/>
              <a:defRPr sz="2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Libre Baskerville"/>
              <a:buNone/>
              <a:defRPr sz="2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Libre Baskerville"/>
              <a:buNone/>
              <a:defRPr sz="2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Libre Baskerville"/>
              <a:buNone/>
              <a:defRPr sz="2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9pPr>
          </a:lstStyle>
          <a:p/>
        </p:txBody>
      </p:sp>
      <p:sp>
        <p:nvSpPr>
          <p:cNvPr id="1757" name="Google Shape;1757;p6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3"/>
              <a:buChar char="●"/>
              <a:defRPr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3"/>
              <a:buChar char="○"/>
              <a:defRPr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3"/>
              <a:buChar char="■"/>
              <a:defRPr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3"/>
              <a:buChar char="●"/>
              <a:defRPr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3"/>
              <a:buChar char="○"/>
              <a:defRPr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3"/>
              <a:buChar char="■"/>
              <a:defRPr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3"/>
              <a:buChar char="●"/>
              <a:defRPr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3"/>
              <a:buChar char="○"/>
              <a:defRPr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ans 3"/>
              <a:buChar char="■"/>
              <a:defRPr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19" r:id="rId14"/>
    <p:sldLayoutId id="2147483720" r:id="rId15"/>
    <p:sldLayoutId id="2147483721" r:id="rId16"/>
    <p:sldLayoutId id="2147483722" r:id="rId17"/>
    <p:sldLayoutId id="2147483723" r:id="rId18"/>
    <p:sldLayoutId id="2147483724" r:id="rId19"/>
    <p:sldLayoutId id="2147483725" r:id="rId20"/>
    <p:sldLayoutId id="2147483726" r:id="rId21"/>
    <p:sldLayoutId id="2147483727" r:id="rId22"/>
    <p:sldLayoutId id="2147483728" r:id="rId23"/>
    <p:sldLayoutId id="2147483729" r:id="rId24"/>
    <p:sldLayoutId id="2147483730" r:id="rId25"/>
    <p:sldLayoutId id="2147483731" r:id="rId26"/>
    <p:sldLayoutId id="2147483732" r:id="rId27"/>
    <p:sldLayoutId id="2147483733" r:id="rId28"/>
    <p:sldLayoutId id="2147483734" r:id="rId29"/>
    <p:sldLayoutId id="2147483735" r:id="rId30"/>
    <p:sldLayoutId id="2147483736" r:id="rId31"/>
    <p:sldLayoutId id="2147483737" r:id="rId3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jp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www.google.com/imgres?q=education%20in%20middle%20ages&amp;imgurl=https%3A%2F%2Fhistorylearning.com%2Ffileadmin%2F_processed_%2F6%2Ff%2Fcsm_Meeting_of_doctors_at_the_university_of_Paris_81c8563703.jpg&amp;imgrefurl=https%3A%2F%2Fhistorylearning.com%2Fmedieval-england%2Fmedieval-universities-index%2Fmedieval-universities%2F&amp;docid=rDhfWVDdxoNkPM&amp;tbnid=YzmCPviJxoneBM&amp;vet=12ahUKEwi-peKE4OiUAxU19QIHHVHnLjEQnPAOegQIOhAA..i&amp;w=600&amp;h=945&amp;hcb=2&amp;ved=2ahUKEwi-peKE4OiUAxU19QIHHVHnLjEQnPAOegQIOhAA" TargetMode="External"/><Relationship Id="rId4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jpg"/><Relationship Id="rId4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0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g"/><Relationship Id="rId4" Type="http://schemas.openxmlformats.org/officeDocument/2006/relationships/image" Target="../media/image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1.png"/></Relationships>
</file>

<file path=ppt/slides/_rels/slide25.xml.rels><?xml version="1.0" encoding="UTF-8" standalone="yes"?><Relationships xmlns="http://schemas.openxmlformats.org/package/2006/relationships"><Relationship Id="rId20" Type="http://schemas.openxmlformats.org/officeDocument/2006/relationships/hyperlink" Target="https://www.worldhistory.org/search/?q=Ancient+Greek+Education" TargetMode="External"/><Relationship Id="rId1" Type="http://schemas.openxmlformats.org/officeDocument/2006/relationships/slideLayout" Target="../slideLayouts/slideLayout88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9.png"/><Relationship Id="rId4" Type="http://schemas.openxmlformats.org/officeDocument/2006/relationships/image" Target="../media/image1.jpg"/><Relationship Id="rId9" Type="http://schemas.openxmlformats.org/officeDocument/2006/relationships/hyperlink" Target="https://www.britannica.com/event/Renaissance?utm_source=chatgpt.com" TargetMode="External"/><Relationship Id="rId5" Type="http://schemas.openxmlformats.org/officeDocument/2006/relationships/hyperlink" Target="https://www.britannica.com/topic/education?utm_source=chatgpt.com" TargetMode="External"/><Relationship Id="rId6" Type="http://schemas.openxmlformats.org/officeDocument/2006/relationships/hyperlink" Target="https://www.britannica.com/topic/education?utm_source=chatgpt.com" TargetMode="External"/><Relationship Id="rId7" Type="http://schemas.openxmlformats.org/officeDocument/2006/relationships/hyperlink" Target="https://www.britannica.com/topic/humanism?utm_source=chatgpt.com" TargetMode="External"/><Relationship Id="rId8" Type="http://schemas.openxmlformats.org/officeDocument/2006/relationships/hyperlink" Target="https://www.britannica.com/topic/humanism?utm_source=chatgpt.com" TargetMode="External"/><Relationship Id="rId11" Type="http://schemas.openxmlformats.org/officeDocument/2006/relationships/hyperlink" Target="https://www.britannica.com/topic/education?utm_source=chatgpt.com" TargetMode="External"/><Relationship Id="rId10" Type="http://schemas.openxmlformats.org/officeDocument/2006/relationships/hyperlink" Target="https://www.britannica.com/event/Renaissance?utm_source=chatgpt.com" TargetMode="External"/><Relationship Id="rId13" Type="http://schemas.openxmlformats.org/officeDocument/2006/relationships/hyperlink" Target="https://www.britannica.com/science/pedagogy?utm_source=chatgpt.com" TargetMode="External"/><Relationship Id="rId12" Type="http://schemas.openxmlformats.org/officeDocument/2006/relationships/hyperlink" Target="https://www.britannica.com/topic/education?utm_source=chatgpt.com" TargetMode="External"/><Relationship Id="rId15" Type="http://schemas.openxmlformats.org/officeDocument/2006/relationships/hyperlink" Target="https://www.unesco.org/en/education?utm_source=chatgpt.com" TargetMode="External"/><Relationship Id="rId14" Type="http://schemas.openxmlformats.org/officeDocument/2006/relationships/hyperlink" Target="https://www.britannica.com/science/pedagogy?utm_source=chatgpt.com" TargetMode="External"/><Relationship Id="rId17" Type="http://schemas.openxmlformats.org/officeDocument/2006/relationships/hyperlink" Target="https://www.britannica.com/topic/education/Athens" TargetMode="External"/><Relationship Id="rId16" Type="http://schemas.openxmlformats.org/officeDocument/2006/relationships/hyperlink" Target="https://www.unesco.org/en/education?utm_source=chatgpt.com" TargetMode="External"/><Relationship Id="rId19" Type="http://schemas.openxmlformats.org/officeDocument/2006/relationships/hyperlink" Target="https://www.britannica.com/topic/education/Europe-in-the-Middle-Ages" TargetMode="External"/><Relationship Id="rId18" Type="http://schemas.openxmlformats.org/officeDocument/2006/relationships/hyperlink" Target="https://www.britannica.com/topic/liberal-arts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0" name="Shape 2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1" name="Google Shape;2651;p94"/>
          <p:cNvSpPr txBox="1"/>
          <p:nvPr>
            <p:ph type="ctrTitle"/>
          </p:nvPr>
        </p:nvSpPr>
        <p:spPr>
          <a:xfrm>
            <a:off x="2361575" y="1453450"/>
            <a:ext cx="4421100" cy="2055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Evoluția idealului educațional de-a lungul timpului</a:t>
            </a:r>
            <a:endParaRPr sz="5100"/>
          </a:p>
        </p:txBody>
      </p:sp>
      <p:sp>
        <p:nvSpPr>
          <p:cNvPr id="2652" name="Google Shape;2652;p94"/>
          <p:cNvSpPr txBox="1"/>
          <p:nvPr>
            <p:ph idx="1" type="subTitle"/>
          </p:nvPr>
        </p:nvSpPr>
        <p:spPr>
          <a:xfrm>
            <a:off x="2170737" y="3578625"/>
            <a:ext cx="49074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Giurgiu Corina Maria, Horvath Matei, Jianu Elena</a:t>
            </a:r>
            <a:endParaRPr/>
          </a:p>
        </p:txBody>
      </p:sp>
      <p:grpSp>
        <p:nvGrpSpPr>
          <p:cNvPr id="2653" name="Google Shape;2653;p94"/>
          <p:cNvGrpSpPr/>
          <p:nvPr/>
        </p:nvGrpSpPr>
        <p:grpSpPr>
          <a:xfrm>
            <a:off x="2361225" y="3521900"/>
            <a:ext cx="4421400" cy="589250"/>
            <a:chOff x="2361225" y="3521900"/>
            <a:chExt cx="4421400" cy="589250"/>
          </a:xfrm>
        </p:grpSpPr>
        <p:cxnSp>
          <p:nvCxnSpPr>
            <p:cNvPr id="2654" name="Google Shape;2654;p94"/>
            <p:cNvCxnSpPr/>
            <p:nvPr/>
          </p:nvCxnSpPr>
          <p:spPr>
            <a:xfrm>
              <a:off x="2361225" y="3521900"/>
              <a:ext cx="4421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55" name="Google Shape;2655;p94"/>
            <p:cNvCxnSpPr/>
            <p:nvPr/>
          </p:nvCxnSpPr>
          <p:spPr>
            <a:xfrm>
              <a:off x="2361225" y="4111150"/>
              <a:ext cx="4421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656" name="Google Shape;2656;p94"/>
          <p:cNvSpPr txBox="1"/>
          <p:nvPr/>
        </p:nvSpPr>
        <p:spPr>
          <a:xfrm>
            <a:off x="1230575" y="1027200"/>
            <a:ext cx="7428300" cy="413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Grecia Antică/Epoca Medievală/Epoca Renașterii/Epoca Modernă</a:t>
            </a:r>
            <a:endParaRPr b="1" sz="16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grpSp>
        <p:nvGrpSpPr>
          <p:cNvPr id="2657" name="Google Shape;2657;p94"/>
          <p:cNvGrpSpPr/>
          <p:nvPr/>
        </p:nvGrpSpPr>
        <p:grpSpPr>
          <a:xfrm>
            <a:off x="565056" y="519563"/>
            <a:ext cx="8012737" cy="4104778"/>
            <a:chOff x="585525" y="1202450"/>
            <a:chExt cx="6436450" cy="3297275"/>
          </a:xfrm>
        </p:grpSpPr>
        <p:sp>
          <p:nvSpPr>
            <p:cNvPr id="2658" name="Google Shape;2658;p94"/>
            <p:cNvSpPr/>
            <p:nvPr/>
          </p:nvSpPr>
          <p:spPr>
            <a:xfrm>
              <a:off x="839525" y="1202450"/>
              <a:ext cx="551125" cy="190275"/>
            </a:xfrm>
            <a:custGeom>
              <a:rect b="b" l="l" r="r" t="t"/>
              <a:pathLst>
                <a:path extrusionOk="0" h="7611" w="22045">
                  <a:moveTo>
                    <a:pt x="21819" y="2949"/>
                  </a:moveTo>
                  <a:cubicBezTo>
                    <a:pt x="16996" y="7611"/>
                    <a:pt x="10597" y="0"/>
                    <a:pt x="4949" y="1300"/>
                  </a:cubicBezTo>
                  <a:cubicBezTo>
                    <a:pt x="1962" y="2000"/>
                    <a:pt x="0" y="4312"/>
                    <a:pt x="100" y="7373"/>
                  </a:cubicBezTo>
                  <a:cubicBezTo>
                    <a:pt x="113" y="7461"/>
                    <a:pt x="225" y="7461"/>
                    <a:pt x="238" y="7373"/>
                  </a:cubicBezTo>
                  <a:cubicBezTo>
                    <a:pt x="513" y="1100"/>
                    <a:pt x="7511" y="887"/>
                    <a:pt x="11872" y="2724"/>
                  </a:cubicBezTo>
                  <a:cubicBezTo>
                    <a:pt x="13597" y="3449"/>
                    <a:pt x="15309" y="4437"/>
                    <a:pt x="17208" y="4661"/>
                  </a:cubicBezTo>
                  <a:cubicBezTo>
                    <a:pt x="19108" y="4886"/>
                    <a:pt x="20620" y="4387"/>
                    <a:pt x="21957" y="3087"/>
                  </a:cubicBezTo>
                  <a:cubicBezTo>
                    <a:pt x="22044" y="2999"/>
                    <a:pt x="21919" y="2874"/>
                    <a:pt x="21832" y="294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9" name="Google Shape;2659;p94"/>
            <p:cNvSpPr/>
            <p:nvPr/>
          </p:nvSpPr>
          <p:spPr>
            <a:xfrm>
              <a:off x="844200" y="1369575"/>
              <a:ext cx="180925" cy="121575"/>
            </a:xfrm>
            <a:custGeom>
              <a:rect b="b" l="l" r="r" t="t"/>
              <a:pathLst>
                <a:path extrusionOk="0" h="4863" w="7237">
                  <a:moveTo>
                    <a:pt x="13" y="1688"/>
                  </a:moveTo>
                  <a:cubicBezTo>
                    <a:pt x="151" y="3700"/>
                    <a:pt x="2612" y="4862"/>
                    <a:pt x="4412" y="4325"/>
                  </a:cubicBezTo>
                  <a:cubicBezTo>
                    <a:pt x="5924" y="3875"/>
                    <a:pt x="7236" y="1338"/>
                    <a:pt x="5849" y="88"/>
                  </a:cubicBezTo>
                  <a:cubicBezTo>
                    <a:pt x="5774" y="1"/>
                    <a:pt x="5649" y="126"/>
                    <a:pt x="5737" y="201"/>
                  </a:cubicBezTo>
                  <a:cubicBezTo>
                    <a:pt x="7124" y="1725"/>
                    <a:pt x="5474" y="4025"/>
                    <a:pt x="3837" y="4225"/>
                  </a:cubicBezTo>
                  <a:cubicBezTo>
                    <a:pt x="2288" y="4425"/>
                    <a:pt x="326" y="3413"/>
                    <a:pt x="201" y="1688"/>
                  </a:cubicBezTo>
                  <a:cubicBezTo>
                    <a:pt x="201" y="1563"/>
                    <a:pt x="1" y="1563"/>
                    <a:pt x="13" y="16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0" name="Google Shape;2660;p94"/>
            <p:cNvSpPr/>
            <p:nvPr/>
          </p:nvSpPr>
          <p:spPr>
            <a:xfrm>
              <a:off x="898575" y="1348025"/>
              <a:ext cx="73125" cy="77200"/>
            </a:xfrm>
            <a:custGeom>
              <a:rect b="b" l="l" r="r" t="t"/>
              <a:pathLst>
                <a:path extrusionOk="0" h="3088" w="2925">
                  <a:moveTo>
                    <a:pt x="2849" y="488"/>
                  </a:moveTo>
                  <a:cubicBezTo>
                    <a:pt x="2025" y="1"/>
                    <a:pt x="800" y="351"/>
                    <a:pt x="387" y="1238"/>
                  </a:cubicBezTo>
                  <a:cubicBezTo>
                    <a:pt x="0" y="2063"/>
                    <a:pt x="612" y="2987"/>
                    <a:pt x="1487" y="3075"/>
                  </a:cubicBezTo>
                  <a:cubicBezTo>
                    <a:pt x="1600" y="3087"/>
                    <a:pt x="1625" y="2900"/>
                    <a:pt x="1512" y="2887"/>
                  </a:cubicBezTo>
                  <a:cubicBezTo>
                    <a:pt x="700" y="2737"/>
                    <a:pt x="200" y="1913"/>
                    <a:pt x="675" y="1163"/>
                  </a:cubicBezTo>
                  <a:cubicBezTo>
                    <a:pt x="1137" y="476"/>
                    <a:pt x="2037" y="251"/>
                    <a:pt x="2774" y="625"/>
                  </a:cubicBezTo>
                  <a:cubicBezTo>
                    <a:pt x="2862" y="663"/>
                    <a:pt x="2924" y="551"/>
                    <a:pt x="2849" y="4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1" name="Google Shape;2661;p94"/>
            <p:cNvSpPr/>
            <p:nvPr/>
          </p:nvSpPr>
          <p:spPr>
            <a:xfrm>
              <a:off x="944800" y="1418950"/>
              <a:ext cx="25" cy="325"/>
            </a:xfrm>
            <a:custGeom>
              <a:rect b="b" l="l" r="r" t="t"/>
              <a:pathLst>
                <a:path extrusionOk="0" h="13" w="1">
                  <a:moveTo>
                    <a:pt x="1" y="13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2" name="Google Shape;2662;p94"/>
            <p:cNvSpPr/>
            <p:nvPr/>
          </p:nvSpPr>
          <p:spPr>
            <a:xfrm>
              <a:off x="752350" y="1240875"/>
              <a:ext cx="206850" cy="104050"/>
            </a:xfrm>
            <a:custGeom>
              <a:rect b="b" l="l" r="r" t="t"/>
              <a:pathLst>
                <a:path extrusionOk="0" h="4162" w="8274">
                  <a:moveTo>
                    <a:pt x="8123" y="25"/>
                  </a:moveTo>
                  <a:cubicBezTo>
                    <a:pt x="6999" y="263"/>
                    <a:pt x="5937" y="725"/>
                    <a:pt x="4987" y="1375"/>
                  </a:cubicBezTo>
                  <a:cubicBezTo>
                    <a:pt x="3537" y="2387"/>
                    <a:pt x="2063" y="4162"/>
                    <a:pt x="176" y="2875"/>
                  </a:cubicBezTo>
                  <a:cubicBezTo>
                    <a:pt x="101" y="2825"/>
                    <a:pt x="1" y="2950"/>
                    <a:pt x="76" y="3012"/>
                  </a:cubicBezTo>
                  <a:cubicBezTo>
                    <a:pt x="825" y="3699"/>
                    <a:pt x="1775" y="3699"/>
                    <a:pt x="2700" y="3299"/>
                  </a:cubicBezTo>
                  <a:cubicBezTo>
                    <a:pt x="3375" y="2999"/>
                    <a:pt x="3912" y="2475"/>
                    <a:pt x="4474" y="2025"/>
                  </a:cubicBezTo>
                  <a:cubicBezTo>
                    <a:pt x="5549" y="1137"/>
                    <a:pt x="6811" y="500"/>
                    <a:pt x="8173" y="175"/>
                  </a:cubicBezTo>
                  <a:cubicBezTo>
                    <a:pt x="8273" y="150"/>
                    <a:pt x="8223" y="0"/>
                    <a:pt x="8123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3" name="Google Shape;2663;p94"/>
            <p:cNvSpPr/>
            <p:nvPr/>
          </p:nvSpPr>
          <p:spPr>
            <a:xfrm>
              <a:off x="1012600" y="1245875"/>
              <a:ext cx="88750" cy="80000"/>
            </a:xfrm>
            <a:custGeom>
              <a:rect b="b" l="l" r="r" t="t"/>
              <a:pathLst>
                <a:path extrusionOk="0" h="3200" w="3550">
                  <a:moveTo>
                    <a:pt x="3437" y="313"/>
                  </a:moveTo>
                  <a:cubicBezTo>
                    <a:pt x="2562" y="113"/>
                    <a:pt x="1700" y="0"/>
                    <a:pt x="900" y="488"/>
                  </a:cubicBezTo>
                  <a:cubicBezTo>
                    <a:pt x="363" y="813"/>
                    <a:pt x="0" y="1325"/>
                    <a:pt x="100" y="1975"/>
                  </a:cubicBezTo>
                  <a:cubicBezTo>
                    <a:pt x="200" y="2587"/>
                    <a:pt x="700" y="3062"/>
                    <a:pt x="1325" y="3137"/>
                  </a:cubicBezTo>
                  <a:cubicBezTo>
                    <a:pt x="1787" y="3187"/>
                    <a:pt x="2462" y="3024"/>
                    <a:pt x="2512" y="2475"/>
                  </a:cubicBezTo>
                  <a:cubicBezTo>
                    <a:pt x="2525" y="2387"/>
                    <a:pt x="2400" y="2387"/>
                    <a:pt x="2387" y="2475"/>
                  </a:cubicBezTo>
                  <a:cubicBezTo>
                    <a:pt x="2312" y="3199"/>
                    <a:pt x="1100" y="2937"/>
                    <a:pt x="788" y="2712"/>
                  </a:cubicBezTo>
                  <a:cubicBezTo>
                    <a:pt x="300" y="2362"/>
                    <a:pt x="150" y="1700"/>
                    <a:pt x="450" y="1175"/>
                  </a:cubicBezTo>
                  <a:cubicBezTo>
                    <a:pt x="1063" y="163"/>
                    <a:pt x="2412" y="263"/>
                    <a:pt x="3387" y="488"/>
                  </a:cubicBezTo>
                  <a:cubicBezTo>
                    <a:pt x="3499" y="513"/>
                    <a:pt x="3549" y="338"/>
                    <a:pt x="3437" y="3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4" name="Google Shape;2664;p94"/>
            <p:cNvSpPr/>
            <p:nvPr/>
          </p:nvSpPr>
          <p:spPr>
            <a:xfrm>
              <a:off x="1123500" y="1272100"/>
              <a:ext cx="33450" cy="43775"/>
            </a:xfrm>
            <a:custGeom>
              <a:rect b="b" l="l" r="r" t="t"/>
              <a:pathLst>
                <a:path extrusionOk="0" h="1751" w="1338">
                  <a:moveTo>
                    <a:pt x="1238" y="188"/>
                  </a:moveTo>
                  <a:cubicBezTo>
                    <a:pt x="688" y="1"/>
                    <a:pt x="1" y="326"/>
                    <a:pt x="76" y="976"/>
                  </a:cubicBezTo>
                  <a:cubicBezTo>
                    <a:pt x="126" y="1413"/>
                    <a:pt x="825" y="1750"/>
                    <a:pt x="1088" y="1326"/>
                  </a:cubicBezTo>
                  <a:cubicBezTo>
                    <a:pt x="1163" y="1213"/>
                    <a:pt x="975" y="1101"/>
                    <a:pt x="900" y="1213"/>
                  </a:cubicBezTo>
                  <a:cubicBezTo>
                    <a:pt x="788" y="1288"/>
                    <a:pt x="651" y="1301"/>
                    <a:pt x="538" y="1263"/>
                  </a:cubicBezTo>
                  <a:cubicBezTo>
                    <a:pt x="263" y="1026"/>
                    <a:pt x="213" y="813"/>
                    <a:pt x="388" y="613"/>
                  </a:cubicBezTo>
                  <a:cubicBezTo>
                    <a:pt x="551" y="301"/>
                    <a:pt x="888" y="263"/>
                    <a:pt x="1188" y="351"/>
                  </a:cubicBezTo>
                  <a:cubicBezTo>
                    <a:pt x="1288" y="376"/>
                    <a:pt x="1338" y="226"/>
                    <a:pt x="1238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5" name="Google Shape;2665;p94"/>
            <p:cNvSpPr/>
            <p:nvPr/>
          </p:nvSpPr>
          <p:spPr>
            <a:xfrm>
              <a:off x="732975" y="1292100"/>
              <a:ext cx="31900" cy="31900"/>
            </a:xfrm>
            <a:custGeom>
              <a:rect b="b" l="l" r="r" t="t"/>
              <a:pathLst>
                <a:path extrusionOk="0" h="1276" w="1276">
                  <a:moveTo>
                    <a:pt x="951" y="925"/>
                  </a:moveTo>
                  <a:cubicBezTo>
                    <a:pt x="1275" y="563"/>
                    <a:pt x="826" y="1"/>
                    <a:pt x="413" y="326"/>
                  </a:cubicBezTo>
                  <a:cubicBezTo>
                    <a:pt x="1" y="651"/>
                    <a:pt x="476" y="1275"/>
                    <a:pt x="888" y="975"/>
                  </a:cubicBezTo>
                  <a:cubicBezTo>
                    <a:pt x="963" y="925"/>
                    <a:pt x="913" y="813"/>
                    <a:pt x="826" y="826"/>
                  </a:cubicBezTo>
                  <a:lnTo>
                    <a:pt x="826" y="826"/>
                  </a:lnTo>
                  <a:cubicBezTo>
                    <a:pt x="788" y="901"/>
                    <a:pt x="888" y="1000"/>
                    <a:pt x="951" y="9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6" name="Google Shape;2666;p94"/>
            <p:cNvSpPr/>
            <p:nvPr/>
          </p:nvSpPr>
          <p:spPr>
            <a:xfrm>
              <a:off x="809225" y="1274925"/>
              <a:ext cx="77800" cy="113125"/>
            </a:xfrm>
            <a:custGeom>
              <a:rect b="b" l="l" r="r" t="t"/>
              <a:pathLst>
                <a:path extrusionOk="0" h="4525" w="3112">
                  <a:moveTo>
                    <a:pt x="2949" y="63"/>
                  </a:moveTo>
                  <a:cubicBezTo>
                    <a:pt x="1550" y="1163"/>
                    <a:pt x="525" y="2675"/>
                    <a:pt x="25" y="4374"/>
                  </a:cubicBezTo>
                  <a:cubicBezTo>
                    <a:pt x="0" y="4462"/>
                    <a:pt x="125" y="4524"/>
                    <a:pt x="175" y="4437"/>
                  </a:cubicBezTo>
                  <a:cubicBezTo>
                    <a:pt x="925" y="2825"/>
                    <a:pt x="1687" y="1338"/>
                    <a:pt x="3049" y="150"/>
                  </a:cubicBezTo>
                  <a:cubicBezTo>
                    <a:pt x="3112" y="100"/>
                    <a:pt x="3012" y="0"/>
                    <a:pt x="2949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7" name="Google Shape;2667;p94"/>
            <p:cNvSpPr/>
            <p:nvPr/>
          </p:nvSpPr>
          <p:spPr>
            <a:xfrm>
              <a:off x="792650" y="1376150"/>
              <a:ext cx="30650" cy="32525"/>
            </a:xfrm>
            <a:custGeom>
              <a:rect b="b" l="l" r="r" t="t"/>
              <a:pathLst>
                <a:path extrusionOk="0" h="1301" w="1226">
                  <a:moveTo>
                    <a:pt x="725" y="500"/>
                  </a:moveTo>
                  <a:lnTo>
                    <a:pt x="725" y="563"/>
                  </a:lnTo>
                  <a:cubicBezTo>
                    <a:pt x="800" y="638"/>
                    <a:pt x="913" y="550"/>
                    <a:pt x="875" y="450"/>
                  </a:cubicBezTo>
                  <a:cubicBezTo>
                    <a:pt x="626" y="0"/>
                    <a:pt x="1" y="550"/>
                    <a:pt x="338" y="925"/>
                  </a:cubicBezTo>
                  <a:cubicBezTo>
                    <a:pt x="688" y="1300"/>
                    <a:pt x="1225" y="750"/>
                    <a:pt x="838" y="388"/>
                  </a:cubicBezTo>
                  <a:cubicBezTo>
                    <a:pt x="763" y="325"/>
                    <a:pt x="663" y="425"/>
                    <a:pt x="725" y="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8" name="Google Shape;2668;p94"/>
            <p:cNvSpPr/>
            <p:nvPr/>
          </p:nvSpPr>
          <p:spPr>
            <a:xfrm>
              <a:off x="841400" y="1393325"/>
              <a:ext cx="5650" cy="9725"/>
            </a:xfrm>
            <a:custGeom>
              <a:rect b="b" l="l" r="r" t="t"/>
              <a:pathLst>
                <a:path extrusionOk="0" h="389" w="226">
                  <a:moveTo>
                    <a:pt x="13" y="126"/>
                  </a:moveTo>
                  <a:cubicBezTo>
                    <a:pt x="0" y="201"/>
                    <a:pt x="13" y="276"/>
                    <a:pt x="63" y="326"/>
                  </a:cubicBezTo>
                  <a:cubicBezTo>
                    <a:pt x="100" y="388"/>
                    <a:pt x="225" y="376"/>
                    <a:pt x="225" y="288"/>
                  </a:cubicBezTo>
                  <a:cubicBezTo>
                    <a:pt x="213" y="238"/>
                    <a:pt x="213" y="176"/>
                    <a:pt x="213" y="126"/>
                  </a:cubicBezTo>
                  <a:cubicBezTo>
                    <a:pt x="200" y="1"/>
                    <a:pt x="13" y="1"/>
                    <a:pt x="13" y="1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9" name="Google Shape;2669;p94"/>
            <p:cNvSpPr/>
            <p:nvPr/>
          </p:nvSpPr>
          <p:spPr>
            <a:xfrm>
              <a:off x="973550" y="1363650"/>
              <a:ext cx="9700" cy="6900"/>
            </a:xfrm>
            <a:custGeom>
              <a:rect b="b" l="l" r="r" t="t"/>
              <a:pathLst>
                <a:path extrusionOk="0" h="276" w="388">
                  <a:moveTo>
                    <a:pt x="75" y="188"/>
                  </a:moveTo>
                  <a:cubicBezTo>
                    <a:pt x="138" y="225"/>
                    <a:pt x="213" y="250"/>
                    <a:pt x="288" y="263"/>
                  </a:cubicBezTo>
                  <a:cubicBezTo>
                    <a:pt x="350" y="275"/>
                    <a:pt x="388" y="213"/>
                    <a:pt x="350" y="163"/>
                  </a:cubicBezTo>
                  <a:cubicBezTo>
                    <a:pt x="300" y="100"/>
                    <a:pt x="225" y="50"/>
                    <a:pt x="138" y="25"/>
                  </a:cubicBezTo>
                  <a:cubicBezTo>
                    <a:pt x="50" y="0"/>
                    <a:pt x="0" y="138"/>
                    <a:pt x="75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0" name="Google Shape;2670;p94"/>
            <p:cNvSpPr/>
            <p:nvPr/>
          </p:nvSpPr>
          <p:spPr>
            <a:xfrm>
              <a:off x="832025" y="1234000"/>
              <a:ext cx="156850" cy="27525"/>
            </a:xfrm>
            <a:custGeom>
              <a:rect b="b" l="l" r="r" t="t"/>
              <a:pathLst>
                <a:path extrusionOk="0" h="1101" w="6274">
                  <a:moveTo>
                    <a:pt x="6174" y="13"/>
                  </a:moveTo>
                  <a:cubicBezTo>
                    <a:pt x="5324" y="0"/>
                    <a:pt x="4462" y="75"/>
                    <a:pt x="3624" y="250"/>
                  </a:cubicBezTo>
                  <a:cubicBezTo>
                    <a:pt x="2475" y="488"/>
                    <a:pt x="1350" y="925"/>
                    <a:pt x="163" y="613"/>
                  </a:cubicBezTo>
                  <a:cubicBezTo>
                    <a:pt x="50" y="575"/>
                    <a:pt x="0" y="763"/>
                    <a:pt x="113" y="788"/>
                  </a:cubicBezTo>
                  <a:cubicBezTo>
                    <a:pt x="913" y="1100"/>
                    <a:pt x="1625" y="950"/>
                    <a:pt x="2450" y="775"/>
                  </a:cubicBezTo>
                  <a:cubicBezTo>
                    <a:pt x="3687" y="500"/>
                    <a:pt x="4899" y="250"/>
                    <a:pt x="6174" y="188"/>
                  </a:cubicBezTo>
                  <a:cubicBezTo>
                    <a:pt x="6274" y="175"/>
                    <a:pt x="6274" y="25"/>
                    <a:pt x="6174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1" name="Google Shape;2671;p94"/>
            <p:cNvSpPr/>
            <p:nvPr/>
          </p:nvSpPr>
          <p:spPr>
            <a:xfrm>
              <a:off x="810775" y="1233675"/>
              <a:ext cx="33150" cy="30975"/>
            </a:xfrm>
            <a:custGeom>
              <a:rect b="b" l="l" r="r" t="t"/>
              <a:pathLst>
                <a:path extrusionOk="0" h="1239" w="1326">
                  <a:moveTo>
                    <a:pt x="875" y="688"/>
                  </a:moveTo>
                  <a:lnTo>
                    <a:pt x="763" y="651"/>
                  </a:lnTo>
                  <a:cubicBezTo>
                    <a:pt x="700" y="726"/>
                    <a:pt x="763" y="826"/>
                    <a:pt x="850" y="813"/>
                  </a:cubicBezTo>
                  <a:cubicBezTo>
                    <a:pt x="1325" y="651"/>
                    <a:pt x="850" y="1"/>
                    <a:pt x="463" y="226"/>
                  </a:cubicBezTo>
                  <a:cubicBezTo>
                    <a:pt x="0" y="526"/>
                    <a:pt x="550" y="1238"/>
                    <a:pt x="975" y="801"/>
                  </a:cubicBezTo>
                  <a:cubicBezTo>
                    <a:pt x="1038" y="738"/>
                    <a:pt x="950" y="638"/>
                    <a:pt x="875" y="6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2" name="Google Shape;2672;p94"/>
            <p:cNvSpPr/>
            <p:nvPr/>
          </p:nvSpPr>
          <p:spPr>
            <a:xfrm>
              <a:off x="766400" y="1291175"/>
              <a:ext cx="73150" cy="22525"/>
            </a:xfrm>
            <a:custGeom>
              <a:rect b="b" l="l" r="r" t="t"/>
              <a:pathLst>
                <a:path extrusionOk="0" h="901" w="2926">
                  <a:moveTo>
                    <a:pt x="2813" y="638"/>
                  </a:moveTo>
                  <a:cubicBezTo>
                    <a:pt x="2500" y="338"/>
                    <a:pt x="2113" y="150"/>
                    <a:pt x="1688" y="100"/>
                  </a:cubicBezTo>
                  <a:cubicBezTo>
                    <a:pt x="1226" y="38"/>
                    <a:pt x="526" y="0"/>
                    <a:pt x="113" y="263"/>
                  </a:cubicBezTo>
                  <a:cubicBezTo>
                    <a:pt x="1" y="325"/>
                    <a:pt x="76" y="488"/>
                    <a:pt x="201" y="463"/>
                  </a:cubicBezTo>
                  <a:cubicBezTo>
                    <a:pt x="976" y="263"/>
                    <a:pt x="2025" y="213"/>
                    <a:pt x="2650" y="800"/>
                  </a:cubicBezTo>
                  <a:cubicBezTo>
                    <a:pt x="2763" y="900"/>
                    <a:pt x="2925" y="738"/>
                    <a:pt x="2813" y="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3" name="Google Shape;2673;p94"/>
            <p:cNvSpPr/>
            <p:nvPr/>
          </p:nvSpPr>
          <p:spPr>
            <a:xfrm>
              <a:off x="767350" y="1296800"/>
              <a:ext cx="70625" cy="23450"/>
            </a:xfrm>
            <a:custGeom>
              <a:rect b="b" l="l" r="r" t="t"/>
              <a:pathLst>
                <a:path extrusionOk="0" h="938" w="2825">
                  <a:moveTo>
                    <a:pt x="63" y="200"/>
                  </a:moveTo>
                  <a:cubicBezTo>
                    <a:pt x="575" y="887"/>
                    <a:pt x="2012" y="937"/>
                    <a:pt x="2712" y="575"/>
                  </a:cubicBezTo>
                  <a:cubicBezTo>
                    <a:pt x="2825" y="513"/>
                    <a:pt x="2737" y="375"/>
                    <a:pt x="2637" y="388"/>
                  </a:cubicBezTo>
                  <a:cubicBezTo>
                    <a:pt x="1925" y="500"/>
                    <a:pt x="763" y="762"/>
                    <a:pt x="213" y="88"/>
                  </a:cubicBezTo>
                  <a:cubicBezTo>
                    <a:pt x="150" y="0"/>
                    <a:pt x="0" y="113"/>
                    <a:pt x="63" y="2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4" name="Google Shape;2674;p94"/>
            <p:cNvSpPr/>
            <p:nvPr/>
          </p:nvSpPr>
          <p:spPr>
            <a:xfrm>
              <a:off x="919500" y="1249000"/>
              <a:ext cx="18150" cy="56875"/>
            </a:xfrm>
            <a:custGeom>
              <a:rect b="b" l="l" r="r" t="t"/>
              <a:pathLst>
                <a:path extrusionOk="0" h="2275" w="726">
                  <a:moveTo>
                    <a:pt x="325" y="163"/>
                  </a:moveTo>
                  <a:cubicBezTo>
                    <a:pt x="488" y="800"/>
                    <a:pt x="400" y="1475"/>
                    <a:pt x="75" y="2037"/>
                  </a:cubicBezTo>
                  <a:cubicBezTo>
                    <a:pt x="0" y="2162"/>
                    <a:pt x="188" y="2275"/>
                    <a:pt x="263" y="2150"/>
                  </a:cubicBezTo>
                  <a:cubicBezTo>
                    <a:pt x="638" y="1537"/>
                    <a:pt x="725" y="800"/>
                    <a:pt x="500" y="113"/>
                  </a:cubicBezTo>
                  <a:cubicBezTo>
                    <a:pt x="463" y="0"/>
                    <a:pt x="288" y="50"/>
                    <a:pt x="325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5" name="Google Shape;2675;p94"/>
            <p:cNvSpPr/>
            <p:nvPr/>
          </p:nvSpPr>
          <p:spPr>
            <a:xfrm>
              <a:off x="914500" y="1250875"/>
              <a:ext cx="16275" cy="54375"/>
            </a:xfrm>
            <a:custGeom>
              <a:rect b="b" l="l" r="r" t="t"/>
              <a:pathLst>
                <a:path extrusionOk="0" h="2175" w="651">
                  <a:moveTo>
                    <a:pt x="463" y="1987"/>
                  </a:moveTo>
                  <a:cubicBezTo>
                    <a:pt x="338" y="1625"/>
                    <a:pt x="288" y="1225"/>
                    <a:pt x="350" y="850"/>
                  </a:cubicBezTo>
                  <a:cubicBezTo>
                    <a:pt x="400" y="563"/>
                    <a:pt x="538" y="388"/>
                    <a:pt x="638" y="150"/>
                  </a:cubicBezTo>
                  <a:cubicBezTo>
                    <a:pt x="650" y="100"/>
                    <a:pt x="625" y="63"/>
                    <a:pt x="588" y="50"/>
                  </a:cubicBezTo>
                  <a:cubicBezTo>
                    <a:pt x="288" y="0"/>
                    <a:pt x="188" y="325"/>
                    <a:pt x="113" y="563"/>
                  </a:cubicBezTo>
                  <a:cubicBezTo>
                    <a:pt x="0" y="1062"/>
                    <a:pt x="50" y="1575"/>
                    <a:pt x="250" y="2050"/>
                  </a:cubicBezTo>
                  <a:cubicBezTo>
                    <a:pt x="300" y="2175"/>
                    <a:pt x="500" y="2125"/>
                    <a:pt x="463" y="19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6" name="Google Shape;2676;p94"/>
            <p:cNvSpPr/>
            <p:nvPr/>
          </p:nvSpPr>
          <p:spPr>
            <a:xfrm>
              <a:off x="1186925" y="1310225"/>
              <a:ext cx="83125" cy="26900"/>
            </a:xfrm>
            <a:custGeom>
              <a:rect b="b" l="l" r="r" t="t"/>
              <a:pathLst>
                <a:path extrusionOk="0" h="1076" w="3325">
                  <a:moveTo>
                    <a:pt x="3200" y="151"/>
                  </a:moveTo>
                  <a:cubicBezTo>
                    <a:pt x="2187" y="1"/>
                    <a:pt x="813" y="151"/>
                    <a:pt x="63" y="913"/>
                  </a:cubicBezTo>
                  <a:cubicBezTo>
                    <a:pt x="1" y="963"/>
                    <a:pt x="63" y="1075"/>
                    <a:pt x="138" y="1050"/>
                  </a:cubicBezTo>
                  <a:cubicBezTo>
                    <a:pt x="613" y="888"/>
                    <a:pt x="1013" y="600"/>
                    <a:pt x="1500" y="475"/>
                  </a:cubicBezTo>
                  <a:cubicBezTo>
                    <a:pt x="2050" y="338"/>
                    <a:pt x="2612" y="300"/>
                    <a:pt x="3162" y="363"/>
                  </a:cubicBezTo>
                  <a:cubicBezTo>
                    <a:pt x="3287" y="375"/>
                    <a:pt x="3325" y="163"/>
                    <a:pt x="3200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7" name="Google Shape;2677;p94"/>
            <p:cNvSpPr/>
            <p:nvPr/>
          </p:nvSpPr>
          <p:spPr>
            <a:xfrm>
              <a:off x="1187250" y="1314900"/>
              <a:ext cx="100600" cy="30975"/>
            </a:xfrm>
            <a:custGeom>
              <a:rect b="b" l="l" r="r" t="t"/>
              <a:pathLst>
                <a:path extrusionOk="0" h="1239" w="4024">
                  <a:moveTo>
                    <a:pt x="138" y="1001"/>
                  </a:moveTo>
                  <a:cubicBezTo>
                    <a:pt x="762" y="1113"/>
                    <a:pt x="1412" y="1238"/>
                    <a:pt x="2049" y="1151"/>
                  </a:cubicBezTo>
                  <a:cubicBezTo>
                    <a:pt x="2724" y="1038"/>
                    <a:pt x="3312" y="688"/>
                    <a:pt x="3887" y="313"/>
                  </a:cubicBezTo>
                  <a:cubicBezTo>
                    <a:pt x="4024" y="226"/>
                    <a:pt x="3887" y="1"/>
                    <a:pt x="3749" y="88"/>
                  </a:cubicBezTo>
                  <a:cubicBezTo>
                    <a:pt x="3287" y="401"/>
                    <a:pt x="2787" y="713"/>
                    <a:pt x="2237" y="851"/>
                  </a:cubicBezTo>
                  <a:cubicBezTo>
                    <a:pt x="1575" y="1013"/>
                    <a:pt x="862" y="901"/>
                    <a:pt x="187" y="788"/>
                  </a:cubicBezTo>
                  <a:cubicBezTo>
                    <a:pt x="50" y="776"/>
                    <a:pt x="0" y="976"/>
                    <a:pt x="138" y="10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8" name="Google Shape;2678;p94"/>
            <p:cNvSpPr/>
            <p:nvPr/>
          </p:nvSpPr>
          <p:spPr>
            <a:xfrm>
              <a:off x="585525" y="1460800"/>
              <a:ext cx="199975" cy="551150"/>
            </a:xfrm>
            <a:custGeom>
              <a:rect b="b" l="l" r="r" t="t"/>
              <a:pathLst>
                <a:path extrusionOk="0" h="22046" w="7999">
                  <a:moveTo>
                    <a:pt x="3487" y="21958"/>
                  </a:moveTo>
                  <a:cubicBezTo>
                    <a:pt x="4799" y="20621"/>
                    <a:pt x="5299" y="19108"/>
                    <a:pt x="5074" y="17209"/>
                  </a:cubicBezTo>
                  <a:cubicBezTo>
                    <a:pt x="4912" y="15809"/>
                    <a:pt x="4287" y="14560"/>
                    <a:pt x="3749" y="13285"/>
                  </a:cubicBezTo>
                  <a:cubicBezTo>
                    <a:pt x="1875" y="8811"/>
                    <a:pt x="0" y="576"/>
                    <a:pt x="7786" y="238"/>
                  </a:cubicBezTo>
                  <a:cubicBezTo>
                    <a:pt x="7861" y="238"/>
                    <a:pt x="7861" y="113"/>
                    <a:pt x="7786" y="101"/>
                  </a:cubicBezTo>
                  <a:cubicBezTo>
                    <a:pt x="4737" y="1"/>
                    <a:pt x="2400" y="1975"/>
                    <a:pt x="1712" y="4962"/>
                  </a:cubicBezTo>
                  <a:cubicBezTo>
                    <a:pt x="400" y="10611"/>
                    <a:pt x="7998" y="17034"/>
                    <a:pt x="3362" y="21833"/>
                  </a:cubicBezTo>
                  <a:cubicBezTo>
                    <a:pt x="3274" y="21908"/>
                    <a:pt x="3412" y="22045"/>
                    <a:pt x="3487" y="219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9" name="Google Shape;2679;p94"/>
            <p:cNvSpPr/>
            <p:nvPr/>
          </p:nvSpPr>
          <p:spPr>
            <a:xfrm>
              <a:off x="762975" y="1465800"/>
              <a:ext cx="121550" cy="180925"/>
            </a:xfrm>
            <a:custGeom>
              <a:rect b="b" l="l" r="r" t="t"/>
              <a:pathLst>
                <a:path extrusionOk="0" h="7237" w="4862">
                  <a:moveTo>
                    <a:pt x="1688" y="201"/>
                  </a:moveTo>
                  <a:cubicBezTo>
                    <a:pt x="3412" y="326"/>
                    <a:pt x="4424" y="2288"/>
                    <a:pt x="4224" y="3837"/>
                  </a:cubicBezTo>
                  <a:cubicBezTo>
                    <a:pt x="4024" y="5462"/>
                    <a:pt x="1725" y="7124"/>
                    <a:pt x="200" y="5724"/>
                  </a:cubicBezTo>
                  <a:cubicBezTo>
                    <a:pt x="125" y="5649"/>
                    <a:pt x="0" y="5774"/>
                    <a:pt x="88" y="5849"/>
                  </a:cubicBezTo>
                  <a:cubicBezTo>
                    <a:pt x="1338" y="7237"/>
                    <a:pt x="3874" y="5924"/>
                    <a:pt x="4324" y="4412"/>
                  </a:cubicBezTo>
                  <a:cubicBezTo>
                    <a:pt x="4862" y="2600"/>
                    <a:pt x="3700" y="151"/>
                    <a:pt x="1688" y="13"/>
                  </a:cubicBezTo>
                  <a:cubicBezTo>
                    <a:pt x="1563" y="1"/>
                    <a:pt x="1563" y="201"/>
                    <a:pt x="1688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0" name="Google Shape;2680;p94"/>
            <p:cNvSpPr/>
            <p:nvPr/>
          </p:nvSpPr>
          <p:spPr>
            <a:xfrm>
              <a:off x="741425" y="1520175"/>
              <a:ext cx="77175" cy="73125"/>
            </a:xfrm>
            <a:custGeom>
              <a:rect b="b" l="l" r="r" t="t"/>
              <a:pathLst>
                <a:path extrusionOk="0" h="2925" w="3087">
                  <a:moveTo>
                    <a:pt x="625" y="2775"/>
                  </a:moveTo>
                  <a:cubicBezTo>
                    <a:pt x="250" y="2037"/>
                    <a:pt x="475" y="1138"/>
                    <a:pt x="1162" y="675"/>
                  </a:cubicBezTo>
                  <a:cubicBezTo>
                    <a:pt x="1900" y="188"/>
                    <a:pt x="2737" y="713"/>
                    <a:pt x="2874" y="1512"/>
                  </a:cubicBezTo>
                  <a:cubicBezTo>
                    <a:pt x="2899" y="1625"/>
                    <a:pt x="3087" y="1600"/>
                    <a:pt x="3074" y="1487"/>
                  </a:cubicBezTo>
                  <a:cubicBezTo>
                    <a:pt x="2987" y="613"/>
                    <a:pt x="2062" y="0"/>
                    <a:pt x="1237" y="388"/>
                  </a:cubicBezTo>
                  <a:cubicBezTo>
                    <a:pt x="350" y="800"/>
                    <a:pt x="0" y="2025"/>
                    <a:pt x="488" y="2850"/>
                  </a:cubicBezTo>
                  <a:cubicBezTo>
                    <a:pt x="538" y="2925"/>
                    <a:pt x="663" y="2862"/>
                    <a:pt x="625" y="27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1" name="Google Shape;2681;p94"/>
            <p:cNvSpPr/>
            <p:nvPr/>
          </p:nvSpPr>
          <p:spPr>
            <a:xfrm>
              <a:off x="812325" y="1566400"/>
              <a:ext cx="25" cy="350"/>
            </a:xfrm>
            <a:custGeom>
              <a:rect b="b" l="l" r="r" t="t"/>
              <a:pathLst>
                <a:path extrusionOk="0" h="14" w="1">
                  <a:moveTo>
                    <a:pt x="1" y="13"/>
                  </a:moveTo>
                  <a:lnTo>
                    <a:pt x="1" y="1"/>
                  </a:lnTo>
                  <a:cubicBezTo>
                    <a:pt x="1" y="1"/>
                    <a:pt x="1" y="13"/>
                    <a:pt x="1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2" name="Google Shape;2682;p94"/>
            <p:cNvSpPr/>
            <p:nvPr/>
          </p:nvSpPr>
          <p:spPr>
            <a:xfrm>
              <a:off x="633950" y="1373950"/>
              <a:ext cx="104050" cy="206550"/>
            </a:xfrm>
            <a:custGeom>
              <a:rect b="b" l="l" r="r" t="t"/>
              <a:pathLst>
                <a:path extrusionOk="0" h="8262" w="4162">
                  <a:moveTo>
                    <a:pt x="175" y="8174"/>
                  </a:moveTo>
                  <a:cubicBezTo>
                    <a:pt x="463" y="6974"/>
                    <a:pt x="988" y="5862"/>
                    <a:pt x="1725" y="4887"/>
                  </a:cubicBezTo>
                  <a:cubicBezTo>
                    <a:pt x="2250" y="4187"/>
                    <a:pt x="2937" y="3525"/>
                    <a:pt x="3312" y="2700"/>
                  </a:cubicBezTo>
                  <a:cubicBezTo>
                    <a:pt x="3712" y="1788"/>
                    <a:pt x="3699" y="826"/>
                    <a:pt x="3025" y="76"/>
                  </a:cubicBezTo>
                  <a:cubicBezTo>
                    <a:pt x="2962" y="1"/>
                    <a:pt x="2837" y="88"/>
                    <a:pt x="2887" y="176"/>
                  </a:cubicBezTo>
                  <a:cubicBezTo>
                    <a:pt x="4162" y="2050"/>
                    <a:pt x="2400" y="3537"/>
                    <a:pt x="1387" y="4987"/>
                  </a:cubicBezTo>
                  <a:cubicBezTo>
                    <a:pt x="738" y="5937"/>
                    <a:pt x="275" y="6999"/>
                    <a:pt x="25" y="8124"/>
                  </a:cubicBezTo>
                  <a:cubicBezTo>
                    <a:pt x="0" y="8224"/>
                    <a:pt x="150" y="8261"/>
                    <a:pt x="188" y="8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3" name="Google Shape;2683;p94"/>
            <p:cNvSpPr/>
            <p:nvPr/>
          </p:nvSpPr>
          <p:spPr>
            <a:xfrm>
              <a:off x="638950" y="1634200"/>
              <a:ext cx="81550" cy="88450"/>
            </a:xfrm>
            <a:custGeom>
              <a:rect b="b" l="l" r="r" t="t"/>
              <a:pathLst>
                <a:path extrusionOk="0" h="3538" w="3262">
                  <a:moveTo>
                    <a:pt x="488" y="3387"/>
                  </a:moveTo>
                  <a:cubicBezTo>
                    <a:pt x="275" y="2413"/>
                    <a:pt x="175" y="1050"/>
                    <a:pt x="1187" y="438"/>
                  </a:cubicBezTo>
                  <a:cubicBezTo>
                    <a:pt x="1650" y="176"/>
                    <a:pt x="2250" y="263"/>
                    <a:pt x="2625" y="650"/>
                  </a:cubicBezTo>
                  <a:cubicBezTo>
                    <a:pt x="2937" y="975"/>
                    <a:pt x="3262" y="2300"/>
                    <a:pt x="2475" y="2388"/>
                  </a:cubicBezTo>
                  <a:cubicBezTo>
                    <a:pt x="2400" y="2388"/>
                    <a:pt x="2400" y="2525"/>
                    <a:pt x="2475" y="2512"/>
                  </a:cubicBezTo>
                  <a:cubicBezTo>
                    <a:pt x="3024" y="2462"/>
                    <a:pt x="3199" y="1788"/>
                    <a:pt x="3137" y="1313"/>
                  </a:cubicBezTo>
                  <a:cubicBezTo>
                    <a:pt x="3074" y="700"/>
                    <a:pt x="2600" y="201"/>
                    <a:pt x="1975" y="101"/>
                  </a:cubicBezTo>
                  <a:cubicBezTo>
                    <a:pt x="1337" y="1"/>
                    <a:pt x="825" y="363"/>
                    <a:pt x="500" y="900"/>
                  </a:cubicBezTo>
                  <a:cubicBezTo>
                    <a:pt x="0" y="1700"/>
                    <a:pt x="125" y="2562"/>
                    <a:pt x="325" y="3425"/>
                  </a:cubicBezTo>
                  <a:cubicBezTo>
                    <a:pt x="350" y="3537"/>
                    <a:pt x="525" y="3500"/>
                    <a:pt x="488" y="33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4" name="Google Shape;2684;p94"/>
            <p:cNvSpPr/>
            <p:nvPr/>
          </p:nvSpPr>
          <p:spPr>
            <a:xfrm>
              <a:off x="665200" y="1745425"/>
              <a:ext cx="44075" cy="33150"/>
            </a:xfrm>
            <a:custGeom>
              <a:rect b="b" l="l" r="r" t="t"/>
              <a:pathLst>
                <a:path extrusionOk="0" h="1326" w="1763">
                  <a:moveTo>
                    <a:pt x="350" y="1175"/>
                  </a:moveTo>
                  <a:cubicBezTo>
                    <a:pt x="262" y="863"/>
                    <a:pt x="312" y="538"/>
                    <a:pt x="625" y="363"/>
                  </a:cubicBezTo>
                  <a:cubicBezTo>
                    <a:pt x="825" y="188"/>
                    <a:pt x="1037" y="238"/>
                    <a:pt x="1262" y="525"/>
                  </a:cubicBezTo>
                  <a:cubicBezTo>
                    <a:pt x="1312" y="650"/>
                    <a:pt x="1300" y="788"/>
                    <a:pt x="1225" y="900"/>
                  </a:cubicBezTo>
                  <a:cubicBezTo>
                    <a:pt x="1112" y="975"/>
                    <a:pt x="1212" y="1150"/>
                    <a:pt x="1325" y="1075"/>
                  </a:cubicBezTo>
                  <a:cubicBezTo>
                    <a:pt x="1762" y="813"/>
                    <a:pt x="1412" y="113"/>
                    <a:pt x="987" y="63"/>
                  </a:cubicBezTo>
                  <a:cubicBezTo>
                    <a:pt x="325" y="0"/>
                    <a:pt x="0" y="688"/>
                    <a:pt x="200" y="1225"/>
                  </a:cubicBezTo>
                  <a:cubicBezTo>
                    <a:pt x="237" y="1325"/>
                    <a:pt x="387" y="1288"/>
                    <a:pt x="350" y="1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5" name="Google Shape;2685;p94"/>
            <p:cNvSpPr/>
            <p:nvPr/>
          </p:nvSpPr>
          <p:spPr>
            <a:xfrm>
              <a:off x="685175" y="1354600"/>
              <a:ext cx="32200" cy="31875"/>
            </a:xfrm>
            <a:custGeom>
              <a:rect b="b" l="l" r="r" t="t"/>
              <a:pathLst>
                <a:path extrusionOk="0" h="1275" w="1288">
                  <a:moveTo>
                    <a:pt x="838" y="825"/>
                  </a:moveTo>
                  <a:lnTo>
                    <a:pt x="838" y="825"/>
                  </a:lnTo>
                  <a:cubicBezTo>
                    <a:pt x="826" y="900"/>
                    <a:pt x="926" y="950"/>
                    <a:pt x="988" y="887"/>
                  </a:cubicBezTo>
                  <a:cubicBezTo>
                    <a:pt x="1288" y="475"/>
                    <a:pt x="663" y="0"/>
                    <a:pt x="326" y="412"/>
                  </a:cubicBezTo>
                  <a:cubicBezTo>
                    <a:pt x="1" y="825"/>
                    <a:pt x="563" y="1275"/>
                    <a:pt x="938" y="950"/>
                  </a:cubicBezTo>
                  <a:cubicBezTo>
                    <a:pt x="1001" y="887"/>
                    <a:pt x="913" y="775"/>
                    <a:pt x="838" y="8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6" name="Google Shape;2686;p94"/>
            <p:cNvSpPr/>
            <p:nvPr/>
          </p:nvSpPr>
          <p:spPr>
            <a:xfrm>
              <a:off x="668300" y="1430500"/>
              <a:ext cx="113125" cy="77500"/>
            </a:xfrm>
            <a:custGeom>
              <a:rect b="b" l="l" r="r" t="t"/>
              <a:pathLst>
                <a:path extrusionOk="0" h="3100" w="4525">
                  <a:moveTo>
                    <a:pt x="151" y="3050"/>
                  </a:moveTo>
                  <a:cubicBezTo>
                    <a:pt x="1338" y="1688"/>
                    <a:pt x="2813" y="926"/>
                    <a:pt x="4437" y="176"/>
                  </a:cubicBezTo>
                  <a:cubicBezTo>
                    <a:pt x="4525" y="138"/>
                    <a:pt x="4462" y="1"/>
                    <a:pt x="4375" y="26"/>
                  </a:cubicBezTo>
                  <a:cubicBezTo>
                    <a:pt x="2663" y="538"/>
                    <a:pt x="1163" y="1550"/>
                    <a:pt x="51" y="2950"/>
                  </a:cubicBezTo>
                  <a:cubicBezTo>
                    <a:pt x="1" y="3012"/>
                    <a:pt x="88" y="3100"/>
                    <a:pt x="151" y="30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7" name="Google Shape;2687;p94"/>
            <p:cNvSpPr/>
            <p:nvPr/>
          </p:nvSpPr>
          <p:spPr>
            <a:xfrm>
              <a:off x="769525" y="1413950"/>
              <a:ext cx="32525" cy="30950"/>
            </a:xfrm>
            <a:custGeom>
              <a:rect b="b" l="l" r="r" t="t"/>
              <a:pathLst>
                <a:path extrusionOk="0" h="1238" w="1301">
                  <a:moveTo>
                    <a:pt x="388" y="850"/>
                  </a:moveTo>
                  <a:cubicBezTo>
                    <a:pt x="751" y="1238"/>
                    <a:pt x="1301" y="700"/>
                    <a:pt x="926" y="350"/>
                  </a:cubicBezTo>
                  <a:cubicBezTo>
                    <a:pt x="551" y="0"/>
                    <a:pt x="1" y="638"/>
                    <a:pt x="451" y="888"/>
                  </a:cubicBezTo>
                  <a:cubicBezTo>
                    <a:pt x="538" y="925"/>
                    <a:pt x="626" y="813"/>
                    <a:pt x="563" y="738"/>
                  </a:cubicBezTo>
                  <a:lnTo>
                    <a:pt x="501" y="738"/>
                  </a:lnTo>
                  <a:cubicBezTo>
                    <a:pt x="426" y="675"/>
                    <a:pt x="326" y="775"/>
                    <a:pt x="388" y="8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8" name="Google Shape;2688;p94"/>
            <p:cNvSpPr/>
            <p:nvPr/>
          </p:nvSpPr>
          <p:spPr>
            <a:xfrm>
              <a:off x="786400" y="1462675"/>
              <a:ext cx="10025" cy="5975"/>
            </a:xfrm>
            <a:custGeom>
              <a:rect b="b" l="l" r="r" t="t"/>
              <a:pathLst>
                <a:path extrusionOk="0" h="239" w="401">
                  <a:moveTo>
                    <a:pt x="126" y="213"/>
                  </a:moveTo>
                  <a:cubicBezTo>
                    <a:pt x="188" y="213"/>
                    <a:pt x="238" y="213"/>
                    <a:pt x="301" y="226"/>
                  </a:cubicBezTo>
                  <a:cubicBezTo>
                    <a:pt x="388" y="238"/>
                    <a:pt x="401" y="113"/>
                    <a:pt x="338" y="76"/>
                  </a:cubicBezTo>
                  <a:cubicBezTo>
                    <a:pt x="276" y="26"/>
                    <a:pt x="201" y="1"/>
                    <a:pt x="126" y="13"/>
                  </a:cubicBezTo>
                  <a:cubicBezTo>
                    <a:pt x="1" y="13"/>
                    <a:pt x="1" y="201"/>
                    <a:pt x="126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9" name="Google Shape;2689;p94"/>
            <p:cNvSpPr/>
            <p:nvPr/>
          </p:nvSpPr>
          <p:spPr>
            <a:xfrm>
              <a:off x="756725" y="1594850"/>
              <a:ext cx="7200" cy="10000"/>
            </a:xfrm>
            <a:custGeom>
              <a:rect b="b" l="l" r="r" t="t"/>
              <a:pathLst>
                <a:path extrusionOk="0" h="400" w="288">
                  <a:moveTo>
                    <a:pt x="38" y="150"/>
                  </a:moveTo>
                  <a:cubicBezTo>
                    <a:pt x="63" y="237"/>
                    <a:pt x="101" y="312"/>
                    <a:pt x="176" y="362"/>
                  </a:cubicBezTo>
                  <a:cubicBezTo>
                    <a:pt x="213" y="400"/>
                    <a:pt x="288" y="362"/>
                    <a:pt x="275" y="300"/>
                  </a:cubicBezTo>
                  <a:cubicBezTo>
                    <a:pt x="263" y="225"/>
                    <a:pt x="238" y="150"/>
                    <a:pt x="188" y="88"/>
                  </a:cubicBezTo>
                  <a:cubicBezTo>
                    <a:pt x="151" y="0"/>
                    <a:pt x="1" y="63"/>
                    <a:pt x="38" y="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0" name="Google Shape;2690;p94"/>
            <p:cNvSpPr/>
            <p:nvPr/>
          </p:nvSpPr>
          <p:spPr>
            <a:xfrm>
              <a:off x="627075" y="1453625"/>
              <a:ext cx="27825" cy="156850"/>
            </a:xfrm>
            <a:custGeom>
              <a:rect b="b" l="l" r="r" t="t"/>
              <a:pathLst>
                <a:path extrusionOk="0" h="6274" w="1113">
                  <a:moveTo>
                    <a:pt x="188" y="6174"/>
                  </a:moveTo>
                  <a:cubicBezTo>
                    <a:pt x="250" y="4899"/>
                    <a:pt x="500" y="3675"/>
                    <a:pt x="775" y="2437"/>
                  </a:cubicBezTo>
                  <a:cubicBezTo>
                    <a:pt x="950" y="1625"/>
                    <a:pt x="1113" y="913"/>
                    <a:pt x="788" y="113"/>
                  </a:cubicBezTo>
                  <a:cubicBezTo>
                    <a:pt x="750" y="1"/>
                    <a:pt x="588" y="51"/>
                    <a:pt x="613" y="163"/>
                  </a:cubicBezTo>
                  <a:cubicBezTo>
                    <a:pt x="925" y="1338"/>
                    <a:pt x="488" y="2462"/>
                    <a:pt x="250" y="3625"/>
                  </a:cubicBezTo>
                  <a:cubicBezTo>
                    <a:pt x="75" y="4462"/>
                    <a:pt x="0" y="5312"/>
                    <a:pt x="0" y="6174"/>
                  </a:cubicBezTo>
                  <a:cubicBezTo>
                    <a:pt x="25" y="6274"/>
                    <a:pt x="175" y="6274"/>
                    <a:pt x="188" y="6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1" name="Google Shape;2691;p94"/>
            <p:cNvSpPr/>
            <p:nvPr/>
          </p:nvSpPr>
          <p:spPr>
            <a:xfrm>
              <a:off x="627075" y="1432375"/>
              <a:ext cx="30950" cy="33150"/>
            </a:xfrm>
            <a:custGeom>
              <a:rect b="b" l="l" r="r" t="t"/>
              <a:pathLst>
                <a:path extrusionOk="0" h="1326" w="1238">
                  <a:moveTo>
                    <a:pt x="800" y="976"/>
                  </a:moveTo>
                  <a:cubicBezTo>
                    <a:pt x="1238" y="551"/>
                    <a:pt x="513" y="1"/>
                    <a:pt x="225" y="476"/>
                  </a:cubicBezTo>
                  <a:cubicBezTo>
                    <a:pt x="0" y="851"/>
                    <a:pt x="663" y="1325"/>
                    <a:pt x="813" y="851"/>
                  </a:cubicBezTo>
                  <a:cubicBezTo>
                    <a:pt x="825" y="763"/>
                    <a:pt x="725" y="701"/>
                    <a:pt x="650" y="763"/>
                  </a:cubicBezTo>
                  <a:cubicBezTo>
                    <a:pt x="663" y="801"/>
                    <a:pt x="675" y="838"/>
                    <a:pt x="688" y="876"/>
                  </a:cubicBezTo>
                  <a:cubicBezTo>
                    <a:pt x="638" y="963"/>
                    <a:pt x="738" y="1038"/>
                    <a:pt x="813" y="9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2" name="Google Shape;2692;p94"/>
            <p:cNvSpPr/>
            <p:nvPr/>
          </p:nvSpPr>
          <p:spPr>
            <a:xfrm>
              <a:off x="684550" y="1388025"/>
              <a:ext cx="22525" cy="72800"/>
            </a:xfrm>
            <a:custGeom>
              <a:rect b="b" l="l" r="r" t="t"/>
              <a:pathLst>
                <a:path extrusionOk="0" h="2912" w="901">
                  <a:moveTo>
                    <a:pt x="801" y="2650"/>
                  </a:moveTo>
                  <a:cubicBezTo>
                    <a:pt x="213" y="2012"/>
                    <a:pt x="263" y="975"/>
                    <a:pt x="451" y="188"/>
                  </a:cubicBezTo>
                  <a:cubicBezTo>
                    <a:pt x="488" y="63"/>
                    <a:pt x="326" y="0"/>
                    <a:pt x="251" y="113"/>
                  </a:cubicBezTo>
                  <a:cubicBezTo>
                    <a:pt x="1" y="525"/>
                    <a:pt x="26" y="1225"/>
                    <a:pt x="101" y="1687"/>
                  </a:cubicBezTo>
                  <a:cubicBezTo>
                    <a:pt x="151" y="2112"/>
                    <a:pt x="338" y="2500"/>
                    <a:pt x="638" y="2812"/>
                  </a:cubicBezTo>
                  <a:cubicBezTo>
                    <a:pt x="738" y="2912"/>
                    <a:pt x="901" y="2750"/>
                    <a:pt x="788" y="2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3" name="Google Shape;2693;p94"/>
            <p:cNvSpPr/>
            <p:nvPr/>
          </p:nvSpPr>
          <p:spPr>
            <a:xfrm>
              <a:off x="690175" y="1388950"/>
              <a:ext cx="23775" cy="70625"/>
            </a:xfrm>
            <a:custGeom>
              <a:rect b="b" l="l" r="r" t="t"/>
              <a:pathLst>
                <a:path extrusionOk="0" h="2825" w="951">
                  <a:moveTo>
                    <a:pt x="88" y="213"/>
                  </a:moveTo>
                  <a:cubicBezTo>
                    <a:pt x="763" y="763"/>
                    <a:pt x="501" y="1938"/>
                    <a:pt x="401" y="2650"/>
                  </a:cubicBezTo>
                  <a:cubicBezTo>
                    <a:pt x="376" y="2750"/>
                    <a:pt x="513" y="2825"/>
                    <a:pt x="576" y="2725"/>
                  </a:cubicBezTo>
                  <a:cubicBezTo>
                    <a:pt x="951" y="2013"/>
                    <a:pt x="888" y="588"/>
                    <a:pt x="201" y="63"/>
                  </a:cubicBezTo>
                  <a:cubicBezTo>
                    <a:pt x="113" y="1"/>
                    <a:pt x="1" y="138"/>
                    <a:pt x="88" y="2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4" name="Google Shape;2694;p94"/>
            <p:cNvSpPr/>
            <p:nvPr/>
          </p:nvSpPr>
          <p:spPr>
            <a:xfrm>
              <a:off x="642075" y="1541100"/>
              <a:ext cx="56875" cy="18150"/>
            </a:xfrm>
            <a:custGeom>
              <a:rect b="b" l="l" r="r" t="t"/>
              <a:pathLst>
                <a:path extrusionOk="0" h="726" w="2275">
                  <a:moveTo>
                    <a:pt x="113" y="500"/>
                  </a:moveTo>
                  <a:cubicBezTo>
                    <a:pt x="800" y="725"/>
                    <a:pt x="1537" y="638"/>
                    <a:pt x="2150" y="251"/>
                  </a:cubicBezTo>
                  <a:cubicBezTo>
                    <a:pt x="2275" y="188"/>
                    <a:pt x="2162" y="1"/>
                    <a:pt x="2037" y="63"/>
                  </a:cubicBezTo>
                  <a:cubicBezTo>
                    <a:pt x="1475" y="401"/>
                    <a:pt x="800" y="488"/>
                    <a:pt x="163" y="313"/>
                  </a:cubicBezTo>
                  <a:cubicBezTo>
                    <a:pt x="50" y="288"/>
                    <a:pt x="0" y="463"/>
                    <a:pt x="113" y="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5" name="Google Shape;2695;p94"/>
            <p:cNvSpPr/>
            <p:nvPr/>
          </p:nvSpPr>
          <p:spPr>
            <a:xfrm>
              <a:off x="642375" y="1531100"/>
              <a:ext cx="55950" cy="20950"/>
            </a:xfrm>
            <a:custGeom>
              <a:rect b="b" l="l" r="r" t="t"/>
              <a:pathLst>
                <a:path extrusionOk="0" h="838" w="2238">
                  <a:moveTo>
                    <a:pt x="2113" y="438"/>
                  </a:moveTo>
                  <a:cubicBezTo>
                    <a:pt x="1763" y="313"/>
                    <a:pt x="1" y="1"/>
                    <a:pt x="113" y="776"/>
                  </a:cubicBezTo>
                  <a:cubicBezTo>
                    <a:pt x="126" y="813"/>
                    <a:pt x="176" y="838"/>
                    <a:pt x="213" y="826"/>
                  </a:cubicBezTo>
                  <a:cubicBezTo>
                    <a:pt x="463" y="738"/>
                    <a:pt x="626" y="588"/>
                    <a:pt x="913" y="538"/>
                  </a:cubicBezTo>
                  <a:cubicBezTo>
                    <a:pt x="1300" y="488"/>
                    <a:pt x="1688" y="526"/>
                    <a:pt x="2050" y="663"/>
                  </a:cubicBezTo>
                  <a:cubicBezTo>
                    <a:pt x="2188" y="701"/>
                    <a:pt x="2238" y="501"/>
                    <a:pt x="2113" y="4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6" name="Google Shape;2696;p94"/>
            <p:cNvSpPr/>
            <p:nvPr/>
          </p:nvSpPr>
          <p:spPr>
            <a:xfrm>
              <a:off x="703625" y="1808525"/>
              <a:ext cx="26875" cy="82825"/>
            </a:xfrm>
            <a:custGeom>
              <a:rect b="b" l="l" r="r" t="t"/>
              <a:pathLst>
                <a:path extrusionOk="0" h="3313" w="1075">
                  <a:moveTo>
                    <a:pt x="350" y="3162"/>
                  </a:moveTo>
                  <a:cubicBezTo>
                    <a:pt x="288" y="2600"/>
                    <a:pt x="325" y="2038"/>
                    <a:pt x="462" y="1500"/>
                  </a:cubicBezTo>
                  <a:cubicBezTo>
                    <a:pt x="600" y="1013"/>
                    <a:pt x="887" y="613"/>
                    <a:pt x="1050" y="138"/>
                  </a:cubicBezTo>
                  <a:cubicBezTo>
                    <a:pt x="1075" y="63"/>
                    <a:pt x="962" y="1"/>
                    <a:pt x="912" y="63"/>
                  </a:cubicBezTo>
                  <a:cubicBezTo>
                    <a:pt x="138" y="813"/>
                    <a:pt x="0" y="2175"/>
                    <a:pt x="138" y="3187"/>
                  </a:cubicBezTo>
                  <a:cubicBezTo>
                    <a:pt x="163" y="3312"/>
                    <a:pt x="363" y="3287"/>
                    <a:pt x="350" y="3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7" name="Google Shape;2697;p94"/>
            <p:cNvSpPr/>
            <p:nvPr/>
          </p:nvSpPr>
          <p:spPr>
            <a:xfrm>
              <a:off x="708300" y="1808525"/>
              <a:ext cx="30950" cy="100950"/>
            </a:xfrm>
            <a:custGeom>
              <a:rect b="b" l="l" r="r" t="t"/>
              <a:pathLst>
                <a:path extrusionOk="0" h="4038" w="1238">
                  <a:moveTo>
                    <a:pt x="788" y="201"/>
                  </a:moveTo>
                  <a:cubicBezTo>
                    <a:pt x="900" y="876"/>
                    <a:pt x="1000" y="1575"/>
                    <a:pt x="850" y="2250"/>
                  </a:cubicBezTo>
                  <a:cubicBezTo>
                    <a:pt x="713" y="2800"/>
                    <a:pt x="400" y="3287"/>
                    <a:pt x="88" y="3762"/>
                  </a:cubicBezTo>
                  <a:cubicBezTo>
                    <a:pt x="1" y="3900"/>
                    <a:pt x="226" y="4037"/>
                    <a:pt x="313" y="3887"/>
                  </a:cubicBezTo>
                  <a:cubicBezTo>
                    <a:pt x="688" y="3325"/>
                    <a:pt x="1038" y="2738"/>
                    <a:pt x="1138" y="2050"/>
                  </a:cubicBezTo>
                  <a:cubicBezTo>
                    <a:pt x="1238" y="1425"/>
                    <a:pt x="1113" y="763"/>
                    <a:pt x="1000" y="138"/>
                  </a:cubicBezTo>
                  <a:cubicBezTo>
                    <a:pt x="975" y="1"/>
                    <a:pt x="763" y="63"/>
                    <a:pt x="788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8" name="Google Shape;2698;p94"/>
            <p:cNvSpPr/>
            <p:nvPr/>
          </p:nvSpPr>
          <p:spPr>
            <a:xfrm>
              <a:off x="887000" y="1496125"/>
              <a:ext cx="8475" cy="8125"/>
            </a:xfrm>
            <a:custGeom>
              <a:rect b="b" l="l" r="r" t="t"/>
              <a:pathLst>
                <a:path extrusionOk="0" h="325" w="339">
                  <a:moveTo>
                    <a:pt x="251" y="13"/>
                  </a:moveTo>
                  <a:cubicBezTo>
                    <a:pt x="163" y="0"/>
                    <a:pt x="76" y="38"/>
                    <a:pt x="38" y="113"/>
                  </a:cubicBezTo>
                  <a:cubicBezTo>
                    <a:pt x="13" y="125"/>
                    <a:pt x="1" y="163"/>
                    <a:pt x="13" y="188"/>
                  </a:cubicBezTo>
                  <a:cubicBezTo>
                    <a:pt x="26" y="213"/>
                    <a:pt x="26" y="250"/>
                    <a:pt x="38" y="275"/>
                  </a:cubicBezTo>
                  <a:cubicBezTo>
                    <a:pt x="51" y="300"/>
                    <a:pt x="113" y="325"/>
                    <a:pt x="138" y="288"/>
                  </a:cubicBezTo>
                  <a:lnTo>
                    <a:pt x="276" y="150"/>
                  </a:lnTo>
                  <a:cubicBezTo>
                    <a:pt x="338" y="125"/>
                    <a:pt x="338" y="0"/>
                    <a:pt x="251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9" name="Google Shape;2699;p94"/>
            <p:cNvSpPr/>
            <p:nvPr/>
          </p:nvSpPr>
          <p:spPr>
            <a:xfrm>
              <a:off x="893575" y="1496125"/>
              <a:ext cx="58750" cy="15000"/>
            </a:xfrm>
            <a:custGeom>
              <a:rect b="b" l="l" r="r" t="t"/>
              <a:pathLst>
                <a:path extrusionOk="0" h="600" w="2350">
                  <a:moveTo>
                    <a:pt x="50" y="125"/>
                  </a:moveTo>
                  <a:cubicBezTo>
                    <a:pt x="725" y="462"/>
                    <a:pt x="1525" y="600"/>
                    <a:pt x="2262" y="375"/>
                  </a:cubicBezTo>
                  <a:cubicBezTo>
                    <a:pt x="2350" y="350"/>
                    <a:pt x="2337" y="188"/>
                    <a:pt x="2237" y="200"/>
                  </a:cubicBezTo>
                  <a:cubicBezTo>
                    <a:pt x="1487" y="288"/>
                    <a:pt x="812" y="288"/>
                    <a:pt x="100" y="25"/>
                  </a:cubicBezTo>
                  <a:cubicBezTo>
                    <a:pt x="38" y="0"/>
                    <a:pt x="0" y="100"/>
                    <a:pt x="50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0" name="Google Shape;2700;p94"/>
            <p:cNvSpPr/>
            <p:nvPr/>
          </p:nvSpPr>
          <p:spPr>
            <a:xfrm>
              <a:off x="927000" y="1501125"/>
              <a:ext cx="25325" cy="17200"/>
            </a:xfrm>
            <a:custGeom>
              <a:rect b="b" l="l" r="r" t="t"/>
              <a:pathLst>
                <a:path extrusionOk="0" h="688" w="1013">
                  <a:moveTo>
                    <a:pt x="825" y="75"/>
                  </a:moveTo>
                  <a:cubicBezTo>
                    <a:pt x="613" y="337"/>
                    <a:pt x="375" y="412"/>
                    <a:pt x="75" y="525"/>
                  </a:cubicBezTo>
                  <a:cubicBezTo>
                    <a:pt x="0" y="562"/>
                    <a:pt x="0" y="687"/>
                    <a:pt x="100" y="675"/>
                  </a:cubicBezTo>
                  <a:cubicBezTo>
                    <a:pt x="450" y="662"/>
                    <a:pt x="763" y="475"/>
                    <a:pt x="963" y="187"/>
                  </a:cubicBezTo>
                  <a:cubicBezTo>
                    <a:pt x="1013" y="100"/>
                    <a:pt x="888" y="0"/>
                    <a:pt x="825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1" name="Google Shape;2701;p94"/>
            <p:cNvSpPr/>
            <p:nvPr/>
          </p:nvSpPr>
          <p:spPr>
            <a:xfrm>
              <a:off x="886700" y="1501125"/>
              <a:ext cx="26575" cy="55300"/>
            </a:xfrm>
            <a:custGeom>
              <a:rect b="b" l="l" r="r" t="t"/>
              <a:pathLst>
                <a:path extrusionOk="0" h="2212" w="1063">
                  <a:moveTo>
                    <a:pt x="38" y="138"/>
                  </a:moveTo>
                  <a:cubicBezTo>
                    <a:pt x="213" y="437"/>
                    <a:pt x="363" y="750"/>
                    <a:pt x="488" y="1087"/>
                  </a:cubicBezTo>
                  <a:cubicBezTo>
                    <a:pt x="600" y="1437"/>
                    <a:pt x="525" y="1737"/>
                    <a:pt x="488" y="2099"/>
                  </a:cubicBezTo>
                  <a:cubicBezTo>
                    <a:pt x="475" y="2187"/>
                    <a:pt x="600" y="2212"/>
                    <a:pt x="638" y="2137"/>
                  </a:cubicBezTo>
                  <a:cubicBezTo>
                    <a:pt x="1062" y="1437"/>
                    <a:pt x="600" y="600"/>
                    <a:pt x="125" y="50"/>
                  </a:cubicBezTo>
                  <a:cubicBezTo>
                    <a:pt x="75" y="0"/>
                    <a:pt x="0" y="75"/>
                    <a:pt x="25" y="1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2" name="Google Shape;2702;p94"/>
            <p:cNvSpPr/>
            <p:nvPr/>
          </p:nvSpPr>
          <p:spPr>
            <a:xfrm>
              <a:off x="897000" y="1522975"/>
              <a:ext cx="17200" cy="34700"/>
            </a:xfrm>
            <a:custGeom>
              <a:rect b="b" l="l" r="r" t="t"/>
              <a:pathLst>
                <a:path extrusionOk="0" h="1388" w="688">
                  <a:moveTo>
                    <a:pt x="301" y="1263"/>
                  </a:moveTo>
                  <a:cubicBezTo>
                    <a:pt x="563" y="938"/>
                    <a:pt x="688" y="513"/>
                    <a:pt x="638" y="101"/>
                  </a:cubicBezTo>
                  <a:cubicBezTo>
                    <a:pt x="613" y="1"/>
                    <a:pt x="463" y="38"/>
                    <a:pt x="463" y="126"/>
                  </a:cubicBezTo>
                  <a:cubicBezTo>
                    <a:pt x="438" y="513"/>
                    <a:pt x="375" y="813"/>
                    <a:pt x="113" y="1101"/>
                  </a:cubicBezTo>
                  <a:cubicBezTo>
                    <a:pt x="1" y="1238"/>
                    <a:pt x="201" y="1388"/>
                    <a:pt x="301" y="1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3" name="Google Shape;2703;p94"/>
            <p:cNvSpPr/>
            <p:nvPr/>
          </p:nvSpPr>
          <p:spPr>
            <a:xfrm>
              <a:off x="907925" y="1521425"/>
              <a:ext cx="22850" cy="11275"/>
            </a:xfrm>
            <a:custGeom>
              <a:rect b="b" l="l" r="r" t="t"/>
              <a:pathLst>
                <a:path extrusionOk="0" h="451" w="914">
                  <a:moveTo>
                    <a:pt x="126" y="213"/>
                  </a:moveTo>
                  <a:cubicBezTo>
                    <a:pt x="351" y="275"/>
                    <a:pt x="551" y="388"/>
                    <a:pt x="776" y="425"/>
                  </a:cubicBezTo>
                  <a:cubicBezTo>
                    <a:pt x="863" y="450"/>
                    <a:pt x="913" y="338"/>
                    <a:pt x="838" y="288"/>
                  </a:cubicBezTo>
                  <a:cubicBezTo>
                    <a:pt x="638" y="163"/>
                    <a:pt x="413" y="75"/>
                    <a:pt x="176" y="38"/>
                  </a:cubicBezTo>
                  <a:cubicBezTo>
                    <a:pt x="51" y="0"/>
                    <a:pt x="1" y="175"/>
                    <a:pt x="126" y="2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4" name="Google Shape;2704;p94"/>
            <p:cNvSpPr/>
            <p:nvPr/>
          </p:nvSpPr>
          <p:spPr>
            <a:xfrm>
              <a:off x="915425" y="1512975"/>
              <a:ext cx="16275" cy="19725"/>
            </a:xfrm>
            <a:custGeom>
              <a:rect b="b" l="l" r="r" t="t"/>
              <a:pathLst>
                <a:path extrusionOk="0" h="789" w="651">
                  <a:moveTo>
                    <a:pt x="588" y="563"/>
                  </a:moveTo>
                  <a:cubicBezTo>
                    <a:pt x="501" y="376"/>
                    <a:pt x="376" y="201"/>
                    <a:pt x="213" y="63"/>
                  </a:cubicBezTo>
                  <a:cubicBezTo>
                    <a:pt x="138" y="1"/>
                    <a:pt x="1" y="88"/>
                    <a:pt x="63" y="176"/>
                  </a:cubicBezTo>
                  <a:cubicBezTo>
                    <a:pt x="176" y="351"/>
                    <a:pt x="288" y="501"/>
                    <a:pt x="401" y="663"/>
                  </a:cubicBezTo>
                  <a:cubicBezTo>
                    <a:pt x="476" y="788"/>
                    <a:pt x="651" y="688"/>
                    <a:pt x="588" y="5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5" name="Google Shape;2705;p94"/>
            <p:cNvSpPr/>
            <p:nvPr/>
          </p:nvSpPr>
          <p:spPr>
            <a:xfrm>
              <a:off x="917300" y="1513300"/>
              <a:ext cx="17225" cy="6900"/>
            </a:xfrm>
            <a:custGeom>
              <a:rect b="b" l="l" r="r" t="t"/>
              <a:pathLst>
                <a:path extrusionOk="0" h="276" w="689">
                  <a:moveTo>
                    <a:pt x="126" y="225"/>
                  </a:moveTo>
                  <a:cubicBezTo>
                    <a:pt x="288" y="275"/>
                    <a:pt x="463" y="250"/>
                    <a:pt x="613" y="163"/>
                  </a:cubicBezTo>
                  <a:cubicBezTo>
                    <a:pt x="688" y="113"/>
                    <a:pt x="626" y="0"/>
                    <a:pt x="551" y="25"/>
                  </a:cubicBezTo>
                  <a:lnTo>
                    <a:pt x="176" y="38"/>
                  </a:lnTo>
                  <a:cubicBezTo>
                    <a:pt x="51" y="13"/>
                    <a:pt x="1" y="188"/>
                    <a:pt x="126" y="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6" name="Google Shape;2706;p94"/>
            <p:cNvSpPr/>
            <p:nvPr/>
          </p:nvSpPr>
          <p:spPr>
            <a:xfrm>
              <a:off x="926050" y="1528925"/>
              <a:ext cx="28775" cy="23450"/>
            </a:xfrm>
            <a:custGeom>
              <a:rect b="b" l="l" r="r" t="t"/>
              <a:pathLst>
                <a:path extrusionOk="0" h="938" w="1151">
                  <a:moveTo>
                    <a:pt x="501" y="163"/>
                  </a:moveTo>
                  <a:cubicBezTo>
                    <a:pt x="1" y="263"/>
                    <a:pt x="276" y="937"/>
                    <a:pt x="713" y="838"/>
                  </a:cubicBezTo>
                  <a:cubicBezTo>
                    <a:pt x="1150" y="750"/>
                    <a:pt x="1013" y="0"/>
                    <a:pt x="513" y="150"/>
                  </a:cubicBezTo>
                  <a:cubicBezTo>
                    <a:pt x="401" y="188"/>
                    <a:pt x="426" y="350"/>
                    <a:pt x="538" y="350"/>
                  </a:cubicBezTo>
                  <a:cubicBezTo>
                    <a:pt x="538" y="350"/>
                    <a:pt x="538" y="325"/>
                    <a:pt x="551" y="325"/>
                  </a:cubicBezTo>
                  <a:cubicBezTo>
                    <a:pt x="663" y="288"/>
                    <a:pt x="613" y="125"/>
                    <a:pt x="501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7" name="Google Shape;2707;p94"/>
            <p:cNvSpPr/>
            <p:nvPr/>
          </p:nvSpPr>
          <p:spPr>
            <a:xfrm>
              <a:off x="6209675" y="1202450"/>
              <a:ext cx="551125" cy="190275"/>
            </a:xfrm>
            <a:custGeom>
              <a:rect b="b" l="l" r="r" t="t"/>
              <a:pathLst>
                <a:path extrusionOk="0" h="7611" w="22045">
                  <a:moveTo>
                    <a:pt x="225" y="2949"/>
                  </a:moveTo>
                  <a:cubicBezTo>
                    <a:pt x="5049" y="7611"/>
                    <a:pt x="11447" y="0"/>
                    <a:pt x="17096" y="1300"/>
                  </a:cubicBezTo>
                  <a:cubicBezTo>
                    <a:pt x="20083" y="2000"/>
                    <a:pt x="22045" y="4312"/>
                    <a:pt x="21945" y="7373"/>
                  </a:cubicBezTo>
                  <a:cubicBezTo>
                    <a:pt x="21932" y="7461"/>
                    <a:pt x="21820" y="7461"/>
                    <a:pt x="21807" y="7373"/>
                  </a:cubicBezTo>
                  <a:cubicBezTo>
                    <a:pt x="21532" y="1100"/>
                    <a:pt x="14534" y="887"/>
                    <a:pt x="10173" y="2724"/>
                  </a:cubicBezTo>
                  <a:cubicBezTo>
                    <a:pt x="8448" y="3449"/>
                    <a:pt x="6736" y="4437"/>
                    <a:pt x="4837" y="4661"/>
                  </a:cubicBezTo>
                  <a:cubicBezTo>
                    <a:pt x="2937" y="4886"/>
                    <a:pt x="1425" y="4387"/>
                    <a:pt x="88" y="3087"/>
                  </a:cubicBezTo>
                  <a:cubicBezTo>
                    <a:pt x="0" y="2999"/>
                    <a:pt x="125" y="2874"/>
                    <a:pt x="213" y="294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8" name="Google Shape;2708;p94"/>
            <p:cNvSpPr/>
            <p:nvPr/>
          </p:nvSpPr>
          <p:spPr>
            <a:xfrm>
              <a:off x="6575200" y="1369575"/>
              <a:ext cx="180925" cy="121575"/>
            </a:xfrm>
            <a:custGeom>
              <a:rect b="b" l="l" r="r" t="t"/>
              <a:pathLst>
                <a:path extrusionOk="0" h="4863" w="7237">
                  <a:moveTo>
                    <a:pt x="7224" y="1688"/>
                  </a:moveTo>
                  <a:cubicBezTo>
                    <a:pt x="7086" y="3700"/>
                    <a:pt x="4624" y="4862"/>
                    <a:pt x="2825" y="4325"/>
                  </a:cubicBezTo>
                  <a:cubicBezTo>
                    <a:pt x="1313" y="3875"/>
                    <a:pt x="0" y="1338"/>
                    <a:pt x="1388" y="88"/>
                  </a:cubicBezTo>
                  <a:cubicBezTo>
                    <a:pt x="1463" y="1"/>
                    <a:pt x="1588" y="126"/>
                    <a:pt x="1500" y="201"/>
                  </a:cubicBezTo>
                  <a:cubicBezTo>
                    <a:pt x="113" y="1725"/>
                    <a:pt x="1775" y="4025"/>
                    <a:pt x="3400" y="4225"/>
                  </a:cubicBezTo>
                  <a:cubicBezTo>
                    <a:pt x="4949" y="4425"/>
                    <a:pt x="6911" y="3413"/>
                    <a:pt x="7024" y="1688"/>
                  </a:cubicBezTo>
                  <a:cubicBezTo>
                    <a:pt x="7036" y="1563"/>
                    <a:pt x="7236" y="1563"/>
                    <a:pt x="7224" y="16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9" name="Google Shape;2709;p94"/>
            <p:cNvSpPr/>
            <p:nvPr/>
          </p:nvSpPr>
          <p:spPr>
            <a:xfrm>
              <a:off x="6628300" y="1348025"/>
              <a:ext cx="73450" cy="77200"/>
            </a:xfrm>
            <a:custGeom>
              <a:rect b="b" l="l" r="r" t="t"/>
              <a:pathLst>
                <a:path extrusionOk="0" h="3088" w="2938">
                  <a:moveTo>
                    <a:pt x="88" y="488"/>
                  </a:moveTo>
                  <a:cubicBezTo>
                    <a:pt x="913" y="1"/>
                    <a:pt x="2138" y="351"/>
                    <a:pt x="2550" y="1238"/>
                  </a:cubicBezTo>
                  <a:cubicBezTo>
                    <a:pt x="2938" y="2063"/>
                    <a:pt x="2325" y="2987"/>
                    <a:pt x="1451" y="3075"/>
                  </a:cubicBezTo>
                  <a:cubicBezTo>
                    <a:pt x="1338" y="3087"/>
                    <a:pt x="1313" y="2900"/>
                    <a:pt x="1426" y="2887"/>
                  </a:cubicBezTo>
                  <a:cubicBezTo>
                    <a:pt x="2238" y="2737"/>
                    <a:pt x="2738" y="1913"/>
                    <a:pt x="2275" y="1163"/>
                  </a:cubicBezTo>
                  <a:cubicBezTo>
                    <a:pt x="1800" y="476"/>
                    <a:pt x="901" y="251"/>
                    <a:pt x="163" y="625"/>
                  </a:cubicBezTo>
                  <a:cubicBezTo>
                    <a:pt x="76" y="675"/>
                    <a:pt x="1" y="538"/>
                    <a:pt x="88" y="4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0" name="Google Shape;2710;p94"/>
            <p:cNvSpPr/>
            <p:nvPr/>
          </p:nvSpPr>
          <p:spPr>
            <a:xfrm>
              <a:off x="6655500" y="1418950"/>
              <a:ext cx="25" cy="325"/>
            </a:xfrm>
            <a:custGeom>
              <a:rect b="b" l="l" r="r" t="t"/>
              <a:pathLst>
                <a:path extrusionOk="0" h="13" w="1">
                  <a:moveTo>
                    <a:pt x="0" y="1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1" name="Google Shape;2711;p94"/>
            <p:cNvSpPr/>
            <p:nvPr/>
          </p:nvSpPr>
          <p:spPr>
            <a:xfrm>
              <a:off x="6641425" y="1240875"/>
              <a:ext cx="206550" cy="104050"/>
            </a:xfrm>
            <a:custGeom>
              <a:rect b="b" l="l" r="r" t="t"/>
              <a:pathLst>
                <a:path extrusionOk="0" h="4162" w="8262">
                  <a:moveTo>
                    <a:pt x="138" y="25"/>
                  </a:moveTo>
                  <a:cubicBezTo>
                    <a:pt x="1263" y="263"/>
                    <a:pt x="2325" y="725"/>
                    <a:pt x="3275" y="1375"/>
                  </a:cubicBezTo>
                  <a:cubicBezTo>
                    <a:pt x="4725" y="2387"/>
                    <a:pt x="6199" y="4162"/>
                    <a:pt x="8086" y="2875"/>
                  </a:cubicBezTo>
                  <a:cubicBezTo>
                    <a:pt x="8161" y="2825"/>
                    <a:pt x="8261" y="2950"/>
                    <a:pt x="8186" y="3012"/>
                  </a:cubicBezTo>
                  <a:cubicBezTo>
                    <a:pt x="7436" y="3699"/>
                    <a:pt x="6487" y="3699"/>
                    <a:pt x="5562" y="3299"/>
                  </a:cubicBezTo>
                  <a:cubicBezTo>
                    <a:pt x="4887" y="2999"/>
                    <a:pt x="4362" y="2475"/>
                    <a:pt x="3787" y="2025"/>
                  </a:cubicBezTo>
                  <a:cubicBezTo>
                    <a:pt x="2713" y="1137"/>
                    <a:pt x="1450" y="500"/>
                    <a:pt x="88" y="175"/>
                  </a:cubicBezTo>
                  <a:cubicBezTo>
                    <a:pt x="1" y="150"/>
                    <a:pt x="38" y="0"/>
                    <a:pt x="138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2" name="Google Shape;2712;p94"/>
            <p:cNvSpPr/>
            <p:nvPr/>
          </p:nvSpPr>
          <p:spPr>
            <a:xfrm>
              <a:off x="6499275" y="1245875"/>
              <a:ext cx="88450" cy="80000"/>
            </a:xfrm>
            <a:custGeom>
              <a:rect b="b" l="l" r="r" t="t"/>
              <a:pathLst>
                <a:path extrusionOk="0" h="3200" w="3538">
                  <a:moveTo>
                    <a:pt x="101" y="313"/>
                  </a:moveTo>
                  <a:cubicBezTo>
                    <a:pt x="988" y="113"/>
                    <a:pt x="1838" y="0"/>
                    <a:pt x="2638" y="488"/>
                  </a:cubicBezTo>
                  <a:cubicBezTo>
                    <a:pt x="3175" y="813"/>
                    <a:pt x="3537" y="1325"/>
                    <a:pt x="3437" y="1975"/>
                  </a:cubicBezTo>
                  <a:cubicBezTo>
                    <a:pt x="3337" y="2587"/>
                    <a:pt x="2838" y="3062"/>
                    <a:pt x="2225" y="3137"/>
                  </a:cubicBezTo>
                  <a:cubicBezTo>
                    <a:pt x="1750" y="3187"/>
                    <a:pt x="1075" y="3024"/>
                    <a:pt x="1026" y="2475"/>
                  </a:cubicBezTo>
                  <a:cubicBezTo>
                    <a:pt x="1013" y="2387"/>
                    <a:pt x="1150" y="2387"/>
                    <a:pt x="1150" y="2475"/>
                  </a:cubicBezTo>
                  <a:cubicBezTo>
                    <a:pt x="1225" y="3199"/>
                    <a:pt x="2438" y="2937"/>
                    <a:pt x="2750" y="2712"/>
                  </a:cubicBezTo>
                  <a:cubicBezTo>
                    <a:pt x="3237" y="2362"/>
                    <a:pt x="3387" y="1700"/>
                    <a:pt x="3087" y="1175"/>
                  </a:cubicBezTo>
                  <a:cubicBezTo>
                    <a:pt x="2475" y="163"/>
                    <a:pt x="1125" y="263"/>
                    <a:pt x="151" y="488"/>
                  </a:cubicBezTo>
                  <a:cubicBezTo>
                    <a:pt x="38" y="513"/>
                    <a:pt x="1" y="338"/>
                    <a:pt x="101" y="3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3" name="Google Shape;2713;p94"/>
            <p:cNvSpPr/>
            <p:nvPr/>
          </p:nvSpPr>
          <p:spPr>
            <a:xfrm>
              <a:off x="6443675" y="1272100"/>
              <a:ext cx="33125" cy="43775"/>
            </a:xfrm>
            <a:custGeom>
              <a:rect b="b" l="l" r="r" t="t"/>
              <a:pathLst>
                <a:path extrusionOk="0" h="1751" w="1325">
                  <a:moveTo>
                    <a:pt x="88" y="188"/>
                  </a:moveTo>
                  <a:cubicBezTo>
                    <a:pt x="638" y="1"/>
                    <a:pt x="1325" y="326"/>
                    <a:pt x="1250" y="976"/>
                  </a:cubicBezTo>
                  <a:cubicBezTo>
                    <a:pt x="1200" y="1413"/>
                    <a:pt x="500" y="1750"/>
                    <a:pt x="238" y="1326"/>
                  </a:cubicBezTo>
                  <a:cubicBezTo>
                    <a:pt x="175" y="1213"/>
                    <a:pt x="350" y="1101"/>
                    <a:pt x="425" y="1213"/>
                  </a:cubicBezTo>
                  <a:cubicBezTo>
                    <a:pt x="538" y="1288"/>
                    <a:pt x="675" y="1301"/>
                    <a:pt x="800" y="1263"/>
                  </a:cubicBezTo>
                  <a:cubicBezTo>
                    <a:pt x="1075" y="1026"/>
                    <a:pt x="1125" y="813"/>
                    <a:pt x="950" y="613"/>
                  </a:cubicBezTo>
                  <a:cubicBezTo>
                    <a:pt x="788" y="301"/>
                    <a:pt x="450" y="263"/>
                    <a:pt x="138" y="351"/>
                  </a:cubicBezTo>
                  <a:cubicBezTo>
                    <a:pt x="38" y="376"/>
                    <a:pt x="0" y="226"/>
                    <a:pt x="100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4" name="Google Shape;2714;p94"/>
            <p:cNvSpPr/>
            <p:nvPr/>
          </p:nvSpPr>
          <p:spPr>
            <a:xfrm>
              <a:off x="6835450" y="1292100"/>
              <a:ext cx="31875" cy="31900"/>
            </a:xfrm>
            <a:custGeom>
              <a:rect b="b" l="l" r="r" t="t"/>
              <a:pathLst>
                <a:path extrusionOk="0" h="1276" w="1275">
                  <a:moveTo>
                    <a:pt x="325" y="925"/>
                  </a:moveTo>
                  <a:cubicBezTo>
                    <a:pt x="0" y="563"/>
                    <a:pt x="450" y="1"/>
                    <a:pt x="863" y="326"/>
                  </a:cubicBezTo>
                  <a:cubicBezTo>
                    <a:pt x="1275" y="651"/>
                    <a:pt x="800" y="1275"/>
                    <a:pt x="388" y="975"/>
                  </a:cubicBezTo>
                  <a:cubicBezTo>
                    <a:pt x="325" y="925"/>
                    <a:pt x="375" y="813"/>
                    <a:pt x="463" y="826"/>
                  </a:cubicBezTo>
                  <a:lnTo>
                    <a:pt x="463" y="826"/>
                  </a:lnTo>
                  <a:cubicBezTo>
                    <a:pt x="500" y="901"/>
                    <a:pt x="400" y="1000"/>
                    <a:pt x="338" y="9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5" name="Google Shape;2715;p94"/>
            <p:cNvSpPr/>
            <p:nvPr/>
          </p:nvSpPr>
          <p:spPr>
            <a:xfrm>
              <a:off x="6713600" y="1274925"/>
              <a:ext cx="77825" cy="113125"/>
            </a:xfrm>
            <a:custGeom>
              <a:rect b="b" l="l" r="r" t="t"/>
              <a:pathLst>
                <a:path extrusionOk="0" h="4525" w="3113">
                  <a:moveTo>
                    <a:pt x="163" y="63"/>
                  </a:moveTo>
                  <a:cubicBezTo>
                    <a:pt x="1550" y="1163"/>
                    <a:pt x="2575" y="2675"/>
                    <a:pt x="3087" y="4374"/>
                  </a:cubicBezTo>
                  <a:cubicBezTo>
                    <a:pt x="3112" y="4462"/>
                    <a:pt x="2975" y="4524"/>
                    <a:pt x="2925" y="4437"/>
                  </a:cubicBezTo>
                  <a:cubicBezTo>
                    <a:pt x="2175" y="2825"/>
                    <a:pt x="1413" y="1338"/>
                    <a:pt x="63" y="150"/>
                  </a:cubicBezTo>
                  <a:cubicBezTo>
                    <a:pt x="1" y="100"/>
                    <a:pt x="88" y="0"/>
                    <a:pt x="150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6" name="Google Shape;2716;p94"/>
            <p:cNvSpPr/>
            <p:nvPr/>
          </p:nvSpPr>
          <p:spPr>
            <a:xfrm>
              <a:off x="6777025" y="1376150"/>
              <a:ext cx="30650" cy="32525"/>
            </a:xfrm>
            <a:custGeom>
              <a:rect b="b" l="l" r="r" t="t"/>
              <a:pathLst>
                <a:path extrusionOk="0" h="1301" w="1226">
                  <a:moveTo>
                    <a:pt x="500" y="500"/>
                  </a:moveTo>
                  <a:lnTo>
                    <a:pt x="500" y="563"/>
                  </a:lnTo>
                  <a:cubicBezTo>
                    <a:pt x="425" y="638"/>
                    <a:pt x="313" y="550"/>
                    <a:pt x="350" y="450"/>
                  </a:cubicBezTo>
                  <a:cubicBezTo>
                    <a:pt x="600" y="0"/>
                    <a:pt x="1225" y="550"/>
                    <a:pt x="888" y="925"/>
                  </a:cubicBezTo>
                  <a:cubicBezTo>
                    <a:pt x="550" y="1300"/>
                    <a:pt x="0" y="750"/>
                    <a:pt x="388" y="388"/>
                  </a:cubicBezTo>
                  <a:cubicBezTo>
                    <a:pt x="463" y="325"/>
                    <a:pt x="563" y="425"/>
                    <a:pt x="500" y="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7" name="Google Shape;2717;p94"/>
            <p:cNvSpPr/>
            <p:nvPr/>
          </p:nvSpPr>
          <p:spPr>
            <a:xfrm>
              <a:off x="6753275" y="1393325"/>
              <a:ext cx="5650" cy="9725"/>
            </a:xfrm>
            <a:custGeom>
              <a:rect b="b" l="l" r="r" t="t"/>
              <a:pathLst>
                <a:path extrusionOk="0" h="389" w="226">
                  <a:moveTo>
                    <a:pt x="213" y="126"/>
                  </a:moveTo>
                  <a:cubicBezTo>
                    <a:pt x="226" y="201"/>
                    <a:pt x="213" y="276"/>
                    <a:pt x="163" y="326"/>
                  </a:cubicBezTo>
                  <a:cubicBezTo>
                    <a:pt x="126" y="388"/>
                    <a:pt x="1" y="376"/>
                    <a:pt x="1" y="288"/>
                  </a:cubicBezTo>
                  <a:cubicBezTo>
                    <a:pt x="13" y="238"/>
                    <a:pt x="13" y="176"/>
                    <a:pt x="26" y="126"/>
                  </a:cubicBezTo>
                  <a:cubicBezTo>
                    <a:pt x="26" y="1"/>
                    <a:pt x="213" y="1"/>
                    <a:pt x="213" y="1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8" name="Google Shape;2718;p94"/>
            <p:cNvSpPr/>
            <p:nvPr/>
          </p:nvSpPr>
          <p:spPr>
            <a:xfrm>
              <a:off x="6617075" y="1363650"/>
              <a:ext cx="10000" cy="6900"/>
            </a:xfrm>
            <a:custGeom>
              <a:rect b="b" l="l" r="r" t="t"/>
              <a:pathLst>
                <a:path extrusionOk="0" h="276" w="400">
                  <a:moveTo>
                    <a:pt x="312" y="188"/>
                  </a:moveTo>
                  <a:cubicBezTo>
                    <a:pt x="250" y="225"/>
                    <a:pt x="175" y="250"/>
                    <a:pt x="100" y="263"/>
                  </a:cubicBezTo>
                  <a:cubicBezTo>
                    <a:pt x="38" y="275"/>
                    <a:pt x="0" y="213"/>
                    <a:pt x="38" y="163"/>
                  </a:cubicBezTo>
                  <a:cubicBezTo>
                    <a:pt x="88" y="100"/>
                    <a:pt x="163" y="50"/>
                    <a:pt x="250" y="25"/>
                  </a:cubicBezTo>
                  <a:cubicBezTo>
                    <a:pt x="337" y="0"/>
                    <a:pt x="400" y="138"/>
                    <a:pt x="312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9" name="Google Shape;2719;p94"/>
            <p:cNvSpPr/>
            <p:nvPr/>
          </p:nvSpPr>
          <p:spPr>
            <a:xfrm>
              <a:off x="6611450" y="1234000"/>
              <a:ext cx="156850" cy="27525"/>
            </a:xfrm>
            <a:custGeom>
              <a:rect b="b" l="l" r="r" t="t"/>
              <a:pathLst>
                <a:path extrusionOk="0" h="1101" w="6274">
                  <a:moveTo>
                    <a:pt x="100" y="13"/>
                  </a:moveTo>
                  <a:cubicBezTo>
                    <a:pt x="950" y="0"/>
                    <a:pt x="1812" y="75"/>
                    <a:pt x="2649" y="250"/>
                  </a:cubicBezTo>
                  <a:cubicBezTo>
                    <a:pt x="3812" y="488"/>
                    <a:pt x="4924" y="925"/>
                    <a:pt x="6111" y="613"/>
                  </a:cubicBezTo>
                  <a:cubicBezTo>
                    <a:pt x="6223" y="575"/>
                    <a:pt x="6273" y="763"/>
                    <a:pt x="6161" y="788"/>
                  </a:cubicBezTo>
                  <a:cubicBezTo>
                    <a:pt x="5361" y="1100"/>
                    <a:pt x="4636" y="950"/>
                    <a:pt x="3824" y="775"/>
                  </a:cubicBezTo>
                  <a:cubicBezTo>
                    <a:pt x="2587" y="500"/>
                    <a:pt x="1375" y="250"/>
                    <a:pt x="100" y="188"/>
                  </a:cubicBezTo>
                  <a:cubicBezTo>
                    <a:pt x="0" y="175"/>
                    <a:pt x="0" y="25"/>
                    <a:pt x="100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0" name="Google Shape;2720;p94"/>
            <p:cNvSpPr/>
            <p:nvPr/>
          </p:nvSpPr>
          <p:spPr>
            <a:xfrm>
              <a:off x="6756400" y="1233675"/>
              <a:ext cx="33150" cy="30975"/>
            </a:xfrm>
            <a:custGeom>
              <a:rect b="b" l="l" r="r" t="t"/>
              <a:pathLst>
                <a:path extrusionOk="0" h="1239" w="1326">
                  <a:moveTo>
                    <a:pt x="450" y="688"/>
                  </a:moveTo>
                  <a:lnTo>
                    <a:pt x="563" y="651"/>
                  </a:lnTo>
                  <a:cubicBezTo>
                    <a:pt x="625" y="726"/>
                    <a:pt x="563" y="826"/>
                    <a:pt x="475" y="813"/>
                  </a:cubicBezTo>
                  <a:cubicBezTo>
                    <a:pt x="1" y="651"/>
                    <a:pt x="475" y="1"/>
                    <a:pt x="863" y="226"/>
                  </a:cubicBezTo>
                  <a:cubicBezTo>
                    <a:pt x="1325" y="526"/>
                    <a:pt x="788" y="1238"/>
                    <a:pt x="350" y="801"/>
                  </a:cubicBezTo>
                  <a:cubicBezTo>
                    <a:pt x="301" y="738"/>
                    <a:pt x="375" y="638"/>
                    <a:pt x="450" y="6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1" name="Google Shape;2721;p94"/>
            <p:cNvSpPr/>
            <p:nvPr/>
          </p:nvSpPr>
          <p:spPr>
            <a:xfrm>
              <a:off x="6761100" y="1291175"/>
              <a:ext cx="72800" cy="22525"/>
            </a:xfrm>
            <a:custGeom>
              <a:rect b="b" l="l" r="r" t="t"/>
              <a:pathLst>
                <a:path extrusionOk="0" h="901" w="2912">
                  <a:moveTo>
                    <a:pt x="100" y="638"/>
                  </a:moveTo>
                  <a:cubicBezTo>
                    <a:pt x="412" y="338"/>
                    <a:pt x="800" y="150"/>
                    <a:pt x="1225" y="100"/>
                  </a:cubicBezTo>
                  <a:cubicBezTo>
                    <a:pt x="1700" y="38"/>
                    <a:pt x="2387" y="0"/>
                    <a:pt x="2799" y="263"/>
                  </a:cubicBezTo>
                  <a:cubicBezTo>
                    <a:pt x="2912" y="325"/>
                    <a:pt x="2837" y="488"/>
                    <a:pt x="2724" y="463"/>
                  </a:cubicBezTo>
                  <a:cubicBezTo>
                    <a:pt x="1937" y="263"/>
                    <a:pt x="900" y="213"/>
                    <a:pt x="262" y="800"/>
                  </a:cubicBezTo>
                  <a:cubicBezTo>
                    <a:pt x="150" y="900"/>
                    <a:pt x="0" y="738"/>
                    <a:pt x="113" y="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2" name="Google Shape;2722;p94"/>
            <p:cNvSpPr/>
            <p:nvPr/>
          </p:nvSpPr>
          <p:spPr>
            <a:xfrm>
              <a:off x="6762650" y="1296800"/>
              <a:ext cx="70325" cy="23450"/>
            </a:xfrm>
            <a:custGeom>
              <a:rect b="b" l="l" r="r" t="t"/>
              <a:pathLst>
                <a:path extrusionOk="0" h="938" w="2813">
                  <a:moveTo>
                    <a:pt x="2750" y="200"/>
                  </a:moveTo>
                  <a:cubicBezTo>
                    <a:pt x="2237" y="887"/>
                    <a:pt x="800" y="937"/>
                    <a:pt x="100" y="575"/>
                  </a:cubicBezTo>
                  <a:cubicBezTo>
                    <a:pt x="1" y="513"/>
                    <a:pt x="75" y="375"/>
                    <a:pt x="175" y="388"/>
                  </a:cubicBezTo>
                  <a:cubicBezTo>
                    <a:pt x="888" y="500"/>
                    <a:pt x="2050" y="762"/>
                    <a:pt x="2600" y="88"/>
                  </a:cubicBezTo>
                  <a:cubicBezTo>
                    <a:pt x="2675" y="0"/>
                    <a:pt x="2812" y="113"/>
                    <a:pt x="2762" y="2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3" name="Google Shape;2723;p94"/>
            <p:cNvSpPr/>
            <p:nvPr/>
          </p:nvSpPr>
          <p:spPr>
            <a:xfrm>
              <a:off x="6662675" y="1249000"/>
              <a:ext cx="18150" cy="56875"/>
            </a:xfrm>
            <a:custGeom>
              <a:rect b="b" l="l" r="r" t="t"/>
              <a:pathLst>
                <a:path extrusionOk="0" h="2275" w="726">
                  <a:moveTo>
                    <a:pt x="413" y="163"/>
                  </a:moveTo>
                  <a:cubicBezTo>
                    <a:pt x="238" y="800"/>
                    <a:pt x="325" y="1475"/>
                    <a:pt x="650" y="2037"/>
                  </a:cubicBezTo>
                  <a:cubicBezTo>
                    <a:pt x="725" y="2162"/>
                    <a:pt x="538" y="2275"/>
                    <a:pt x="463" y="2150"/>
                  </a:cubicBezTo>
                  <a:cubicBezTo>
                    <a:pt x="88" y="1537"/>
                    <a:pt x="1" y="800"/>
                    <a:pt x="226" y="113"/>
                  </a:cubicBezTo>
                  <a:cubicBezTo>
                    <a:pt x="263" y="0"/>
                    <a:pt x="438" y="50"/>
                    <a:pt x="413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4" name="Google Shape;2724;p94"/>
            <p:cNvSpPr/>
            <p:nvPr/>
          </p:nvSpPr>
          <p:spPr>
            <a:xfrm>
              <a:off x="6669850" y="1250875"/>
              <a:ext cx="15975" cy="54375"/>
            </a:xfrm>
            <a:custGeom>
              <a:rect b="b" l="l" r="r" t="t"/>
              <a:pathLst>
                <a:path extrusionOk="0" h="2175" w="639">
                  <a:moveTo>
                    <a:pt x="176" y="1987"/>
                  </a:moveTo>
                  <a:cubicBezTo>
                    <a:pt x="313" y="1625"/>
                    <a:pt x="351" y="1225"/>
                    <a:pt x="301" y="850"/>
                  </a:cubicBezTo>
                  <a:cubicBezTo>
                    <a:pt x="251" y="563"/>
                    <a:pt x="101" y="388"/>
                    <a:pt x="13" y="150"/>
                  </a:cubicBezTo>
                  <a:cubicBezTo>
                    <a:pt x="1" y="100"/>
                    <a:pt x="26" y="63"/>
                    <a:pt x="63" y="50"/>
                  </a:cubicBezTo>
                  <a:cubicBezTo>
                    <a:pt x="363" y="0"/>
                    <a:pt x="463" y="325"/>
                    <a:pt x="526" y="563"/>
                  </a:cubicBezTo>
                  <a:cubicBezTo>
                    <a:pt x="638" y="1062"/>
                    <a:pt x="588" y="1575"/>
                    <a:pt x="401" y="2050"/>
                  </a:cubicBezTo>
                  <a:cubicBezTo>
                    <a:pt x="351" y="2175"/>
                    <a:pt x="138" y="2125"/>
                    <a:pt x="188" y="19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5" name="Google Shape;2725;p94"/>
            <p:cNvSpPr/>
            <p:nvPr/>
          </p:nvSpPr>
          <p:spPr>
            <a:xfrm>
              <a:off x="6330275" y="1310225"/>
              <a:ext cx="82800" cy="26900"/>
            </a:xfrm>
            <a:custGeom>
              <a:rect b="b" l="l" r="r" t="t"/>
              <a:pathLst>
                <a:path extrusionOk="0" h="1076" w="3312">
                  <a:moveTo>
                    <a:pt x="138" y="151"/>
                  </a:moveTo>
                  <a:cubicBezTo>
                    <a:pt x="1150" y="1"/>
                    <a:pt x="2512" y="151"/>
                    <a:pt x="3262" y="913"/>
                  </a:cubicBezTo>
                  <a:cubicBezTo>
                    <a:pt x="3312" y="963"/>
                    <a:pt x="3262" y="1075"/>
                    <a:pt x="3174" y="1050"/>
                  </a:cubicBezTo>
                  <a:cubicBezTo>
                    <a:pt x="2712" y="888"/>
                    <a:pt x="2299" y="600"/>
                    <a:pt x="1812" y="475"/>
                  </a:cubicBezTo>
                  <a:cubicBezTo>
                    <a:pt x="1275" y="338"/>
                    <a:pt x="712" y="300"/>
                    <a:pt x="150" y="363"/>
                  </a:cubicBezTo>
                  <a:cubicBezTo>
                    <a:pt x="38" y="375"/>
                    <a:pt x="0" y="163"/>
                    <a:pt x="125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6" name="Google Shape;2726;p94"/>
            <p:cNvSpPr/>
            <p:nvPr/>
          </p:nvSpPr>
          <p:spPr>
            <a:xfrm>
              <a:off x="6312450" y="1314900"/>
              <a:ext cx="100625" cy="30975"/>
            </a:xfrm>
            <a:custGeom>
              <a:rect b="b" l="l" r="r" t="t"/>
              <a:pathLst>
                <a:path extrusionOk="0" h="1239" w="4025">
                  <a:moveTo>
                    <a:pt x="3900" y="1001"/>
                  </a:moveTo>
                  <a:cubicBezTo>
                    <a:pt x="3275" y="1113"/>
                    <a:pt x="2613" y="1238"/>
                    <a:pt x="1975" y="1151"/>
                  </a:cubicBezTo>
                  <a:cubicBezTo>
                    <a:pt x="1300" y="1038"/>
                    <a:pt x="713" y="688"/>
                    <a:pt x="151" y="313"/>
                  </a:cubicBezTo>
                  <a:cubicBezTo>
                    <a:pt x="1" y="226"/>
                    <a:pt x="138" y="1"/>
                    <a:pt x="276" y="88"/>
                  </a:cubicBezTo>
                  <a:cubicBezTo>
                    <a:pt x="751" y="401"/>
                    <a:pt x="1238" y="713"/>
                    <a:pt x="1788" y="851"/>
                  </a:cubicBezTo>
                  <a:cubicBezTo>
                    <a:pt x="2463" y="1013"/>
                    <a:pt x="3175" y="901"/>
                    <a:pt x="3837" y="788"/>
                  </a:cubicBezTo>
                  <a:cubicBezTo>
                    <a:pt x="3975" y="776"/>
                    <a:pt x="4025" y="976"/>
                    <a:pt x="3900" y="10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7" name="Google Shape;2727;p94"/>
            <p:cNvSpPr/>
            <p:nvPr/>
          </p:nvSpPr>
          <p:spPr>
            <a:xfrm>
              <a:off x="6814825" y="1460800"/>
              <a:ext cx="199975" cy="551150"/>
            </a:xfrm>
            <a:custGeom>
              <a:rect b="b" l="l" r="r" t="t"/>
              <a:pathLst>
                <a:path extrusionOk="0" h="22046" w="7999">
                  <a:moveTo>
                    <a:pt x="4512" y="21958"/>
                  </a:moveTo>
                  <a:cubicBezTo>
                    <a:pt x="3200" y="20621"/>
                    <a:pt x="2700" y="19108"/>
                    <a:pt x="2925" y="17209"/>
                  </a:cubicBezTo>
                  <a:cubicBezTo>
                    <a:pt x="3087" y="15809"/>
                    <a:pt x="3712" y="14560"/>
                    <a:pt x="4249" y="13285"/>
                  </a:cubicBezTo>
                  <a:cubicBezTo>
                    <a:pt x="6124" y="8811"/>
                    <a:pt x="7998" y="576"/>
                    <a:pt x="213" y="238"/>
                  </a:cubicBezTo>
                  <a:cubicBezTo>
                    <a:pt x="138" y="238"/>
                    <a:pt x="138" y="113"/>
                    <a:pt x="213" y="101"/>
                  </a:cubicBezTo>
                  <a:cubicBezTo>
                    <a:pt x="3262" y="1"/>
                    <a:pt x="5599" y="1975"/>
                    <a:pt x="6286" y="4962"/>
                  </a:cubicBezTo>
                  <a:cubicBezTo>
                    <a:pt x="7598" y="10611"/>
                    <a:pt x="0" y="17034"/>
                    <a:pt x="4637" y="21833"/>
                  </a:cubicBezTo>
                  <a:cubicBezTo>
                    <a:pt x="4724" y="21908"/>
                    <a:pt x="4599" y="22045"/>
                    <a:pt x="4512" y="219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8" name="Google Shape;2728;p94"/>
            <p:cNvSpPr/>
            <p:nvPr/>
          </p:nvSpPr>
          <p:spPr>
            <a:xfrm>
              <a:off x="6715800" y="1465800"/>
              <a:ext cx="121550" cy="180925"/>
            </a:xfrm>
            <a:custGeom>
              <a:rect b="b" l="l" r="r" t="t"/>
              <a:pathLst>
                <a:path extrusionOk="0" h="7237" w="4862">
                  <a:moveTo>
                    <a:pt x="3187" y="201"/>
                  </a:moveTo>
                  <a:cubicBezTo>
                    <a:pt x="1450" y="326"/>
                    <a:pt x="450" y="2288"/>
                    <a:pt x="637" y="3837"/>
                  </a:cubicBezTo>
                  <a:cubicBezTo>
                    <a:pt x="850" y="5462"/>
                    <a:pt x="3137" y="7124"/>
                    <a:pt x="4661" y="5724"/>
                  </a:cubicBezTo>
                  <a:cubicBezTo>
                    <a:pt x="4736" y="5649"/>
                    <a:pt x="4861" y="5774"/>
                    <a:pt x="4786" y="5849"/>
                  </a:cubicBezTo>
                  <a:cubicBezTo>
                    <a:pt x="3537" y="7237"/>
                    <a:pt x="987" y="5924"/>
                    <a:pt x="537" y="4412"/>
                  </a:cubicBezTo>
                  <a:cubicBezTo>
                    <a:pt x="0" y="2600"/>
                    <a:pt x="1162" y="151"/>
                    <a:pt x="3187" y="13"/>
                  </a:cubicBezTo>
                  <a:cubicBezTo>
                    <a:pt x="3312" y="1"/>
                    <a:pt x="3312" y="201"/>
                    <a:pt x="3187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9" name="Google Shape;2729;p94"/>
            <p:cNvSpPr/>
            <p:nvPr/>
          </p:nvSpPr>
          <p:spPr>
            <a:xfrm>
              <a:off x="6781700" y="1520175"/>
              <a:ext cx="77200" cy="73125"/>
            </a:xfrm>
            <a:custGeom>
              <a:rect b="b" l="l" r="r" t="t"/>
              <a:pathLst>
                <a:path extrusionOk="0" h="2925" w="3088">
                  <a:moveTo>
                    <a:pt x="2463" y="2775"/>
                  </a:moveTo>
                  <a:cubicBezTo>
                    <a:pt x="2838" y="2037"/>
                    <a:pt x="2613" y="1138"/>
                    <a:pt x="1925" y="675"/>
                  </a:cubicBezTo>
                  <a:cubicBezTo>
                    <a:pt x="1188" y="188"/>
                    <a:pt x="351" y="713"/>
                    <a:pt x="213" y="1512"/>
                  </a:cubicBezTo>
                  <a:cubicBezTo>
                    <a:pt x="188" y="1625"/>
                    <a:pt x="1" y="1600"/>
                    <a:pt x="13" y="1487"/>
                  </a:cubicBezTo>
                  <a:cubicBezTo>
                    <a:pt x="101" y="613"/>
                    <a:pt x="1026" y="0"/>
                    <a:pt x="1850" y="388"/>
                  </a:cubicBezTo>
                  <a:cubicBezTo>
                    <a:pt x="2738" y="800"/>
                    <a:pt x="3088" y="2025"/>
                    <a:pt x="2600" y="2850"/>
                  </a:cubicBezTo>
                  <a:cubicBezTo>
                    <a:pt x="2550" y="2925"/>
                    <a:pt x="2425" y="2862"/>
                    <a:pt x="2463" y="27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0" name="Google Shape;2730;p94"/>
            <p:cNvSpPr/>
            <p:nvPr/>
          </p:nvSpPr>
          <p:spPr>
            <a:xfrm>
              <a:off x="6787950" y="1566400"/>
              <a:ext cx="25" cy="350"/>
            </a:xfrm>
            <a:custGeom>
              <a:rect b="b" l="l" r="r" t="t"/>
              <a:pathLst>
                <a:path extrusionOk="0" h="14" w="1">
                  <a:moveTo>
                    <a:pt x="1" y="13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1" name="Google Shape;2731;p94"/>
            <p:cNvSpPr/>
            <p:nvPr/>
          </p:nvSpPr>
          <p:spPr>
            <a:xfrm>
              <a:off x="6862300" y="1373950"/>
              <a:ext cx="104075" cy="206550"/>
            </a:xfrm>
            <a:custGeom>
              <a:rect b="b" l="l" r="r" t="t"/>
              <a:pathLst>
                <a:path extrusionOk="0" h="8262" w="4163">
                  <a:moveTo>
                    <a:pt x="3987" y="8174"/>
                  </a:moveTo>
                  <a:cubicBezTo>
                    <a:pt x="3700" y="6974"/>
                    <a:pt x="3175" y="5862"/>
                    <a:pt x="2438" y="4887"/>
                  </a:cubicBezTo>
                  <a:cubicBezTo>
                    <a:pt x="1913" y="4187"/>
                    <a:pt x="1226" y="3525"/>
                    <a:pt x="851" y="2700"/>
                  </a:cubicBezTo>
                  <a:cubicBezTo>
                    <a:pt x="451" y="1788"/>
                    <a:pt x="463" y="826"/>
                    <a:pt x="1138" y="76"/>
                  </a:cubicBezTo>
                  <a:cubicBezTo>
                    <a:pt x="1201" y="1"/>
                    <a:pt x="1338" y="88"/>
                    <a:pt x="1276" y="176"/>
                  </a:cubicBezTo>
                  <a:cubicBezTo>
                    <a:pt x="1" y="2050"/>
                    <a:pt x="1763" y="3537"/>
                    <a:pt x="2775" y="4987"/>
                  </a:cubicBezTo>
                  <a:cubicBezTo>
                    <a:pt x="3425" y="5937"/>
                    <a:pt x="3887" y="6999"/>
                    <a:pt x="4137" y="8124"/>
                  </a:cubicBezTo>
                  <a:cubicBezTo>
                    <a:pt x="4162" y="8224"/>
                    <a:pt x="4012" y="8261"/>
                    <a:pt x="3975" y="8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2" name="Google Shape;2732;p94"/>
            <p:cNvSpPr/>
            <p:nvPr/>
          </p:nvSpPr>
          <p:spPr>
            <a:xfrm>
              <a:off x="6879800" y="1634200"/>
              <a:ext cx="81575" cy="88450"/>
            </a:xfrm>
            <a:custGeom>
              <a:rect b="b" l="l" r="r" t="t"/>
              <a:pathLst>
                <a:path extrusionOk="0" h="3538" w="3263">
                  <a:moveTo>
                    <a:pt x="2775" y="3387"/>
                  </a:moveTo>
                  <a:cubicBezTo>
                    <a:pt x="2988" y="2413"/>
                    <a:pt x="3087" y="1050"/>
                    <a:pt x="2088" y="438"/>
                  </a:cubicBezTo>
                  <a:cubicBezTo>
                    <a:pt x="1613" y="176"/>
                    <a:pt x="1013" y="263"/>
                    <a:pt x="638" y="650"/>
                  </a:cubicBezTo>
                  <a:cubicBezTo>
                    <a:pt x="338" y="975"/>
                    <a:pt x="1" y="2300"/>
                    <a:pt x="788" y="2388"/>
                  </a:cubicBezTo>
                  <a:cubicBezTo>
                    <a:pt x="876" y="2388"/>
                    <a:pt x="876" y="2525"/>
                    <a:pt x="788" y="2512"/>
                  </a:cubicBezTo>
                  <a:cubicBezTo>
                    <a:pt x="251" y="2462"/>
                    <a:pt x="76" y="1788"/>
                    <a:pt x="126" y="1313"/>
                  </a:cubicBezTo>
                  <a:cubicBezTo>
                    <a:pt x="201" y="700"/>
                    <a:pt x="676" y="201"/>
                    <a:pt x="1288" y="101"/>
                  </a:cubicBezTo>
                  <a:cubicBezTo>
                    <a:pt x="1938" y="1"/>
                    <a:pt x="2450" y="363"/>
                    <a:pt x="2775" y="900"/>
                  </a:cubicBezTo>
                  <a:cubicBezTo>
                    <a:pt x="3262" y="1700"/>
                    <a:pt x="3150" y="2562"/>
                    <a:pt x="2950" y="3425"/>
                  </a:cubicBezTo>
                  <a:cubicBezTo>
                    <a:pt x="2925" y="3537"/>
                    <a:pt x="2750" y="3500"/>
                    <a:pt x="2775" y="33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3" name="Google Shape;2733;p94"/>
            <p:cNvSpPr/>
            <p:nvPr/>
          </p:nvSpPr>
          <p:spPr>
            <a:xfrm>
              <a:off x="6891050" y="1745425"/>
              <a:ext cx="44075" cy="33150"/>
            </a:xfrm>
            <a:custGeom>
              <a:rect b="b" l="l" r="r" t="t"/>
              <a:pathLst>
                <a:path extrusionOk="0" h="1326" w="1763">
                  <a:moveTo>
                    <a:pt x="1413" y="1175"/>
                  </a:moveTo>
                  <a:cubicBezTo>
                    <a:pt x="1500" y="863"/>
                    <a:pt x="1450" y="538"/>
                    <a:pt x="1150" y="363"/>
                  </a:cubicBezTo>
                  <a:cubicBezTo>
                    <a:pt x="938" y="188"/>
                    <a:pt x="725" y="238"/>
                    <a:pt x="501" y="525"/>
                  </a:cubicBezTo>
                  <a:cubicBezTo>
                    <a:pt x="451" y="650"/>
                    <a:pt x="463" y="788"/>
                    <a:pt x="538" y="900"/>
                  </a:cubicBezTo>
                  <a:cubicBezTo>
                    <a:pt x="650" y="975"/>
                    <a:pt x="551" y="1150"/>
                    <a:pt x="438" y="1075"/>
                  </a:cubicBezTo>
                  <a:cubicBezTo>
                    <a:pt x="1" y="813"/>
                    <a:pt x="351" y="113"/>
                    <a:pt x="775" y="63"/>
                  </a:cubicBezTo>
                  <a:cubicBezTo>
                    <a:pt x="1438" y="0"/>
                    <a:pt x="1763" y="688"/>
                    <a:pt x="1563" y="1225"/>
                  </a:cubicBezTo>
                  <a:cubicBezTo>
                    <a:pt x="1525" y="1325"/>
                    <a:pt x="1375" y="1288"/>
                    <a:pt x="1400" y="1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4" name="Google Shape;2734;p94"/>
            <p:cNvSpPr/>
            <p:nvPr/>
          </p:nvSpPr>
          <p:spPr>
            <a:xfrm>
              <a:off x="6882925" y="1354600"/>
              <a:ext cx="32200" cy="31875"/>
            </a:xfrm>
            <a:custGeom>
              <a:rect b="b" l="l" r="r" t="t"/>
              <a:pathLst>
                <a:path extrusionOk="0" h="1275" w="1288">
                  <a:moveTo>
                    <a:pt x="463" y="825"/>
                  </a:moveTo>
                  <a:lnTo>
                    <a:pt x="463" y="825"/>
                  </a:lnTo>
                  <a:cubicBezTo>
                    <a:pt x="463" y="900"/>
                    <a:pt x="363" y="950"/>
                    <a:pt x="301" y="887"/>
                  </a:cubicBezTo>
                  <a:cubicBezTo>
                    <a:pt x="1" y="475"/>
                    <a:pt x="638" y="0"/>
                    <a:pt x="963" y="412"/>
                  </a:cubicBezTo>
                  <a:cubicBezTo>
                    <a:pt x="1288" y="825"/>
                    <a:pt x="726" y="1275"/>
                    <a:pt x="363" y="950"/>
                  </a:cubicBezTo>
                  <a:cubicBezTo>
                    <a:pt x="288" y="887"/>
                    <a:pt x="376" y="775"/>
                    <a:pt x="463" y="8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5" name="Google Shape;2735;p94"/>
            <p:cNvSpPr/>
            <p:nvPr/>
          </p:nvSpPr>
          <p:spPr>
            <a:xfrm>
              <a:off x="6819200" y="1430500"/>
              <a:ext cx="113125" cy="77500"/>
            </a:xfrm>
            <a:custGeom>
              <a:rect b="b" l="l" r="r" t="t"/>
              <a:pathLst>
                <a:path extrusionOk="0" h="3100" w="4525">
                  <a:moveTo>
                    <a:pt x="4374" y="3050"/>
                  </a:moveTo>
                  <a:cubicBezTo>
                    <a:pt x="3187" y="1688"/>
                    <a:pt x="1700" y="926"/>
                    <a:pt x="88" y="176"/>
                  </a:cubicBezTo>
                  <a:cubicBezTo>
                    <a:pt x="0" y="138"/>
                    <a:pt x="63" y="1"/>
                    <a:pt x="150" y="26"/>
                  </a:cubicBezTo>
                  <a:cubicBezTo>
                    <a:pt x="1850" y="538"/>
                    <a:pt x="3362" y="1550"/>
                    <a:pt x="4462" y="2950"/>
                  </a:cubicBezTo>
                  <a:cubicBezTo>
                    <a:pt x="4524" y="3012"/>
                    <a:pt x="4424" y="3100"/>
                    <a:pt x="4374" y="30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6" name="Google Shape;2736;p94"/>
            <p:cNvSpPr/>
            <p:nvPr/>
          </p:nvSpPr>
          <p:spPr>
            <a:xfrm>
              <a:off x="6798275" y="1413950"/>
              <a:ext cx="32500" cy="30950"/>
            </a:xfrm>
            <a:custGeom>
              <a:rect b="b" l="l" r="r" t="t"/>
              <a:pathLst>
                <a:path extrusionOk="0" h="1238" w="1300">
                  <a:moveTo>
                    <a:pt x="912" y="850"/>
                  </a:moveTo>
                  <a:cubicBezTo>
                    <a:pt x="550" y="1238"/>
                    <a:pt x="0" y="700"/>
                    <a:pt x="375" y="350"/>
                  </a:cubicBezTo>
                  <a:cubicBezTo>
                    <a:pt x="750" y="0"/>
                    <a:pt x="1300" y="638"/>
                    <a:pt x="850" y="888"/>
                  </a:cubicBezTo>
                  <a:cubicBezTo>
                    <a:pt x="762" y="925"/>
                    <a:pt x="675" y="813"/>
                    <a:pt x="737" y="738"/>
                  </a:cubicBezTo>
                  <a:lnTo>
                    <a:pt x="800" y="738"/>
                  </a:lnTo>
                  <a:cubicBezTo>
                    <a:pt x="875" y="675"/>
                    <a:pt x="975" y="775"/>
                    <a:pt x="912" y="8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7" name="Google Shape;2737;p94"/>
            <p:cNvSpPr/>
            <p:nvPr/>
          </p:nvSpPr>
          <p:spPr>
            <a:xfrm>
              <a:off x="6803900" y="1462675"/>
              <a:ext cx="10000" cy="5975"/>
            </a:xfrm>
            <a:custGeom>
              <a:rect b="b" l="l" r="r" t="t"/>
              <a:pathLst>
                <a:path extrusionOk="0" h="239" w="400">
                  <a:moveTo>
                    <a:pt x="275" y="213"/>
                  </a:moveTo>
                  <a:cubicBezTo>
                    <a:pt x="213" y="213"/>
                    <a:pt x="163" y="213"/>
                    <a:pt x="100" y="226"/>
                  </a:cubicBezTo>
                  <a:cubicBezTo>
                    <a:pt x="25" y="238"/>
                    <a:pt x="0" y="113"/>
                    <a:pt x="63" y="76"/>
                  </a:cubicBezTo>
                  <a:cubicBezTo>
                    <a:pt x="125" y="26"/>
                    <a:pt x="200" y="1"/>
                    <a:pt x="275" y="13"/>
                  </a:cubicBezTo>
                  <a:cubicBezTo>
                    <a:pt x="400" y="13"/>
                    <a:pt x="400" y="201"/>
                    <a:pt x="275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8" name="Google Shape;2738;p94"/>
            <p:cNvSpPr/>
            <p:nvPr/>
          </p:nvSpPr>
          <p:spPr>
            <a:xfrm>
              <a:off x="6836375" y="1594850"/>
              <a:ext cx="7225" cy="10000"/>
            </a:xfrm>
            <a:custGeom>
              <a:rect b="b" l="l" r="r" t="t"/>
              <a:pathLst>
                <a:path extrusionOk="0" h="400" w="289">
                  <a:moveTo>
                    <a:pt x="251" y="150"/>
                  </a:moveTo>
                  <a:cubicBezTo>
                    <a:pt x="226" y="237"/>
                    <a:pt x="176" y="312"/>
                    <a:pt x="113" y="362"/>
                  </a:cubicBezTo>
                  <a:cubicBezTo>
                    <a:pt x="76" y="400"/>
                    <a:pt x="1" y="362"/>
                    <a:pt x="13" y="300"/>
                  </a:cubicBezTo>
                  <a:cubicBezTo>
                    <a:pt x="26" y="225"/>
                    <a:pt x="51" y="150"/>
                    <a:pt x="101" y="88"/>
                  </a:cubicBezTo>
                  <a:cubicBezTo>
                    <a:pt x="138" y="0"/>
                    <a:pt x="288" y="63"/>
                    <a:pt x="251" y="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9" name="Google Shape;2739;p94"/>
            <p:cNvSpPr/>
            <p:nvPr/>
          </p:nvSpPr>
          <p:spPr>
            <a:xfrm>
              <a:off x="6945425" y="1453625"/>
              <a:ext cx="27825" cy="156850"/>
            </a:xfrm>
            <a:custGeom>
              <a:rect b="b" l="l" r="r" t="t"/>
              <a:pathLst>
                <a:path extrusionOk="0" h="6274" w="1113">
                  <a:moveTo>
                    <a:pt x="925" y="6174"/>
                  </a:moveTo>
                  <a:cubicBezTo>
                    <a:pt x="862" y="4899"/>
                    <a:pt x="612" y="3675"/>
                    <a:pt x="338" y="2437"/>
                  </a:cubicBezTo>
                  <a:cubicBezTo>
                    <a:pt x="163" y="1625"/>
                    <a:pt x="0" y="913"/>
                    <a:pt x="325" y="113"/>
                  </a:cubicBezTo>
                  <a:cubicBezTo>
                    <a:pt x="350" y="1"/>
                    <a:pt x="537" y="51"/>
                    <a:pt x="500" y="163"/>
                  </a:cubicBezTo>
                  <a:cubicBezTo>
                    <a:pt x="188" y="1338"/>
                    <a:pt x="637" y="2462"/>
                    <a:pt x="862" y="3625"/>
                  </a:cubicBezTo>
                  <a:cubicBezTo>
                    <a:pt x="1037" y="4462"/>
                    <a:pt x="1112" y="5312"/>
                    <a:pt x="1112" y="6174"/>
                  </a:cubicBezTo>
                  <a:cubicBezTo>
                    <a:pt x="1087" y="6274"/>
                    <a:pt x="937" y="6274"/>
                    <a:pt x="925" y="6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0" name="Google Shape;2740;p94"/>
            <p:cNvSpPr/>
            <p:nvPr/>
          </p:nvSpPr>
          <p:spPr>
            <a:xfrm>
              <a:off x="6942300" y="1432375"/>
              <a:ext cx="30950" cy="33150"/>
            </a:xfrm>
            <a:custGeom>
              <a:rect b="b" l="l" r="r" t="t"/>
              <a:pathLst>
                <a:path extrusionOk="0" h="1326" w="1238">
                  <a:moveTo>
                    <a:pt x="438" y="976"/>
                  </a:moveTo>
                  <a:cubicBezTo>
                    <a:pt x="0" y="551"/>
                    <a:pt x="725" y="1"/>
                    <a:pt x="1012" y="476"/>
                  </a:cubicBezTo>
                  <a:cubicBezTo>
                    <a:pt x="1237" y="851"/>
                    <a:pt x="575" y="1325"/>
                    <a:pt x="425" y="851"/>
                  </a:cubicBezTo>
                  <a:cubicBezTo>
                    <a:pt x="413" y="763"/>
                    <a:pt x="512" y="701"/>
                    <a:pt x="587" y="763"/>
                  </a:cubicBezTo>
                  <a:cubicBezTo>
                    <a:pt x="575" y="801"/>
                    <a:pt x="562" y="838"/>
                    <a:pt x="550" y="876"/>
                  </a:cubicBezTo>
                  <a:cubicBezTo>
                    <a:pt x="600" y="963"/>
                    <a:pt x="500" y="1038"/>
                    <a:pt x="425" y="9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1" name="Google Shape;2741;p94"/>
            <p:cNvSpPr/>
            <p:nvPr/>
          </p:nvSpPr>
          <p:spPr>
            <a:xfrm>
              <a:off x="6893250" y="1388025"/>
              <a:ext cx="22500" cy="72800"/>
            </a:xfrm>
            <a:custGeom>
              <a:rect b="b" l="l" r="r" t="t"/>
              <a:pathLst>
                <a:path extrusionOk="0" h="2912" w="900">
                  <a:moveTo>
                    <a:pt x="100" y="2650"/>
                  </a:moveTo>
                  <a:cubicBezTo>
                    <a:pt x="687" y="2012"/>
                    <a:pt x="637" y="975"/>
                    <a:pt x="450" y="188"/>
                  </a:cubicBezTo>
                  <a:cubicBezTo>
                    <a:pt x="413" y="63"/>
                    <a:pt x="575" y="0"/>
                    <a:pt x="650" y="113"/>
                  </a:cubicBezTo>
                  <a:cubicBezTo>
                    <a:pt x="900" y="525"/>
                    <a:pt x="875" y="1225"/>
                    <a:pt x="800" y="1687"/>
                  </a:cubicBezTo>
                  <a:cubicBezTo>
                    <a:pt x="750" y="2112"/>
                    <a:pt x="562" y="2500"/>
                    <a:pt x="263" y="2812"/>
                  </a:cubicBezTo>
                  <a:cubicBezTo>
                    <a:pt x="163" y="2912"/>
                    <a:pt x="0" y="2750"/>
                    <a:pt x="113" y="2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2" name="Google Shape;2742;p94"/>
            <p:cNvSpPr/>
            <p:nvPr/>
          </p:nvSpPr>
          <p:spPr>
            <a:xfrm>
              <a:off x="6886375" y="1388950"/>
              <a:ext cx="23450" cy="70625"/>
            </a:xfrm>
            <a:custGeom>
              <a:rect b="b" l="l" r="r" t="t"/>
              <a:pathLst>
                <a:path extrusionOk="0" h="2825" w="938">
                  <a:moveTo>
                    <a:pt x="875" y="213"/>
                  </a:moveTo>
                  <a:cubicBezTo>
                    <a:pt x="188" y="763"/>
                    <a:pt x="450" y="1938"/>
                    <a:pt x="563" y="2650"/>
                  </a:cubicBezTo>
                  <a:cubicBezTo>
                    <a:pt x="575" y="2750"/>
                    <a:pt x="438" y="2825"/>
                    <a:pt x="375" y="2725"/>
                  </a:cubicBezTo>
                  <a:cubicBezTo>
                    <a:pt x="0" y="2013"/>
                    <a:pt x="63" y="588"/>
                    <a:pt x="750" y="63"/>
                  </a:cubicBezTo>
                  <a:cubicBezTo>
                    <a:pt x="825" y="1"/>
                    <a:pt x="937" y="138"/>
                    <a:pt x="862" y="2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3" name="Google Shape;2743;p94"/>
            <p:cNvSpPr/>
            <p:nvPr/>
          </p:nvSpPr>
          <p:spPr>
            <a:xfrm>
              <a:off x="6901375" y="1541100"/>
              <a:ext cx="56875" cy="18150"/>
            </a:xfrm>
            <a:custGeom>
              <a:rect b="b" l="l" r="r" t="t"/>
              <a:pathLst>
                <a:path extrusionOk="0" h="726" w="2275">
                  <a:moveTo>
                    <a:pt x="2149" y="500"/>
                  </a:moveTo>
                  <a:cubicBezTo>
                    <a:pt x="1475" y="725"/>
                    <a:pt x="725" y="638"/>
                    <a:pt x="125" y="251"/>
                  </a:cubicBezTo>
                  <a:cubicBezTo>
                    <a:pt x="0" y="188"/>
                    <a:pt x="113" y="1"/>
                    <a:pt x="237" y="63"/>
                  </a:cubicBezTo>
                  <a:cubicBezTo>
                    <a:pt x="800" y="401"/>
                    <a:pt x="1475" y="488"/>
                    <a:pt x="2112" y="313"/>
                  </a:cubicBezTo>
                  <a:cubicBezTo>
                    <a:pt x="2224" y="288"/>
                    <a:pt x="2274" y="463"/>
                    <a:pt x="2149" y="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4" name="Google Shape;2744;p94"/>
            <p:cNvSpPr/>
            <p:nvPr/>
          </p:nvSpPr>
          <p:spPr>
            <a:xfrm>
              <a:off x="6901675" y="1530800"/>
              <a:ext cx="56250" cy="21250"/>
            </a:xfrm>
            <a:custGeom>
              <a:rect b="b" l="l" r="r" t="t"/>
              <a:pathLst>
                <a:path extrusionOk="0" h="850" w="2250">
                  <a:moveTo>
                    <a:pt x="138" y="450"/>
                  </a:moveTo>
                  <a:cubicBezTo>
                    <a:pt x="488" y="313"/>
                    <a:pt x="2250" y="0"/>
                    <a:pt x="2137" y="788"/>
                  </a:cubicBezTo>
                  <a:cubicBezTo>
                    <a:pt x="2125" y="825"/>
                    <a:pt x="2075" y="850"/>
                    <a:pt x="2038" y="838"/>
                  </a:cubicBezTo>
                  <a:cubicBezTo>
                    <a:pt x="1788" y="738"/>
                    <a:pt x="1613" y="600"/>
                    <a:pt x="1338" y="550"/>
                  </a:cubicBezTo>
                  <a:cubicBezTo>
                    <a:pt x="950" y="488"/>
                    <a:pt x="563" y="538"/>
                    <a:pt x="188" y="663"/>
                  </a:cubicBezTo>
                  <a:cubicBezTo>
                    <a:pt x="63" y="713"/>
                    <a:pt x="1" y="513"/>
                    <a:pt x="138" y="4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5" name="Google Shape;2745;p94"/>
            <p:cNvSpPr/>
            <p:nvPr/>
          </p:nvSpPr>
          <p:spPr>
            <a:xfrm>
              <a:off x="6869800" y="1808525"/>
              <a:ext cx="26900" cy="82825"/>
            </a:xfrm>
            <a:custGeom>
              <a:rect b="b" l="l" r="r" t="t"/>
              <a:pathLst>
                <a:path extrusionOk="0" h="3313" w="1076">
                  <a:moveTo>
                    <a:pt x="726" y="3162"/>
                  </a:moveTo>
                  <a:cubicBezTo>
                    <a:pt x="788" y="2600"/>
                    <a:pt x="751" y="2038"/>
                    <a:pt x="613" y="1500"/>
                  </a:cubicBezTo>
                  <a:cubicBezTo>
                    <a:pt x="476" y="1013"/>
                    <a:pt x="188" y="613"/>
                    <a:pt x="38" y="138"/>
                  </a:cubicBezTo>
                  <a:cubicBezTo>
                    <a:pt x="1" y="63"/>
                    <a:pt x="113" y="1"/>
                    <a:pt x="176" y="63"/>
                  </a:cubicBezTo>
                  <a:cubicBezTo>
                    <a:pt x="951" y="813"/>
                    <a:pt x="1076" y="2175"/>
                    <a:pt x="938" y="3187"/>
                  </a:cubicBezTo>
                  <a:cubicBezTo>
                    <a:pt x="913" y="3312"/>
                    <a:pt x="713" y="3287"/>
                    <a:pt x="726" y="3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6" name="Google Shape;2746;p94"/>
            <p:cNvSpPr/>
            <p:nvPr/>
          </p:nvSpPr>
          <p:spPr>
            <a:xfrm>
              <a:off x="6861050" y="1808525"/>
              <a:ext cx="30975" cy="100950"/>
            </a:xfrm>
            <a:custGeom>
              <a:rect b="b" l="l" r="r" t="t"/>
              <a:pathLst>
                <a:path extrusionOk="0" h="4038" w="1239">
                  <a:moveTo>
                    <a:pt x="451" y="201"/>
                  </a:moveTo>
                  <a:cubicBezTo>
                    <a:pt x="351" y="876"/>
                    <a:pt x="238" y="1575"/>
                    <a:pt x="401" y="2250"/>
                  </a:cubicBezTo>
                  <a:cubicBezTo>
                    <a:pt x="526" y="2800"/>
                    <a:pt x="838" y="3287"/>
                    <a:pt x="1151" y="3762"/>
                  </a:cubicBezTo>
                  <a:cubicBezTo>
                    <a:pt x="1238" y="3900"/>
                    <a:pt x="1013" y="4037"/>
                    <a:pt x="926" y="3887"/>
                  </a:cubicBezTo>
                  <a:cubicBezTo>
                    <a:pt x="551" y="3325"/>
                    <a:pt x="201" y="2738"/>
                    <a:pt x="101" y="2050"/>
                  </a:cubicBezTo>
                  <a:cubicBezTo>
                    <a:pt x="1" y="1425"/>
                    <a:pt x="126" y="763"/>
                    <a:pt x="251" y="138"/>
                  </a:cubicBezTo>
                  <a:cubicBezTo>
                    <a:pt x="276" y="1"/>
                    <a:pt x="476" y="63"/>
                    <a:pt x="451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7" name="Google Shape;2747;p94"/>
            <p:cNvSpPr/>
            <p:nvPr/>
          </p:nvSpPr>
          <p:spPr>
            <a:xfrm>
              <a:off x="6704850" y="1496125"/>
              <a:ext cx="8475" cy="8125"/>
            </a:xfrm>
            <a:custGeom>
              <a:rect b="b" l="l" r="r" t="t"/>
              <a:pathLst>
                <a:path extrusionOk="0" h="325" w="339">
                  <a:moveTo>
                    <a:pt x="88" y="13"/>
                  </a:moveTo>
                  <a:cubicBezTo>
                    <a:pt x="176" y="0"/>
                    <a:pt x="263" y="38"/>
                    <a:pt x="301" y="113"/>
                  </a:cubicBezTo>
                  <a:cubicBezTo>
                    <a:pt x="326" y="125"/>
                    <a:pt x="338" y="163"/>
                    <a:pt x="326" y="188"/>
                  </a:cubicBezTo>
                  <a:lnTo>
                    <a:pt x="301" y="275"/>
                  </a:lnTo>
                  <a:cubicBezTo>
                    <a:pt x="288" y="313"/>
                    <a:pt x="226" y="325"/>
                    <a:pt x="213" y="288"/>
                  </a:cubicBezTo>
                  <a:lnTo>
                    <a:pt x="76" y="150"/>
                  </a:lnTo>
                  <a:cubicBezTo>
                    <a:pt x="1" y="125"/>
                    <a:pt x="13" y="0"/>
                    <a:pt x="88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8" name="Google Shape;2748;p94"/>
            <p:cNvSpPr/>
            <p:nvPr/>
          </p:nvSpPr>
          <p:spPr>
            <a:xfrm>
              <a:off x="6648000" y="1496125"/>
              <a:ext cx="59075" cy="15000"/>
            </a:xfrm>
            <a:custGeom>
              <a:rect b="b" l="l" r="r" t="t"/>
              <a:pathLst>
                <a:path extrusionOk="0" h="600" w="2363">
                  <a:moveTo>
                    <a:pt x="2300" y="125"/>
                  </a:moveTo>
                  <a:cubicBezTo>
                    <a:pt x="1625" y="462"/>
                    <a:pt x="825" y="600"/>
                    <a:pt x="100" y="375"/>
                  </a:cubicBezTo>
                  <a:cubicBezTo>
                    <a:pt x="0" y="350"/>
                    <a:pt x="13" y="188"/>
                    <a:pt x="125" y="200"/>
                  </a:cubicBezTo>
                  <a:cubicBezTo>
                    <a:pt x="862" y="288"/>
                    <a:pt x="1537" y="288"/>
                    <a:pt x="2262" y="25"/>
                  </a:cubicBezTo>
                  <a:cubicBezTo>
                    <a:pt x="2325" y="0"/>
                    <a:pt x="2362" y="88"/>
                    <a:pt x="2300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9" name="Google Shape;2749;p94"/>
            <p:cNvSpPr/>
            <p:nvPr/>
          </p:nvSpPr>
          <p:spPr>
            <a:xfrm>
              <a:off x="6648000" y="1501125"/>
              <a:ext cx="25325" cy="17200"/>
            </a:xfrm>
            <a:custGeom>
              <a:rect b="b" l="l" r="r" t="t"/>
              <a:pathLst>
                <a:path extrusionOk="0" h="688" w="1013">
                  <a:moveTo>
                    <a:pt x="188" y="75"/>
                  </a:moveTo>
                  <a:cubicBezTo>
                    <a:pt x="400" y="337"/>
                    <a:pt x="638" y="412"/>
                    <a:pt x="937" y="525"/>
                  </a:cubicBezTo>
                  <a:cubicBezTo>
                    <a:pt x="1012" y="562"/>
                    <a:pt x="1012" y="687"/>
                    <a:pt x="925" y="675"/>
                  </a:cubicBezTo>
                  <a:cubicBezTo>
                    <a:pt x="563" y="662"/>
                    <a:pt x="250" y="475"/>
                    <a:pt x="63" y="187"/>
                  </a:cubicBezTo>
                  <a:cubicBezTo>
                    <a:pt x="0" y="100"/>
                    <a:pt x="125" y="0"/>
                    <a:pt x="188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0" name="Google Shape;2750;p94"/>
            <p:cNvSpPr/>
            <p:nvPr/>
          </p:nvSpPr>
          <p:spPr>
            <a:xfrm>
              <a:off x="6687050" y="1501125"/>
              <a:ext cx="26575" cy="55300"/>
            </a:xfrm>
            <a:custGeom>
              <a:rect b="b" l="l" r="r" t="t"/>
              <a:pathLst>
                <a:path extrusionOk="0" h="2212" w="1063">
                  <a:moveTo>
                    <a:pt x="1025" y="138"/>
                  </a:moveTo>
                  <a:cubicBezTo>
                    <a:pt x="850" y="437"/>
                    <a:pt x="700" y="750"/>
                    <a:pt x="575" y="1087"/>
                  </a:cubicBezTo>
                  <a:cubicBezTo>
                    <a:pt x="475" y="1437"/>
                    <a:pt x="538" y="1737"/>
                    <a:pt x="575" y="2099"/>
                  </a:cubicBezTo>
                  <a:cubicBezTo>
                    <a:pt x="588" y="2187"/>
                    <a:pt x="463" y="2212"/>
                    <a:pt x="425" y="2137"/>
                  </a:cubicBezTo>
                  <a:cubicBezTo>
                    <a:pt x="0" y="1437"/>
                    <a:pt x="475" y="600"/>
                    <a:pt x="938" y="50"/>
                  </a:cubicBezTo>
                  <a:cubicBezTo>
                    <a:pt x="988" y="0"/>
                    <a:pt x="1063" y="75"/>
                    <a:pt x="1038" y="1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1" name="Google Shape;2751;p94"/>
            <p:cNvSpPr/>
            <p:nvPr/>
          </p:nvSpPr>
          <p:spPr>
            <a:xfrm>
              <a:off x="6686100" y="1522975"/>
              <a:ext cx="17225" cy="34700"/>
            </a:xfrm>
            <a:custGeom>
              <a:rect b="b" l="l" r="r" t="t"/>
              <a:pathLst>
                <a:path extrusionOk="0" h="1388" w="689">
                  <a:moveTo>
                    <a:pt x="388" y="1263"/>
                  </a:moveTo>
                  <a:cubicBezTo>
                    <a:pt x="126" y="938"/>
                    <a:pt x="1" y="513"/>
                    <a:pt x="63" y="101"/>
                  </a:cubicBezTo>
                  <a:cubicBezTo>
                    <a:pt x="76" y="1"/>
                    <a:pt x="226" y="38"/>
                    <a:pt x="226" y="126"/>
                  </a:cubicBezTo>
                  <a:cubicBezTo>
                    <a:pt x="251" y="513"/>
                    <a:pt x="313" y="813"/>
                    <a:pt x="576" y="1101"/>
                  </a:cubicBezTo>
                  <a:cubicBezTo>
                    <a:pt x="688" y="1238"/>
                    <a:pt x="488" y="1388"/>
                    <a:pt x="388" y="1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2" name="Google Shape;2752;p94"/>
            <p:cNvSpPr/>
            <p:nvPr/>
          </p:nvSpPr>
          <p:spPr>
            <a:xfrm>
              <a:off x="6669850" y="1521425"/>
              <a:ext cx="22525" cy="11275"/>
            </a:xfrm>
            <a:custGeom>
              <a:rect b="b" l="l" r="r" t="t"/>
              <a:pathLst>
                <a:path extrusionOk="0" h="451" w="901">
                  <a:moveTo>
                    <a:pt x="776" y="213"/>
                  </a:moveTo>
                  <a:cubicBezTo>
                    <a:pt x="563" y="275"/>
                    <a:pt x="351" y="388"/>
                    <a:pt x="126" y="425"/>
                  </a:cubicBezTo>
                  <a:cubicBezTo>
                    <a:pt x="51" y="450"/>
                    <a:pt x="1" y="338"/>
                    <a:pt x="63" y="288"/>
                  </a:cubicBezTo>
                  <a:cubicBezTo>
                    <a:pt x="263" y="163"/>
                    <a:pt x="488" y="75"/>
                    <a:pt x="726" y="38"/>
                  </a:cubicBezTo>
                  <a:cubicBezTo>
                    <a:pt x="851" y="0"/>
                    <a:pt x="901" y="175"/>
                    <a:pt x="776" y="2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3" name="Google Shape;2753;p94"/>
            <p:cNvSpPr/>
            <p:nvPr/>
          </p:nvSpPr>
          <p:spPr>
            <a:xfrm>
              <a:off x="6668925" y="1512975"/>
              <a:ext cx="15650" cy="19100"/>
            </a:xfrm>
            <a:custGeom>
              <a:rect b="b" l="l" r="r" t="t"/>
              <a:pathLst>
                <a:path extrusionOk="0" h="764" w="626">
                  <a:moveTo>
                    <a:pt x="50" y="563"/>
                  </a:moveTo>
                  <a:cubicBezTo>
                    <a:pt x="138" y="376"/>
                    <a:pt x="263" y="201"/>
                    <a:pt x="425" y="63"/>
                  </a:cubicBezTo>
                  <a:cubicBezTo>
                    <a:pt x="500" y="1"/>
                    <a:pt x="625" y="88"/>
                    <a:pt x="575" y="176"/>
                  </a:cubicBezTo>
                  <a:cubicBezTo>
                    <a:pt x="463" y="351"/>
                    <a:pt x="338" y="501"/>
                    <a:pt x="238" y="663"/>
                  </a:cubicBezTo>
                  <a:cubicBezTo>
                    <a:pt x="163" y="763"/>
                    <a:pt x="1" y="676"/>
                    <a:pt x="50" y="5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4" name="Google Shape;2754;p94"/>
            <p:cNvSpPr/>
            <p:nvPr/>
          </p:nvSpPr>
          <p:spPr>
            <a:xfrm>
              <a:off x="6665800" y="1513300"/>
              <a:ext cx="17525" cy="6900"/>
            </a:xfrm>
            <a:custGeom>
              <a:rect b="b" l="l" r="r" t="t"/>
              <a:pathLst>
                <a:path extrusionOk="0" h="276" w="701">
                  <a:moveTo>
                    <a:pt x="575" y="225"/>
                  </a:moveTo>
                  <a:cubicBezTo>
                    <a:pt x="400" y="275"/>
                    <a:pt x="225" y="250"/>
                    <a:pt x="76" y="163"/>
                  </a:cubicBezTo>
                  <a:cubicBezTo>
                    <a:pt x="1" y="113"/>
                    <a:pt x="63" y="0"/>
                    <a:pt x="138" y="25"/>
                  </a:cubicBezTo>
                  <a:lnTo>
                    <a:pt x="513" y="38"/>
                  </a:lnTo>
                  <a:cubicBezTo>
                    <a:pt x="638" y="13"/>
                    <a:pt x="700" y="188"/>
                    <a:pt x="575" y="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5" name="Google Shape;2755;p94"/>
            <p:cNvSpPr/>
            <p:nvPr/>
          </p:nvSpPr>
          <p:spPr>
            <a:xfrm>
              <a:off x="6645800" y="1528925"/>
              <a:ext cx="28775" cy="23450"/>
            </a:xfrm>
            <a:custGeom>
              <a:rect b="b" l="l" r="r" t="t"/>
              <a:pathLst>
                <a:path extrusionOk="0" h="938" w="1151">
                  <a:moveTo>
                    <a:pt x="638" y="163"/>
                  </a:moveTo>
                  <a:cubicBezTo>
                    <a:pt x="1150" y="263"/>
                    <a:pt x="863" y="937"/>
                    <a:pt x="426" y="838"/>
                  </a:cubicBezTo>
                  <a:cubicBezTo>
                    <a:pt x="1" y="750"/>
                    <a:pt x="126" y="0"/>
                    <a:pt x="626" y="150"/>
                  </a:cubicBezTo>
                  <a:cubicBezTo>
                    <a:pt x="738" y="188"/>
                    <a:pt x="713" y="350"/>
                    <a:pt x="601" y="350"/>
                  </a:cubicBezTo>
                  <a:lnTo>
                    <a:pt x="601" y="325"/>
                  </a:lnTo>
                  <a:cubicBezTo>
                    <a:pt x="501" y="288"/>
                    <a:pt x="538" y="138"/>
                    <a:pt x="651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6" name="Google Shape;2756;p94"/>
            <p:cNvSpPr/>
            <p:nvPr/>
          </p:nvSpPr>
          <p:spPr>
            <a:xfrm>
              <a:off x="6217175" y="4309125"/>
              <a:ext cx="551125" cy="190600"/>
            </a:xfrm>
            <a:custGeom>
              <a:rect b="b" l="l" r="r" t="t"/>
              <a:pathLst>
                <a:path extrusionOk="0" h="7624" w="22045">
                  <a:moveTo>
                    <a:pt x="213" y="4662"/>
                  </a:moveTo>
                  <a:cubicBezTo>
                    <a:pt x="5036" y="0"/>
                    <a:pt x="11447" y="7623"/>
                    <a:pt x="17083" y="6311"/>
                  </a:cubicBezTo>
                  <a:cubicBezTo>
                    <a:pt x="20070" y="5611"/>
                    <a:pt x="22044" y="3300"/>
                    <a:pt x="21932" y="238"/>
                  </a:cubicBezTo>
                  <a:cubicBezTo>
                    <a:pt x="21932" y="150"/>
                    <a:pt x="21795" y="150"/>
                    <a:pt x="21795" y="238"/>
                  </a:cubicBezTo>
                  <a:cubicBezTo>
                    <a:pt x="21532" y="6511"/>
                    <a:pt x="14521" y="6724"/>
                    <a:pt x="10160" y="4887"/>
                  </a:cubicBezTo>
                  <a:cubicBezTo>
                    <a:pt x="8448" y="4162"/>
                    <a:pt x="6723" y="3175"/>
                    <a:pt x="4824" y="2950"/>
                  </a:cubicBezTo>
                  <a:cubicBezTo>
                    <a:pt x="2924" y="2725"/>
                    <a:pt x="1425" y="3225"/>
                    <a:pt x="88" y="4537"/>
                  </a:cubicBezTo>
                  <a:cubicBezTo>
                    <a:pt x="0" y="4612"/>
                    <a:pt x="125" y="4737"/>
                    <a:pt x="213" y="46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7" name="Google Shape;2757;p94"/>
            <p:cNvSpPr/>
            <p:nvPr/>
          </p:nvSpPr>
          <p:spPr>
            <a:xfrm>
              <a:off x="6582375" y="4210725"/>
              <a:ext cx="180925" cy="121225"/>
            </a:xfrm>
            <a:custGeom>
              <a:rect b="b" l="l" r="r" t="t"/>
              <a:pathLst>
                <a:path extrusionOk="0" h="4849" w="7237">
                  <a:moveTo>
                    <a:pt x="7224" y="3174"/>
                  </a:moveTo>
                  <a:cubicBezTo>
                    <a:pt x="7087" y="1162"/>
                    <a:pt x="4637" y="0"/>
                    <a:pt x="2825" y="537"/>
                  </a:cubicBezTo>
                  <a:cubicBezTo>
                    <a:pt x="1326" y="987"/>
                    <a:pt x="1" y="3524"/>
                    <a:pt x="1388" y="4774"/>
                  </a:cubicBezTo>
                  <a:cubicBezTo>
                    <a:pt x="1463" y="4849"/>
                    <a:pt x="1575" y="4736"/>
                    <a:pt x="1513" y="4661"/>
                  </a:cubicBezTo>
                  <a:cubicBezTo>
                    <a:pt x="113" y="3137"/>
                    <a:pt x="1775" y="837"/>
                    <a:pt x="3400" y="637"/>
                  </a:cubicBezTo>
                  <a:cubicBezTo>
                    <a:pt x="4950" y="437"/>
                    <a:pt x="6912" y="1450"/>
                    <a:pt x="7037" y="3174"/>
                  </a:cubicBezTo>
                  <a:cubicBezTo>
                    <a:pt x="7037" y="3299"/>
                    <a:pt x="7237" y="3299"/>
                    <a:pt x="7224" y="3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8" name="Google Shape;2758;p94"/>
            <p:cNvSpPr/>
            <p:nvPr/>
          </p:nvSpPr>
          <p:spPr>
            <a:xfrm>
              <a:off x="6636125" y="4276625"/>
              <a:ext cx="72825" cy="77200"/>
            </a:xfrm>
            <a:custGeom>
              <a:rect b="b" l="l" r="r" t="t"/>
              <a:pathLst>
                <a:path extrusionOk="0" h="3088" w="2913">
                  <a:moveTo>
                    <a:pt x="63" y="2600"/>
                  </a:moveTo>
                  <a:cubicBezTo>
                    <a:pt x="888" y="3087"/>
                    <a:pt x="2112" y="2738"/>
                    <a:pt x="2537" y="1850"/>
                  </a:cubicBezTo>
                  <a:cubicBezTo>
                    <a:pt x="2912" y="1026"/>
                    <a:pt x="2300" y="101"/>
                    <a:pt x="1437" y="13"/>
                  </a:cubicBezTo>
                  <a:cubicBezTo>
                    <a:pt x="1325" y="1"/>
                    <a:pt x="1300" y="188"/>
                    <a:pt x="1412" y="213"/>
                  </a:cubicBezTo>
                  <a:cubicBezTo>
                    <a:pt x="2225" y="351"/>
                    <a:pt x="2725" y="1176"/>
                    <a:pt x="2250" y="1925"/>
                  </a:cubicBezTo>
                  <a:cubicBezTo>
                    <a:pt x="1787" y="2613"/>
                    <a:pt x="888" y="2838"/>
                    <a:pt x="150" y="2463"/>
                  </a:cubicBezTo>
                  <a:cubicBezTo>
                    <a:pt x="63" y="2425"/>
                    <a:pt x="0" y="2538"/>
                    <a:pt x="75" y="26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9" name="Google Shape;2759;p94"/>
            <p:cNvSpPr/>
            <p:nvPr/>
          </p:nvSpPr>
          <p:spPr>
            <a:xfrm>
              <a:off x="6662675" y="4282575"/>
              <a:ext cx="25" cy="325"/>
            </a:xfrm>
            <a:custGeom>
              <a:rect b="b" l="l" r="r" t="t"/>
              <a:pathLst>
                <a:path extrusionOk="0" h="13" w="1">
                  <a:moveTo>
                    <a:pt x="1" y="0"/>
                  </a:moveTo>
                  <a:lnTo>
                    <a:pt x="1" y="1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0" name="Google Shape;2760;p94"/>
            <p:cNvSpPr/>
            <p:nvPr/>
          </p:nvSpPr>
          <p:spPr>
            <a:xfrm>
              <a:off x="6648925" y="4357225"/>
              <a:ext cx="206550" cy="103750"/>
            </a:xfrm>
            <a:custGeom>
              <a:rect b="b" l="l" r="r" t="t"/>
              <a:pathLst>
                <a:path extrusionOk="0" h="4150" w="8262">
                  <a:moveTo>
                    <a:pt x="126" y="4137"/>
                  </a:moveTo>
                  <a:cubicBezTo>
                    <a:pt x="1250" y="3887"/>
                    <a:pt x="2325" y="3425"/>
                    <a:pt x="3275" y="2775"/>
                  </a:cubicBezTo>
                  <a:cubicBezTo>
                    <a:pt x="4724" y="1763"/>
                    <a:pt x="6199" y="1"/>
                    <a:pt x="8074" y="1276"/>
                  </a:cubicBezTo>
                  <a:cubicBezTo>
                    <a:pt x="8161" y="1326"/>
                    <a:pt x="8261" y="1201"/>
                    <a:pt x="8186" y="1138"/>
                  </a:cubicBezTo>
                  <a:cubicBezTo>
                    <a:pt x="7424" y="451"/>
                    <a:pt x="6474" y="451"/>
                    <a:pt x="5549" y="851"/>
                  </a:cubicBezTo>
                  <a:cubicBezTo>
                    <a:pt x="4887" y="1151"/>
                    <a:pt x="4350" y="1676"/>
                    <a:pt x="3787" y="2125"/>
                  </a:cubicBezTo>
                  <a:cubicBezTo>
                    <a:pt x="2700" y="3013"/>
                    <a:pt x="1450" y="3650"/>
                    <a:pt x="88" y="3987"/>
                  </a:cubicBezTo>
                  <a:cubicBezTo>
                    <a:pt x="1" y="4000"/>
                    <a:pt x="38" y="4150"/>
                    <a:pt x="138" y="41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1" name="Google Shape;2761;p94"/>
            <p:cNvSpPr/>
            <p:nvPr/>
          </p:nvSpPr>
          <p:spPr>
            <a:xfrm>
              <a:off x="6506475" y="4375975"/>
              <a:ext cx="88425" cy="80000"/>
            </a:xfrm>
            <a:custGeom>
              <a:rect b="b" l="l" r="r" t="t"/>
              <a:pathLst>
                <a:path extrusionOk="0" h="3200" w="3537">
                  <a:moveTo>
                    <a:pt x="113" y="2888"/>
                  </a:moveTo>
                  <a:cubicBezTo>
                    <a:pt x="987" y="3087"/>
                    <a:pt x="1837" y="3200"/>
                    <a:pt x="2650" y="2713"/>
                  </a:cubicBezTo>
                  <a:cubicBezTo>
                    <a:pt x="3174" y="2388"/>
                    <a:pt x="3537" y="1875"/>
                    <a:pt x="3437" y="1225"/>
                  </a:cubicBezTo>
                  <a:cubicBezTo>
                    <a:pt x="3349" y="613"/>
                    <a:pt x="2849" y="138"/>
                    <a:pt x="2225" y="63"/>
                  </a:cubicBezTo>
                  <a:cubicBezTo>
                    <a:pt x="1750" y="13"/>
                    <a:pt x="1075" y="176"/>
                    <a:pt x="1025" y="726"/>
                  </a:cubicBezTo>
                  <a:cubicBezTo>
                    <a:pt x="1025" y="813"/>
                    <a:pt x="1150" y="813"/>
                    <a:pt x="1150" y="726"/>
                  </a:cubicBezTo>
                  <a:cubicBezTo>
                    <a:pt x="1225" y="1"/>
                    <a:pt x="2437" y="263"/>
                    <a:pt x="2762" y="488"/>
                  </a:cubicBezTo>
                  <a:cubicBezTo>
                    <a:pt x="3249" y="838"/>
                    <a:pt x="3387" y="1500"/>
                    <a:pt x="3099" y="2025"/>
                  </a:cubicBezTo>
                  <a:cubicBezTo>
                    <a:pt x="2475" y="3037"/>
                    <a:pt x="1125" y="2937"/>
                    <a:pt x="150" y="2713"/>
                  </a:cubicBezTo>
                  <a:cubicBezTo>
                    <a:pt x="38" y="2688"/>
                    <a:pt x="0" y="2863"/>
                    <a:pt x="113" y="28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2" name="Google Shape;2762;p94"/>
            <p:cNvSpPr/>
            <p:nvPr/>
          </p:nvSpPr>
          <p:spPr>
            <a:xfrm>
              <a:off x="6450850" y="4386300"/>
              <a:ext cx="33150" cy="43450"/>
            </a:xfrm>
            <a:custGeom>
              <a:rect b="b" l="l" r="r" t="t"/>
              <a:pathLst>
                <a:path extrusionOk="0" h="1738" w="1326">
                  <a:moveTo>
                    <a:pt x="101" y="1550"/>
                  </a:moveTo>
                  <a:cubicBezTo>
                    <a:pt x="638" y="1737"/>
                    <a:pt x="1325" y="1412"/>
                    <a:pt x="1263" y="762"/>
                  </a:cubicBezTo>
                  <a:cubicBezTo>
                    <a:pt x="1213" y="338"/>
                    <a:pt x="513" y="0"/>
                    <a:pt x="251" y="425"/>
                  </a:cubicBezTo>
                  <a:cubicBezTo>
                    <a:pt x="176" y="538"/>
                    <a:pt x="351" y="637"/>
                    <a:pt x="426" y="525"/>
                  </a:cubicBezTo>
                  <a:cubicBezTo>
                    <a:pt x="538" y="463"/>
                    <a:pt x="676" y="438"/>
                    <a:pt x="801" y="488"/>
                  </a:cubicBezTo>
                  <a:cubicBezTo>
                    <a:pt x="1076" y="712"/>
                    <a:pt x="1125" y="937"/>
                    <a:pt x="951" y="1137"/>
                  </a:cubicBezTo>
                  <a:cubicBezTo>
                    <a:pt x="776" y="1450"/>
                    <a:pt x="451" y="1487"/>
                    <a:pt x="138" y="1400"/>
                  </a:cubicBezTo>
                  <a:cubicBezTo>
                    <a:pt x="38" y="1362"/>
                    <a:pt x="1" y="1525"/>
                    <a:pt x="101" y="15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3" name="Google Shape;2763;p94"/>
            <p:cNvSpPr/>
            <p:nvPr/>
          </p:nvSpPr>
          <p:spPr>
            <a:xfrm>
              <a:off x="6842625" y="4377850"/>
              <a:ext cx="31900" cy="31900"/>
            </a:xfrm>
            <a:custGeom>
              <a:rect b="b" l="l" r="r" t="t"/>
              <a:pathLst>
                <a:path extrusionOk="0" h="1276" w="1276">
                  <a:moveTo>
                    <a:pt x="326" y="351"/>
                  </a:moveTo>
                  <a:cubicBezTo>
                    <a:pt x="1" y="713"/>
                    <a:pt x="451" y="1275"/>
                    <a:pt x="863" y="950"/>
                  </a:cubicBezTo>
                  <a:cubicBezTo>
                    <a:pt x="1275" y="626"/>
                    <a:pt x="800" y="1"/>
                    <a:pt x="401" y="301"/>
                  </a:cubicBezTo>
                  <a:cubicBezTo>
                    <a:pt x="326" y="351"/>
                    <a:pt x="376" y="463"/>
                    <a:pt x="463" y="451"/>
                  </a:cubicBezTo>
                  <a:lnTo>
                    <a:pt x="463" y="451"/>
                  </a:lnTo>
                  <a:cubicBezTo>
                    <a:pt x="501" y="376"/>
                    <a:pt x="401" y="276"/>
                    <a:pt x="338" y="3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4" name="Google Shape;2764;p94"/>
            <p:cNvSpPr/>
            <p:nvPr/>
          </p:nvSpPr>
          <p:spPr>
            <a:xfrm>
              <a:off x="6720775" y="4313800"/>
              <a:ext cx="77825" cy="113125"/>
            </a:xfrm>
            <a:custGeom>
              <a:rect b="b" l="l" r="r" t="t"/>
              <a:pathLst>
                <a:path extrusionOk="0" h="4525" w="3113">
                  <a:moveTo>
                    <a:pt x="163" y="4462"/>
                  </a:moveTo>
                  <a:cubicBezTo>
                    <a:pt x="1551" y="3363"/>
                    <a:pt x="2575" y="1850"/>
                    <a:pt x="3088" y="151"/>
                  </a:cubicBezTo>
                  <a:cubicBezTo>
                    <a:pt x="3113" y="63"/>
                    <a:pt x="2975" y="1"/>
                    <a:pt x="2925" y="88"/>
                  </a:cubicBezTo>
                  <a:cubicBezTo>
                    <a:pt x="2188" y="1700"/>
                    <a:pt x="1413" y="3188"/>
                    <a:pt x="63" y="4375"/>
                  </a:cubicBezTo>
                  <a:cubicBezTo>
                    <a:pt x="1" y="4437"/>
                    <a:pt x="88" y="4525"/>
                    <a:pt x="163" y="44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5" name="Google Shape;2765;p94"/>
            <p:cNvSpPr/>
            <p:nvPr/>
          </p:nvSpPr>
          <p:spPr>
            <a:xfrm>
              <a:off x="6784200" y="4293200"/>
              <a:ext cx="30650" cy="32500"/>
            </a:xfrm>
            <a:custGeom>
              <a:rect b="b" l="l" r="r" t="t"/>
              <a:pathLst>
                <a:path extrusionOk="0" h="1300" w="1226">
                  <a:moveTo>
                    <a:pt x="501" y="800"/>
                  </a:moveTo>
                  <a:lnTo>
                    <a:pt x="501" y="737"/>
                  </a:lnTo>
                  <a:cubicBezTo>
                    <a:pt x="426" y="662"/>
                    <a:pt x="313" y="750"/>
                    <a:pt x="363" y="850"/>
                  </a:cubicBezTo>
                  <a:cubicBezTo>
                    <a:pt x="601" y="1300"/>
                    <a:pt x="1225" y="750"/>
                    <a:pt x="888" y="375"/>
                  </a:cubicBezTo>
                  <a:cubicBezTo>
                    <a:pt x="551" y="0"/>
                    <a:pt x="1" y="550"/>
                    <a:pt x="388" y="912"/>
                  </a:cubicBezTo>
                  <a:cubicBezTo>
                    <a:pt x="463" y="975"/>
                    <a:pt x="563" y="875"/>
                    <a:pt x="501" y="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6" name="Google Shape;2766;p94"/>
            <p:cNvSpPr/>
            <p:nvPr/>
          </p:nvSpPr>
          <p:spPr>
            <a:xfrm>
              <a:off x="6760775" y="4298825"/>
              <a:ext cx="5650" cy="9375"/>
            </a:xfrm>
            <a:custGeom>
              <a:rect b="b" l="l" r="r" t="t"/>
              <a:pathLst>
                <a:path extrusionOk="0" h="375" w="226">
                  <a:moveTo>
                    <a:pt x="213" y="263"/>
                  </a:moveTo>
                  <a:cubicBezTo>
                    <a:pt x="225" y="188"/>
                    <a:pt x="200" y="113"/>
                    <a:pt x="150" y="63"/>
                  </a:cubicBezTo>
                  <a:cubicBezTo>
                    <a:pt x="113" y="0"/>
                    <a:pt x="1" y="13"/>
                    <a:pt x="1" y="100"/>
                  </a:cubicBezTo>
                  <a:cubicBezTo>
                    <a:pt x="1" y="150"/>
                    <a:pt x="13" y="213"/>
                    <a:pt x="13" y="263"/>
                  </a:cubicBezTo>
                  <a:cubicBezTo>
                    <a:pt x="26" y="375"/>
                    <a:pt x="188" y="375"/>
                    <a:pt x="200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7" name="Google Shape;2767;p94"/>
            <p:cNvSpPr/>
            <p:nvPr/>
          </p:nvSpPr>
          <p:spPr>
            <a:xfrm>
              <a:off x="6624250" y="4331300"/>
              <a:ext cx="10025" cy="6900"/>
            </a:xfrm>
            <a:custGeom>
              <a:rect b="b" l="l" r="r" t="t"/>
              <a:pathLst>
                <a:path extrusionOk="0" h="276" w="401">
                  <a:moveTo>
                    <a:pt x="313" y="88"/>
                  </a:moveTo>
                  <a:cubicBezTo>
                    <a:pt x="250" y="51"/>
                    <a:pt x="175" y="26"/>
                    <a:pt x="100" y="13"/>
                  </a:cubicBezTo>
                  <a:cubicBezTo>
                    <a:pt x="38" y="1"/>
                    <a:pt x="0" y="63"/>
                    <a:pt x="50" y="113"/>
                  </a:cubicBezTo>
                  <a:cubicBezTo>
                    <a:pt x="100" y="176"/>
                    <a:pt x="163" y="226"/>
                    <a:pt x="250" y="251"/>
                  </a:cubicBezTo>
                  <a:cubicBezTo>
                    <a:pt x="338" y="276"/>
                    <a:pt x="400" y="138"/>
                    <a:pt x="313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8" name="Google Shape;2768;p94"/>
            <p:cNvSpPr/>
            <p:nvPr/>
          </p:nvSpPr>
          <p:spPr>
            <a:xfrm>
              <a:off x="6618625" y="4440350"/>
              <a:ext cx="156850" cy="27825"/>
            </a:xfrm>
            <a:custGeom>
              <a:rect b="b" l="l" r="r" t="t"/>
              <a:pathLst>
                <a:path extrusionOk="0" h="1113" w="6274">
                  <a:moveTo>
                    <a:pt x="101" y="1100"/>
                  </a:moveTo>
                  <a:cubicBezTo>
                    <a:pt x="963" y="1112"/>
                    <a:pt x="1813" y="1025"/>
                    <a:pt x="2662" y="850"/>
                  </a:cubicBezTo>
                  <a:cubicBezTo>
                    <a:pt x="3812" y="625"/>
                    <a:pt x="4937" y="175"/>
                    <a:pt x="6111" y="500"/>
                  </a:cubicBezTo>
                  <a:cubicBezTo>
                    <a:pt x="6224" y="525"/>
                    <a:pt x="6274" y="362"/>
                    <a:pt x="6161" y="313"/>
                  </a:cubicBezTo>
                  <a:cubicBezTo>
                    <a:pt x="5362" y="0"/>
                    <a:pt x="4649" y="163"/>
                    <a:pt x="3837" y="337"/>
                  </a:cubicBezTo>
                  <a:cubicBezTo>
                    <a:pt x="2587" y="612"/>
                    <a:pt x="1375" y="862"/>
                    <a:pt x="101" y="925"/>
                  </a:cubicBezTo>
                  <a:cubicBezTo>
                    <a:pt x="1" y="937"/>
                    <a:pt x="1" y="1087"/>
                    <a:pt x="101" y="1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9" name="Google Shape;2769;p94"/>
            <p:cNvSpPr/>
            <p:nvPr/>
          </p:nvSpPr>
          <p:spPr>
            <a:xfrm>
              <a:off x="6763900" y="4437225"/>
              <a:ext cx="32825" cy="31250"/>
            </a:xfrm>
            <a:custGeom>
              <a:rect b="b" l="l" r="r" t="t"/>
              <a:pathLst>
                <a:path extrusionOk="0" h="1250" w="1313">
                  <a:moveTo>
                    <a:pt x="450" y="550"/>
                  </a:moveTo>
                  <a:lnTo>
                    <a:pt x="563" y="587"/>
                  </a:lnTo>
                  <a:cubicBezTo>
                    <a:pt x="613" y="512"/>
                    <a:pt x="550" y="413"/>
                    <a:pt x="463" y="425"/>
                  </a:cubicBezTo>
                  <a:cubicBezTo>
                    <a:pt x="1" y="587"/>
                    <a:pt x="463" y="1250"/>
                    <a:pt x="850" y="1012"/>
                  </a:cubicBezTo>
                  <a:cubicBezTo>
                    <a:pt x="1313" y="712"/>
                    <a:pt x="775" y="0"/>
                    <a:pt x="350" y="438"/>
                  </a:cubicBezTo>
                  <a:cubicBezTo>
                    <a:pt x="288" y="500"/>
                    <a:pt x="363" y="600"/>
                    <a:pt x="450" y="5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0" name="Google Shape;2770;p94"/>
            <p:cNvSpPr/>
            <p:nvPr/>
          </p:nvSpPr>
          <p:spPr>
            <a:xfrm>
              <a:off x="6768275" y="4388175"/>
              <a:ext cx="72825" cy="22500"/>
            </a:xfrm>
            <a:custGeom>
              <a:rect b="b" l="l" r="r" t="t"/>
              <a:pathLst>
                <a:path extrusionOk="0" h="900" w="2913">
                  <a:moveTo>
                    <a:pt x="100" y="263"/>
                  </a:moveTo>
                  <a:cubicBezTo>
                    <a:pt x="413" y="562"/>
                    <a:pt x="813" y="750"/>
                    <a:pt x="1225" y="800"/>
                  </a:cubicBezTo>
                  <a:cubicBezTo>
                    <a:pt x="1700" y="862"/>
                    <a:pt x="2400" y="900"/>
                    <a:pt x="2812" y="637"/>
                  </a:cubicBezTo>
                  <a:cubicBezTo>
                    <a:pt x="2912" y="575"/>
                    <a:pt x="2850" y="413"/>
                    <a:pt x="2725" y="438"/>
                  </a:cubicBezTo>
                  <a:cubicBezTo>
                    <a:pt x="1937" y="637"/>
                    <a:pt x="900" y="687"/>
                    <a:pt x="263" y="100"/>
                  </a:cubicBezTo>
                  <a:cubicBezTo>
                    <a:pt x="163" y="0"/>
                    <a:pt x="0" y="163"/>
                    <a:pt x="113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1" name="Google Shape;2771;p94"/>
            <p:cNvSpPr/>
            <p:nvPr/>
          </p:nvSpPr>
          <p:spPr>
            <a:xfrm>
              <a:off x="6769525" y="4381600"/>
              <a:ext cx="70625" cy="23450"/>
            </a:xfrm>
            <a:custGeom>
              <a:rect b="b" l="l" r="r" t="t"/>
              <a:pathLst>
                <a:path extrusionOk="0" h="938" w="2825">
                  <a:moveTo>
                    <a:pt x="2762" y="738"/>
                  </a:moveTo>
                  <a:cubicBezTo>
                    <a:pt x="2250" y="51"/>
                    <a:pt x="813" y="1"/>
                    <a:pt x="113" y="376"/>
                  </a:cubicBezTo>
                  <a:cubicBezTo>
                    <a:pt x="0" y="426"/>
                    <a:pt x="88" y="563"/>
                    <a:pt x="188" y="551"/>
                  </a:cubicBezTo>
                  <a:cubicBezTo>
                    <a:pt x="900" y="438"/>
                    <a:pt x="2062" y="176"/>
                    <a:pt x="2612" y="850"/>
                  </a:cubicBezTo>
                  <a:cubicBezTo>
                    <a:pt x="2687" y="938"/>
                    <a:pt x="2825" y="825"/>
                    <a:pt x="2775" y="7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2" name="Google Shape;2772;p94"/>
            <p:cNvSpPr/>
            <p:nvPr/>
          </p:nvSpPr>
          <p:spPr>
            <a:xfrm>
              <a:off x="6669850" y="4396600"/>
              <a:ext cx="17850" cy="55950"/>
            </a:xfrm>
            <a:custGeom>
              <a:rect b="b" l="l" r="r" t="t"/>
              <a:pathLst>
                <a:path extrusionOk="0" h="2238" w="714">
                  <a:moveTo>
                    <a:pt x="413" y="2087"/>
                  </a:moveTo>
                  <a:cubicBezTo>
                    <a:pt x="238" y="1450"/>
                    <a:pt x="326" y="775"/>
                    <a:pt x="663" y="213"/>
                  </a:cubicBezTo>
                  <a:cubicBezTo>
                    <a:pt x="713" y="101"/>
                    <a:pt x="551" y="1"/>
                    <a:pt x="476" y="101"/>
                  </a:cubicBezTo>
                  <a:cubicBezTo>
                    <a:pt x="88" y="713"/>
                    <a:pt x="1" y="1450"/>
                    <a:pt x="238" y="2137"/>
                  </a:cubicBezTo>
                  <a:cubicBezTo>
                    <a:pt x="276" y="2237"/>
                    <a:pt x="426" y="2200"/>
                    <a:pt x="413" y="20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3" name="Google Shape;2773;p94"/>
            <p:cNvSpPr/>
            <p:nvPr/>
          </p:nvSpPr>
          <p:spPr>
            <a:xfrm>
              <a:off x="6677050" y="4396600"/>
              <a:ext cx="16275" cy="54375"/>
            </a:xfrm>
            <a:custGeom>
              <a:rect b="b" l="l" r="r" t="t"/>
              <a:pathLst>
                <a:path extrusionOk="0" h="2175" w="651">
                  <a:moveTo>
                    <a:pt x="188" y="188"/>
                  </a:moveTo>
                  <a:cubicBezTo>
                    <a:pt x="313" y="550"/>
                    <a:pt x="363" y="950"/>
                    <a:pt x="300" y="1338"/>
                  </a:cubicBezTo>
                  <a:cubicBezTo>
                    <a:pt x="250" y="1613"/>
                    <a:pt x="113" y="1788"/>
                    <a:pt x="13" y="2038"/>
                  </a:cubicBezTo>
                  <a:cubicBezTo>
                    <a:pt x="0" y="2075"/>
                    <a:pt x="25" y="2112"/>
                    <a:pt x="63" y="2125"/>
                  </a:cubicBezTo>
                  <a:cubicBezTo>
                    <a:pt x="363" y="2175"/>
                    <a:pt x="463" y="1850"/>
                    <a:pt x="538" y="1613"/>
                  </a:cubicBezTo>
                  <a:cubicBezTo>
                    <a:pt x="650" y="1113"/>
                    <a:pt x="600" y="600"/>
                    <a:pt x="400" y="126"/>
                  </a:cubicBezTo>
                  <a:cubicBezTo>
                    <a:pt x="350" y="1"/>
                    <a:pt x="150" y="51"/>
                    <a:pt x="188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4" name="Google Shape;2774;p94"/>
            <p:cNvSpPr/>
            <p:nvPr/>
          </p:nvSpPr>
          <p:spPr>
            <a:xfrm>
              <a:off x="6337750" y="4364725"/>
              <a:ext cx="82825" cy="26900"/>
            </a:xfrm>
            <a:custGeom>
              <a:rect b="b" l="l" r="r" t="t"/>
              <a:pathLst>
                <a:path extrusionOk="0" h="1076" w="3313">
                  <a:moveTo>
                    <a:pt x="126" y="926"/>
                  </a:moveTo>
                  <a:cubicBezTo>
                    <a:pt x="1138" y="1076"/>
                    <a:pt x="2500" y="926"/>
                    <a:pt x="3263" y="163"/>
                  </a:cubicBezTo>
                  <a:cubicBezTo>
                    <a:pt x="3313" y="113"/>
                    <a:pt x="3263" y="1"/>
                    <a:pt x="3175" y="26"/>
                  </a:cubicBezTo>
                  <a:cubicBezTo>
                    <a:pt x="2713" y="188"/>
                    <a:pt x="2300" y="476"/>
                    <a:pt x="1813" y="601"/>
                  </a:cubicBezTo>
                  <a:cubicBezTo>
                    <a:pt x="1276" y="738"/>
                    <a:pt x="713" y="776"/>
                    <a:pt x="151" y="713"/>
                  </a:cubicBezTo>
                  <a:cubicBezTo>
                    <a:pt x="38" y="701"/>
                    <a:pt x="1" y="913"/>
                    <a:pt x="126" y="9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5" name="Google Shape;2775;p94"/>
            <p:cNvSpPr/>
            <p:nvPr/>
          </p:nvSpPr>
          <p:spPr>
            <a:xfrm>
              <a:off x="6319650" y="4355975"/>
              <a:ext cx="100625" cy="30975"/>
            </a:xfrm>
            <a:custGeom>
              <a:rect b="b" l="l" r="r" t="t"/>
              <a:pathLst>
                <a:path extrusionOk="0" h="1239" w="4025">
                  <a:moveTo>
                    <a:pt x="3887" y="238"/>
                  </a:moveTo>
                  <a:cubicBezTo>
                    <a:pt x="3262" y="126"/>
                    <a:pt x="2612" y="1"/>
                    <a:pt x="1975" y="101"/>
                  </a:cubicBezTo>
                  <a:cubicBezTo>
                    <a:pt x="1300" y="201"/>
                    <a:pt x="712" y="551"/>
                    <a:pt x="138" y="926"/>
                  </a:cubicBezTo>
                  <a:cubicBezTo>
                    <a:pt x="0" y="1013"/>
                    <a:pt x="138" y="1238"/>
                    <a:pt x="275" y="1151"/>
                  </a:cubicBezTo>
                  <a:cubicBezTo>
                    <a:pt x="737" y="838"/>
                    <a:pt x="1225" y="526"/>
                    <a:pt x="1787" y="388"/>
                  </a:cubicBezTo>
                  <a:cubicBezTo>
                    <a:pt x="2450" y="226"/>
                    <a:pt x="3162" y="338"/>
                    <a:pt x="3837" y="451"/>
                  </a:cubicBezTo>
                  <a:cubicBezTo>
                    <a:pt x="3962" y="463"/>
                    <a:pt x="4024" y="263"/>
                    <a:pt x="3887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6" name="Google Shape;2776;p94"/>
            <p:cNvSpPr/>
            <p:nvPr/>
          </p:nvSpPr>
          <p:spPr>
            <a:xfrm>
              <a:off x="6822325" y="3689900"/>
              <a:ext cx="199650" cy="551150"/>
            </a:xfrm>
            <a:custGeom>
              <a:rect b="b" l="l" r="r" t="t"/>
              <a:pathLst>
                <a:path extrusionOk="0" h="22046" w="7986">
                  <a:moveTo>
                    <a:pt x="4499" y="88"/>
                  </a:moveTo>
                  <a:cubicBezTo>
                    <a:pt x="3187" y="1426"/>
                    <a:pt x="2700" y="2938"/>
                    <a:pt x="2912" y="4837"/>
                  </a:cubicBezTo>
                  <a:cubicBezTo>
                    <a:pt x="3087" y="6237"/>
                    <a:pt x="3699" y="7487"/>
                    <a:pt x="4237" y="8761"/>
                  </a:cubicBezTo>
                  <a:cubicBezTo>
                    <a:pt x="6111" y="13235"/>
                    <a:pt x="7986" y="21470"/>
                    <a:pt x="213" y="21808"/>
                  </a:cubicBezTo>
                  <a:cubicBezTo>
                    <a:pt x="125" y="21808"/>
                    <a:pt x="125" y="21933"/>
                    <a:pt x="213" y="21945"/>
                  </a:cubicBezTo>
                  <a:cubicBezTo>
                    <a:pt x="3250" y="22045"/>
                    <a:pt x="5586" y="20071"/>
                    <a:pt x="6274" y="17084"/>
                  </a:cubicBezTo>
                  <a:cubicBezTo>
                    <a:pt x="7598" y="11435"/>
                    <a:pt x="0" y="5012"/>
                    <a:pt x="4637" y="213"/>
                  </a:cubicBezTo>
                  <a:cubicBezTo>
                    <a:pt x="4712" y="138"/>
                    <a:pt x="4587" y="1"/>
                    <a:pt x="4499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7" name="Google Shape;2777;p94"/>
            <p:cNvSpPr/>
            <p:nvPr/>
          </p:nvSpPr>
          <p:spPr>
            <a:xfrm>
              <a:off x="6723275" y="4055125"/>
              <a:ext cx="121250" cy="180925"/>
            </a:xfrm>
            <a:custGeom>
              <a:rect b="b" l="l" r="r" t="t"/>
              <a:pathLst>
                <a:path extrusionOk="0" h="7237" w="4850">
                  <a:moveTo>
                    <a:pt x="3175" y="7036"/>
                  </a:moveTo>
                  <a:cubicBezTo>
                    <a:pt x="1438" y="6911"/>
                    <a:pt x="438" y="4949"/>
                    <a:pt x="626" y="3400"/>
                  </a:cubicBezTo>
                  <a:cubicBezTo>
                    <a:pt x="838" y="1775"/>
                    <a:pt x="3138" y="113"/>
                    <a:pt x="4650" y="1513"/>
                  </a:cubicBezTo>
                  <a:cubicBezTo>
                    <a:pt x="4737" y="1588"/>
                    <a:pt x="4850" y="1463"/>
                    <a:pt x="4775" y="1388"/>
                  </a:cubicBezTo>
                  <a:cubicBezTo>
                    <a:pt x="3525" y="1"/>
                    <a:pt x="988" y="1313"/>
                    <a:pt x="538" y="2825"/>
                  </a:cubicBezTo>
                  <a:cubicBezTo>
                    <a:pt x="1" y="4637"/>
                    <a:pt x="1163" y="7086"/>
                    <a:pt x="3175" y="7224"/>
                  </a:cubicBezTo>
                  <a:cubicBezTo>
                    <a:pt x="3300" y="7236"/>
                    <a:pt x="3300" y="7049"/>
                    <a:pt x="3175" y="70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8" name="Google Shape;2778;p94"/>
            <p:cNvSpPr/>
            <p:nvPr/>
          </p:nvSpPr>
          <p:spPr>
            <a:xfrm>
              <a:off x="6789200" y="4108250"/>
              <a:ext cx="77200" cy="73425"/>
            </a:xfrm>
            <a:custGeom>
              <a:rect b="b" l="l" r="r" t="t"/>
              <a:pathLst>
                <a:path extrusionOk="0" h="2937" w="3088">
                  <a:moveTo>
                    <a:pt x="2463" y="163"/>
                  </a:moveTo>
                  <a:cubicBezTo>
                    <a:pt x="2837" y="900"/>
                    <a:pt x="2600" y="1800"/>
                    <a:pt x="1925" y="2274"/>
                  </a:cubicBezTo>
                  <a:cubicBezTo>
                    <a:pt x="1175" y="2749"/>
                    <a:pt x="338" y="2237"/>
                    <a:pt x="201" y="1425"/>
                  </a:cubicBezTo>
                  <a:cubicBezTo>
                    <a:pt x="188" y="1312"/>
                    <a:pt x="1" y="1337"/>
                    <a:pt x="13" y="1450"/>
                  </a:cubicBezTo>
                  <a:cubicBezTo>
                    <a:pt x="88" y="2324"/>
                    <a:pt x="1013" y="2937"/>
                    <a:pt x="1838" y="2549"/>
                  </a:cubicBezTo>
                  <a:cubicBezTo>
                    <a:pt x="2738" y="2137"/>
                    <a:pt x="3087" y="900"/>
                    <a:pt x="2588" y="75"/>
                  </a:cubicBezTo>
                  <a:cubicBezTo>
                    <a:pt x="2538" y="0"/>
                    <a:pt x="2425" y="75"/>
                    <a:pt x="2463" y="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9" name="Google Shape;2779;p94"/>
            <p:cNvSpPr/>
            <p:nvPr/>
          </p:nvSpPr>
          <p:spPr>
            <a:xfrm>
              <a:off x="6795150" y="4135100"/>
              <a:ext cx="325" cy="350"/>
            </a:xfrm>
            <a:custGeom>
              <a:rect b="b" l="l" r="r" t="t"/>
              <a:pathLst>
                <a:path extrusionOk="0" h="14" w="13">
                  <a:moveTo>
                    <a:pt x="0" y="1"/>
                  </a:moveTo>
                  <a:lnTo>
                    <a:pt x="0" y="13"/>
                  </a:lnTo>
                  <a:cubicBezTo>
                    <a:pt x="0" y="13"/>
                    <a:pt x="13" y="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0" name="Google Shape;2780;p94"/>
            <p:cNvSpPr/>
            <p:nvPr/>
          </p:nvSpPr>
          <p:spPr>
            <a:xfrm>
              <a:off x="6869500" y="4121350"/>
              <a:ext cx="104050" cy="206550"/>
            </a:xfrm>
            <a:custGeom>
              <a:rect b="b" l="l" r="r" t="t"/>
              <a:pathLst>
                <a:path extrusionOk="0" h="8262" w="4162">
                  <a:moveTo>
                    <a:pt x="3987" y="101"/>
                  </a:moveTo>
                  <a:cubicBezTo>
                    <a:pt x="3712" y="1288"/>
                    <a:pt x="3175" y="2400"/>
                    <a:pt x="2450" y="3375"/>
                  </a:cubicBezTo>
                  <a:cubicBezTo>
                    <a:pt x="1925" y="4087"/>
                    <a:pt x="1225" y="4737"/>
                    <a:pt x="863" y="5562"/>
                  </a:cubicBezTo>
                  <a:cubicBezTo>
                    <a:pt x="450" y="6474"/>
                    <a:pt x="463" y="7436"/>
                    <a:pt x="1150" y="8199"/>
                  </a:cubicBezTo>
                  <a:cubicBezTo>
                    <a:pt x="1213" y="8261"/>
                    <a:pt x="1338" y="8174"/>
                    <a:pt x="1275" y="8086"/>
                  </a:cubicBezTo>
                  <a:cubicBezTo>
                    <a:pt x="0" y="6212"/>
                    <a:pt x="1762" y="4725"/>
                    <a:pt x="2775" y="3275"/>
                  </a:cubicBezTo>
                  <a:cubicBezTo>
                    <a:pt x="3437" y="2325"/>
                    <a:pt x="3899" y="1263"/>
                    <a:pt x="4137" y="138"/>
                  </a:cubicBezTo>
                  <a:cubicBezTo>
                    <a:pt x="4162" y="38"/>
                    <a:pt x="4012" y="1"/>
                    <a:pt x="3987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1" name="Google Shape;2781;p94"/>
            <p:cNvSpPr/>
            <p:nvPr/>
          </p:nvSpPr>
          <p:spPr>
            <a:xfrm>
              <a:off x="6887000" y="3978900"/>
              <a:ext cx="81875" cy="88750"/>
            </a:xfrm>
            <a:custGeom>
              <a:rect b="b" l="l" r="r" t="t"/>
              <a:pathLst>
                <a:path extrusionOk="0" h="3550" w="3275">
                  <a:moveTo>
                    <a:pt x="2774" y="163"/>
                  </a:moveTo>
                  <a:cubicBezTo>
                    <a:pt x="2987" y="1138"/>
                    <a:pt x="3099" y="2500"/>
                    <a:pt x="2087" y="3112"/>
                  </a:cubicBezTo>
                  <a:cubicBezTo>
                    <a:pt x="1612" y="3375"/>
                    <a:pt x="1025" y="3287"/>
                    <a:pt x="638" y="2900"/>
                  </a:cubicBezTo>
                  <a:cubicBezTo>
                    <a:pt x="338" y="2575"/>
                    <a:pt x="0" y="1250"/>
                    <a:pt x="800" y="1163"/>
                  </a:cubicBezTo>
                  <a:cubicBezTo>
                    <a:pt x="875" y="1163"/>
                    <a:pt x="875" y="1025"/>
                    <a:pt x="800" y="1038"/>
                  </a:cubicBezTo>
                  <a:cubicBezTo>
                    <a:pt x="250" y="1088"/>
                    <a:pt x="75" y="1762"/>
                    <a:pt x="138" y="2237"/>
                  </a:cubicBezTo>
                  <a:cubicBezTo>
                    <a:pt x="200" y="2850"/>
                    <a:pt x="675" y="3350"/>
                    <a:pt x="1300" y="3450"/>
                  </a:cubicBezTo>
                  <a:cubicBezTo>
                    <a:pt x="1937" y="3550"/>
                    <a:pt x="2450" y="3187"/>
                    <a:pt x="2774" y="2650"/>
                  </a:cubicBezTo>
                  <a:cubicBezTo>
                    <a:pt x="3274" y="1850"/>
                    <a:pt x="3149" y="988"/>
                    <a:pt x="2949" y="113"/>
                  </a:cubicBezTo>
                  <a:cubicBezTo>
                    <a:pt x="2924" y="0"/>
                    <a:pt x="2762" y="50"/>
                    <a:pt x="2787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2" name="Google Shape;2782;p94"/>
            <p:cNvSpPr/>
            <p:nvPr/>
          </p:nvSpPr>
          <p:spPr>
            <a:xfrm>
              <a:off x="6898550" y="3923300"/>
              <a:ext cx="43775" cy="33450"/>
            </a:xfrm>
            <a:custGeom>
              <a:rect b="b" l="l" r="r" t="t"/>
              <a:pathLst>
                <a:path extrusionOk="0" h="1338" w="1751">
                  <a:moveTo>
                    <a:pt x="1400" y="150"/>
                  </a:moveTo>
                  <a:cubicBezTo>
                    <a:pt x="1488" y="462"/>
                    <a:pt x="1450" y="787"/>
                    <a:pt x="1138" y="962"/>
                  </a:cubicBezTo>
                  <a:cubicBezTo>
                    <a:pt x="938" y="1137"/>
                    <a:pt x="713" y="1087"/>
                    <a:pt x="488" y="800"/>
                  </a:cubicBezTo>
                  <a:cubicBezTo>
                    <a:pt x="438" y="675"/>
                    <a:pt x="463" y="537"/>
                    <a:pt x="525" y="425"/>
                  </a:cubicBezTo>
                  <a:cubicBezTo>
                    <a:pt x="638" y="350"/>
                    <a:pt x="538" y="175"/>
                    <a:pt x="425" y="250"/>
                  </a:cubicBezTo>
                  <a:cubicBezTo>
                    <a:pt x="1" y="512"/>
                    <a:pt x="338" y="1212"/>
                    <a:pt x="763" y="1262"/>
                  </a:cubicBezTo>
                  <a:cubicBezTo>
                    <a:pt x="1425" y="1337"/>
                    <a:pt x="1750" y="637"/>
                    <a:pt x="1550" y="100"/>
                  </a:cubicBezTo>
                  <a:cubicBezTo>
                    <a:pt x="1513" y="0"/>
                    <a:pt x="1375" y="38"/>
                    <a:pt x="1388" y="1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3" name="Google Shape;2783;p94"/>
            <p:cNvSpPr/>
            <p:nvPr/>
          </p:nvSpPr>
          <p:spPr>
            <a:xfrm>
              <a:off x="6890425" y="4315375"/>
              <a:ext cx="31900" cy="31900"/>
            </a:xfrm>
            <a:custGeom>
              <a:rect b="b" l="l" r="r" t="t"/>
              <a:pathLst>
                <a:path extrusionOk="0" h="1276" w="1276">
                  <a:moveTo>
                    <a:pt x="451" y="463"/>
                  </a:moveTo>
                  <a:lnTo>
                    <a:pt x="451" y="463"/>
                  </a:lnTo>
                  <a:cubicBezTo>
                    <a:pt x="463" y="375"/>
                    <a:pt x="351" y="325"/>
                    <a:pt x="288" y="388"/>
                  </a:cubicBezTo>
                  <a:cubicBezTo>
                    <a:pt x="1" y="800"/>
                    <a:pt x="626" y="1275"/>
                    <a:pt x="950" y="863"/>
                  </a:cubicBezTo>
                  <a:cubicBezTo>
                    <a:pt x="1275" y="438"/>
                    <a:pt x="713" y="0"/>
                    <a:pt x="351" y="325"/>
                  </a:cubicBezTo>
                  <a:cubicBezTo>
                    <a:pt x="276" y="388"/>
                    <a:pt x="376" y="488"/>
                    <a:pt x="451" y="4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4" name="Google Shape;2784;p94"/>
            <p:cNvSpPr/>
            <p:nvPr/>
          </p:nvSpPr>
          <p:spPr>
            <a:xfrm>
              <a:off x="6826375" y="4193850"/>
              <a:ext cx="112825" cy="77500"/>
            </a:xfrm>
            <a:custGeom>
              <a:rect b="b" l="l" r="r" t="t"/>
              <a:pathLst>
                <a:path extrusionOk="0" h="3100" w="4513">
                  <a:moveTo>
                    <a:pt x="4375" y="50"/>
                  </a:moveTo>
                  <a:cubicBezTo>
                    <a:pt x="3175" y="1412"/>
                    <a:pt x="1700" y="2175"/>
                    <a:pt x="88" y="2924"/>
                  </a:cubicBezTo>
                  <a:cubicBezTo>
                    <a:pt x="1" y="2962"/>
                    <a:pt x="63" y="3099"/>
                    <a:pt x="151" y="3074"/>
                  </a:cubicBezTo>
                  <a:cubicBezTo>
                    <a:pt x="1850" y="2562"/>
                    <a:pt x="3362" y="1550"/>
                    <a:pt x="4462" y="150"/>
                  </a:cubicBezTo>
                  <a:cubicBezTo>
                    <a:pt x="4512" y="88"/>
                    <a:pt x="4425" y="0"/>
                    <a:pt x="4375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5" name="Google Shape;2785;p94"/>
            <p:cNvSpPr/>
            <p:nvPr/>
          </p:nvSpPr>
          <p:spPr>
            <a:xfrm>
              <a:off x="6805775" y="4256950"/>
              <a:ext cx="32500" cy="30950"/>
            </a:xfrm>
            <a:custGeom>
              <a:rect b="b" l="l" r="r" t="t"/>
              <a:pathLst>
                <a:path extrusionOk="0" h="1238" w="1300">
                  <a:moveTo>
                    <a:pt x="912" y="388"/>
                  </a:moveTo>
                  <a:cubicBezTo>
                    <a:pt x="550" y="1"/>
                    <a:pt x="0" y="538"/>
                    <a:pt x="375" y="888"/>
                  </a:cubicBezTo>
                  <a:cubicBezTo>
                    <a:pt x="750" y="1238"/>
                    <a:pt x="1300" y="600"/>
                    <a:pt x="837" y="350"/>
                  </a:cubicBezTo>
                  <a:cubicBezTo>
                    <a:pt x="750" y="313"/>
                    <a:pt x="662" y="425"/>
                    <a:pt x="725" y="500"/>
                  </a:cubicBezTo>
                  <a:lnTo>
                    <a:pt x="800" y="500"/>
                  </a:lnTo>
                  <a:cubicBezTo>
                    <a:pt x="875" y="563"/>
                    <a:pt x="962" y="463"/>
                    <a:pt x="912" y="3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6" name="Google Shape;2786;p94"/>
            <p:cNvSpPr/>
            <p:nvPr/>
          </p:nvSpPr>
          <p:spPr>
            <a:xfrm>
              <a:off x="6811400" y="4233200"/>
              <a:ext cx="9700" cy="5975"/>
            </a:xfrm>
            <a:custGeom>
              <a:rect b="b" l="l" r="r" t="t"/>
              <a:pathLst>
                <a:path extrusionOk="0" h="239" w="388">
                  <a:moveTo>
                    <a:pt x="262" y="26"/>
                  </a:moveTo>
                  <a:cubicBezTo>
                    <a:pt x="212" y="26"/>
                    <a:pt x="150" y="26"/>
                    <a:pt x="100" y="13"/>
                  </a:cubicBezTo>
                  <a:cubicBezTo>
                    <a:pt x="13" y="1"/>
                    <a:pt x="0" y="126"/>
                    <a:pt x="50" y="176"/>
                  </a:cubicBezTo>
                  <a:cubicBezTo>
                    <a:pt x="112" y="213"/>
                    <a:pt x="187" y="238"/>
                    <a:pt x="262" y="226"/>
                  </a:cubicBezTo>
                  <a:cubicBezTo>
                    <a:pt x="387" y="226"/>
                    <a:pt x="387" y="38"/>
                    <a:pt x="262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7" name="Google Shape;2787;p94"/>
            <p:cNvSpPr/>
            <p:nvPr/>
          </p:nvSpPr>
          <p:spPr>
            <a:xfrm>
              <a:off x="6843875" y="4097000"/>
              <a:ext cx="6900" cy="10025"/>
            </a:xfrm>
            <a:custGeom>
              <a:rect b="b" l="l" r="r" t="t"/>
              <a:pathLst>
                <a:path extrusionOk="0" h="401" w="276">
                  <a:moveTo>
                    <a:pt x="238" y="250"/>
                  </a:moveTo>
                  <a:cubicBezTo>
                    <a:pt x="226" y="163"/>
                    <a:pt x="176" y="88"/>
                    <a:pt x="101" y="38"/>
                  </a:cubicBezTo>
                  <a:cubicBezTo>
                    <a:pt x="63" y="0"/>
                    <a:pt x="1" y="38"/>
                    <a:pt x="13" y="100"/>
                  </a:cubicBezTo>
                  <a:cubicBezTo>
                    <a:pt x="26" y="175"/>
                    <a:pt x="51" y="250"/>
                    <a:pt x="88" y="313"/>
                  </a:cubicBezTo>
                  <a:cubicBezTo>
                    <a:pt x="138" y="400"/>
                    <a:pt x="276" y="338"/>
                    <a:pt x="251" y="2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8" name="Google Shape;2788;p94"/>
            <p:cNvSpPr/>
            <p:nvPr/>
          </p:nvSpPr>
          <p:spPr>
            <a:xfrm>
              <a:off x="6952925" y="4091375"/>
              <a:ext cx="27500" cy="156850"/>
            </a:xfrm>
            <a:custGeom>
              <a:rect b="b" l="l" r="r" t="t"/>
              <a:pathLst>
                <a:path extrusionOk="0" h="6274" w="1100">
                  <a:moveTo>
                    <a:pt x="925" y="100"/>
                  </a:moveTo>
                  <a:cubicBezTo>
                    <a:pt x="850" y="1375"/>
                    <a:pt x="612" y="2600"/>
                    <a:pt x="337" y="3837"/>
                  </a:cubicBezTo>
                  <a:cubicBezTo>
                    <a:pt x="150" y="4649"/>
                    <a:pt x="0" y="5361"/>
                    <a:pt x="312" y="6161"/>
                  </a:cubicBezTo>
                  <a:cubicBezTo>
                    <a:pt x="362" y="6274"/>
                    <a:pt x="525" y="6236"/>
                    <a:pt x="487" y="6111"/>
                  </a:cubicBezTo>
                  <a:cubicBezTo>
                    <a:pt x="175" y="4936"/>
                    <a:pt x="625" y="3812"/>
                    <a:pt x="850" y="2650"/>
                  </a:cubicBezTo>
                  <a:cubicBezTo>
                    <a:pt x="1025" y="1812"/>
                    <a:pt x="1100" y="963"/>
                    <a:pt x="1100" y="100"/>
                  </a:cubicBezTo>
                  <a:cubicBezTo>
                    <a:pt x="1087" y="0"/>
                    <a:pt x="937" y="0"/>
                    <a:pt x="925" y="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9" name="Google Shape;2789;p94"/>
            <p:cNvSpPr/>
            <p:nvPr/>
          </p:nvSpPr>
          <p:spPr>
            <a:xfrm>
              <a:off x="6949475" y="4236325"/>
              <a:ext cx="31275" cy="33150"/>
            </a:xfrm>
            <a:custGeom>
              <a:rect b="b" l="l" r="r" t="t"/>
              <a:pathLst>
                <a:path extrusionOk="0" h="1326" w="1251">
                  <a:moveTo>
                    <a:pt x="438" y="351"/>
                  </a:moveTo>
                  <a:cubicBezTo>
                    <a:pt x="1" y="776"/>
                    <a:pt x="725" y="1325"/>
                    <a:pt x="1013" y="851"/>
                  </a:cubicBezTo>
                  <a:cubicBezTo>
                    <a:pt x="1250" y="476"/>
                    <a:pt x="588" y="1"/>
                    <a:pt x="438" y="476"/>
                  </a:cubicBezTo>
                  <a:cubicBezTo>
                    <a:pt x="413" y="563"/>
                    <a:pt x="525" y="626"/>
                    <a:pt x="588" y="563"/>
                  </a:cubicBezTo>
                  <a:lnTo>
                    <a:pt x="563" y="451"/>
                  </a:lnTo>
                  <a:cubicBezTo>
                    <a:pt x="613" y="363"/>
                    <a:pt x="500" y="276"/>
                    <a:pt x="438" y="3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0" name="Google Shape;2790;p94"/>
            <p:cNvSpPr/>
            <p:nvPr/>
          </p:nvSpPr>
          <p:spPr>
            <a:xfrm>
              <a:off x="6900425" y="4241025"/>
              <a:ext cx="22525" cy="72800"/>
            </a:xfrm>
            <a:custGeom>
              <a:rect b="b" l="l" r="r" t="t"/>
              <a:pathLst>
                <a:path extrusionOk="0" h="2912" w="901">
                  <a:moveTo>
                    <a:pt x="113" y="263"/>
                  </a:moveTo>
                  <a:cubicBezTo>
                    <a:pt x="688" y="900"/>
                    <a:pt x="650" y="1937"/>
                    <a:pt x="450" y="2724"/>
                  </a:cubicBezTo>
                  <a:cubicBezTo>
                    <a:pt x="425" y="2837"/>
                    <a:pt x="588" y="2912"/>
                    <a:pt x="650" y="2812"/>
                  </a:cubicBezTo>
                  <a:cubicBezTo>
                    <a:pt x="900" y="2387"/>
                    <a:pt x="875" y="1687"/>
                    <a:pt x="800" y="1225"/>
                  </a:cubicBezTo>
                  <a:cubicBezTo>
                    <a:pt x="750" y="800"/>
                    <a:pt x="563" y="413"/>
                    <a:pt x="263" y="100"/>
                  </a:cubicBezTo>
                  <a:cubicBezTo>
                    <a:pt x="163" y="0"/>
                    <a:pt x="1" y="163"/>
                    <a:pt x="113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1" name="Google Shape;2791;p94"/>
            <p:cNvSpPr/>
            <p:nvPr/>
          </p:nvSpPr>
          <p:spPr>
            <a:xfrm>
              <a:off x="6893875" y="4242575"/>
              <a:ext cx="23450" cy="70625"/>
            </a:xfrm>
            <a:custGeom>
              <a:rect b="b" l="l" r="r" t="t"/>
              <a:pathLst>
                <a:path extrusionOk="0" h="2825" w="938">
                  <a:moveTo>
                    <a:pt x="862" y="2612"/>
                  </a:moveTo>
                  <a:cubicBezTo>
                    <a:pt x="188" y="2063"/>
                    <a:pt x="450" y="888"/>
                    <a:pt x="550" y="176"/>
                  </a:cubicBezTo>
                  <a:cubicBezTo>
                    <a:pt x="562" y="76"/>
                    <a:pt x="425" y="1"/>
                    <a:pt x="375" y="101"/>
                  </a:cubicBezTo>
                  <a:cubicBezTo>
                    <a:pt x="0" y="800"/>
                    <a:pt x="63" y="2238"/>
                    <a:pt x="737" y="2750"/>
                  </a:cubicBezTo>
                  <a:cubicBezTo>
                    <a:pt x="825" y="2825"/>
                    <a:pt x="937" y="2675"/>
                    <a:pt x="850" y="26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2" name="Google Shape;2792;p94"/>
            <p:cNvSpPr/>
            <p:nvPr/>
          </p:nvSpPr>
          <p:spPr>
            <a:xfrm>
              <a:off x="6908850" y="4142600"/>
              <a:ext cx="56575" cy="17850"/>
            </a:xfrm>
            <a:custGeom>
              <a:rect b="b" l="l" r="r" t="t"/>
              <a:pathLst>
                <a:path extrusionOk="0" h="714" w="2263">
                  <a:moveTo>
                    <a:pt x="2150" y="238"/>
                  </a:moveTo>
                  <a:cubicBezTo>
                    <a:pt x="1463" y="1"/>
                    <a:pt x="726" y="88"/>
                    <a:pt x="113" y="476"/>
                  </a:cubicBezTo>
                  <a:cubicBezTo>
                    <a:pt x="1" y="551"/>
                    <a:pt x="101" y="713"/>
                    <a:pt x="226" y="663"/>
                  </a:cubicBezTo>
                  <a:cubicBezTo>
                    <a:pt x="788" y="326"/>
                    <a:pt x="1463" y="238"/>
                    <a:pt x="2100" y="413"/>
                  </a:cubicBezTo>
                  <a:cubicBezTo>
                    <a:pt x="2213" y="438"/>
                    <a:pt x="2263" y="263"/>
                    <a:pt x="2150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3" name="Google Shape;2793;p94"/>
            <p:cNvSpPr/>
            <p:nvPr/>
          </p:nvSpPr>
          <p:spPr>
            <a:xfrm>
              <a:off x="6909175" y="4149800"/>
              <a:ext cx="56250" cy="21250"/>
            </a:xfrm>
            <a:custGeom>
              <a:rect b="b" l="l" r="r" t="t"/>
              <a:pathLst>
                <a:path extrusionOk="0" h="850" w="2250">
                  <a:moveTo>
                    <a:pt x="125" y="400"/>
                  </a:moveTo>
                  <a:cubicBezTo>
                    <a:pt x="475" y="538"/>
                    <a:pt x="2250" y="850"/>
                    <a:pt x="2125" y="63"/>
                  </a:cubicBezTo>
                  <a:cubicBezTo>
                    <a:pt x="2112" y="25"/>
                    <a:pt x="2075" y="0"/>
                    <a:pt x="2037" y="13"/>
                  </a:cubicBezTo>
                  <a:cubicBezTo>
                    <a:pt x="1788" y="113"/>
                    <a:pt x="1613" y="250"/>
                    <a:pt x="1338" y="300"/>
                  </a:cubicBezTo>
                  <a:cubicBezTo>
                    <a:pt x="950" y="363"/>
                    <a:pt x="550" y="313"/>
                    <a:pt x="188" y="188"/>
                  </a:cubicBezTo>
                  <a:cubicBezTo>
                    <a:pt x="50" y="138"/>
                    <a:pt x="0" y="338"/>
                    <a:pt x="125" y="4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4" name="Google Shape;2794;p94"/>
            <p:cNvSpPr/>
            <p:nvPr/>
          </p:nvSpPr>
          <p:spPr>
            <a:xfrm>
              <a:off x="6877300" y="3810500"/>
              <a:ext cx="26600" cy="82825"/>
            </a:xfrm>
            <a:custGeom>
              <a:rect b="b" l="l" r="r" t="t"/>
              <a:pathLst>
                <a:path extrusionOk="0" h="3313" w="1064">
                  <a:moveTo>
                    <a:pt x="713" y="151"/>
                  </a:moveTo>
                  <a:cubicBezTo>
                    <a:pt x="776" y="713"/>
                    <a:pt x="738" y="1275"/>
                    <a:pt x="601" y="1813"/>
                  </a:cubicBezTo>
                  <a:cubicBezTo>
                    <a:pt x="463" y="2300"/>
                    <a:pt x="188" y="2713"/>
                    <a:pt x="26" y="3175"/>
                  </a:cubicBezTo>
                  <a:cubicBezTo>
                    <a:pt x="1" y="3262"/>
                    <a:pt x="101" y="3312"/>
                    <a:pt x="163" y="3262"/>
                  </a:cubicBezTo>
                  <a:cubicBezTo>
                    <a:pt x="938" y="2500"/>
                    <a:pt x="1063" y="1138"/>
                    <a:pt x="926" y="126"/>
                  </a:cubicBezTo>
                  <a:cubicBezTo>
                    <a:pt x="913" y="1"/>
                    <a:pt x="701" y="26"/>
                    <a:pt x="713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5" name="Google Shape;2795;p94"/>
            <p:cNvSpPr/>
            <p:nvPr/>
          </p:nvSpPr>
          <p:spPr>
            <a:xfrm>
              <a:off x="6868550" y="3792700"/>
              <a:ext cx="30975" cy="100625"/>
            </a:xfrm>
            <a:custGeom>
              <a:rect b="b" l="l" r="r" t="t"/>
              <a:pathLst>
                <a:path extrusionOk="0" h="4025" w="1239">
                  <a:moveTo>
                    <a:pt x="438" y="3824"/>
                  </a:moveTo>
                  <a:cubicBezTo>
                    <a:pt x="338" y="3150"/>
                    <a:pt x="226" y="2450"/>
                    <a:pt x="388" y="1775"/>
                  </a:cubicBezTo>
                  <a:cubicBezTo>
                    <a:pt x="513" y="1225"/>
                    <a:pt x="838" y="738"/>
                    <a:pt x="1138" y="263"/>
                  </a:cubicBezTo>
                  <a:cubicBezTo>
                    <a:pt x="1238" y="125"/>
                    <a:pt x="1013" y="0"/>
                    <a:pt x="913" y="138"/>
                  </a:cubicBezTo>
                  <a:cubicBezTo>
                    <a:pt x="551" y="700"/>
                    <a:pt x="201" y="1288"/>
                    <a:pt x="88" y="1975"/>
                  </a:cubicBezTo>
                  <a:cubicBezTo>
                    <a:pt x="1" y="2612"/>
                    <a:pt x="126" y="3262"/>
                    <a:pt x="238" y="3887"/>
                  </a:cubicBezTo>
                  <a:cubicBezTo>
                    <a:pt x="263" y="4024"/>
                    <a:pt x="463" y="3962"/>
                    <a:pt x="438" y="38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6" name="Google Shape;2796;p94"/>
            <p:cNvSpPr/>
            <p:nvPr/>
          </p:nvSpPr>
          <p:spPr>
            <a:xfrm>
              <a:off x="6712050" y="4197600"/>
              <a:ext cx="8450" cy="8150"/>
            </a:xfrm>
            <a:custGeom>
              <a:rect b="b" l="l" r="r" t="t"/>
              <a:pathLst>
                <a:path extrusionOk="0" h="326" w="338">
                  <a:moveTo>
                    <a:pt x="88" y="313"/>
                  </a:moveTo>
                  <a:cubicBezTo>
                    <a:pt x="175" y="325"/>
                    <a:pt x="262" y="288"/>
                    <a:pt x="312" y="213"/>
                  </a:cubicBezTo>
                  <a:cubicBezTo>
                    <a:pt x="325" y="200"/>
                    <a:pt x="337" y="163"/>
                    <a:pt x="325" y="138"/>
                  </a:cubicBezTo>
                  <a:lnTo>
                    <a:pt x="300" y="50"/>
                  </a:lnTo>
                  <a:cubicBezTo>
                    <a:pt x="287" y="13"/>
                    <a:pt x="225" y="0"/>
                    <a:pt x="212" y="38"/>
                  </a:cubicBezTo>
                  <a:lnTo>
                    <a:pt x="75" y="175"/>
                  </a:lnTo>
                  <a:cubicBezTo>
                    <a:pt x="0" y="200"/>
                    <a:pt x="13" y="325"/>
                    <a:pt x="88" y="3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7" name="Google Shape;2797;p94"/>
            <p:cNvSpPr/>
            <p:nvPr/>
          </p:nvSpPr>
          <p:spPr>
            <a:xfrm>
              <a:off x="6655500" y="4190725"/>
              <a:ext cx="58750" cy="15025"/>
            </a:xfrm>
            <a:custGeom>
              <a:rect b="b" l="l" r="r" t="t"/>
              <a:pathLst>
                <a:path extrusionOk="0" h="601" w="2350">
                  <a:moveTo>
                    <a:pt x="2300" y="475"/>
                  </a:moveTo>
                  <a:cubicBezTo>
                    <a:pt x="1625" y="138"/>
                    <a:pt x="825" y="0"/>
                    <a:pt x="88" y="225"/>
                  </a:cubicBezTo>
                  <a:cubicBezTo>
                    <a:pt x="0" y="250"/>
                    <a:pt x="0" y="413"/>
                    <a:pt x="113" y="400"/>
                  </a:cubicBezTo>
                  <a:cubicBezTo>
                    <a:pt x="862" y="313"/>
                    <a:pt x="1537" y="313"/>
                    <a:pt x="2250" y="588"/>
                  </a:cubicBezTo>
                  <a:cubicBezTo>
                    <a:pt x="2312" y="600"/>
                    <a:pt x="2350" y="500"/>
                    <a:pt x="2300" y="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8" name="Google Shape;2798;p94"/>
            <p:cNvSpPr/>
            <p:nvPr/>
          </p:nvSpPr>
          <p:spPr>
            <a:xfrm>
              <a:off x="6655175" y="4183525"/>
              <a:ext cx="25325" cy="16900"/>
            </a:xfrm>
            <a:custGeom>
              <a:rect b="b" l="l" r="r" t="t"/>
              <a:pathLst>
                <a:path extrusionOk="0" h="676" w="1013">
                  <a:moveTo>
                    <a:pt x="201" y="613"/>
                  </a:moveTo>
                  <a:cubicBezTo>
                    <a:pt x="413" y="351"/>
                    <a:pt x="650" y="276"/>
                    <a:pt x="938" y="163"/>
                  </a:cubicBezTo>
                  <a:cubicBezTo>
                    <a:pt x="1013" y="126"/>
                    <a:pt x="1013" y="1"/>
                    <a:pt x="925" y="1"/>
                  </a:cubicBezTo>
                  <a:cubicBezTo>
                    <a:pt x="575" y="26"/>
                    <a:pt x="251" y="201"/>
                    <a:pt x="63" y="501"/>
                  </a:cubicBezTo>
                  <a:cubicBezTo>
                    <a:pt x="1" y="576"/>
                    <a:pt x="138" y="676"/>
                    <a:pt x="201" y="6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9" name="Google Shape;2799;p94"/>
            <p:cNvSpPr/>
            <p:nvPr/>
          </p:nvSpPr>
          <p:spPr>
            <a:xfrm>
              <a:off x="6694550" y="4145425"/>
              <a:ext cx="26575" cy="55325"/>
            </a:xfrm>
            <a:custGeom>
              <a:rect b="b" l="l" r="r" t="t"/>
              <a:pathLst>
                <a:path extrusionOk="0" h="2213" w="1063">
                  <a:moveTo>
                    <a:pt x="1012" y="2075"/>
                  </a:moveTo>
                  <a:cubicBezTo>
                    <a:pt x="838" y="1775"/>
                    <a:pt x="700" y="1462"/>
                    <a:pt x="575" y="1125"/>
                  </a:cubicBezTo>
                  <a:cubicBezTo>
                    <a:pt x="463" y="775"/>
                    <a:pt x="525" y="475"/>
                    <a:pt x="575" y="125"/>
                  </a:cubicBezTo>
                  <a:cubicBezTo>
                    <a:pt x="588" y="25"/>
                    <a:pt x="450" y="0"/>
                    <a:pt x="413" y="75"/>
                  </a:cubicBezTo>
                  <a:cubicBezTo>
                    <a:pt x="0" y="775"/>
                    <a:pt x="463" y="1612"/>
                    <a:pt x="925" y="2162"/>
                  </a:cubicBezTo>
                  <a:cubicBezTo>
                    <a:pt x="975" y="2212"/>
                    <a:pt x="1062" y="2137"/>
                    <a:pt x="1025" y="20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0" name="Google Shape;2800;p94"/>
            <p:cNvSpPr/>
            <p:nvPr/>
          </p:nvSpPr>
          <p:spPr>
            <a:xfrm>
              <a:off x="6693600" y="4144175"/>
              <a:ext cx="16900" cy="34700"/>
            </a:xfrm>
            <a:custGeom>
              <a:rect b="b" l="l" r="r" t="t"/>
              <a:pathLst>
                <a:path extrusionOk="0" h="1388" w="676">
                  <a:moveTo>
                    <a:pt x="376" y="138"/>
                  </a:moveTo>
                  <a:cubicBezTo>
                    <a:pt x="113" y="450"/>
                    <a:pt x="1" y="875"/>
                    <a:pt x="51" y="1287"/>
                  </a:cubicBezTo>
                  <a:cubicBezTo>
                    <a:pt x="63" y="1387"/>
                    <a:pt x="201" y="1350"/>
                    <a:pt x="226" y="1262"/>
                  </a:cubicBezTo>
                  <a:cubicBezTo>
                    <a:pt x="238" y="875"/>
                    <a:pt x="301" y="575"/>
                    <a:pt x="576" y="288"/>
                  </a:cubicBezTo>
                  <a:cubicBezTo>
                    <a:pt x="676" y="150"/>
                    <a:pt x="476" y="0"/>
                    <a:pt x="376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1" name="Google Shape;2801;p94"/>
            <p:cNvSpPr/>
            <p:nvPr/>
          </p:nvSpPr>
          <p:spPr>
            <a:xfrm>
              <a:off x="6676725" y="4169150"/>
              <a:ext cx="22850" cy="11275"/>
            </a:xfrm>
            <a:custGeom>
              <a:rect b="b" l="l" r="r" t="t"/>
              <a:pathLst>
                <a:path extrusionOk="0" h="451" w="914">
                  <a:moveTo>
                    <a:pt x="788" y="238"/>
                  </a:moveTo>
                  <a:cubicBezTo>
                    <a:pt x="576" y="176"/>
                    <a:pt x="363" y="76"/>
                    <a:pt x="138" y="26"/>
                  </a:cubicBezTo>
                  <a:cubicBezTo>
                    <a:pt x="51" y="1"/>
                    <a:pt x="1" y="113"/>
                    <a:pt x="88" y="163"/>
                  </a:cubicBezTo>
                  <a:cubicBezTo>
                    <a:pt x="288" y="288"/>
                    <a:pt x="513" y="376"/>
                    <a:pt x="738" y="426"/>
                  </a:cubicBezTo>
                  <a:cubicBezTo>
                    <a:pt x="863" y="451"/>
                    <a:pt x="913" y="276"/>
                    <a:pt x="788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2" name="Google Shape;2802;p94"/>
            <p:cNvSpPr/>
            <p:nvPr/>
          </p:nvSpPr>
          <p:spPr>
            <a:xfrm>
              <a:off x="6675800" y="4169150"/>
              <a:ext cx="16275" cy="19725"/>
            </a:xfrm>
            <a:custGeom>
              <a:rect b="b" l="l" r="r" t="t"/>
              <a:pathLst>
                <a:path extrusionOk="0" h="789" w="651">
                  <a:moveTo>
                    <a:pt x="63" y="226"/>
                  </a:moveTo>
                  <a:cubicBezTo>
                    <a:pt x="150" y="413"/>
                    <a:pt x="275" y="588"/>
                    <a:pt x="438" y="726"/>
                  </a:cubicBezTo>
                  <a:cubicBezTo>
                    <a:pt x="513" y="788"/>
                    <a:pt x="650" y="701"/>
                    <a:pt x="588" y="613"/>
                  </a:cubicBezTo>
                  <a:cubicBezTo>
                    <a:pt x="488" y="438"/>
                    <a:pt x="363" y="288"/>
                    <a:pt x="250" y="126"/>
                  </a:cubicBezTo>
                  <a:cubicBezTo>
                    <a:pt x="175" y="1"/>
                    <a:pt x="0" y="101"/>
                    <a:pt x="75" y="2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3" name="Google Shape;2803;p94"/>
            <p:cNvSpPr/>
            <p:nvPr/>
          </p:nvSpPr>
          <p:spPr>
            <a:xfrm>
              <a:off x="6672975" y="4181650"/>
              <a:ext cx="17525" cy="6900"/>
            </a:xfrm>
            <a:custGeom>
              <a:rect b="b" l="l" r="r" t="t"/>
              <a:pathLst>
                <a:path extrusionOk="0" h="276" w="701">
                  <a:moveTo>
                    <a:pt x="576" y="51"/>
                  </a:moveTo>
                  <a:cubicBezTo>
                    <a:pt x="413" y="1"/>
                    <a:pt x="226" y="26"/>
                    <a:pt x="88" y="113"/>
                  </a:cubicBezTo>
                  <a:cubicBezTo>
                    <a:pt x="1" y="163"/>
                    <a:pt x="63" y="276"/>
                    <a:pt x="138" y="251"/>
                  </a:cubicBezTo>
                  <a:lnTo>
                    <a:pt x="526" y="238"/>
                  </a:lnTo>
                  <a:cubicBezTo>
                    <a:pt x="638" y="263"/>
                    <a:pt x="701" y="88"/>
                    <a:pt x="576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4" name="Google Shape;2804;p94"/>
            <p:cNvSpPr/>
            <p:nvPr/>
          </p:nvSpPr>
          <p:spPr>
            <a:xfrm>
              <a:off x="6653000" y="4149475"/>
              <a:ext cx="28750" cy="23450"/>
            </a:xfrm>
            <a:custGeom>
              <a:rect b="b" l="l" r="r" t="t"/>
              <a:pathLst>
                <a:path extrusionOk="0" h="938" w="1150">
                  <a:moveTo>
                    <a:pt x="638" y="788"/>
                  </a:moveTo>
                  <a:cubicBezTo>
                    <a:pt x="1150" y="675"/>
                    <a:pt x="862" y="1"/>
                    <a:pt x="425" y="101"/>
                  </a:cubicBezTo>
                  <a:cubicBezTo>
                    <a:pt x="0" y="201"/>
                    <a:pt x="113" y="938"/>
                    <a:pt x="625" y="788"/>
                  </a:cubicBezTo>
                  <a:cubicBezTo>
                    <a:pt x="737" y="750"/>
                    <a:pt x="712" y="588"/>
                    <a:pt x="600" y="600"/>
                  </a:cubicBezTo>
                  <a:lnTo>
                    <a:pt x="600" y="613"/>
                  </a:lnTo>
                  <a:cubicBezTo>
                    <a:pt x="488" y="650"/>
                    <a:pt x="538" y="813"/>
                    <a:pt x="650" y="7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5" name="Google Shape;2805;p94"/>
            <p:cNvSpPr/>
            <p:nvPr/>
          </p:nvSpPr>
          <p:spPr>
            <a:xfrm>
              <a:off x="846700" y="4309125"/>
              <a:ext cx="551125" cy="190600"/>
            </a:xfrm>
            <a:custGeom>
              <a:rect b="b" l="l" r="r" t="t"/>
              <a:pathLst>
                <a:path extrusionOk="0" h="7624" w="22045">
                  <a:moveTo>
                    <a:pt x="21832" y="4662"/>
                  </a:moveTo>
                  <a:cubicBezTo>
                    <a:pt x="17009" y="0"/>
                    <a:pt x="10598" y="7623"/>
                    <a:pt x="4962" y="6311"/>
                  </a:cubicBezTo>
                  <a:cubicBezTo>
                    <a:pt x="1963" y="5611"/>
                    <a:pt x="1" y="3300"/>
                    <a:pt x="101" y="238"/>
                  </a:cubicBezTo>
                  <a:cubicBezTo>
                    <a:pt x="101" y="150"/>
                    <a:pt x="251" y="150"/>
                    <a:pt x="251" y="238"/>
                  </a:cubicBezTo>
                  <a:cubicBezTo>
                    <a:pt x="513" y="6511"/>
                    <a:pt x="7511" y="6724"/>
                    <a:pt x="11885" y="4887"/>
                  </a:cubicBezTo>
                  <a:cubicBezTo>
                    <a:pt x="13597" y="4162"/>
                    <a:pt x="15322" y="3175"/>
                    <a:pt x="17209" y="2950"/>
                  </a:cubicBezTo>
                  <a:cubicBezTo>
                    <a:pt x="19108" y="2725"/>
                    <a:pt x="20620" y="3225"/>
                    <a:pt x="21970" y="4524"/>
                  </a:cubicBezTo>
                  <a:cubicBezTo>
                    <a:pt x="22045" y="4612"/>
                    <a:pt x="21920" y="4737"/>
                    <a:pt x="21832" y="46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6" name="Google Shape;2806;p94"/>
            <p:cNvSpPr/>
            <p:nvPr/>
          </p:nvSpPr>
          <p:spPr>
            <a:xfrm>
              <a:off x="851700" y="4210725"/>
              <a:ext cx="180925" cy="121225"/>
            </a:xfrm>
            <a:custGeom>
              <a:rect b="b" l="l" r="r" t="t"/>
              <a:pathLst>
                <a:path extrusionOk="0" h="4849" w="7237">
                  <a:moveTo>
                    <a:pt x="13" y="3174"/>
                  </a:moveTo>
                  <a:cubicBezTo>
                    <a:pt x="151" y="1162"/>
                    <a:pt x="2612" y="0"/>
                    <a:pt x="4412" y="537"/>
                  </a:cubicBezTo>
                  <a:cubicBezTo>
                    <a:pt x="5924" y="987"/>
                    <a:pt x="7236" y="3524"/>
                    <a:pt x="5849" y="4774"/>
                  </a:cubicBezTo>
                  <a:cubicBezTo>
                    <a:pt x="5774" y="4849"/>
                    <a:pt x="5662" y="4736"/>
                    <a:pt x="5724" y="4661"/>
                  </a:cubicBezTo>
                  <a:cubicBezTo>
                    <a:pt x="7124" y="3137"/>
                    <a:pt x="5462" y="837"/>
                    <a:pt x="3837" y="637"/>
                  </a:cubicBezTo>
                  <a:cubicBezTo>
                    <a:pt x="2287" y="437"/>
                    <a:pt x="325" y="1450"/>
                    <a:pt x="201" y="3174"/>
                  </a:cubicBezTo>
                  <a:cubicBezTo>
                    <a:pt x="201" y="3299"/>
                    <a:pt x="1" y="3299"/>
                    <a:pt x="13" y="3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7" name="Google Shape;2807;p94"/>
            <p:cNvSpPr/>
            <p:nvPr/>
          </p:nvSpPr>
          <p:spPr>
            <a:xfrm>
              <a:off x="905750" y="4276625"/>
              <a:ext cx="73125" cy="77200"/>
            </a:xfrm>
            <a:custGeom>
              <a:rect b="b" l="l" r="r" t="t"/>
              <a:pathLst>
                <a:path extrusionOk="0" h="3088" w="2925">
                  <a:moveTo>
                    <a:pt x="2862" y="2600"/>
                  </a:moveTo>
                  <a:cubicBezTo>
                    <a:pt x="2025" y="3087"/>
                    <a:pt x="800" y="2738"/>
                    <a:pt x="388" y="1850"/>
                  </a:cubicBezTo>
                  <a:cubicBezTo>
                    <a:pt x="0" y="1026"/>
                    <a:pt x="613" y="101"/>
                    <a:pt x="1488" y="13"/>
                  </a:cubicBezTo>
                  <a:cubicBezTo>
                    <a:pt x="1588" y="1"/>
                    <a:pt x="1625" y="188"/>
                    <a:pt x="1513" y="213"/>
                  </a:cubicBezTo>
                  <a:cubicBezTo>
                    <a:pt x="700" y="351"/>
                    <a:pt x="200" y="1176"/>
                    <a:pt x="663" y="1925"/>
                  </a:cubicBezTo>
                  <a:cubicBezTo>
                    <a:pt x="1138" y="2613"/>
                    <a:pt x="2037" y="2838"/>
                    <a:pt x="2775" y="2463"/>
                  </a:cubicBezTo>
                  <a:cubicBezTo>
                    <a:pt x="2850" y="2425"/>
                    <a:pt x="2925" y="2538"/>
                    <a:pt x="2850" y="26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8" name="Google Shape;2808;p94"/>
            <p:cNvSpPr/>
            <p:nvPr/>
          </p:nvSpPr>
          <p:spPr>
            <a:xfrm>
              <a:off x="952300" y="4282575"/>
              <a:ext cx="25" cy="325"/>
            </a:xfrm>
            <a:custGeom>
              <a:rect b="b" l="l" r="r" t="t"/>
              <a:pathLst>
                <a:path extrusionOk="0" h="13" w="1">
                  <a:moveTo>
                    <a:pt x="1" y="0"/>
                  </a:moveTo>
                  <a:lnTo>
                    <a:pt x="1" y="1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9" name="Google Shape;2809;p94"/>
            <p:cNvSpPr/>
            <p:nvPr/>
          </p:nvSpPr>
          <p:spPr>
            <a:xfrm>
              <a:off x="759550" y="4357225"/>
              <a:ext cx="206825" cy="103750"/>
            </a:xfrm>
            <a:custGeom>
              <a:rect b="b" l="l" r="r" t="t"/>
              <a:pathLst>
                <a:path extrusionOk="0" h="4150" w="8273">
                  <a:moveTo>
                    <a:pt x="8135" y="4137"/>
                  </a:moveTo>
                  <a:cubicBezTo>
                    <a:pt x="6998" y="3887"/>
                    <a:pt x="5936" y="3425"/>
                    <a:pt x="4986" y="2775"/>
                  </a:cubicBezTo>
                  <a:cubicBezTo>
                    <a:pt x="3537" y="1763"/>
                    <a:pt x="2062" y="1"/>
                    <a:pt x="175" y="1276"/>
                  </a:cubicBezTo>
                  <a:cubicBezTo>
                    <a:pt x="100" y="1326"/>
                    <a:pt x="0" y="1201"/>
                    <a:pt x="75" y="1138"/>
                  </a:cubicBezTo>
                  <a:cubicBezTo>
                    <a:pt x="837" y="451"/>
                    <a:pt x="1787" y="451"/>
                    <a:pt x="2699" y="851"/>
                  </a:cubicBezTo>
                  <a:cubicBezTo>
                    <a:pt x="3374" y="1151"/>
                    <a:pt x="3912" y="1676"/>
                    <a:pt x="4474" y="2125"/>
                  </a:cubicBezTo>
                  <a:cubicBezTo>
                    <a:pt x="5549" y="3013"/>
                    <a:pt x="6811" y="3650"/>
                    <a:pt x="8173" y="3975"/>
                  </a:cubicBezTo>
                  <a:cubicBezTo>
                    <a:pt x="8273" y="4000"/>
                    <a:pt x="8235" y="4150"/>
                    <a:pt x="8135" y="41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0" name="Google Shape;2810;p94"/>
            <p:cNvSpPr/>
            <p:nvPr/>
          </p:nvSpPr>
          <p:spPr>
            <a:xfrm>
              <a:off x="1020100" y="4375975"/>
              <a:ext cx="88425" cy="80000"/>
            </a:xfrm>
            <a:custGeom>
              <a:rect b="b" l="l" r="r" t="t"/>
              <a:pathLst>
                <a:path extrusionOk="0" h="3200" w="3537">
                  <a:moveTo>
                    <a:pt x="3424" y="2888"/>
                  </a:moveTo>
                  <a:cubicBezTo>
                    <a:pt x="2550" y="3087"/>
                    <a:pt x="1700" y="3200"/>
                    <a:pt x="888" y="2713"/>
                  </a:cubicBezTo>
                  <a:cubicBezTo>
                    <a:pt x="363" y="2388"/>
                    <a:pt x="0" y="1875"/>
                    <a:pt x="100" y="1225"/>
                  </a:cubicBezTo>
                  <a:cubicBezTo>
                    <a:pt x="188" y="613"/>
                    <a:pt x="688" y="138"/>
                    <a:pt x="1312" y="63"/>
                  </a:cubicBezTo>
                  <a:cubicBezTo>
                    <a:pt x="1787" y="13"/>
                    <a:pt x="2462" y="176"/>
                    <a:pt x="2512" y="726"/>
                  </a:cubicBezTo>
                  <a:cubicBezTo>
                    <a:pt x="2525" y="813"/>
                    <a:pt x="2387" y="813"/>
                    <a:pt x="2375" y="726"/>
                  </a:cubicBezTo>
                  <a:cubicBezTo>
                    <a:pt x="2312" y="1"/>
                    <a:pt x="1100" y="263"/>
                    <a:pt x="775" y="488"/>
                  </a:cubicBezTo>
                  <a:cubicBezTo>
                    <a:pt x="288" y="838"/>
                    <a:pt x="138" y="1500"/>
                    <a:pt x="438" y="2025"/>
                  </a:cubicBezTo>
                  <a:cubicBezTo>
                    <a:pt x="1050" y="3037"/>
                    <a:pt x="2400" y="2937"/>
                    <a:pt x="3374" y="2713"/>
                  </a:cubicBezTo>
                  <a:cubicBezTo>
                    <a:pt x="3487" y="2688"/>
                    <a:pt x="3537" y="2863"/>
                    <a:pt x="3424" y="28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1" name="Google Shape;2811;p94"/>
            <p:cNvSpPr/>
            <p:nvPr/>
          </p:nvSpPr>
          <p:spPr>
            <a:xfrm>
              <a:off x="1130700" y="4386300"/>
              <a:ext cx="33450" cy="43450"/>
            </a:xfrm>
            <a:custGeom>
              <a:rect b="b" l="l" r="r" t="t"/>
              <a:pathLst>
                <a:path extrusionOk="0" h="1738" w="1338">
                  <a:moveTo>
                    <a:pt x="1237" y="1550"/>
                  </a:moveTo>
                  <a:cubicBezTo>
                    <a:pt x="700" y="1737"/>
                    <a:pt x="0" y="1412"/>
                    <a:pt x="75" y="762"/>
                  </a:cubicBezTo>
                  <a:cubicBezTo>
                    <a:pt x="125" y="338"/>
                    <a:pt x="825" y="0"/>
                    <a:pt x="1087" y="425"/>
                  </a:cubicBezTo>
                  <a:cubicBezTo>
                    <a:pt x="1162" y="538"/>
                    <a:pt x="987" y="637"/>
                    <a:pt x="912" y="525"/>
                  </a:cubicBezTo>
                  <a:cubicBezTo>
                    <a:pt x="800" y="463"/>
                    <a:pt x="662" y="438"/>
                    <a:pt x="537" y="488"/>
                  </a:cubicBezTo>
                  <a:cubicBezTo>
                    <a:pt x="263" y="712"/>
                    <a:pt x="213" y="937"/>
                    <a:pt x="388" y="1137"/>
                  </a:cubicBezTo>
                  <a:cubicBezTo>
                    <a:pt x="550" y="1450"/>
                    <a:pt x="887" y="1487"/>
                    <a:pt x="1200" y="1400"/>
                  </a:cubicBezTo>
                  <a:cubicBezTo>
                    <a:pt x="1300" y="1362"/>
                    <a:pt x="1337" y="1525"/>
                    <a:pt x="1237" y="15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2" name="Google Shape;2812;p94"/>
            <p:cNvSpPr/>
            <p:nvPr/>
          </p:nvSpPr>
          <p:spPr>
            <a:xfrm>
              <a:off x="740475" y="4377850"/>
              <a:ext cx="31900" cy="31900"/>
            </a:xfrm>
            <a:custGeom>
              <a:rect b="b" l="l" r="r" t="t"/>
              <a:pathLst>
                <a:path extrusionOk="0" h="1276" w="1276">
                  <a:moveTo>
                    <a:pt x="938" y="351"/>
                  </a:moveTo>
                  <a:cubicBezTo>
                    <a:pt x="1275" y="713"/>
                    <a:pt x="813" y="1275"/>
                    <a:pt x="413" y="950"/>
                  </a:cubicBezTo>
                  <a:cubicBezTo>
                    <a:pt x="1" y="626"/>
                    <a:pt x="476" y="1"/>
                    <a:pt x="888" y="301"/>
                  </a:cubicBezTo>
                  <a:cubicBezTo>
                    <a:pt x="950" y="351"/>
                    <a:pt x="900" y="463"/>
                    <a:pt x="813" y="451"/>
                  </a:cubicBezTo>
                  <a:lnTo>
                    <a:pt x="813" y="451"/>
                  </a:lnTo>
                  <a:cubicBezTo>
                    <a:pt x="776" y="376"/>
                    <a:pt x="875" y="276"/>
                    <a:pt x="950" y="3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3" name="Google Shape;2813;p94"/>
            <p:cNvSpPr/>
            <p:nvPr/>
          </p:nvSpPr>
          <p:spPr>
            <a:xfrm>
              <a:off x="816075" y="4313800"/>
              <a:ext cx="77825" cy="113125"/>
            </a:xfrm>
            <a:custGeom>
              <a:rect b="b" l="l" r="r" t="t"/>
              <a:pathLst>
                <a:path extrusionOk="0" h="4525" w="3113">
                  <a:moveTo>
                    <a:pt x="2963" y="4462"/>
                  </a:moveTo>
                  <a:cubicBezTo>
                    <a:pt x="1563" y="3363"/>
                    <a:pt x="538" y="1850"/>
                    <a:pt x="26" y="151"/>
                  </a:cubicBezTo>
                  <a:cubicBezTo>
                    <a:pt x="1" y="63"/>
                    <a:pt x="138" y="1"/>
                    <a:pt x="188" y="88"/>
                  </a:cubicBezTo>
                  <a:cubicBezTo>
                    <a:pt x="926" y="1700"/>
                    <a:pt x="1700" y="3188"/>
                    <a:pt x="3050" y="4375"/>
                  </a:cubicBezTo>
                  <a:cubicBezTo>
                    <a:pt x="3113" y="4437"/>
                    <a:pt x="3025" y="4525"/>
                    <a:pt x="2963" y="44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4" name="Google Shape;2814;p94"/>
            <p:cNvSpPr/>
            <p:nvPr/>
          </p:nvSpPr>
          <p:spPr>
            <a:xfrm>
              <a:off x="799850" y="4293200"/>
              <a:ext cx="30950" cy="32500"/>
            </a:xfrm>
            <a:custGeom>
              <a:rect b="b" l="l" r="r" t="t"/>
              <a:pathLst>
                <a:path extrusionOk="0" h="1300" w="1238">
                  <a:moveTo>
                    <a:pt x="737" y="800"/>
                  </a:moveTo>
                  <a:lnTo>
                    <a:pt x="737" y="737"/>
                  </a:lnTo>
                  <a:cubicBezTo>
                    <a:pt x="812" y="662"/>
                    <a:pt x="925" y="750"/>
                    <a:pt x="875" y="850"/>
                  </a:cubicBezTo>
                  <a:cubicBezTo>
                    <a:pt x="637" y="1300"/>
                    <a:pt x="0" y="750"/>
                    <a:pt x="350" y="375"/>
                  </a:cubicBezTo>
                  <a:cubicBezTo>
                    <a:pt x="687" y="0"/>
                    <a:pt x="1237" y="550"/>
                    <a:pt x="850" y="912"/>
                  </a:cubicBezTo>
                  <a:cubicBezTo>
                    <a:pt x="762" y="975"/>
                    <a:pt x="675" y="875"/>
                    <a:pt x="725" y="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5" name="Google Shape;2815;p94"/>
            <p:cNvSpPr/>
            <p:nvPr/>
          </p:nvSpPr>
          <p:spPr>
            <a:xfrm>
              <a:off x="848575" y="4298825"/>
              <a:ext cx="5650" cy="9375"/>
            </a:xfrm>
            <a:custGeom>
              <a:rect b="b" l="l" r="r" t="t"/>
              <a:pathLst>
                <a:path extrusionOk="0" h="375" w="226">
                  <a:moveTo>
                    <a:pt x="13" y="263"/>
                  </a:moveTo>
                  <a:cubicBezTo>
                    <a:pt x="1" y="188"/>
                    <a:pt x="26" y="113"/>
                    <a:pt x="76" y="63"/>
                  </a:cubicBezTo>
                  <a:cubicBezTo>
                    <a:pt x="113" y="0"/>
                    <a:pt x="226" y="13"/>
                    <a:pt x="226" y="100"/>
                  </a:cubicBezTo>
                  <a:cubicBezTo>
                    <a:pt x="213" y="150"/>
                    <a:pt x="213" y="213"/>
                    <a:pt x="213" y="263"/>
                  </a:cubicBezTo>
                  <a:cubicBezTo>
                    <a:pt x="201" y="375"/>
                    <a:pt x="38" y="375"/>
                    <a:pt x="13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6" name="Google Shape;2816;p94"/>
            <p:cNvSpPr/>
            <p:nvPr/>
          </p:nvSpPr>
          <p:spPr>
            <a:xfrm>
              <a:off x="980725" y="4331300"/>
              <a:ext cx="10025" cy="6900"/>
            </a:xfrm>
            <a:custGeom>
              <a:rect b="b" l="l" r="r" t="t"/>
              <a:pathLst>
                <a:path extrusionOk="0" h="276" w="401">
                  <a:moveTo>
                    <a:pt x="88" y="88"/>
                  </a:moveTo>
                  <a:cubicBezTo>
                    <a:pt x="151" y="51"/>
                    <a:pt x="226" y="26"/>
                    <a:pt x="301" y="13"/>
                  </a:cubicBezTo>
                  <a:cubicBezTo>
                    <a:pt x="351" y="1"/>
                    <a:pt x="401" y="63"/>
                    <a:pt x="351" y="113"/>
                  </a:cubicBezTo>
                  <a:cubicBezTo>
                    <a:pt x="301" y="176"/>
                    <a:pt x="226" y="226"/>
                    <a:pt x="151" y="251"/>
                  </a:cubicBezTo>
                  <a:cubicBezTo>
                    <a:pt x="63" y="276"/>
                    <a:pt x="1" y="138"/>
                    <a:pt x="88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7" name="Google Shape;2817;p94"/>
            <p:cNvSpPr/>
            <p:nvPr/>
          </p:nvSpPr>
          <p:spPr>
            <a:xfrm>
              <a:off x="839525" y="4440350"/>
              <a:ext cx="156850" cy="27825"/>
            </a:xfrm>
            <a:custGeom>
              <a:rect b="b" l="l" r="r" t="t"/>
              <a:pathLst>
                <a:path extrusionOk="0" h="1113" w="6274">
                  <a:moveTo>
                    <a:pt x="6174" y="1100"/>
                  </a:moveTo>
                  <a:cubicBezTo>
                    <a:pt x="5311" y="1112"/>
                    <a:pt x="4449" y="1025"/>
                    <a:pt x="3612" y="850"/>
                  </a:cubicBezTo>
                  <a:cubicBezTo>
                    <a:pt x="2462" y="625"/>
                    <a:pt x="1337" y="175"/>
                    <a:pt x="163" y="500"/>
                  </a:cubicBezTo>
                  <a:cubicBezTo>
                    <a:pt x="38" y="525"/>
                    <a:pt x="0" y="362"/>
                    <a:pt x="113" y="313"/>
                  </a:cubicBezTo>
                  <a:cubicBezTo>
                    <a:pt x="900" y="0"/>
                    <a:pt x="1625" y="163"/>
                    <a:pt x="2437" y="337"/>
                  </a:cubicBezTo>
                  <a:cubicBezTo>
                    <a:pt x="3674" y="612"/>
                    <a:pt x="4899" y="862"/>
                    <a:pt x="6174" y="925"/>
                  </a:cubicBezTo>
                  <a:cubicBezTo>
                    <a:pt x="6274" y="937"/>
                    <a:pt x="6274" y="1087"/>
                    <a:pt x="6174" y="1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8" name="Google Shape;2818;p94"/>
            <p:cNvSpPr/>
            <p:nvPr/>
          </p:nvSpPr>
          <p:spPr>
            <a:xfrm>
              <a:off x="817950" y="4437225"/>
              <a:ext cx="33150" cy="31250"/>
            </a:xfrm>
            <a:custGeom>
              <a:rect b="b" l="l" r="r" t="t"/>
              <a:pathLst>
                <a:path extrusionOk="0" h="1250" w="1326">
                  <a:moveTo>
                    <a:pt x="876" y="550"/>
                  </a:moveTo>
                  <a:lnTo>
                    <a:pt x="763" y="587"/>
                  </a:lnTo>
                  <a:cubicBezTo>
                    <a:pt x="713" y="512"/>
                    <a:pt x="763" y="413"/>
                    <a:pt x="851" y="425"/>
                  </a:cubicBezTo>
                  <a:cubicBezTo>
                    <a:pt x="1326" y="587"/>
                    <a:pt x="851" y="1250"/>
                    <a:pt x="476" y="1012"/>
                  </a:cubicBezTo>
                  <a:cubicBezTo>
                    <a:pt x="1" y="712"/>
                    <a:pt x="551" y="0"/>
                    <a:pt x="976" y="438"/>
                  </a:cubicBezTo>
                  <a:cubicBezTo>
                    <a:pt x="1038" y="500"/>
                    <a:pt x="963" y="600"/>
                    <a:pt x="876" y="5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9" name="Google Shape;2819;p94"/>
            <p:cNvSpPr/>
            <p:nvPr/>
          </p:nvSpPr>
          <p:spPr>
            <a:xfrm>
              <a:off x="773900" y="4388175"/>
              <a:ext cx="72825" cy="22500"/>
            </a:xfrm>
            <a:custGeom>
              <a:rect b="b" l="l" r="r" t="t"/>
              <a:pathLst>
                <a:path extrusionOk="0" h="900" w="2913">
                  <a:moveTo>
                    <a:pt x="2813" y="263"/>
                  </a:moveTo>
                  <a:cubicBezTo>
                    <a:pt x="2500" y="562"/>
                    <a:pt x="2113" y="750"/>
                    <a:pt x="1688" y="800"/>
                  </a:cubicBezTo>
                  <a:cubicBezTo>
                    <a:pt x="1226" y="862"/>
                    <a:pt x="526" y="900"/>
                    <a:pt x="113" y="637"/>
                  </a:cubicBezTo>
                  <a:cubicBezTo>
                    <a:pt x="1" y="575"/>
                    <a:pt x="63" y="413"/>
                    <a:pt x="188" y="438"/>
                  </a:cubicBezTo>
                  <a:cubicBezTo>
                    <a:pt x="976" y="637"/>
                    <a:pt x="2013" y="687"/>
                    <a:pt x="2650" y="100"/>
                  </a:cubicBezTo>
                  <a:cubicBezTo>
                    <a:pt x="2763" y="0"/>
                    <a:pt x="2913" y="163"/>
                    <a:pt x="2800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0" name="Google Shape;2820;p94"/>
            <p:cNvSpPr/>
            <p:nvPr/>
          </p:nvSpPr>
          <p:spPr>
            <a:xfrm>
              <a:off x="774525" y="4381600"/>
              <a:ext cx="70650" cy="23450"/>
            </a:xfrm>
            <a:custGeom>
              <a:rect b="b" l="l" r="r" t="t"/>
              <a:pathLst>
                <a:path extrusionOk="0" h="938" w="2826">
                  <a:moveTo>
                    <a:pt x="63" y="738"/>
                  </a:moveTo>
                  <a:cubicBezTo>
                    <a:pt x="588" y="51"/>
                    <a:pt x="2013" y="1"/>
                    <a:pt x="2725" y="376"/>
                  </a:cubicBezTo>
                  <a:cubicBezTo>
                    <a:pt x="2825" y="426"/>
                    <a:pt x="2750" y="563"/>
                    <a:pt x="2650" y="551"/>
                  </a:cubicBezTo>
                  <a:cubicBezTo>
                    <a:pt x="1938" y="438"/>
                    <a:pt x="776" y="176"/>
                    <a:pt x="213" y="850"/>
                  </a:cubicBezTo>
                  <a:cubicBezTo>
                    <a:pt x="151" y="938"/>
                    <a:pt x="1" y="825"/>
                    <a:pt x="63" y="7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1" name="Google Shape;2821;p94"/>
            <p:cNvSpPr/>
            <p:nvPr/>
          </p:nvSpPr>
          <p:spPr>
            <a:xfrm>
              <a:off x="927300" y="4396600"/>
              <a:ext cx="17850" cy="55950"/>
            </a:xfrm>
            <a:custGeom>
              <a:rect b="b" l="l" r="r" t="t"/>
              <a:pathLst>
                <a:path extrusionOk="0" h="2238" w="714">
                  <a:moveTo>
                    <a:pt x="301" y="2087"/>
                  </a:moveTo>
                  <a:cubicBezTo>
                    <a:pt x="476" y="1450"/>
                    <a:pt x="376" y="775"/>
                    <a:pt x="51" y="213"/>
                  </a:cubicBezTo>
                  <a:cubicBezTo>
                    <a:pt x="1" y="101"/>
                    <a:pt x="163" y="1"/>
                    <a:pt x="238" y="101"/>
                  </a:cubicBezTo>
                  <a:cubicBezTo>
                    <a:pt x="626" y="713"/>
                    <a:pt x="713" y="1450"/>
                    <a:pt x="476" y="2137"/>
                  </a:cubicBezTo>
                  <a:cubicBezTo>
                    <a:pt x="438" y="2237"/>
                    <a:pt x="288" y="2200"/>
                    <a:pt x="301" y="20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2" name="Google Shape;2822;p94"/>
            <p:cNvSpPr/>
            <p:nvPr/>
          </p:nvSpPr>
          <p:spPr>
            <a:xfrm>
              <a:off x="922000" y="4396600"/>
              <a:ext cx="15950" cy="54375"/>
            </a:xfrm>
            <a:custGeom>
              <a:rect b="b" l="l" r="r" t="t"/>
              <a:pathLst>
                <a:path extrusionOk="0" h="2175" w="638">
                  <a:moveTo>
                    <a:pt x="450" y="188"/>
                  </a:moveTo>
                  <a:cubicBezTo>
                    <a:pt x="313" y="550"/>
                    <a:pt x="275" y="950"/>
                    <a:pt x="338" y="1338"/>
                  </a:cubicBezTo>
                  <a:cubicBezTo>
                    <a:pt x="375" y="1613"/>
                    <a:pt x="525" y="1788"/>
                    <a:pt x="625" y="2038"/>
                  </a:cubicBezTo>
                  <a:cubicBezTo>
                    <a:pt x="638" y="2075"/>
                    <a:pt x="613" y="2112"/>
                    <a:pt x="563" y="2125"/>
                  </a:cubicBezTo>
                  <a:cubicBezTo>
                    <a:pt x="275" y="2175"/>
                    <a:pt x="163" y="1850"/>
                    <a:pt x="113" y="1613"/>
                  </a:cubicBezTo>
                  <a:cubicBezTo>
                    <a:pt x="0" y="1113"/>
                    <a:pt x="38" y="600"/>
                    <a:pt x="238" y="126"/>
                  </a:cubicBezTo>
                  <a:cubicBezTo>
                    <a:pt x="288" y="1"/>
                    <a:pt x="500" y="51"/>
                    <a:pt x="450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3" name="Google Shape;2823;p94"/>
            <p:cNvSpPr/>
            <p:nvPr/>
          </p:nvSpPr>
          <p:spPr>
            <a:xfrm>
              <a:off x="1194425" y="4364725"/>
              <a:ext cx="82825" cy="26900"/>
            </a:xfrm>
            <a:custGeom>
              <a:rect b="b" l="l" r="r" t="t"/>
              <a:pathLst>
                <a:path extrusionOk="0" h="1076" w="3313">
                  <a:moveTo>
                    <a:pt x="3187" y="926"/>
                  </a:moveTo>
                  <a:cubicBezTo>
                    <a:pt x="2175" y="1076"/>
                    <a:pt x="800" y="926"/>
                    <a:pt x="50" y="163"/>
                  </a:cubicBezTo>
                  <a:cubicBezTo>
                    <a:pt x="0" y="113"/>
                    <a:pt x="50" y="1"/>
                    <a:pt x="125" y="26"/>
                  </a:cubicBezTo>
                  <a:cubicBezTo>
                    <a:pt x="600" y="188"/>
                    <a:pt x="1013" y="476"/>
                    <a:pt x="1500" y="601"/>
                  </a:cubicBezTo>
                  <a:cubicBezTo>
                    <a:pt x="2037" y="738"/>
                    <a:pt x="2600" y="776"/>
                    <a:pt x="3150" y="713"/>
                  </a:cubicBezTo>
                  <a:cubicBezTo>
                    <a:pt x="3275" y="701"/>
                    <a:pt x="3312" y="913"/>
                    <a:pt x="3187" y="9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4" name="Google Shape;2824;p94"/>
            <p:cNvSpPr/>
            <p:nvPr/>
          </p:nvSpPr>
          <p:spPr>
            <a:xfrm>
              <a:off x="1194425" y="4355975"/>
              <a:ext cx="100625" cy="30975"/>
            </a:xfrm>
            <a:custGeom>
              <a:rect b="b" l="l" r="r" t="t"/>
              <a:pathLst>
                <a:path extrusionOk="0" h="1239" w="4025">
                  <a:moveTo>
                    <a:pt x="138" y="238"/>
                  </a:moveTo>
                  <a:cubicBezTo>
                    <a:pt x="763" y="126"/>
                    <a:pt x="1413" y="1"/>
                    <a:pt x="2050" y="101"/>
                  </a:cubicBezTo>
                  <a:cubicBezTo>
                    <a:pt x="2737" y="201"/>
                    <a:pt x="3312" y="551"/>
                    <a:pt x="3887" y="926"/>
                  </a:cubicBezTo>
                  <a:cubicBezTo>
                    <a:pt x="4024" y="1013"/>
                    <a:pt x="3899" y="1238"/>
                    <a:pt x="3749" y="1151"/>
                  </a:cubicBezTo>
                  <a:cubicBezTo>
                    <a:pt x="3287" y="838"/>
                    <a:pt x="2800" y="526"/>
                    <a:pt x="2237" y="388"/>
                  </a:cubicBezTo>
                  <a:cubicBezTo>
                    <a:pt x="1575" y="226"/>
                    <a:pt x="863" y="338"/>
                    <a:pt x="200" y="451"/>
                  </a:cubicBezTo>
                  <a:cubicBezTo>
                    <a:pt x="63" y="463"/>
                    <a:pt x="0" y="263"/>
                    <a:pt x="138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5" name="Google Shape;2825;p94"/>
            <p:cNvSpPr/>
            <p:nvPr/>
          </p:nvSpPr>
          <p:spPr>
            <a:xfrm>
              <a:off x="593025" y="3689900"/>
              <a:ext cx="199650" cy="551150"/>
            </a:xfrm>
            <a:custGeom>
              <a:rect b="b" l="l" r="r" t="t"/>
              <a:pathLst>
                <a:path extrusionOk="0" h="22046" w="7986">
                  <a:moveTo>
                    <a:pt x="3487" y="88"/>
                  </a:moveTo>
                  <a:cubicBezTo>
                    <a:pt x="4799" y="1426"/>
                    <a:pt x="5286" y="2938"/>
                    <a:pt x="5074" y="4837"/>
                  </a:cubicBezTo>
                  <a:cubicBezTo>
                    <a:pt x="4899" y="6237"/>
                    <a:pt x="4287" y="7487"/>
                    <a:pt x="3749" y="8761"/>
                  </a:cubicBezTo>
                  <a:cubicBezTo>
                    <a:pt x="1875" y="13235"/>
                    <a:pt x="0" y="21470"/>
                    <a:pt x="7773" y="21808"/>
                  </a:cubicBezTo>
                  <a:cubicBezTo>
                    <a:pt x="7861" y="21808"/>
                    <a:pt x="7861" y="21933"/>
                    <a:pt x="7773" y="21945"/>
                  </a:cubicBezTo>
                  <a:cubicBezTo>
                    <a:pt x="4737" y="22045"/>
                    <a:pt x="2400" y="20071"/>
                    <a:pt x="1700" y="17084"/>
                  </a:cubicBezTo>
                  <a:cubicBezTo>
                    <a:pt x="388" y="11435"/>
                    <a:pt x="7986" y="5012"/>
                    <a:pt x="3349" y="213"/>
                  </a:cubicBezTo>
                  <a:cubicBezTo>
                    <a:pt x="3274" y="138"/>
                    <a:pt x="3399" y="1"/>
                    <a:pt x="3487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6" name="Google Shape;2826;p94"/>
            <p:cNvSpPr/>
            <p:nvPr/>
          </p:nvSpPr>
          <p:spPr>
            <a:xfrm>
              <a:off x="770150" y="4055125"/>
              <a:ext cx="121575" cy="180925"/>
            </a:xfrm>
            <a:custGeom>
              <a:rect b="b" l="l" r="r" t="t"/>
              <a:pathLst>
                <a:path extrusionOk="0" h="7237" w="4863">
                  <a:moveTo>
                    <a:pt x="1688" y="7036"/>
                  </a:moveTo>
                  <a:cubicBezTo>
                    <a:pt x="3413" y="6911"/>
                    <a:pt x="4425" y="4949"/>
                    <a:pt x="4225" y="3400"/>
                  </a:cubicBezTo>
                  <a:cubicBezTo>
                    <a:pt x="4025" y="1775"/>
                    <a:pt x="1725" y="113"/>
                    <a:pt x="201" y="1513"/>
                  </a:cubicBezTo>
                  <a:cubicBezTo>
                    <a:pt x="126" y="1588"/>
                    <a:pt x="1" y="1463"/>
                    <a:pt x="88" y="1388"/>
                  </a:cubicBezTo>
                  <a:cubicBezTo>
                    <a:pt x="1338" y="1"/>
                    <a:pt x="3875" y="1313"/>
                    <a:pt x="4325" y="2825"/>
                  </a:cubicBezTo>
                  <a:cubicBezTo>
                    <a:pt x="4862" y="4637"/>
                    <a:pt x="3700" y="7086"/>
                    <a:pt x="1688" y="7224"/>
                  </a:cubicBezTo>
                  <a:cubicBezTo>
                    <a:pt x="1563" y="7236"/>
                    <a:pt x="1563" y="7049"/>
                    <a:pt x="1688" y="70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7" name="Google Shape;2827;p94"/>
            <p:cNvSpPr/>
            <p:nvPr/>
          </p:nvSpPr>
          <p:spPr>
            <a:xfrm>
              <a:off x="748600" y="4108250"/>
              <a:ext cx="77200" cy="73425"/>
            </a:xfrm>
            <a:custGeom>
              <a:rect b="b" l="l" r="r" t="t"/>
              <a:pathLst>
                <a:path extrusionOk="0" h="2937" w="3088">
                  <a:moveTo>
                    <a:pt x="625" y="163"/>
                  </a:moveTo>
                  <a:cubicBezTo>
                    <a:pt x="251" y="900"/>
                    <a:pt x="476" y="1800"/>
                    <a:pt x="1163" y="2274"/>
                  </a:cubicBezTo>
                  <a:cubicBezTo>
                    <a:pt x="1913" y="2749"/>
                    <a:pt x="2750" y="2237"/>
                    <a:pt x="2887" y="1425"/>
                  </a:cubicBezTo>
                  <a:cubicBezTo>
                    <a:pt x="2900" y="1325"/>
                    <a:pt x="3087" y="1337"/>
                    <a:pt x="3075" y="1450"/>
                  </a:cubicBezTo>
                  <a:cubicBezTo>
                    <a:pt x="3000" y="2324"/>
                    <a:pt x="2075" y="2937"/>
                    <a:pt x="1250" y="2549"/>
                  </a:cubicBezTo>
                  <a:cubicBezTo>
                    <a:pt x="351" y="2137"/>
                    <a:pt x="1" y="912"/>
                    <a:pt x="501" y="75"/>
                  </a:cubicBezTo>
                  <a:cubicBezTo>
                    <a:pt x="550" y="0"/>
                    <a:pt x="663" y="75"/>
                    <a:pt x="625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8" name="Google Shape;2828;p94"/>
            <p:cNvSpPr/>
            <p:nvPr/>
          </p:nvSpPr>
          <p:spPr>
            <a:xfrm>
              <a:off x="819525" y="4135100"/>
              <a:ext cx="325" cy="350"/>
            </a:xfrm>
            <a:custGeom>
              <a:rect b="b" l="l" r="r" t="t"/>
              <a:pathLst>
                <a:path extrusionOk="0" h="14" w="13">
                  <a:moveTo>
                    <a:pt x="13" y="1"/>
                  </a:moveTo>
                  <a:lnTo>
                    <a:pt x="13" y="13"/>
                  </a:lnTo>
                  <a:cubicBezTo>
                    <a:pt x="13" y="13"/>
                    <a:pt x="0" y="1"/>
                    <a:pt x="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9" name="Google Shape;2829;p94"/>
            <p:cNvSpPr/>
            <p:nvPr/>
          </p:nvSpPr>
          <p:spPr>
            <a:xfrm>
              <a:off x="641450" y="4121350"/>
              <a:ext cx="103750" cy="206550"/>
            </a:xfrm>
            <a:custGeom>
              <a:rect b="b" l="l" r="r" t="t"/>
              <a:pathLst>
                <a:path extrusionOk="0" h="8262" w="4150">
                  <a:moveTo>
                    <a:pt x="163" y="101"/>
                  </a:moveTo>
                  <a:cubicBezTo>
                    <a:pt x="450" y="1288"/>
                    <a:pt x="975" y="2400"/>
                    <a:pt x="1712" y="3375"/>
                  </a:cubicBezTo>
                  <a:cubicBezTo>
                    <a:pt x="2237" y="4087"/>
                    <a:pt x="2937" y="4737"/>
                    <a:pt x="3299" y="5562"/>
                  </a:cubicBezTo>
                  <a:cubicBezTo>
                    <a:pt x="3699" y="6474"/>
                    <a:pt x="3699" y="7436"/>
                    <a:pt x="3012" y="8199"/>
                  </a:cubicBezTo>
                  <a:cubicBezTo>
                    <a:pt x="2949" y="8261"/>
                    <a:pt x="2825" y="8174"/>
                    <a:pt x="2875" y="8086"/>
                  </a:cubicBezTo>
                  <a:cubicBezTo>
                    <a:pt x="4149" y="6212"/>
                    <a:pt x="2387" y="4725"/>
                    <a:pt x="1375" y="3275"/>
                  </a:cubicBezTo>
                  <a:cubicBezTo>
                    <a:pt x="725" y="2325"/>
                    <a:pt x="263" y="1263"/>
                    <a:pt x="13" y="138"/>
                  </a:cubicBezTo>
                  <a:cubicBezTo>
                    <a:pt x="0" y="38"/>
                    <a:pt x="138" y="1"/>
                    <a:pt x="175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0" name="Google Shape;2830;p94"/>
            <p:cNvSpPr/>
            <p:nvPr/>
          </p:nvSpPr>
          <p:spPr>
            <a:xfrm>
              <a:off x="646450" y="3978900"/>
              <a:ext cx="81250" cy="88750"/>
            </a:xfrm>
            <a:custGeom>
              <a:rect b="b" l="l" r="r" t="t"/>
              <a:pathLst>
                <a:path extrusionOk="0" h="3550" w="3250">
                  <a:moveTo>
                    <a:pt x="488" y="163"/>
                  </a:moveTo>
                  <a:cubicBezTo>
                    <a:pt x="263" y="1138"/>
                    <a:pt x="163" y="2500"/>
                    <a:pt x="1175" y="3112"/>
                  </a:cubicBezTo>
                  <a:cubicBezTo>
                    <a:pt x="1650" y="3375"/>
                    <a:pt x="2237" y="3287"/>
                    <a:pt x="2625" y="2900"/>
                  </a:cubicBezTo>
                  <a:cubicBezTo>
                    <a:pt x="2924" y="2575"/>
                    <a:pt x="3249" y="1250"/>
                    <a:pt x="2475" y="1163"/>
                  </a:cubicBezTo>
                  <a:cubicBezTo>
                    <a:pt x="2387" y="1163"/>
                    <a:pt x="2387" y="1025"/>
                    <a:pt x="2475" y="1038"/>
                  </a:cubicBezTo>
                  <a:cubicBezTo>
                    <a:pt x="3012" y="1088"/>
                    <a:pt x="3187" y="1762"/>
                    <a:pt x="3137" y="2237"/>
                  </a:cubicBezTo>
                  <a:cubicBezTo>
                    <a:pt x="3062" y="2850"/>
                    <a:pt x="2587" y="3350"/>
                    <a:pt x="1975" y="3450"/>
                  </a:cubicBezTo>
                  <a:cubicBezTo>
                    <a:pt x="1325" y="3550"/>
                    <a:pt x="813" y="3187"/>
                    <a:pt x="488" y="2650"/>
                  </a:cubicBezTo>
                  <a:cubicBezTo>
                    <a:pt x="0" y="1850"/>
                    <a:pt x="113" y="988"/>
                    <a:pt x="313" y="113"/>
                  </a:cubicBezTo>
                  <a:cubicBezTo>
                    <a:pt x="338" y="0"/>
                    <a:pt x="513" y="50"/>
                    <a:pt x="488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1" name="Google Shape;2831;p94"/>
            <p:cNvSpPr/>
            <p:nvPr/>
          </p:nvSpPr>
          <p:spPr>
            <a:xfrm>
              <a:off x="672675" y="3923300"/>
              <a:ext cx="43775" cy="33450"/>
            </a:xfrm>
            <a:custGeom>
              <a:rect b="b" l="l" r="r" t="t"/>
              <a:pathLst>
                <a:path extrusionOk="0" h="1338" w="1751">
                  <a:moveTo>
                    <a:pt x="351" y="150"/>
                  </a:moveTo>
                  <a:cubicBezTo>
                    <a:pt x="263" y="462"/>
                    <a:pt x="301" y="787"/>
                    <a:pt x="613" y="962"/>
                  </a:cubicBezTo>
                  <a:cubicBezTo>
                    <a:pt x="813" y="1137"/>
                    <a:pt x="1026" y="1087"/>
                    <a:pt x="1263" y="800"/>
                  </a:cubicBezTo>
                  <a:cubicBezTo>
                    <a:pt x="1301" y="675"/>
                    <a:pt x="1288" y="537"/>
                    <a:pt x="1213" y="425"/>
                  </a:cubicBezTo>
                  <a:cubicBezTo>
                    <a:pt x="1101" y="350"/>
                    <a:pt x="1201" y="175"/>
                    <a:pt x="1326" y="250"/>
                  </a:cubicBezTo>
                  <a:cubicBezTo>
                    <a:pt x="1750" y="512"/>
                    <a:pt x="1413" y="1212"/>
                    <a:pt x="976" y="1262"/>
                  </a:cubicBezTo>
                  <a:cubicBezTo>
                    <a:pt x="326" y="1337"/>
                    <a:pt x="1" y="637"/>
                    <a:pt x="201" y="100"/>
                  </a:cubicBezTo>
                  <a:cubicBezTo>
                    <a:pt x="226" y="0"/>
                    <a:pt x="376" y="38"/>
                    <a:pt x="351" y="1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2" name="Google Shape;2832;p94"/>
            <p:cNvSpPr/>
            <p:nvPr/>
          </p:nvSpPr>
          <p:spPr>
            <a:xfrm>
              <a:off x="692375" y="4315375"/>
              <a:ext cx="32200" cy="31900"/>
            </a:xfrm>
            <a:custGeom>
              <a:rect b="b" l="l" r="r" t="t"/>
              <a:pathLst>
                <a:path extrusionOk="0" h="1276" w="1288">
                  <a:moveTo>
                    <a:pt x="838" y="463"/>
                  </a:moveTo>
                  <a:lnTo>
                    <a:pt x="838" y="463"/>
                  </a:lnTo>
                  <a:cubicBezTo>
                    <a:pt x="825" y="375"/>
                    <a:pt x="937" y="325"/>
                    <a:pt x="987" y="388"/>
                  </a:cubicBezTo>
                  <a:cubicBezTo>
                    <a:pt x="1287" y="800"/>
                    <a:pt x="663" y="1275"/>
                    <a:pt x="338" y="863"/>
                  </a:cubicBezTo>
                  <a:cubicBezTo>
                    <a:pt x="0" y="438"/>
                    <a:pt x="575" y="0"/>
                    <a:pt x="937" y="325"/>
                  </a:cubicBezTo>
                  <a:cubicBezTo>
                    <a:pt x="1012" y="388"/>
                    <a:pt x="912" y="488"/>
                    <a:pt x="838" y="4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3" name="Google Shape;2833;p94"/>
            <p:cNvSpPr/>
            <p:nvPr/>
          </p:nvSpPr>
          <p:spPr>
            <a:xfrm>
              <a:off x="675500" y="4193850"/>
              <a:ext cx="113125" cy="77500"/>
            </a:xfrm>
            <a:custGeom>
              <a:rect b="b" l="l" r="r" t="t"/>
              <a:pathLst>
                <a:path extrusionOk="0" h="3100" w="4525">
                  <a:moveTo>
                    <a:pt x="150" y="50"/>
                  </a:moveTo>
                  <a:cubicBezTo>
                    <a:pt x="1338" y="1412"/>
                    <a:pt x="2825" y="2175"/>
                    <a:pt x="4437" y="2924"/>
                  </a:cubicBezTo>
                  <a:cubicBezTo>
                    <a:pt x="4524" y="2962"/>
                    <a:pt x="4462" y="3099"/>
                    <a:pt x="4374" y="3074"/>
                  </a:cubicBezTo>
                  <a:cubicBezTo>
                    <a:pt x="2675" y="2562"/>
                    <a:pt x="1163" y="1550"/>
                    <a:pt x="63" y="150"/>
                  </a:cubicBezTo>
                  <a:cubicBezTo>
                    <a:pt x="0" y="88"/>
                    <a:pt x="100" y="0"/>
                    <a:pt x="150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4" name="Google Shape;2834;p94"/>
            <p:cNvSpPr/>
            <p:nvPr/>
          </p:nvSpPr>
          <p:spPr>
            <a:xfrm>
              <a:off x="776725" y="4256950"/>
              <a:ext cx="32525" cy="30950"/>
            </a:xfrm>
            <a:custGeom>
              <a:rect b="b" l="l" r="r" t="t"/>
              <a:pathLst>
                <a:path extrusionOk="0" h="1238" w="1301">
                  <a:moveTo>
                    <a:pt x="388" y="388"/>
                  </a:moveTo>
                  <a:cubicBezTo>
                    <a:pt x="750" y="1"/>
                    <a:pt x="1300" y="538"/>
                    <a:pt x="925" y="888"/>
                  </a:cubicBezTo>
                  <a:cubicBezTo>
                    <a:pt x="550" y="1238"/>
                    <a:pt x="0" y="600"/>
                    <a:pt x="450" y="350"/>
                  </a:cubicBezTo>
                  <a:cubicBezTo>
                    <a:pt x="550" y="313"/>
                    <a:pt x="638" y="425"/>
                    <a:pt x="563" y="500"/>
                  </a:cubicBezTo>
                  <a:lnTo>
                    <a:pt x="500" y="500"/>
                  </a:lnTo>
                  <a:cubicBezTo>
                    <a:pt x="425" y="563"/>
                    <a:pt x="325" y="463"/>
                    <a:pt x="388" y="3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5" name="Google Shape;2835;p94"/>
            <p:cNvSpPr/>
            <p:nvPr/>
          </p:nvSpPr>
          <p:spPr>
            <a:xfrm>
              <a:off x="793900" y="4233200"/>
              <a:ext cx="9725" cy="5975"/>
            </a:xfrm>
            <a:custGeom>
              <a:rect b="b" l="l" r="r" t="t"/>
              <a:pathLst>
                <a:path extrusionOk="0" h="239" w="389">
                  <a:moveTo>
                    <a:pt x="126" y="26"/>
                  </a:moveTo>
                  <a:cubicBezTo>
                    <a:pt x="176" y="26"/>
                    <a:pt x="238" y="13"/>
                    <a:pt x="288" y="13"/>
                  </a:cubicBezTo>
                  <a:cubicBezTo>
                    <a:pt x="376" y="1"/>
                    <a:pt x="388" y="113"/>
                    <a:pt x="338" y="163"/>
                  </a:cubicBezTo>
                  <a:cubicBezTo>
                    <a:pt x="276" y="213"/>
                    <a:pt x="201" y="238"/>
                    <a:pt x="126" y="226"/>
                  </a:cubicBezTo>
                  <a:cubicBezTo>
                    <a:pt x="1" y="226"/>
                    <a:pt x="1" y="26"/>
                    <a:pt x="126" y="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6" name="Google Shape;2836;p94"/>
            <p:cNvSpPr/>
            <p:nvPr/>
          </p:nvSpPr>
          <p:spPr>
            <a:xfrm>
              <a:off x="764225" y="4097000"/>
              <a:ext cx="6900" cy="10025"/>
            </a:xfrm>
            <a:custGeom>
              <a:rect b="b" l="l" r="r" t="t"/>
              <a:pathLst>
                <a:path extrusionOk="0" h="401" w="276">
                  <a:moveTo>
                    <a:pt x="25" y="250"/>
                  </a:moveTo>
                  <a:cubicBezTo>
                    <a:pt x="50" y="163"/>
                    <a:pt x="100" y="88"/>
                    <a:pt x="163" y="38"/>
                  </a:cubicBezTo>
                  <a:cubicBezTo>
                    <a:pt x="213" y="0"/>
                    <a:pt x="275" y="38"/>
                    <a:pt x="263" y="100"/>
                  </a:cubicBezTo>
                  <a:cubicBezTo>
                    <a:pt x="250" y="175"/>
                    <a:pt x="225" y="250"/>
                    <a:pt x="188" y="313"/>
                  </a:cubicBezTo>
                  <a:cubicBezTo>
                    <a:pt x="138" y="400"/>
                    <a:pt x="0" y="338"/>
                    <a:pt x="25" y="2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7" name="Google Shape;2837;p94"/>
            <p:cNvSpPr/>
            <p:nvPr/>
          </p:nvSpPr>
          <p:spPr>
            <a:xfrm>
              <a:off x="634250" y="4091375"/>
              <a:ext cx="27850" cy="156850"/>
            </a:xfrm>
            <a:custGeom>
              <a:rect b="b" l="l" r="r" t="t"/>
              <a:pathLst>
                <a:path extrusionOk="0" h="6274" w="1114">
                  <a:moveTo>
                    <a:pt x="188" y="100"/>
                  </a:moveTo>
                  <a:cubicBezTo>
                    <a:pt x="251" y="1375"/>
                    <a:pt x="501" y="2600"/>
                    <a:pt x="776" y="3837"/>
                  </a:cubicBezTo>
                  <a:cubicBezTo>
                    <a:pt x="963" y="4649"/>
                    <a:pt x="1113" y="5361"/>
                    <a:pt x="801" y="6161"/>
                  </a:cubicBezTo>
                  <a:cubicBezTo>
                    <a:pt x="751" y="6274"/>
                    <a:pt x="588" y="6236"/>
                    <a:pt x="613" y="6111"/>
                  </a:cubicBezTo>
                  <a:cubicBezTo>
                    <a:pt x="926" y="4936"/>
                    <a:pt x="488" y="3812"/>
                    <a:pt x="263" y="2650"/>
                  </a:cubicBezTo>
                  <a:cubicBezTo>
                    <a:pt x="88" y="1812"/>
                    <a:pt x="1" y="963"/>
                    <a:pt x="13" y="100"/>
                  </a:cubicBezTo>
                  <a:cubicBezTo>
                    <a:pt x="26" y="0"/>
                    <a:pt x="176" y="0"/>
                    <a:pt x="188" y="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8" name="Google Shape;2838;p94"/>
            <p:cNvSpPr/>
            <p:nvPr/>
          </p:nvSpPr>
          <p:spPr>
            <a:xfrm>
              <a:off x="634250" y="4236325"/>
              <a:ext cx="31275" cy="33150"/>
            </a:xfrm>
            <a:custGeom>
              <a:rect b="b" l="l" r="r" t="t"/>
              <a:pathLst>
                <a:path extrusionOk="0" h="1326" w="1251">
                  <a:moveTo>
                    <a:pt x="813" y="351"/>
                  </a:moveTo>
                  <a:cubicBezTo>
                    <a:pt x="1251" y="776"/>
                    <a:pt x="526" y="1325"/>
                    <a:pt x="238" y="851"/>
                  </a:cubicBezTo>
                  <a:cubicBezTo>
                    <a:pt x="1" y="476"/>
                    <a:pt x="663" y="1"/>
                    <a:pt x="813" y="476"/>
                  </a:cubicBezTo>
                  <a:cubicBezTo>
                    <a:pt x="826" y="563"/>
                    <a:pt x="726" y="626"/>
                    <a:pt x="663" y="563"/>
                  </a:cubicBezTo>
                  <a:lnTo>
                    <a:pt x="688" y="451"/>
                  </a:lnTo>
                  <a:cubicBezTo>
                    <a:pt x="638" y="363"/>
                    <a:pt x="751" y="276"/>
                    <a:pt x="813" y="3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9" name="Google Shape;2839;p94"/>
            <p:cNvSpPr/>
            <p:nvPr/>
          </p:nvSpPr>
          <p:spPr>
            <a:xfrm>
              <a:off x="691750" y="4241025"/>
              <a:ext cx="22525" cy="72800"/>
            </a:xfrm>
            <a:custGeom>
              <a:rect b="b" l="l" r="r" t="t"/>
              <a:pathLst>
                <a:path extrusionOk="0" h="2912" w="901">
                  <a:moveTo>
                    <a:pt x="800" y="263"/>
                  </a:moveTo>
                  <a:cubicBezTo>
                    <a:pt x="213" y="900"/>
                    <a:pt x="263" y="1937"/>
                    <a:pt x="463" y="2724"/>
                  </a:cubicBezTo>
                  <a:cubicBezTo>
                    <a:pt x="488" y="2837"/>
                    <a:pt x="325" y="2912"/>
                    <a:pt x="263" y="2812"/>
                  </a:cubicBezTo>
                  <a:cubicBezTo>
                    <a:pt x="0" y="2387"/>
                    <a:pt x="38" y="1687"/>
                    <a:pt x="100" y="1225"/>
                  </a:cubicBezTo>
                  <a:cubicBezTo>
                    <a:pt x="150" y="800"/>
                    <a:pt x="350" y="413"/>
                    <a:pt x="638" y="100"/>
                  </a:cubicBezTo>
                  <a:cubicBezTo>
                    <a:pt x="750" y="0"/>
                    <a:pt x="900" y="163"/>
                    <a:pt x="800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0" name="Google Shape;2840;p94"/>
            <p:cNvSpPr/>
            <p:nvPr/>
          </p:nvSpPr>
          <p:spPr>
            <a:xfrm>
              <a:off x="697675" y="4242575"/>
              <a:ext cx="23450" cy="70625"/>
            </a:xfrm>
            <a:custGeom>
              <a:rect b="b" l="l" r="r" t="t"/>
              <a:pathLst>
                <a:path extrusionOk="0" h="2825" w="938">
                  <a:moveTo>
                    <a:pt x="76" y="2612"/>
                  </a:moveTo>
                  <a:cubicBezTo>
                    <a:pt x="763" y="2063"/>
                    <a:pt x="501" y="888"/>
                    <a:pt x="388" y="176"/>
                  </a:cubicBezTo>
                  <a:cubicBezTo>
                    <a:pt x="376" y="76"/>
                    <a:pt x="501" y="1"/>
                    <a:pt x="563" y="101"/>
                  </a:cubicBezTo>
                  <a:cubicBezTo>
                    <a:pt x="938" y="800"/>
                    <a:pt x="875" y="2238"/>
                    <a:pt x="188" y="2750"/>
                  </a:cubicBezTo>
                  <a:cubicBezTo>
                    <a:pt x="113" y="2825"/>
                    <a:pt x="1" y="2675"/>
                    <a:pt x="76" y="26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1" name="Google Shape;2841;p94"/>
            <p:cNvSpPr/>
            <p:nvPr/>
          </p:nvSpPr>
          <p:spPr>
            <a:xfrm>
              <a:off x="649250" y="4142600"/>
              <a:ext cx="56900" cy="18150"/>
            </a:xfrm>
            <a:custGeom>
              <a:rect b="b" l="l" r="r" t="t"/>
              <a:pathLst>
                <a:path extrusionOk="0" h="726" w="2276">
                  <a:moveTo>
                    <a:pt x="126" y="238"/>
                  </a:moveTo>
                  <a:cubicBezTo>
                    <a:pt x="800" y="1"/>
                    <a:pt x="1550" y="88"/>
                    <a:pt x="2163" y="476"/>
                  </a:cubicBezTo>
                  <a:cubicBezTo>
                    <a:pt x="2275" y="538"/>
                    <a:pt x="2175" y="726"/>
                    <a:pt x="2050" y="663"/>
                  </a:cubicBezTo>
                  <a:cubicBezTo>
                    <a:pt x="1475" y="326"/>
                    <a:pt x="800" y="238"/>
                    <a:pt x="176" y="413"/>
                  </a:cubicBezTo>
                  <a:cubicBezTo>
                    <a:pt x="51" y="438"/>
                    <a:pt x="1" y="263"/>
                    <a:pt x="126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2" name="Google Shape;2842;p94"/>
            <p:cNvSpPr/>
            <p:nvPr/>
          </p:nvSpPr>
          <p:spPr>
            <a:xfrm>
              <a:off x="649575" y="4149800"/>
              <a:ext cx="56250" cy="21250"/>
            </a:xfrm>
            <a:custGeom>
              <a:rect b="b" l="l" r="r" t="t"/>
              <a:pathLst>
                <a:path extrusionOk="0" h="850" w="2250">
                  <a:moveTo>
                    <a:pt x="2112" y="400"/>
                  </a:moveTo>
                  <a:cubicBezTo>
                    <a:pt x="1762" y="538"/>
                    <a:pt x="0" y="850"/>
                    <a:pt x="125" y="63"/>
                  </a:cubicBezTo>
                  <a:cubicBezTo>
                    <a:pt x="125" y="25"/>
                    <a:pt x="175" y="0"/>
                    <a:pt x="213" y="13"/>
                  </a:cubicBezTo>
                  <a:cubicBezTo>
                    <a:pt x="463" y="113"/>
                    <a:pt x="638" y="250"/>
                    <a:pt x="912" y="300"/>
                  </a:cubicBezTo>
                  <a:cubicBezTo>
                    <a:pt x="1300" y="363"/>
                    <a:pt x="1687" y="313"/>
                    <a:pt x="2062" y="188"/>
                  </a:cubicBezTo>
                  <a:cubicBezTo>
                    <a:pt x="2200" y="138"/>
                    <a:pt x="2250" y="338"/>
                    <a:pt x="2112" y="4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3" name="Google Shape;2843;p94"/>
            <p:cNvSpPr/>
            <p:nvPr/>
          </p:nvSpPr>
          <p:spPr>
            <a:xfrm>
              <a:off x="710800" y="3810500"/>
              <a:ext cx="26575" cy="82825"/>
            </a:xfrm>
            <a:custGeom>
              <a:rect b="b" l="l" r="r" t="t"/>
              <a:pathLst>
                <a:path extrusionOk="0" h="3313" w="1063">
                  <a:moveTo>
                    <a:pt x="363" y="151"/>
                  </a:moveTo>
                  <a:cubicBezTo>
                    <a:pt x="300" y="713"/>
                    <a:pt x="338" y="1275"/>
                    <a:pt x="475" y="1813"/>
                  </a:cubicBezTo>
                  <a:cubicBezTo>
                    <a:pt x="600" y="2300"/>
                    <a:pt x="888" y="2713"/>
                    <a:pt x="1050" y="3175"/>
                  </a:cubicBezTo>
                  <a:cubicBezTo>
                    <a:pt x="1063" y="3262"/>
                    <a:pt x="975" y="3312"/>
                    <a:pt x="913" y="3262"/>
                  </a:cubicBezTo>
                  <a:cubicBezTo>
                    <a:pt x="138" y="2500"/>
                    <a:pt x="1" y="1138"/>
                    <a:pt x="150" y="126"/>
                  </a:cubicBezTo>
                  <a:cubicBezTo>
                    <a:pt x="163" y="1"/>
                    <a:pt x="375" y="26"/>
                    <a:pt x="363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4" name="Google Shape;2844;p94"/>
            <p:cNvSpPr/>
            <p:nvPr/>
          </p:nvSpPr>
          <p:spPr>
            <a:xfrm>
              <a:off x="715475" y="3792700"/>
              <a:ext cx="30975" cy="100625"/>
            </a:xfrm>
            <a:custGeom>
              <a:rect b="b" l="l" r="r" t="t"/>
              <a:pathLst>
                <a:path extrusionOk="0" h="4025" w="1239">
                  <a:moveTo>
                    <a:pt x="788" y="3824"/>
                  </a:moveTo>
                  <a:cubicBezTo>
                    <a:pt x="901" y="3150"/>
                    <a:pt x="1013" y="2450"/>
                    <a:pt x="851" y="1775"/>
                  </a:cubicBezTo>
                  <a:cubicBezTo>
                    <a:pt x="713" y="1225"/>
                    <a:pt x="401" y="738"/>
                    <a:pt x="88" y="263"/>
                  </a:cubicBezTo>
                  <a:cubicBezTo>
                    <a:pt x="1" y="125"/>
                    <a:pt x="226" y="0"/>
                    <a:pt x="313" y="138"/>
                  </a:cubicBezTo>
                  <a:cubicBezTo>
                    <a:pt x="688" y="700"/>
                    <a:pt x="1038" y="1288"/>
                    <a:pt x="1138" y="1975"/>
                  </a:cubicBezTo>
                  <a:cubicBezTo>
                    <a:pt x="1238" y="2612"/>
                    <a:pt x="1113" y="3262"/>
                    <a:pt x="1001" y="3887"/>
                  </a:cubicBezTo>
                  <a:cubicBezTo>
                    <a:pt x="976" y="4024"/>
                    <a:pt x="776" y="3962"/>
                    <a:pt x="788" y="38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5" name="Google Shape;2845;p94"/>
            <p:cNvSpPr/>
            <p:nvPr/>
          </p:nvSpPr>
          <p:spPr>
            <a:xfrm>
              <a:off x="894500" y="4197600"/>
              <a:ext cx="8475" cy="8150"/>
            </a:xfrm>
            <a:custGeom>
              <a:rect b="b" l="l" r="r" t="t"/>
              <a:pathLst>
                <a:path extrusionOk="0" h="326" w="339">
                  <a:moveTo>
                    <a:pt x="238" y="313"/>
                  </a:moveTo>
                  <a:cubicBezTo>
                    <a:pt x="151" y="325"/>
                    <a:pt x="76" y="288"/>
                    <a:pt x="26" y="213"/>
                  </a:cubicBezTo>
                  <a:cubicBezTo>
                    <a:pt x="1" y="200"/>
                    <a:pt x="1" y="163"/>
                    <a:pt x="1" y="138"/>
                  </a:cubicBezTo>
                  <a:lnTo>
                    <a:pt x="38" y="50"/>
                  </a:lnTo>
                  <a:cubicBezTo>
                    <a:pt x="38" y="13"/>
                    <a:pt x="101" y="0"/>
                    <a:pt x="126" y="38"/>
                  </a:cubicBezTo>
                  <a:lnTo>
                    <a:pt x="263" y="175"/>
                  </a:lnTo>
                  <a:cubicBezTo>
                    <a:pt x="338" y="200"/>
                    <a:pt x="326" y="325"/>
                    <a:pt x="238" y="3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6" name="Google Shape;2846;p94"/>
            <p:cNvSpPr/>
            <p:nvPr/>
          </p:nvSpPr>
          <p:spPr>
            <a:xfrm>
              <a:off x="900450" y="4190725"/>
              <a:ext cx="59050" cy="15025"/>
            </a:xfrm>
            <a:custGeom>
              <a:rect b="b" l="l" r="r" t="t"/>
              <a:pathLst>
                <a:path extrusionOk="0" h="601" w="2362">
                  <a:moveTo>
                    <a:pt x="63" y="475"/>
                  </a:moveTo>
                  <a:cubicBezTo>
                    <a:pt x="737" y="138"/>
                    <a:pt x="1537" y="0"/>
                    <a:pt x="2274" y="225"/>
                  </a:cubicBezTo>
                  <a:cubicBezTo>
                    <a:pt x="2362" y="250"/>
                    <a:pt x="2349" y="413"/>
                    <a:pt x="2249" y="400"/>
                  </a:cubicBezTo>
                  <a:cubicBezTo>
                    <a:pt x="1500" y="313"/>
                    <a:pt x="825" y="313"/>
                    <a:pt x="113" y="588"/>
                  </a:cubicBezTo>
                  <a:cubicBezTo>
                    <a:pt x="50" y="600"/>
                    <a:pt x="0" y="500"/>
                    <a:pt x="63" y="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7" name="Google Shape;2847;p94"/>
            <p:cNvSpPr/>
            <p:nvPr/>
          </p:nvSpPr>
          <p:spPr>
            <a:xfrm>
              <a:off x="934175" y="4183525"/>
              <a:ext cx="25325" cy="16900"/>
            </a:xfrm>
            <a:custGeom>
              <a:rect b="b" l="l" r="r" t="t"/>
              <a:pathLst>
                <a:path extrusionOk="0" h="676" w="1013">
                  <a:moveTo>
                    <a:pt x="825" y="613"/>
                  </a:moveTo>
                  <a:cubicBezTo>
                    <a:pt x="613" y="351"/>
                    <a:pt x="376" y="276"/>
                    <a:pt x="76" y="163"/>
                  </a:cubicBezTo>
                  <a:cubicBezTo>
                    <a:pt x="1" y="126"/>
                    <a:pt x="13" y="1"/>
                    <a:pt x="101" y="1"/>
                  </a:cubicBezTo>
                  <a:cubicBezTo>
                    <a:pt x="451" y="26"/>
                    <a:pt x="763" y="201"/>
                    <a:pt x="963" y="501"/>
                  </a:cubicBezTo>
                  <a:cubicBezTo>
                    <a:pt x="1013" y="576"/>
                    <a:pt x="888" y="676"/>
                    <a:pt x="825" y="6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8" name="Google Shape;2848;p94"/>
            <p:cNvSpPr/>
            <p:nvPr/>
          </p:nvSpPr>
          <p:spPr>
            <a:xfrm>
              <a:off x="893875" y="4145425"/>
              <a:ext cx="26575" cy="55325"/>
            </a:xfrm>
            <a:custGeom>
              <a:rect b="b" l="l" r="r" t="t"/>
              <a:pathLst>
                <a:path extrusionOk="0" h="2213" w="1063">
                  <a:moveTo>
                    <a:pt x="38" y="2075"/>
                  </a:moveTo>
                  <a:cubicBezTo>
                    <a:pt x="213" y="1775"/>
                    <a:pt x="363" y="1462"/>
                    <a:pt x="488" y="1125"/>
                  </a:cubicBezTo>
                  <a:cubicBezTo>
                    <a:pt x="600" y="775"/>
                    <a:pt x="538" y="475"/>
                    <a:pt x="488" y="125"/>
                  </a:cubicBezTo>
                  <a:cubicBezTo>
                    <a:pt x="475" y="25"/>
                    <a:pt x="613" y="0"/>
                    <a:pt x="638" y="75"/>
                  </a:cubicBezTo>
                  <a:cubicBezTo>
                    <a:pt x="1063" y="775"/>
                    <a:pt x="600" y="1612"/>
                    <a:pt x="126" y="2162"/>
                  </a:cubicBezTo>
                  <a:cubicBezTo>
                    <a:pt x="76" y="2212"/>
                    <a:pt x="1" y="2137"/>
                    <a:pt x="26" y="20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9" name="Google Shape;2849;p94"/>
            <p:cNvSpPr/>
            <p:nvPr/>
          </p:nvSpPr>
          <p:spPr>
            <a:xfrm>
              <a:off x="904500" y="4144175"/>
              <a:ext cx="16900" cy="34700"/>
            </a:xfrm>
            <a:custGeom>
              <a:rect b="b" l="l" r="r" t="t"/>
              <a:pathLst>
                <a:path extrusionOk="0" h="1388" w="676">
                  <a:moveTo>
                    <a:pt x="300" y="138"/>
                  </a:moveTo>
                  <a:cubicBezTo>
                    <a:pt x="563" y="450"/>
                    <a:pt x="675" y="875"/>
                    <a:pt x="625" y="1287"/>
                  </a:cubicBezTo>
                  <a:cubicBezTo>
                    <a:pt x="600" y="1387"/>
                    <a:pt x="463" y="1350"/>
                    <a:pt x="450" y="1262"/>
                  </a:cubicBezTo>
                  <a:cubicBezTo>
                    <a:pt x="425" y="875"/>
                    <a:pt x="375" y="575"/>
                    <a:pt x="100" y="288"/>
                  </a:cubicBezTo>
                  <a:cubicBezTo>
                    <a:pt x="1" y="150"/>
                    <a:pt x="188" y="0"/>
                    <a:pt x="300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0" name="Google Shape;2850;p94"/>
            <p:cNvSpPr/>
            <p:nvPr/>
          </p:nvSpPr>
          <p:spPr>
            <a:xfrm>
              <a:off x="915425" y="4169150"/>
              <a:ext cx="22525" cy="11275"/>
            </a:xfrm>
            <a:custGeom>
              <a:rect b="b" l="l" r="r" t="t"/>
              <a:pathLst>
                <a:path extrusionOk="0" h="451" w="901">
                  <a:moveTo>
                    <a:pt x="113" y="238"/>
                  </a:moveTo>
                  <a:cubicBezTo>
                    <a:pt x="338" y="176"/>
                    <a:pt x="538" y="76"/>
                    <a:pt x="763" y="26"/>
                  </a:cubicBezTo>
                  <a:cubicBezTo>
                    <a:pt x="851" y="1"/>
                    <a:pt x="901" y="113"/>
                    <a:pt x="826" y="163"/>
                  </a:cubicBezTo>
                  <a:cubicBezTo>
                    <a:pt x="626" y="288"/>
                    <a:pt x="401" y="376"/>
                    <a:pt x="163" y="426"/>
                  </a:cubicBezTo>
                  <a:cubicBezTo>
                    <a:pt x="51" y="451"/>
                    <a:pt x="1" y="276"/>
                    <a:pt x="113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1" name="Google Shape;2851;p94"/>
            <p:cNvSpPr/>
            <p:nvPr/>
          </p:nvSpPr>
          <p:spPr>
            <a:xfrm>
              <a:off x="922925" y="4169150"/>
              <a:ext cx="15975" cy="19725"/>
            </a:xfrm>
            <a:custGeom>
              <a:rect b="b" l="l" r="r" t="t"/>
              <a:pathLst>
                <a:path extrusionOk="0" h="789" w="639">
                  <a:moveTo>
                    <a:pt x="588" y="226"/>
                  </a:moveTo>
                  <a:cubicBezTo>
                    <a:pt x="488" y="413"/>
                    <a:pt x="363" y="588"/>
                    <a:pt x="213" y="726"/>
                  </a:cubicBezTo>
                  <a:cubicBezTo>
                    <a:pt x="138" y="788"/>
                    <a:pt x="1" y="701"/>
                    <a:pt x="51" y="613"/>
                  </a:cubicBezTo>
                  <a:cubicBezTo>
                    <a:pt x="163" y="438"/>
                    <a:pt x="288" y="288"/>
                    <a:pt x="401" y="126"/>
                  </a:cubicBezTo>
                  <a:cubicBezTo>
                    <a:pt x="463" y="1"/>
                    <a:pt x="638" y="101"/>
                    <a:pt x="576" y="2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2" name="Google Shape;2852;p94"/>
            <p:cNvSpPr/>
            <p:nvPr/>
          </p:nvSpPr>
          <p:spPr>
            <a:xfrm>
              <a:off x="924500" y="4181650"/>
              <a:ext cx="17525" cy="6900"/>
            </a:xfrm>
            <a:custGeom>
              <a:rect b="b" l="l" r="r" t="t"/>
              <a:pathLst>
                <a:path extrusionOk="0" h="276" w="701">
                  <a:moveTo>
                    <a:pt x="125" y="51"/>
                  </a:moveTo>
                  <a:cubicBezTo>
                    <a:pt x="288" y="1"/>
                    <a:pt x="463" y="26"/>
                    <a:pt x="613" y="113"/>
                  </a:cubicBezTo>
                  <a:cubicBezTo>
                    <a:pt x="700" y="163"/>
                    <a:pt x="638" y="276"/>
                    <a:pt x="550" y="251"/>
                  </a:cubicBezTo>
                  <a:lnTo>
                    <a:pt x="175" y="238"/>
                  </a:lnTo>
                  <a:cubicBezTo>
                    <a:pt x="50" y="263"/>
                    <a:pt x="0" y="88"/>
                    <a:pt x="125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3" name="Google Shape;2853;p94"/>
            <p:cNvSpPr/>
            <p:nvPr/>
          </p:nvSpPr>
          <p:spPr>
            <a:xfrm>
              <a:off x="933250" y="4149475"/>
              <a:ext cx="28750" cy="23450"/>
            </a:xfrm>
            <a:custGeom>
              <a:rect b="b" l="l" r="r" t="t"/>
              <a:pathLst>
                <a:path extrusionOk="0" h="938" w="1150">
                  <a:moveTo>
                    <a:pt x="513" y="788"/>
                  </a:moveTo>
                  <a:cubicBezTo>
                    <a:pt x="0" y="675"/>
                    <a:pt x="288" y="1"/>
                    <a:pt x="713" y="101"/>
                  </a:cubicBezTo>
                  <a:cubicBezTo>
                    <a:pt x="1150" y="201"/>
                    <a:pt x="1025" y="938"/>
                    <a:pt x="525" y="788"/>
                  </a:cubicBezTo>
                  <a:cubicBezTo>
                    <a:pt x="413" y="750"/>
                    <a:pt x="425" y="588"/>
                    <a:pt x="550" y="600"/>
                  </a:cubicBezTo>
                  <a:lnTo>
                    <a:pt x="550" y="613"/>
                  </a:lnTo>
                  <a:cubicBezTo>
                    <a:pt x="663" y="650"/>
                    <a:pt x="613" y="813"/>
                    <a:pt x="500" y="7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4" name="Google Shape;2854;p94"/>
            <p:cNvSpPr/>
            <p:nvPr/>
          </p:nvSpPr>
          <p:spPr>
            <a:xfrm>
              <a:off x="3701275" y="1305225"/>
              <a:ext cx="111550" cy="104375"/>
            </a:xfrm>
            <a:custGeom>
              <a:rect b="b" l="l" r="r" t="t"/>
              <a:pathLst>
                <a:path extrusionOk="0" h="4175" w="4462">
                  <a:moveTo>
                    <a:pt x="1812" y="288"/>
                  </a:moveTo>
                  <a:cubicBezTo>
                    <a:pt x="3374" y="101"/>
                    <a:pt x="4461" y="1900"/>
                    <a:pt x="3337" y="3125"/>
                  </a:cubicBezTo>
                  <a:cubicBezTo>
                    <a:pt x="2450" y="4062"/>
                    <a:pt x="987" y="3612"/>
                    <a:pt x="88" y="2962"/>
                  </a:cubicBezTo>
                  <a:cubicBezTo>
                    <a:pt x="50" y="2937"/>
                    <a:pt x="0" y="3000"/>
                    <a:pt x="38" y="3025"/>
                  </a:cubicBezTo>
                  <a:cubicBezTo>
                    <a:pt x="1050" y="3962"/>
                    <a:pt x="2987" y="4175"/>
                    <a:pt x="3712" y="2787"/>
                  </a:cubicBezTo>
                  <a:cubicBezTo>
                    <a:pt x="4424" y="1438"/>
                    <a:pt x="3249" y="1"/>
                    <a:pt x="1812" y="176"/>
                  </a:cubicBezTo>
                  <a:cubicBezTo>
                    <a:pt x="1737" y="188"/>
                    <a:pt x="1737" y="288"/>
                    <a:pt x="1812" y="2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5" name="Google Shape;2855;p94"/>
            <p:cNvSpPr/>
            <p:nvPr/>
          </p:nvSpPr>
          <p:spPr>
            <a:xfrm>
              <a:off x="3442900" y="1237425"/>
              <a:ext cx="263700" cy="147175"/>
            </a:xfrm>
            <a:custGeom>
              <a:rect b="b" l="l" r="r" t="t"/>
              <a:pathLst>
                <a:path extrusionOk="0" h="5887" w="10548">
                  <a:moveTo>
                    <a:pt x="10523" y="5812"/>
                  </a:moveTo>
                  <a:cubicBezTo>
                    <a:pt x="9198" y="3937"/>
                    <a:pt x="7998" y="1513"/>
                    <a:pt x="5686" y="738"/>
                  </a:cubicBezTo>
                  <a:cubicBezTo>
                    <a:pt x="3949" y="151"/>
                    <a:pt x="1475" y="1"/>
                    <a:pt x="25" y="1263"/>
                  </a:cubicBezTo>
                  <a:cubicBezTo>
                    <a:pt x="0" y="1288"/>
                    <a:pt x="38" y="1338"/>
                    <a:pt x="75" y="1313"/>
                  </a:cubicBezTo>
                  <a:cubicBezTo>
                    <a:pt x="1700" y="113"/>
                    <a:pt x="4462" y="288"/>
                    <a:pt x="6224" y="1138"/>
                  </a:cubicBezTo>
                  <a:cubicBezTo>
                    <a:pt x="8136" y="2063"/>
                    <a:pt x="9248" y="4175"/>
                    <a:pt x="10448" y="5849"/>
                  </a:cubicBezTo>
                  <a:cubicBezTo>
                    <a:pt x="10485" y="5887"/>
                    <a:pt x="10548" y="5849"/>
                    <a:pt x="10523" y="58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6" name="Google Shape;2856;p94"/>
            <p:cNvSpPr/>
            <p:nvPr/>
          </p:nvSpPr>
          <p:spPr>
            <a:xfrm>
              <a:off x="3410100" y="1277100"/>
              <a:ext cx="100300" cy="85325"/>
            </a:xfrm>
            <a:custGeom>
              <a:rect b="b" l="l" r="r" t="t"/>
              <a:pathLst>
                <a:path extrusionOk="0" h="3413" w="4012">
                  <a:moveTo>
                    <a:pt x="1087" y="51"/>
                  </a:moveTo>
                  <a:cubicBezTo>
                    <a:pt x="575" y="913"/>
                    <a:pt x="388" y="2100"/>
                    <a:pt x="1225" y="2838"/>
                  </a:cubicBezTo>
                  <a:cubicBezTo>
                    <a:pt x="1700" y="3263"/>
                    <a:pt x="2837" y="3412"/>
                    <a:pt x="3387" y="2988"/>
                  </a:cubicBezTo>
                  <a:cubicBezTo>
                    <a:pt x="4012" y="2513"/>
                    <a:pt x="3924" y="1363"/>
                    <a:pt x="3187" y="1026"/>
                  </a:cubicBezTo>
                  <a:cubicBezTo>
                    <a:pt x="2749" y="826"/>
                    <a:pt x="2237" y="851"/>
                    <a:pt x="1812" y="1101"/>
                  </a:cubicBezTo>
                  <a:cubicBezTo>
                    <a:pt x="1175" y="1463"/>
                    <a:pt x="775" y="2425"/>
                    <a:pt x="25" y="2538"/>
                  </a:cubicBezTo>
                  <a:cubicBezTo>
                    <a:pt x="0" y="2538"/>
                    <a:pt x="0" y="2588"/>
                    <a:pt x="25" y="2588"/>
                  </a:cubicBezTo>
                  <a:cubicBezTo>
                    <a:pt x="438" y="2575"/>
                    <a:pt x="675" y="2300"/>
                    <a:pt x="950" y="2013"/>
                  </a:cubicBezTo>
                  <a:cubicBezTo>
                    <a:pt x="1225" y="1725"/>
                    <a:pt x="1512" y="1351"/>
                    <a:pt x="1862" y="1201"/>
                  </a:cubicBezTo>
                  <a:cubicBezTo>
                    <a:pt x="2724" y="838"/>
                    <a:pt x="3724" y="1088"/>
                    <a:pt x="3587" y="2200"/>
                  </a:cubicBezTo>
                  <a:cubicBezTo>
                    <a:pt x="3662" y="2550"/>
                    <a:pt x="3524" y="2775"/>
                    <a:pt x="3174" y="2850"/>
                  </a:cubicBezTo>
                  <a:cubicBezTo>
                    <a:pt x="3087" y="2975"/>
                    <a:pt x="2949" y="3063"/>
                    <a:pt x="2799" y="3063"/>
                  </a:cubicBezTo>
                  <a:cubicBezTo>
                    <a:pt x="2737" y="3063"/>
                    <a:pt x="2675" y="3063"/>
                    <a:pt x="2612" y="3063"/>
                  </a:cubicBezTo>
                  <a:cubicBezTo>
                    <a:pt x="2362" y="3100"/>
                    <a:pt x="2100" y="3088"/>
                    <a:pt x="1850" y="3038"/>
                  </a:cubicBezTo>
                  <a:cubicBezTo>
                    <a:pt x="488" y="2688"/>
                    <a:pt x="613" y="1038"/>
                    <a:pt x="1150" y="88"/>
                  </a:cubicBezTo>
                  <a:cubicBezTo>
                    <a:pt x="1175" y="38"/>
                    <a:pt x="1112" y="1"/>
                    <a:pt x="1087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7" name="Google Shape;2857;p94"/>
            <p:cNvSpPr/>
            <p:nvPr/>
          </p:nvSpPr>
          <p:spPr>
            <a:xfrm>
              <a:off x="3347925" y="1331775"/>
              <a:ext cx="55325" cy="13775"/>
            </a:xfrm>
            <a:custGeom>
              <a:rect b="b" l="l" r="r" t="t"/>
              <a:pathLst>
                <a:path extrusionOk="0" h="551" w="2213">
                  <a:moveTo>
                    <a:pt x="2162" y="401"/>
                  </a:moveTo>
                  <a:cubicBezTo>
                    <a:pt x="1387" y="476"/>
                    <a:pt x="775" y="251"/>
                    <a:pt x="50" y="13"/>
                  </a:cubicBezTo>
                  <a:cubicBezTo>
                    <a:pt x="13" y="1"/>
                    <a:pt x="0" y="63"/>
                    <a:pt x="25" y="76"/>
                  </a:cubicBezTo>
                  <a:cubicBezTo>
                    <a:pt x="625" y="501"/>
                    <a:pt x="1475" y="551"/>
                    <a:pt x="2162" y="476"/>
                  </a:cubicBezTo>
                  <a:cubicBezTo>
                    <a:pt x="2212" y="476"/>
                    <a:pt x="2212" y="401"/>
                    <a:pt x="2162" y="4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8" name="Google Shape;2858;p94"/>
            <p:cNvSpPr/>
            <p:nvPr/>
          </p:nvSpPr>
          <p:spPr>
            <a:xfrm>
              <a:off x="3593475" y="1301475"/>
              <a:ext cx="82500" cy="96575"/>
            </a:xfrm>
            <a:custGeom>
              <a:rect b="b" l="l" r="r" t="t"/>
              <a:pathLst>
                <a:path extrusionOk="0" h="3863" w="3300">
                  <a:moveTo>
                    <a:pt x="2200" y="76"/>
                  </a:moveTo>
                  <a:cubicBezTo>
                    <a:pt x="2725" y="738"/>
                    <a:pt x="3187" y="1563"/>
                    <a:pt x="2938" y="2450"/>
                  </a:cubicBezTo>
                  <a:cubicBezTo>
                    <a:pt x="2813" y="2912"/>
                    <a:pt x="2488" y="3287"/>
                    <a:pt x="2050" y="3500"/>
                  </a:cubicBezTo>
                  <a:cubicBezTo>
                    <a:pt x="1775" y="3662"/>
                    <a:pt x="1463" y="3737"/>
                    <a:pt x="1138" y="3737"/>
                  </a:cubicBezTo>
                  <a:cubicBezTo>
                    <a:pt x="413" y="3725"/>
                    <a:pt x="263" y="3300"/>
                    <a:pt x="688" y="2475"/>
                  </a:cubicBezTo>
                  <a:cubicBezTo>
                    <a:pt x="726" y="2512"/>
                    <a:pt x="788" y="2475"/>
                    <a:pt x="763" y="2425"/>
                  </a:cubicBezTo>
                  <a:cubicBezTo>
                    <a:pt x="476" y="2063"/>
                    <a:pt x="138" y="2475"/>
                    <a:pt x="88" y="2812"/>
                  </a:cubicBezTo>
                  <a:cubicBezTo>
                    <a:pt x="1" y="3487"/>
                    <a:pt x="676" y="3862"/>
                    <a:pt x="1263" y="3837"/>
                  </a:cubicBezTo>
                  <a:cubicBezTo>
                    <a:pt x="2063" y="3812"/>
                    <a:pt x="2838" y="3250"/>
                    <a:pt x="3050" y="2475"/>
                  </a:cubicBezTo>
                  <a:cubicBezTo>
                    <a:pt x="3300" y="1563"/>
                    <a:pt x="2825" y="700"/>
                    <a:pt x="2238" y="26"/>
                  </a:cubicBezTo>
                  <a:cubicBezTo>
                    <a:pt x="2213" y="1"/>
                    <a:pt x="2175" y="38"/>
                    <a:pt x="2200" y="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9" name="Google Shape;2859;p94"/>
            <p:cNvSpPr/>
            <p:nvPr/>
          </p:nvSpPr>
          <p:spPr>
            <a:xfrm>
              <a:off x="3666275" y="1329600"/>
              <a:ext cx="22825" cy="110925"/>
            </a:xfrm>
            <a:custGeom>
              <a:rect b="b" l="l" r="r" t="t"/>
              <a:pathLst>
                <a:path extrusionOk="0" h="4437" w="913">
                  <a:moveTo>
                    <a:pt x="38" y="113"/>
                  </a:moveTo>
                  <a:cubicBezTo>
                    <a:pt x="888" y="1113"/>
                    <a:pt x="913" y="3249"/>
                    <a:pt x="338" y="4374"/>
                  </a:cubicBezTo>
                  <a:cubicBezTo>
                    <a:pt x="325" y="4412"/>
                    <a:pt x="363" y="4437"/>
                    <a:pt x="388" y="4399"/>
                  </a:cubicBezTo>
                  <a:cubicBezTo>
                    <a:pt x="913" y="3712"/>
                    <a:pt x="825" y="2725"/>
                    <a:pt x="738" y="1925"/>
                  </a:cubicBezTo>
                  <a:cubicBezTo>
                    <a:pt x="663" y="1250"/>
                    <a:pt x="550" y="563"/>
                    <a:pt x="100" y="50"/>
                  </a:cubicBezTo>
                  <a:cubicBezTo>
                    <a:pt x="63" y="0"/>
                    <a:pt x="1" y="63"/>
                    <a:pt x="38" y="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0" name="Google Shape;2860;p94"/>
            <p:cNvSpPr/>
            <p:nvPr/>
          </p:nvSpPr>
          <p:spPr>
            <a:xfrm>
              <a:off x="3666600" y="1439875"/>
              <a:ext cx="12200" cy="12225"/>
            </a:xfrm>
            <a:custGeom>
              <a:rect b="b" l="l" r="r" t="t"/>
              <a:pathLst>
                <a:path extrusionOk="0" h="489" w="488">
                  <a:moveTo>
                    <a:pt x="350" y="38"/>
                  </a:moveTo>
                  <a:cubicBezTo>
                    <a:pt x="262" y="1"/>
                    <a:pt x="162" y="13"/>
                    <a:pt x="87" y="88"/>
                  </a:cubicBezTo>
                  <a:cubicBezTo>
                    <a:pt x="25" y="151"/>
                    <a:pt x="0" y="238"/>
                    <a:pt x="25" y="326"/>
                  </a:cubicBezTo>
                  <a:cubicBezTo>
                    <a:pt x="25" y="363"/>
                    <a:pt x="38" y="388"/>
                    <a:pt x="50" y="413"/>
                  </a:cubicBezTo>
                  <a:cubicBezTo>
                    <a:pt x="87" y="438"/>
                    <a:pt x="125" y="451"/>
                    <a:pt x="162" y="463"/>
                  </a:cubicBezTo>
                  <a:cubicBezTo>
                    <a:pt x="287" y="488"/>
                    <a:pt x="412" y="413"/>
                    <a:pt x="462" y="288"/>
                  </a:cubicBezTo>
                  <a:cubicBezTo>
                    <a:pt x="487" y="163"/>
                    <a:pt x="375" y="38"/>
                    <a:pt x="250" y="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1" name="Google Shape;2861;p94"/>
            <p:cNvSpPr/>
            <p:nvPr/>
          </p:nvSpPr>
          <p:spPr>
            <a:xfrm>
              <a:off x="3665025" y="1437700"/>
              <a:ext cx="17825" cy="16275"/>
            </a:xfrm>
            <a:custGeom>
              <a:rect b="b" l="l" r="r" t="t"/>
              <a:pathLst>
                <a:path extrusionOk="0" h="651" w="713">
                  <a:moveTo>
                    <a:pt x="438" y="63"/>
                  </a:moveTo>
                  <a:cubicBezTo>
                    <a:pt x="263" y="0"/>
                    <a:pt x="88" y="100"/>
                    <a:pt x="38" y="263"/>
                  </a:cubicBezTo>
                  <a:cubicBezTo>
                    <a:pt x="1" y="425"/>
                    <a:pt x="51" y="575"/>
                    <a:pt x="225" y="600"/>
                  </a:cubicBezTo>
                  <a:cubicBezTo>
                    <a:pt x="625" y="650"/>
                    <a:pt x="713" y="88"/>
                    <a:pt x="313" y="88"/>
                  </a:cubicBezTo>
                  <a:cubicBezTo>
                    <a:pt x="263" y="88"/>
                    <a:pt x="250" y="163"/>
                    <a:pt x="300" y="175"/>
                  </a:cubicBezTo>
                  <a:cubicBezTo>
                    <a:pt x="413" y="500"/>
                    <a:pt x="400" y="575"/>
                    <a:pt x="250" y="388"/>
                  </a:cubicBezTo>
                  <a:cubicBezTo>
                    <a:pt x="76" y="288"/>
                    <a:pt x="125" y="213"/>
                    <a:pt x="400" y="188"/>
                  </a:cubicBezTo>
                  <a:cubicBezTo>
                    <a:pt x="475" y="213"/>
                    <a:pt x="513" y="88"/>
                    <a:pt x="438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2" name="Google Shape;2862;p94"/>
            <p:cNvSpPr/>
            <p:nvPr/>
          </p:nvSpPr>
          <p:spPr>
            <a:xfrm>
              <a:off x="3437900" y="1271800"/>
              <a:ext cx="2825" cy="3150"/>
            </a:xfrm>
            <a:custGeom>
              <a:rect b="b" l="l" r="r" t="t"/>
              <a:pathLst>
                <a:path extrusionOk="0" h="126" w="113">
                  <a:moveTo>
                    <a:pt x="25" y="63"/>
                  </a:moveTo>
                  <a:lnTo>
                    <a:pt x="25" y="100"/>
                  </a:lnTo>
                  <a:cubicBezTo>
                    <a:pt x="38" y="125"/>
                    <a:pt x="75" y="125"/>
                    <a:pt x="88" y="100"/>
                  </a:cubicBezTo>
                  <a:lnTo>
                    <a:pt x="88" y="63"/>
                  </a:lnTo>
                  <a:cubicBezTo>
                    <a:pt x="113" y="0"/>
                    <a:pt x="0" y="0"/>
                    <a:pt x="13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3" name="Google Shape;2863;p94"/>
            <p:cNvSpPr/>
            <p:nvPr/>
          </p:nvSpPr>
          <p:spPr>
            <a:xfrm>
              <a:off x="3308550" y="1315225"/>
              <a:ext cx="42200" cy="17825"/>
            </a:xfrm>
            <a:custGeom>
              <a:rect b="b" l="l" r="r" t="t"/>
              <a:pathLst>
                <a:path extrusionOk="0" h="713" w="1688">
                  <a:moveTo>
                    <a:pt x="1650" y="613"/>
                  </a:moveTo>
                  <a:cubicBezTo>
                    <a:pt x="1463" y="88"/>
                    <a:pt x="501" y="0"/>
                    <a:pt x="51" y="150"/>
                  </a:cubicBezTo>
                  <a:cubicBezTo>
                    <a:pt x="1" y="163"/>
                    <a:pt x="1" y="250"/>
                    <a:pt x="63" y="250"/>
                  </a:cubicBezTo>
                  <a:cubicBezTo>
                    <a:pt x="301" y="200"/>
                    <a:pt x="551" y="200"/>
                    <a:pt x="801" y="238"/>
                  </a:cubicBezTo>
                  <a:cubicBezTo>
                    <a:pt x="1038" y="275"/>
                    <a:pt x="1450" y="388"/>
                    <a:pt x="1550" y="650"/>
                  </a:cubicBezTo>
                  <a:cubicBezTo>
                    <a:pt x="1575" y="713"/>
                    <a:pt x="1688" y="688"/>
                    <a:pt x="1663" y="6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4" name="Google Shape;2864;p94"/>
            <p:cNvSpPr/>
            <p:nvPr/>
          </p:nvSpPr>
          <p:spPr>
            <a:xfrm>
              <a:off x="3308250" y="1317725"/>
              <a:ext cx="42200" cy="19700"/>
            </a:xfrm>
            <a:custGeom>
              <a:rect b="b" l="l" r="r" t="t"/>
              <a:pathLst>
                <a:path extrusionOk="0" h="788" w="1688">
                  <a:moveTo>
                    <a:pt x="38" y="113"/>
                  </a:moveTo>
                  <a:cubicBezTo>
                    <a:pt x="400" y="475"/>
                    <a:pt x="1112" y="788"/>
                    <a:pt x="1625" y="650"/>
                  </a:cubicBezTo>
                  <a:cubicBezTo>
                    <a:pt x="1687" y="625"/>
                    <a:pt x="1662" y="550"/>
                    <a:pt x="1600" y="550"/>
                  </a:cubicBezTo>
                  <a:cubicBezTo>
                    <a:pt x="1050" y="600"/>
                    <a:pt x="513" y="425"/>
                    <a:pt x="113" y="50"/>
                  </a:cubicBezTo>
                  <a:cubicBezTo>
                    <a:pt x="63" y="0"/>
                    <a:pt x="0" y="75"/>
                    <a:pt x="38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5" name="Google Shape;2865;p94"/>
            <p:cNvSpPr/>
            <p:nvPr/>
          </p:nvSpPr>
          <p:spPr>
            <a:xfrm>
              <a:off x="3377600" y="1341475"/>
              <a:ext cx="33150" cy="30000"/>
            </a:xfrm>
            <a:custGeom>
              <a:rect b="b" l="l" r="r" t="t"/>
              <a:pathLst>
                <a:path extrusionOk="0" h="1200" w="1326">
                  <a:moveTo>
                    <a:pt x="1275" y="25"/>
                  </a:moveTo>
                  <a:cubicBezTo>
                    <a:pt x="938" y="0"/>
                    <a:pt x="663" y="188"/>
                    <a:pt x="400" y="388"/>
                  </a:cubicBezTo>
                  <a:cubicBezTo>
                    <a:pt x="163" y="563"/>
                    <a:pt x="1" y="850"/>
                    <a:pt x="1" y="1162"/>
                  </a:cubicBezTo>
                  <a:cubicBezTo>
                    <a:pt x="1" y="1200"/>
                    <a:pt x="63" y="1200"/>
                    <a:pt x="76" y="1162"/>
                  </a:cubicBezTo>
                  <a:cubicBezTo>
                    <a:pt x="88" y="887"/>
                    <a:pt x="238" y="625"/>
                    <a:pt x="463" y="450"/>
                  </a:cubicBezTo>
                  <a:cubicBezTo>
                    <a:pt x="700" y="263"/>
                    <a:pt x="950" y="88"/>
                    <a:pt x="1275" y="100"/>
                  </a:cubicBezTo>
                  <a:cubicBezTo>
                    <a:pt x="1325" y="100"/>
                    <a:pt x="1325" y="25"/>
                    <a:pt x="1275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6" name="Google Shape;2866;p94"/>
            <p:cNvSpPr/>
            <p:nvPr/>
          </p:nvSpPr>
          <p:spPr>
            <a:xfrm>
              <a:off x="3376975" y="1342100"/>
              <a:ext cx="33150" cy="29375"/>
            </a:xfrm>
            <a:custGeom>
              <a:rect b="b" l="l" r="r" t="t"/>
              <a:pathLst>
                <a:path extrusionOk="0" h="1175" w="1326">
                  <a:moveTo>
                    <a:pt x="63" y="1175"/>
                  </a:moveTo>
                  <a:cubicBezTo>
                    <a:pt x="625" y="1087"/>
                    <a:pt x="1200" y="688"/>
                    <a:pt x="1313" y="100"/>
                  </a:cubicBezTo>
                  <a:cubicBezTo>
                    <a:pt x="1325" y="38"/>
                    <a:pt x="1250" y="0"/>
                    <a:pt x="1213" y="63"/>
                  </a:cubicBezTo>
                  <a:cubicBezTo>
                    <a:pt x="1075" y="300"/>
                    <a:pt x="1013" y="525"/>
                    <a:pt x="775" y="713"/>
                  </a:cubicBezTo>
                  <a:cubicBezTo>
                    <a:pt x="563" y="875"/>
                    <a:pt x="313" y="1012"/>
                    <a:pt x="38" y="1100"/>
                  </a:cubicBezTo>
                  <a:cubicBezTo>
                    <a:pt x="1" y="1112"/>
                    <a:pt x="13" y="1175"/>
                    <a:pt x="63" y="11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7" name="Google Shape;2867;p94"/>
            <p:cNvSpPr/>
            <p:nvPr/>
          </p:nvSpPr>
          <p:spPr>
            <a:xfrm>
              <a:off x="3680025" y="1349275"/>
              <a:ext cx="38450" cy="86875"/>
            </a:xfrm>
            <a:custGeom>
              <a:rect b="b" l="l" r="r" t="t"/>
              <a:pathLst>
                <a:path extrusionOk="0" h="3475" w="1538">
                  <a:moveTo>
                    <a:pt x="38" y="88"/>
                  </a:moveTo>
                  <a:cubicBezTo>
                    <a:pt x="738" y="1075"/>
                    <a:pt x="1213" y="2213"/>
                    <a:pt x="1437" y="3412"/>
                  </a:cubicBezTo>
                  <a:cubicBezTo>
                    <a:pt x="1450" y="3475"/>
                    <a:pt x="1537" y="3450"/>
                    <a:pt x="1537" y="3387"/>
                  </a:cubicBezTo>
                  <a:cubicBezTo>
                    <a:pt x="1313" y="2175"/>
                    <a:pt x="825" y="1038"/>
                    <a:pt x="88" y="38"/>
                  </a:cubicBezTo>
                  <a:cubicBezTo>
                    <a:pt x="63" y="1"/>
                    <a:pt x="0" y="38"/>
                    <a:pt x="25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8" name="Google Shape;2868;p94"/>
            <p:cNvSpPr/>
            <p:nvPr/>
          </p:nvSpPr>
          <p:spPr>
            <a:xfrm>
              <a:off x="3711275" y="1433625"/>
              <a:ext cx="17500" cy="16275"/>
            </a:xfrm>
            <a:custGeom>
              <a:rect b="b" l="l" r="r" t="t"/>
              <a:pathLst>
                <a:path extrusionOk="0" h="651" w="700">
                  <a:moveTo>
                    <a:pt x="187" y="88"/>
                  </a:moveTo>
                  <a:cubicBezTo>
                    <a:pt x="0" y="301"/>
                    <a:pt x="225" y="651"/>
                    <a:pt x="462" y="451"/>
                  </a:cubicBezTo>
                  <a:cubicBezTo>
                    <a:pt x="700" y="251"/>
                    <a:pt x="362" y="1"/>
                    <a:pt x="150" y="101"/>
                  </a:cubicBezTo>
                  <a:cubicBezTo>
                    <a:pt x="113" y="113"/>
                    <a:pt x="138" y="176"/>
                    <a:pt x="175" y="176"/>
                  </a:cubicBezTo>
                  <a:cubicBezTo>
                    <a:pt x="212" y="176"/>
                    <a:pt x="250" y="176"/>
                    <a:pt x="287" y="176"/>
                  </a:cubicBezTo>
                  <a:cubicBezTo>
                    <a:pt x="375" y="188"/>
                    <a:pt x="362" y="176"/>
                    <a:pt x="250" y="151"/>
                  </a:cubicBezTo>
                  <a:cubicBezTo>
                    <a:pt x="287" y="101"/>
                    <a:pt x="225" y="38"/>
                    <a:pt x="187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9" name="Google Shape;2869;p94"/>
            <p:cNvSpPr/>
            <p:nvPr/>
          </p:nvSpPr>
          <p:spPr>
            <a:xfrm>
              <a:off x="3642850" y="1338025"/>
              <a:ext cx="30325" cy="81875"/>
            </a:xfrm>
            <a:custGeom>
              <a:rect b="b" l="l" r="r" t="t"/>
              <a:pathLst>
                <a:path extrusionOk="0" h="3275" w="1213">
                  <a:moveTo>
                    <a:pt x="988" y="63"/>
                  </a:moveTo>
                  <a:cubicBezTo>
                    <a:pt x="1125" y="1275"/>
                    <a:pt x="800" y="2288"/>
                    <a:pt x="13" y="3212"/>
                  </a:cubicBezTo>
                  <a:cubicBezTo>
                    <a:pt x="0" y="3250"/>
                    <a:pt x="38" y="3275"/>
                    <a:pt x="63" y="3262"/>
                  </a:cubicBezTo>
                  <a:cubicBezTo>
                    <a:pt x="1000" y="2538"/>
                    <a:pt x="1212" y="1163"/>
                    <a:pt x="1087" y="63"/>
                  </a:cubicBezTo>
                  <a:cubicBezTo>
                    <a:pt x="1087" y="1"/>
                    <a:pt x="988" y="1"/>
                    <a:pt x="988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0" name="Google Shape;2870;p94"/>
            <p:cNvSpPr/>
            <p:nvPr/>
          </p:nvSpPr>
          <p:spPr>
            <a:xfrm>
              <a:off x="3633475" y="1414575"/>
              <a:ext cx="12825" cy="15025"/>
            </a:xfrm>
            <a:custGeom>
              <a:rect b="b" l="l" r="r" t="t"/>
              <a:pathLst>
                <a:path extrusionOk="0" h="601" w="513">
                  <a:moveTo>
                    <a:pt x="25" y="263"/>
                  </a:moveTo>
                  <a:cubicBezTo>
                    <a:pt x="0" y="563"/>
                    <a:pt x="450" y="600"/>
                    <a:pt x="475" y="300"/>
                  </a:cubicBezTo>
                  <a:cubicBezTo>
                    <a:pt x="513" y="0"/>
                    <a:pt x="75" y="25"/>
                    <a:pt x="75" y="313"/>
                  </a:cubicBezTo>
                  <a:cubicBezTo>
                    <a:pt x="88" y="350"/>
                    <a:pt x="125" y="363"/>
                    <a:pt x="150" y="338"/>
                  </a:cubicBezTo>
                  <a:cubicBezTo>
                    <a:pt x="200" y="275"/>
                    <a:pt x="188" y="250"/>
                    <a:pt x="100" y="263"/>
                  </a:cubicBezTo>
                  <a:cubicBezTo>
                    <a:pt x="100" y="213"/>
                    <a:pt x="25" y="213"/>
                    <a:pt x="25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1" name="Google Shape;2871;p94"/>
            <p:cNvSpPr/>
            <p:nvPr/>
          </p:nvSpPr>
          <p:spPr>
            <a:xfrm>
              <a:off x="3232325" y="1254625"/>
              <a:ext cx="237475" cy="60300"/>
            </a:xfrm>
            <a:custGeom>
              <a:rect b="b" l="l" r="r" t="t"/>
              <a:pathLst>
                <a:path extrusionOk="0" h="2412" w="9499">
                  <a:moveTo>
                    <a:pt x="9448" y="13"/>
                  </a:moveTo>
                  <a:cubicBezTo>
                    <a:pt x="6136" y="1262"/>
                    <a:pt x="3437" y="2412"/>
                    <a:pt x="113" y="375"/>
                  </a:cubicBezTo>
                  <a:cubicBezTo>
                    <a:pt x="51" y="338"/>
                    <a:pt x="1" y="438"/>
                    <a:pt x="63" y="475"/>
                  </a:cubicBezTo>
                  <a:cubicBezTo>
                    <a:pt x="1475" y="1425"/>
                    <a:pt x="2737" y="1825"/>
                    <a:pt x="4449" y="1662"/>
                  </a:cubicBezTo>
                  <a:cubicBezTo>
                    <a:pt x="6374" y="1475"/>
                    <a:pt x="7686" y="762"/>
                    <a:pt x="9461" y="75"/>
                  </a:cubicBezTo>
                  <a:cubicBezTo>
                    <a:pt x="9498" y="63"/>
                    <a:pt x="9486" y="0"/>
                    <a:pt x="9448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2" name="Google Shape;2872;p94"/>
            <p:cNvSpPr/>
            <p:nvPr/>
          </p:nvSpPr>
          <p:spPr>
            <a:xfrm>
              <a:off x="3717200" y="1309300"/>
              <a:ext cx="31900" cy="49700"/>
            </a:xfrm>
            <a:custGeom>
              <a:rect b="b" l="l" r="r" t="t"/>
              <a:pathLst>
                <a:path extrusionOk="0" h="1988" w="1276">
                  <a:moveTo>
                    <a:pt x="1213" y="13"/>
                  </a:moveTo>
                  <a:cubicBezTo>
                    <a:pt x="650" y="113"/>
                    <a:pt x="113" y="450"/>
                    <a:pt x="50" y="1062"/>
                  </a:cubicBezTo>
                  <a:cubicBezTo>
                    <a:pt x="0" y="1550"/>
                    <a:pt x="375" y="1975"/>
                    <a:pt x="863" y="1987"/>
                  </a:cubicBezTo>
                  <a:cubicBezTo>
                    <a:pt x="938" y="1975"/>
                    <a:pt x="938" y="1862"/>
                    <a:pt x="863" y="1875"/>
                  </a:cubicBezTo>
                  <a:cubicBezTo>
                    <a:pt x="288" y="1850"/>
                    <a:pt x="13" y="1275"/>
                    <a:pt x="238" y="775"/>
                  </a:cubicBezTo>
                  <a:cubicBezTo>
                    <a:pt x="425" y="362"/>
                    <a:pt x="813" y="163"/>
                    <a:pt x="1238" y="75"/>
                  </a:cubicBezTo>
                  <a:cubicBezTo>
                    <a:pt x="1275" y="63"/>
                    <a:pt x="1250" y="0"/>
                    <a:pt x="1213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3" name="Google Shape;2873;p94"/>
            <p:cNvSpPr/>
            <p:nvPr/>
          </p:nvSpPr>
          <p:spPr>
            <a:xfrm>
              <a:off x="3471650" y="1283975"/>
              <a:ext cx="62800" cy="31575"/>
            </a:xfrm>
            <a:custGeom>
              <a:rect b="b" l="l" r="r" t="t"/>
              <a:pathLst>
                <a:path extrusionOk="0" h="1263" w="2512">
                  <a:moveTo>
                    <a:pt x="63" y="738"/>
                  </a:moveTo>
                  <a:cubicBezTo>
                    <a:pt x="687" y="713"/>
                    <a:pt x="1187" y="1263"/>
                    <a:pt x="1825" y="1051"/>
                  </a:cubicBezTo>
                  <a:cubicBezTo>
                    <a:pt x="2237" y="901"/>
                    <a:pt x="2512" y="501"/>
                    <a:pt x="2499" y="51"/>
                  </a:cubicBezTo>
                  <a:cubicBezTo>
                    <a:pt x="2499" y="13"/>
                    <a:pt x="2437" y="1"/>
                    <a:pt x="2424" y="51"/>
                  </a:cubicBezTo>
                  <a:cubicBezTo>
                    <a:pt x="2312" y="838"/>
                    <a:pt x="1637" y="1151"/>
                    <a:pt x="937" y="851"/>
                  </a:cubicBezTo>
                  <a:cubicBezTo>
                    <a:pt x="662" y="701"/>
                    <a:pt x="362" y="638"/>
                    <a:pt x="63" y="651"/>
                  </a:cubicBezTo>
                  <a:cubicBezTo>
                    <a:pt x="13" y="651"/>
                    <a:pt x="0" y="738"/>
                    <a:pt x="63" y="7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4" name="Google Shape;2874;p94"/>
            <p:cNvSpPr/>
            <p:nvPr/>
          </p:nvSpPr>
          <p:spPr>
            <a:xfrm>
              <a:off x="3504750" y="1268675"/>
              <a:ext cx="30950" cy="21275"/>
            </a:xfrm>
            <a:custGeom>
              <a:rect b="b" l="l" r="r" t="t"/>
              <a:pathLst>
                <a:path extrusionOk="0" h="851" w="1238">
                  <a:moveTo>
                    <a:pt x="1125" y="813"/>
                  </a:moveTo>
                  <a:cubicBezTo>
                    <a:pt x="1238" y="525"/>
                    <a:pt x="1063" y="275"/>
                    <a:pt x="788" y="163"/>
                  </a:cubicBezTo>
                  <a:cubicBezTo>
                    <a:pt x="563" y="63"/>
                    <a:pt x="163" y="0"/>
                    <a:pt x="26" y="238"/>
                  </a:cubicBezTo>
                  <a:cubicBezTo>
                    <a:pt x="1" y="263"/>
                    <a:pt x="38" y="313"/>
                    <a:pt x="63" y="288"/>
                  </a:cubicBezTo>
                  <a:cubicBezTo>
                    <a:pt x="388" y="38"/>
                    <a:pt x="1238" y="275"/>
                    <a:pt x="1050" y="800"/>
                  </a:cubicBezTo>
                  <a:cubicBezTo>
                    <a:pt x="1038" y="838"/>
                    <a:pt x="1100" y="850"/>
                    <a:pt x="1125" y="8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5" name="Google Shape;2875;p94"/>
            <p:cNvSpPr/>
            <p:nvPr/>
          </p:nvSpPr>
          <p:spPr>
            <a:xfrm>
              <a:off x="3694400" y="1371450"/>
              <a:ext cx="81250" cy="56275"/>
            </a:xfrm>
            <a:custGeom>
              <a:rect b="b" l="l" r="r" t="t"/>
              <a:pathLst>
                <a:path extrusionOk="0" h="2251" w="3250">
                  <a:moveTo>
                    <a:pt x="25" y="88"/>
                  </a:moveTo>
                  <a:cubicBezTo>
                    <a:pt x="825" y="1051"/>
                    <a:pt x="1787" y="2250"/>
                    <a:pt x="3187" y="1963"/>
                  </a:cubicBezTo>
                  <a:cubicBezTo>
                    <a:pt x="3249" y="1950"/>
                    <a:pt x="3224" y="1863"/>
                    <a:pt x="3162" y="1863"/>
                  </a:cubicBezTo>
                  <a:cubicBezTo>
                    <a:pt x="1775" y="2050"/>
                    <a:pt x="887" y="988"/>
                    <a:pt x="88" y="38"/>
                  </a:cubicBezTo>
                  <a:cubicBezTo>
                    <a:pt x="50" y="1"/>
                    <a:pt x="0" y="51"/>
                    <a:pt x="25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6" name="Google Shape;2876;p94"/>
            <p:cNvSpPr/>
            <p:nvPr/>
          </p:nvSpPr>
          <p:spPr>
            <a:xfrm>
              <a:off x="3515075" y="1320225"/>
              <a:ext cx="30950" cy="15325"/>
            </a:xfrm>
            <a:custGeom>
              <a:rect b="b" l="l" r="r" t="t"/>
              <a:pathLst>
                <a:path extrusionOk="0" h="613" w="1238">
                  <a:moveTo>
                    <a:pt x="63" y="113"/>
                  </a:moveTo>
                  <a:cubicBezTo>
                    <a:pt x="475" y="125"/>
                    <a:pt x="862" y="288"/>
                    <a:pt x="1150" y="575"/>
                  </a:cubicBezTo>
                  <a:cubicBezTo>
                    <a:pt x="1187" y="613"/>
                    <a:pt x="1237" y="563"/>
                    <a:pt x="1212" y="525"/>
                  </a:cubicBezTo>
                  <a:cubicBezTo>
                    <a:pt x="1087" y="363"/>
                    <a:pt x="912" y="238"/>
                    <a:pt x="712" y="163"/>
                  </a:cubicBezTo>
                  <a:cubicBezTo>
                    <a:pt x="512" y="50"/>
                    <a:pt x="288" y="0"/>
                    <a:pt x="63" y="25"/>
                  </a:cubicBezTo>
                  <a:cubicBezTo>
                    <a:pt x="13" y="25"/>
                    <a:pt x="0" y="113"/>
                    <a:pt x="63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7" name="Google Shape;2877;p94"/>
            <p:cNvSpPr/>
            <p:nvPr/>
          </p:nvSpPr>
          <p:spPr>
            <a:xfrm>
              <a:off x="3512250" y="1319900"/>
              <a:ext cx="34075" cy="21900"/>
            </a:xfrm>
            <a:custGeom>
              <a:rect b="b" l="l" r="r" t="t"/>
              <a:pathLst>
                <a:path extrusionOk="0" h="876" w="1363">
                  <a:moveTo>
                    <a:pt x="1263" y="551"/>
                  </a:moveTo>
                  <a:cubicBezTo>
                    <a:pt x="825" y="751"/>
                    <a:pt x="313" y="463"/>
                    <a:pt x="126" y="51"/>
                  </a:cubicBezTo>
                  <a:cubicBezTo>
                    <a:pt x="101" y="1"/>
                    <a:pt x="1" y="38"/>
                    <a:pt x="26" y="88"/>
                  </a:cubicBezTo>
                  <a:cubicBezTo>
                    <a:pt x="226" y="576"/>
                    <a:pt x="825" y="876"/>
                    <a:pt x="1313" y="626"/>
                  </a:cubicBezTo>
                  <a:cubicBezTo>
                    <a:pt x="1363" y="601"/>
                    <a:pt x="1313" y="526"/>
                    <a:pt x="1263" y="5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8" name="Google Shape;2878;p94"/>
            <p:cNvSpPr/>
            <p:nvPr/>
          </p:nvSpPr>
          <p:spPr>
            <a:xfrm>
              <a:off x="3177975" y="1278975"/>
              <a:ext cx="132175" cy="60025"/>
            </a:xfrm>
            <a:custGeom>
              <a:rect b="b" l="l" r="r" t="t"/>
              <a:pathLst>
                <a:path extrusionOk="0" h="2401" w="5287">
                  <a:moveTo>
                    <a:pt x="5236" y="576"/>
                  </a:moveTo>
                  <a:cubicBezTo>
                    <a:pt x="3649" y="263"/>
                    <a:pt x="213" y="1"/>
                    <a:pt x="0" y="2350"/>
                  </a:cubicBezTo>
                  <a:cubicBezTo>
                    <a:pt x="0" y="2400"/>
                    <a:pt x="63" y="2388"/>
                    <a:pt x="63" y="2350"/>
                  </a:cubicBezTo>
                  <a:cubicBezTo>
                    <a:pt x="363" y="63"/>
                    <a:pt x="3674" y="363"/>
                    <a:pt x="5211" y="651"/>
                  </a:cubicBezTo>
                  <a:cubicBezTo>
                    <a:pt x="5261" y="663"/>
                    <a:pt x="5286" y="588"/>
                    <a:pt x="5236" y="5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9" name="Google Shape;2879;p94"/>
            <p:cNvSpPr/>
            <p:nvPr/>
          </p:nvSpPr>
          <p:spPr>
            <a:xfrm>
              <a:off x="3184525" y="1311175"/>
              <a:ext cx="61575" cy="65000"/>
            </a:xfrm>
            <a:custGeom>
              <a:rect b="b" l="l" r="r" t="t"/>
              <a:pathLst>
                <a:path extrusionOk="0" h="2600" w="2463">
                  <a:moveTo>
                    <a:pt x="950" y="25"/>
                  </a:moveTo>
                  <a:cubicBezTo>
                    <a:pt x="275" y="350"/>
                    <a:pt x="1" y="1187"/>
                    <a:pt x="450" y="1825"/>
                  </a:cubicBezTo>
                  <a:cubicBezTo>
                    <a:pt x="850" y="2412"/>
                    <a:pt x="1913" y="2599"/>
                    <a:pt x="2412" y="2025"/>
                  </a:cubicBezTo>
                  <a:cubicBezTo>
                    <a:pt x="2462" y="1975"/>
                    <a:pt x="2387" y="1900"/>
                    <a:pt x="2337" y="1950"/>
                  </a:cubicBezTo>
                  <a:cubicBezTo>
                    <a:pt x="1875" y="2474"/>
                    <a:pt x="900" y="2312"/>
                    <a:pt x="525" y="1762"/>
                  </a:cubicBezTo>
                  <a:cubicBezTo>
                    <a:pt x="126" y="1175"/>
                    <a:pt x="338" y="375"/>
                    <a:pt x="988" y="75"/>
                  </a:cubicBezTo>
                  <a:cubicBezTo>
                    <a:pt x="1025" y="63"/>
                    <a:pt x="988" y="0"/>
                    <a:pt x="963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0" name="Google Shape;2880;p94"/>
            <p:cNvSpPr/>
            <p:nvPr/>
          </p:nvSpPr>
          <p:spPr>
            <a:xfrm>
              <a:off x="3219825" y="1318975"/>
              <a:ext cx="35950" cy="46575"/>
            </a:xfrm>
            <a:custGeom>
              <a:rect b="b" l="l" r="r" t="t"/>
              <a:pathLst>
                <a:path extrusionOk="0" h="1863" w="1438">
                  <a:moveTo>
                    <a:pt x="751" y="1850"/>
                  </a:moveTo>
                  <a:cubicBezTo>
                    <a:pt x="1213" y="1663"/>
                    <a:pt x="1438" y="1138"/>
                    <a:pt x="1238" y="675"/>
                  </a:cubicBezTo>
                  <a:cubicBezTo>
                    <a:pt x="1050" y="213"/>
                    <a:pt x="513" y="0"/>
                    <a:pt x="51" y="200"/>
                  </a:cubicBezTo>
                  <a:cubicBezTo>
                    <a:pt x="1" y="225"/>
                    <a:pt x="38" y="300"/>
                    <a:pt x="88" y="288"/>
                  </a:cubicBezTo>
                  <a:cubicBezTo>
                    <a:pt x="513" y="163"/>
                    <a:pt x="963" y="288"/>
                    <a:pt x="1138" y="713"/>
                  </a:cubicBezTo>
                  <a:cubicBezTo>
                    <a:pt x="1300" y="1138"/>
                    <a:pt x="1113" y="1600"/>
                    <a:pt x="713" y="1787"/>
                  </a:cubicBezTo>
                  <a:cubicBezTo>
                    <a:pt x="676" y="1812"/>
                    <a:pt x="713" y="1862"/>
                    <a:pt x="751" y="18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1" name="Google Shape;2881;p94"/>
            <p:cNvSpPr/>
            <p:nvPr/>
          </p:nvSpPr>
          <p:spPr>
            <a:xfrm>
              <a:off x="3208275" y="1322725"/>
              <a:ext cx="17200" cy="30650"/>
            </a:xfrm>
            <a:custGeom>
              <a:rect b="b" l="l" r="r" t="t"/>
              <a:pathLst>
                <a:path extrusionOk="0" h="1226" w="688">
                  <a:moveTo>
                    <a:pt x="650" y="38"/>
                  </a:moveTo>
                  <a:cubicBezTo>
                    <a:pt x="300" y="0"/>
                    <a:pt x="63" y="375"/>
                    <a:pt x="63" y="688"/>
                  </a:cubicBezTo>
                  <a:cubicBezTo>
                    <a:pt x="50" y="988"/>
                    <a:pt x="350" y="1213"/>
                    <a:pt x="638" y="1125"/>
                  </a:cubicBezTo>
                  <a:cubicBezTo>
                    <a:pt x="688" y="1100"/>
                    <a:pt x="663" y="1013"/>
                    <a:pt x="613" y="1038"/>
                  </a:cubicBezTo>
                  <a:cubicBezTo>
                    <a:pt x="0" y="1225"/>
                    <a:pt x="63" y="75"/>
                    <a:pt x="650" y="113"/>
                  </a:cubicBezTo>
                  <a:cubicBezTo>
                    <a:pt x="688" y="113"/>
                    <a:pt x="688" y="38"/>
                    <a:pt x="650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2" name="Google Shape;2882;p94"/>
            <p:cNvSpPr/>
            <p:nvPr/>
          </p:nvSpPr>
          <p:spPr>
            <a:xfrm>
              <a:off x="3454150" y="1312425"/>
              <a:ext cx="55325" cy="71550"/>
            </a:xfrm>
            <a:custGeom>
              <a:rect b="b" l="l" r="r" t="t"/>
              <a:pathLst>
                <a:path extrusionOk="0" h="2862" w="2213">
                  <a:moveTo>
                    <a:pt x="1750" y="75"/>
                  </a:moveTo>
                  <a:cubicBezTo>
                    <a:pt x="2112" y="1387"/>
                    <a:pt x="1300" y="2474"/>
                    <a:pt x="38" y="2799"/>
                  </a:cubicBezTo>
                  <a:cubicBezTo>
                    <a:pt x="0" y="2812"/>
                    <a:pt x="13" y="2862"/>
                    <a:pt x="38" y="2862"/>
                  </a:cubicBezTo>
                  <a:cubicBezTo>
                    <a:pt x="1425" y="2762"/>
                    <a:pt x="2212" y="1325"/>
                    <a:pt x="1825" y="50"/>
                  </a:cubicBezTo>
                  <a:cubicBezTo>
                    <a:pt x="1812" y="0"/>
                    <a:pt x="1725" y="13"/>
                    <a:pt x="1750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3" name="Google Shape;2883;p94"/>
            <p:cNvSpPr/>
            <p:nvPr/>
          </p:nvSpPr>
          <p:spPr>
            <a:xfrm>
              <a:off x="3796875" y="1305225"/>
              <a:ext cx="111550" cy="104375"/>
            </a:xfrm>
            <a:custGeom>
              <a:rect b="b" l="l" r="r" t="t"/>
              <a:pathLst>
                <a:path extrusionOk="0" h="4175" w="4462">
                  <a:moveTo>
                    <a:pt x="2662" y="176"/>
                  </a:moveTo>
                  <a:cubicBezTo>
                    <a:pt x="1212" y="1"/>
                    <a:pt x="38" y="1438"/>
                    <a:pt x="750" y="2787"/>
                  </a:cubicBezTo>
                  <a:cubicBezTo>
                    <a:pt x="1475" y="4175"/>
                    <a:pt x="3424" y="3950"/>
                    <a:pt x="4424" y="3025"/>
                  </a:cubicBezTo>
                  <a:cubicBezTo>
                    <a:pt x="4461" y="2987"/>
                    <a:pt x="4411" y="2937"/>
                    <a:pt x="4386" y="2962"/>
                  </a:cubicBezTo>
                  <a:cubicBezTo>
                    <a:pt x="3474" y="3612"/>
                    <a:pt x="2012" y="4062"/>
                    <a:pt x="1137" y="3125"/>
                  </a:cubicBezTo>
                  <a:cubicBezTo>
                    <a:pt x="0" y="1900"/>
                    <a:pt x="1075" y="88"/>
                    <a:pt x="2662" y="276"/>
                  </a:cubicBezTo>
                  <a:cubicBezTo>
                    <a:pt x="2724" y="288"/>
                    <a:pt x="2724" y="176"/>
                    <a:pt x="2662" y="1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4" name="Google Shape;2884;p94"/>
            <p:cNvSpPr/>
            <p:nvPr/>
          </p:nvSpPr>
          <p:spPr>
            <a:xfrm>
              <a:off x="3903100" y="1237750"/>
              <a:ext cx="263700" cy="146850"/>
            </a:xfrm>
            <a:custGeom>
              <a:rect b="b" l="l" r="r" t="t"/>
              <a:pathLst>
                <a:path extrusionOk="0" h="5874" w="10548">
                  <a:moveTo>
                    <a:pt x="100" y="5836"/>
                  </a:moveTo>
                  <a:cubicBezTo>
                    <a:pt x="1300" y="4162"/>
                    <a:pt x="2412" y="2062"/>
                    <a:pt x="4324" y="1138"/>
                  </a:cubicBezTo>
                  <a:cubicBezTo>
                    <a:pt x="6086" y="275"/>
                    <a:pt x="8848" y="100"/>
                    <a:pt x="10485" y="1312"/>
                  </a:cubicBezTo>
                  <a:cubicBezTo>
                    <a:pt x="10510" y="1325"/>
                    <a:pt x="10547" y="1275"/>
                    <a:pt x="10522" y="1262"/>
                  </a:cubicBezTo>
                  <a:cubicBezTo>
                    <a:pt x="9073" y="0"/>
                    <a:pt x="6586" y="138"/>
                    <a:pt x="4861" y="725"/>
                  </a:cubicBezTo>
                  <a:cubicBezTo>
                    <a:pt x="2549" y="1512"/>
                    <a:pt x="1350" y="3924"/>
                    <a:pt x="25" y="5799"/>
                  </a:cubicBezTo>
                  <a:cubicBezTo>
                    <a:pt x="0" y="5836"/>
                    <a:pt x="63" y="5874"/>
                    <a:pt x="88" y="58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5" name="Google Shape;2885;p94"/>
            <p:cNvSpPr/>
            <p:nvPr/>
          </p:nvSpPr>
          <p:spPr>
            <a:xfrm>
              <a:off x="4098975" y="1277425"/>
              <a:ext cx="100925" cy="84375"/>
            </a:xfrm>
            <a:custGeom>
              <a:rect b="b" l="l" r="r" t="t"/>
              <a:pathLst>
                <a:path extrusionOk="0" h="3375" w="4037">
                  <a:moveTo>
                    <a:pt x="2875" y="88"/>
                  </a:moveTo>
                  <a:cubicBezTo>
                    <a:pt x="3412" y="1025"/>
                    <a:pt x="3525" y="2400"/>
                    <a:pt x="2375" y="2950"/>
                  </a:cubicBezTo>
                  <a:cubicBezTo>
                    <a:pt x="2087" y="3062"/>
                    <a:pt x="1775" y="3100"/>
                    <a:pt x="1475" y="3062"/>
                  </a:cubicBezTo>
                  <a:cubicBezTo>
                    <a:pt x="1400" y="3050"/>
                    <a:pt x="1325" y="3075"/>
                    <a:pt x="1250" y="3062"/>
                  </a:cubicBezTo>
                  <a:cubicBezTo>
                    <a:pt x="488" y="2937"/>
                    <a:pt x="513" y="2737"/>
                    <a:pt x="438" y="2200"/>
                  </a:cubicBezTo>
                  <a:cubicBezTo>
                    <a:pt x="325" y="1300"/>
                    <a:pt x="938" y="963"/>
                    <a:pt x="1713" y="1113"/>
                  </a:cubicBezTo>
                  <a:cubicBezTo>
                    <a:pt x="2300" y="1225"/>
                    <a:pt x="2600" y="1512"/>
                    <a:pt x="3000" y="1925"/>
                  </a:cubicBezTo>
                  <a:cubicBezTo>
                    <a:pt x="3300" y="2237"/>
                    <a:pt x="3550" y="2562"/>
                    <a:pt x="3999" y="2575"/>
                  </a:cubicBezTo>
                  <a:cubicBezTo>
                    <a:pt x="4024" y="2575"/>
                    <a:pt x="4037" y="2537"/>
                    <a:pt x="3999" y="2537"/>
                  </a:cubicBezTo>
                  <a:cubicBezTo>
                    <a:pt x="3287" y="2425"/>
                    <a:pt x="2900" y="1525"/>
                    <a:pt x="2312" y="1150"/>
                  </a:cubicBezTo>
                  <a:cubicBezTo>
                    <a:pt x="1875" y="850"/>
                    <a:pt x="1325" y="800"/>
                    <a:pt x="838" y="1025"/>
                  </a:cubicBezTo>
                  <a:cubicBezTo>
                    <a:pt x="113" y="1350"/>
                    <a:pt x="0" y="2487"/>
                    <a:pt x="638" y="2987"/>
                  </a:cubicBezTo>
                  <a:cubicBezTo>
                    <a:pt x="1163" y="3375"/>
                    <a:pt x="2237" y="3250"/>
                    <a:pt x="2712" y="2887"/>
                  </a:cubicBezTo>
                  <a:cubicBezTo>
                    <a:pt x="3650" y="2187"/>
                    <a:pt x="3462" y="925"/>
                    <a:pt x="2937" y="38"/>
                  </a:cubicBezTo>
                  <a:cubicBezTo>
                    <a:pt x="2912" y="0"/>
                    <a:pt x="2837" y="38"/>
                    <a:pt x="2875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6" name="Google Shape;2886;p94"/>
            <p:cNvSpPr/>
            <p:nvPr/>
          </p:nvSpPr>
          <p:spPr>
            <a:xfrm>
              <a:off x="4206450" y="1331775"/>
              <a:ext cx="55625" cy="13775"/>
            </a:xfrm>
            <a:custGeom>
              <a:rect b="b" l="l" r="r" t="t"/>
              <a:pathLst>
                <a:path extrusionOk="0" h="551" w="2225">
                  <a:moveTo>
                    <a:pt x="50" y="476"/>
                  </a:moveTo>
                  <a:cubicBezTo>
                    <a:pt x="750" y="551"/>
                    <a:pt x="1600" y="501"/>
                    <a:pt x="2187" y="76"/>
                  </a:cubicBezTo>
                  <a:cubicBezTo>
                    <a:pt x="2225" y="63"/>
                    <a:pt x="2200" y="1"/>
                    <a:pt x="2162" y="13"/>
                  </a:cubicBezTo>
                  <a:cubicBezTo>
                    <a:pt x="1437" y="251"/>
                    <a:pt x="838" y="476"/>
                    <a:pt x="50" y="401"/>
                  </a:cubicBezTo>
                  <a:cubicBezTo>
                    <a:pt x="0" y="401"/>
                    <a:pt x="0" y="476"/>
                    <a:pt x="50" y="4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7" name="Google Shape;2887;p94"/>
            <p:cNvSpPr/>
            <p:nvPr/>
          </p:nvSpPr>
          <p:spPr>
            <a:xfrm>
              <a:off x="3934650" y="1301475"/>
              <a:ext cx="81250" cy="96575"/>
            </a:xfrm>
            <a:custGeom>
              <a:rect b="b" l="l" r="r" t="t"/>
              <a:pathLst>
                <a:path extrusionOk="0" h="3863" w="3250">
                  <a:moveTo>
                    <a:pt x="1025" y="26"/>
                  </a:moveTo>
                  <a:cubicBezTo>
                    <a:pt x="463" y="675"/>
                    <a:pt x="0" y="1488"/>
                    <a:pt x="188" y="2375"/>
                  </a:cubicBezTo>
                  <a:cubicBezTo>
                    <a:pt x="363" y="3200"/>
                    <a:pt x="1162" y="3800"/>
                    <a:pt x="2000" y="3837"/>
                  </a:cubicBezTo>
                  <a:cubicBezTo>
                    <a:pt x="2587" y="3862"/>
                    <a:pt x="3249" y="3475"/>
                    <a:pt x="3174" y="2812"/>
                  </a:cubicBezTo>
                  <a:cubicBezTo>
                    <a:pt x="3137" y="2475"/>
                    <a:pt x="2799" y="2050"/>
                    <a:pt x="2512" y="2425"/>
                  </a:cubicBezTo>
                  <a:cubicBezTo>
                    <a:pt x="2475" y="2462"/>
                    <a:pt x="2550" y="2500"/>
                    <a:pt x="2575" y="2462"/>
                  </a:cubicBezTo>
                  <a:cubicBezTo>
                    <a:pt x="3012" y="3300"/>
                    <a:pt x="2862" y="3725"/>
                    <a:pt x="2125" y="3737"/>
                  </a:cubicBezTo>
                  <a:cubicBezTo>
                    <a:pt x="1800" y="3737"/>
                    <a:pt x="1487" y="3650"/>
                    <a:pt x="1212" y="3500"/>
                  </a:cubicBezTo>
                  <a:cubicBezTo>
                    <a:pt x="775" y="3287"/>
                    <a:pt x="463" y="2900"/>
                    <a:pt x="325" y="2437"/>
                  </a:cubicBezTo>
                  <a:cubicBezTo>
                    <a:pt x="75" y="1563"/>
                    <a:pt x="538" y="738"/>
                    <a:pt x="1062" y="63"/>
                  </a:cubicBezTo>
                  <a:cubicBezTo>
                    <a:pt x="1087" y="38"/>
                    <a:pt x="1050" y="1"/>
                    <a:pt x="1025" y="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8" name="Google Shape;2888;p94"/>
            <p:cNvSpPr/>
            <p:nvPr/>
          </p:nvSpPr>
          <p:spPr>
            <a:xfrm>
              <a:off x="3920275" y="1329900"/>
              <a:ext cx="23150" cy="110625"/>
            </a:xfrm>
            <a:custGeom>
              <a:rect b="b" l="l" r="r" t="t"/>
              <a:pathLst>
                <a:path extrusionOk="0" h="4425" w="926">
                  <a:moveTo>
                    <a:pt x="825" y="38"/>
                  </a:moveTo>
                  <a:cubicBezTo>
                    <a:pt x="375" y="551"/>
                    <a:pt x="263" y="1238"/>
                    <a:pt x="188" y="1913"/>
                  </a:cubicBezTo>
                  <a:cubicBezTo>
                    <a:pt x="100" y="2725"/>
                    <a:pt x="13" y="3712"/>
                    <a:pt x="538" y="4400"/>
                  </a:cubicBezTo>
                  <a:cubicBezTo>
                    <a:pt x="563" y="4425"/>
                    <a:pt x="600" y="4400"/>
                    <a:pt x="588" y="4362"/>
                  </a:cubicBezTo>
                  <a:cubicBezTo>
                    <a:pt x="0" y="3250"/>
                    <a:pt x="38" y="1101"/>
                    <a:pt x="888" y="101"/>
                  </a:cubicBezTo>
                  <a:cubicBezTo>
                    <a:pt x="925" y="63"/>
                    <a:pt x="863" y="1"/>
                    <a:pt x="825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9" name="Google Shape;2889;p94"/>
            <p:cNvSpPr/>
            <p:nvPr/>
          </p:nvSpPr>
          <p:spPr>
            <a:xfrm>
              <a:off x="3931200" y="1439875"/>
              <a:ext cx="11900" cy="11900"/>
            </a:xfrm>
            <a:custGeom>
              <a:rect b="b" l="l" r="r" t="t"/>
              <a:pathLst>
                <a:path extrusionOk="0" h="476" w="476">
                  <a:moveTo>
                    <a:pt x="126" y="38"/>
                  </a:moveTo>
                  <a:cubicBezTo>
                    <a:pt x="213" y="1"/>
                    <a:pt x="313" y="13"/>
                    <a:pt x="388" y="88"/>
                  </a:cubicBezTo>
                  <a:cubicBezTo>
                    <a:pt x="451" y="151"/>
                    <a:pt x="476" y="238"/>
                    <a:pt x="451" y="326"/>
                  </a:cubicBezTo>
                  <a:cubicBezTo>
                    <a:pt x="451" y="363"/>
                    <a:pt x="438" y="388"/>
                    <a:pt x="413" y="413"/>
                  </a:cubicBezTo>
                  <a:cubicBezTo>
                    <a:pt x="388" y="438"/>
                    <a:pt x="351" y="451"/>
                    <a:pt x="313" y="463"/>
                  </a:cubicBezTo>
                  <a:cubicBezTo>
                    <a:pt x="188" y="476"/>
                    <a:pt x="63" y="413"/>
                    <a:pt x="13" y="288"/>
                  </a:cubicBezTo>
                  <a:cubicBezTo>
                    <a:pt x="1" y="163"/>
                    <a:pt x="101" y="51"/>
                    <a:pt x="238" y="51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0" name="Google Shape;2890;p94"/>
            <p:cNvSpPr/>
            <p:nvPr/>
          </p:nvSpPr>
          <p:spPr>
            <a:xfrm>
              <a:off x="3926825" y="1437075"/>
              <a:ext cx="22225" cy="17200"/>
            </a:xfrm>
            <a:custGeom>
              <a:rect b="b" l="l" r="r" t="t"/>
              <a:pathLst>
                <a:path extrusionOk="0" h="688" w="889">
                  <a:moveTo>
                    <a:pt x="313" y="213"/>
                  </a:moveTo>
                  <a:cubicBezTo>
                    <a:pt x="588" y="238"/>
                    <a:pt x="651" y="313"/>
                    <a:pt x="476" y="413"/>
                  </a:cubicBezTo>
                  <a:cubicBezTo>
                    <a:pt x="313" y="600"/>
                    <a:pt x="301" y="525"/>
                    <a:pt x="413" y="200"/>
                  </a:cubicBezTo>
                  <a:cubicBezTo>
                    <a:pt x="451" y="175"/>
                    <a:pt x="451" y="113"/>
                    <a:pt x="401" y="113"/>
                  </a:cubicBezTo>
                  <a:cubicBezTo>
                    <a:pt x="1" y="113"/>
                    <a:pt x="88" y="688"/>
                    <a:pt x="488" y="625"/>
                  </a:cubicBezTo>
                  <a:cubicBezTo>
                    <a:pt x="888" y="563"/>
                    <a:pt x="663" y="0"/>
                    <a:pt x="276" y="88"/>
                  </a:cubicBezTo>
                  <a:cubicBezTo>
                    <a:pt x="213" y="113"/>
                    <a:pt x="238" y="213"/>
                    <a:pt x="313" y="2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1" name="Google Shape;2891;p94"/>
            <p:cNvSpPr/>
            <p:nvPr/>
          </p:nvSpPr>
          <p:spPr>
            <a:xfrm>
              <a:off x="4168650" y="1271800"/>
              <a:ext cx="2825" cy="3150"/>
            </a:xfrm>
            <a:custGeom>
              <a:rect b="b" l="l" r="r" t="t"/>
              <a:pathLst>
                <a:path extrusionOk="0" h="126" w="113">
                  <a:moveTo>
                    <a:pt x="25" y="63"/>
                  </a:moveTo>
                  <a:lnTo>
                    <a:pt x="38" y="100"/>
                  </a:lnTo>
                  <a:cubicBezTo>
                    <a:pt x="50" y="125"/>
                    <a:pt x="88" y="125"/>
                    <a:pt x="100" y="100"/>
                  </a:cubicBezTo>
                  <a:lnTo>
                    <a:pt x="100" y="63"/>
                  </a:lnTo>
                  <a:cubicBezTo>
                    <a:pt x="113" y="0"/>
                    <a:pt x="0" y="0"/>
                    <a:pt x="13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2" name="Google Shape;2892;p94"/>
            <p:cNvSpPr/>
            <p:nvPr/>
          </p:nvSpPr>
          <p:spPr>
            <a:xfrm>
              <a:off x="4259250" y="1315225"/>
              <a:ext cx="41875" cy="17825"/>
            </a:xfrm>
            <a:custGeom>
              <a:rect b="b" l="l" r="r" t="t"/>
              <a:pathLst>
                <a:path extrusionOk="0" h="713" w="1675">
                  <a:moveTo>
                    <a:pt x="125" y="650"/>
                  </a:moveTo>
                  <a:cubicBezTo>
                    <a:pt x="225" y="388"/>
                    <a:pt x="650" y="275"/>
                    <a:pt x="875" y="238"/>
                  </a:cubicBezTo>
                  <a:cubicBezTo>
                    <a:pt x="1125" y="200"/>
                    <a:pt x="1375" y="200"/>
                    <a:pt x="1612" y="250"/>
                  </a:cubicBezTo>
                  <a:cubicBezTo>
                    <a:pt x="1675" y="250"/>
                    <a:pt x="1675" y="163"/>
                    <a:pt x="1625" y="150"/>
                  </a:cubicBezTo>
                  <a:cubicBezTo>
                    <a:pt x="1175" y="0"/>
                    <a:pt x="225" y="88"/>
                    <a:pt x="25" y="613"/>
                  </a:cubicBezTo>
                  <a:cubicBezTo>
                    <a:pt x="0" y="675"/>
                    <a:pt x="100" y="713"/>
                    <a:pt x="125" y="6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3" name="Google Shape;2893;p94"/>
            <p:cNvSpPr/>
            <p:nvPr/>
          </p:nvSpPr>
          <p:spPr>
            <a:xfrm>
              <a:off x="4259250" y="1317725"/>
              <a:ext cx="42200" cy="19700"/>
            </a:xfrm>
            <a:custGeom>
              <a:rect b="b" l="l" r="r" t="t"/>
              <a:pathLst>
                <a:path extrusionOk="0" h="788" w="1688">
                  <a:moveTo>
                    <a:pt x="1587" y="50"/>
                  </a:moveTo>
                  <a:cubicBezTo>
                    <a:pt x="1175" y="425"/>
                    <a:pt x="638" y="600"/>
                    <a:pt x="88" y="550"/>
                  </a:cubicBezTo>
                  <a:cubicBezTo>
                    <a:pt x="25" y="550"/>
                    <a:pt x="0" y="625"/>
                    <a:pt x="63" y="650"/>
                  </a:cubicBezTo>
                  <a:cubicBezTo>
                    <a:pt x="575" y="788"/>
                    <a:pt x="1287" y="475"/>
                    <a:pt x="1650" y="113"/>
                  </a:cubicBezTo>
                  <a:cubicBezTo>
                    <a:pt x="1687" y="75"/>
                    <a:pt x="1625" y="0"/>
                    <a:pt x="1587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4" name="Google Shape;2894;p94"/>
            <p:cNvSpPr/>
            <p:nvPr/>
          </p:nvSpPr>
          <p:spPr>
            <a:xfrm>
              <a:off x="4198950" y="1341475"/>
              <a:ext cx="33450" cy="30325"/>
            </a:xfrm>
            <a:custGeom>
              <a:rect b="b" l="l" r="r" t="t"/>
              <a:pathLst>
                <a:path extrusionOk="0" h="1213" w="1338">
                  <a:moveTo>
                    <a:pt x="50" y="100"/>
                  </a:moveTo>
                  <a:cubicBezTo>
                    <a:pt x="363" y="88"/>
                    <a:pt x="625" y="263"/>
                    <a:pt x="863" y="450"/>
                  </a:cubicBezTo>
                  <a:cubicBezTo>
                    <a:pt x="1088" y="625"/>
                    <a:pt x="1238" y="887"/>
                    <a:pt x="1250" y="1162"/>
                  </a:cubicBezTo>
                  <a:cubicBezTo>
                    <a:pt x="1250" y="1212"/>
                    <a:pt x="1338" y="1200"/>
                    <a:pt x="1325" y="1162"/>
                  </a:cubicBezTo>
                  <a:cubicBezTo>
                    <a:pt x="1325" y="850"/>
                    <a:pt x="1175" y="563"/>
                    <a:pt x="925" y="388"/>
                  </a:cubicBezTo>
                  <a:cubicBezTo>
                    <a:pt x="663" y="188"/>
                    <a:pt x="400" y="0"/>
                    <a:pt x="50" y="25"/>
                  </a:cubicBezTo>
                  <a:cubicBezTo>
                    <a:pt x="0" y="25"/>
                    <a:pt x="0" y="113"/>
                    <a:pt x="50" y="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5" name="Google Shape;2895;p94"/>
            <p:cNvSpPr/>
            <p:nvPr/>
          </p:nvSpPr>
          <p:spPr>
            <a:xfrm>
              <a:off x="4199250" y="1342100"/>
              <a:ext cx="33475" cy="29375"/>
            </a:xfrm>
            <a:custGeom>
              <a:rect b="b" l="l" r="r" t="t"/>
              <a:pathLst>
                <a:path extrusionOk="0" h="1175" w="1339">
                  <a:moveTo>
                    <a:pt x="1288" y="1100"/>
                  </a:moveTo>
                  <a:cubicBezTo>
                    <a:pt x="1026" y="1012"/>
                    <a:pt x="776" y="887"/>
                    <a:pt x="551" y="713"/>
                  </a:cubicBezTo>
                  <a:cubicBezTo>
                    <a:pt x="313" y="538"/>
                    <a:pt x="263" y="288"/>
                    <a:pt x="113" y="63"/>
                  </a:cubicBezTo>
                  <a:cubicBezTo>
                    <a:pt x="76" y="0"/>
                    <a:pt x="1" y="38"/>
                    <a:pt x="13" y="100"/>
                  </a:cubicBezTo>
                  <a:cubicBezTo>
                    <a:pt x="126" y="688"/>
                    <a:pt x="713" y="1087"/>
                    <a:pt x="1263" y="1175"/>
                  </a:cubicBezTo>
                  <a:cubicBezTo>
                    <a:pt x="1313" y="1175"/>
                    <a:pt x="1338" y="1112"/>
                    <a:pt x="1288" y="1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6" name="Google Shape;2896;p94"/>
            <p:cNvSpPr/>
            <p:nvPr/>
          </p:nvSpPr>
          <p:spPr>
            <a:xfrm>
              <a:off x="3890900" y="1349275"/>
              <a:ext cx="38775" cy="86875"/>
            </a:xfrm>
            <a:custGeom>
              <a:rect b="b" l="l" r="r" t="t"/>
              <a:pathLst>
                <a:path extrusionOk="0" h="3475" w="1551">
                  <a:moveTo>
                    <a:pt x="1450" y="51"/>
                  </a:moveTo>
                  <a:cubicBezTo>
                    <a:pt x="725" y="1038"/>
                    <a:pt x="238" y="2175"/>
                    <a:pt x="13" y="3387"/>
                  </a:cubicBezTo>
                  <a:cubicBezTo>
                    <a:pt x="1" y="3450"/>
                    <a:pt x="101" y="3475"/>
                    <a:pt x="113" y="3412"/>
                  </a:cubicBezTo>
                  <a:cubicBezTo>
                    <a:pt x="338" y="2213"/>
                    <a:pt x="813" y="1075"/>
                    <a:pt x="1513" y="88"/>
                  </a:cubicBezTo>
                  <a:cubicBezTo>
                    <a:pt x="1550" y="38"/>
                    <a:pt x="1475" y="1"/>
                    <a:pt x="1450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7" name="Google Shape;2897;p94"/>
            <p:cNvSpPr/>
            <p:nvPr/>
          </p:nvSpPr>
          <p:spPr>
            <a:xfrm>
              <a:off x="3880600" y="1433625"/>
              <a:ext cx="18150" cy="16600"/>
            </a:xfrm>
            <a:custGeom>
              <a:rect b="b" l="l" r="r" t="t"/>
              <a:pathLst>
                <a:path extrusionOk="0" h="664" w="726">
                  <a:moveTo>
                    <a:pt x="475" y="151"/>
                  </a:moveTo>
                  <a:cubicBezTo>
                    <a:pt x="363" y="176"/>
                    <a:pt x="350" y="188"/>
                    <a:pt x="438" y="176"/>
                  </a:cubicBezTo>
                  <a:cubicBezTo>
                    <a:pt x="475" y="163"/>
                    <a:pt x="513" y="163"/>
                    <a:pt x="550" y="176"/>
                  </a:cubicBezTo>
                  <a:cubicBezTo>
                    <a:pt x="588" y="176"/>
                    <a:pt x="600" y="113"/>
                    <a:pt x="563" y="101"/>
                  </a:cubicBezTo>
                  <a:cubicBezTo>
                    <a:pt x="350" y="1"/>
                    <a:pt x="0" y="238"/>
                    <a:pt x="250" y="451"/>
                  </a:cubicBezTo>
                  <a:cubicBezTo>
                    <a:pt x="513" y="663"/>
                    <a:pt x="725" y="288"/>
                    <a:pt x="538" y="88"/>
                  </a:cubicBezTo>
                  <a:cubicBezTo>
                    <a:pt x="500" y="38"/>
                    <a:pt x="450" y="101"/>
                    <a:pt x="475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8" name="Google Shape;2898;p94"/>
            <p:cNvSpPr/>
            <p:nvPr/>
          </p:nvSpPr>
          <p:spPr>
            <a:xfrm>
              <a:off x="3936525" y="1338025"/>
              <a:ext cx="30325" cy="81875"/>
            </a:xfrm>
            <a:custGeom>
              <a:rect b="b" l="l" r="r" t="t"/>
              <a:pathLst>
                <a:path extrusionOk="0" h="3275" w="1213">
                  <a:moveTo>
                    <a:pt x="125" y="63"/>
                  </a:moveTo>
                  <a:cubicBezTo>
                    <a:pt x="0" y="1163"/>
                    <a:pt x="213" y="2538"/>
                    <a:pt x="1150" y="3262"/>
                  </a:cubicBezTo>
                  <a:cubicBezTo>
                    <a:pt x="1175" y="3275"/>
                    <a:pt x="1212" y="3250"/>
                    <a:pt x="1187" y="3212"/>
                  </a:cubicBezTo>
                  <a:cubicBezTo>
                    <a:pt x="413" y="2275"/>
                    <a:pt x="88" y="1275"/>
                    <a:pt x="225" y="63"/>
                  </a:cubicBezTo>
                  <a:cubicBezTo>
                    <a:pt x="225" y="1"/>
                    <a:pt x="138" y="1"/>
                    <a:pt x="125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9" name="Google Shape;2899;p94"/>
            <p:cNvSpPr/>
            <p:nvPr/>
          </p:nvSpPr>
          <p:spPr>
            <a:xfrm>
              <a:off x="3963375" y="1414575"/>
              <a:ext cx="13475" cy="15650"/>
            </a:xfrm>
            <a:custGeom>
              <a:rect b="b" l="l" r="r" t="t"/>
              <a:pathLst>
                <a:path extrusionOk="0" h="626" w="539">
                  <a:moveTo>
                    <a:pt x="413" y="263"/>
                  </a:moveTo>
                  <a:cubicBezTo>
                    <a:pt x="326" y="263"/>
                    <a:pt x="313" y="275"/>
                    <a:pt x="363" y="338"/>
                  </a:cubicBezTo>
                  <a:cubicBezTo>
                    <a:pt x="388" y="363"/>
                    <a:pt x="426" y="350"/>
                    <a:pt x="438" y="313"/>
                  </a:cubicBezTo>
                  <a:cubicBezTo>
                    <a:pt x="438" y="25"/>
                    <a:pt x="1" y="0"/>
                    <a:pt x="38" y="300"/>
                  </a:cubicBezTo>
                  <a:cubicBezTo>
                    <a:pt x="38" y="625"/>
                    <a:pt x="538" y="575"/>
                    <a:pt x="488" y="263"/>
                  </a:cubicBezTo>
                  <a:cubicBezTo>
                    <a:pt x="476" y="225"/>
                    <a:pt x="426" y="225"/>
                    <a:pt x="413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0" name="Google Shape;2900;p94"/>
            <p:cNvSpPr/>
            <p:nvPr/>
          </p:nvSpPr>
          <p:spPr>
            <a:xfrm>
              <a:off x="4139900" y="1254625"/>
              <a:ext cx="237775" cy="60000"/>
            </a:xfrm>
            <a:custGeom>
              <a:rect b="b" l="l" r="r" t="t"/>
              <a:pathLst>
                <a:path extrusionOk="0" h="2400" w="9511">
                  <a:moveTo>
                    <a:pt x="38" y="75"/>
                  </a:moveTo>
                  <a:cubicBezTo>
                    <a:pt x="1813" y="762"/>
                    <a:pt x="3137" y="1475"/>
                    <a:pt x="5049" y="1662"/>
                  </a:cubicBezTo>
                  <a:cubicBezTo>
                    <a:pt x="6774" y="1837"/>
                    <a:pt x="8023" y="1437"/>
                    <a:pt x="9448" y="475"/>
                  </a:cubicBezTo>
                  <a:cubicBezTo>
                    <a:pt x="9511" y="438"/>
                    <a:pt x="9448" y="338"/>
                    <a:pt x="9386" y="375"/>
                  </a:cubicBezTo>
                  <a:cubicBezTo>
                    <a:pt x="6061" y="2400"/>
                    <a:pt x="3387" y="1262"/>
                    <a:pt x="63" y="13"/>
                  </a:cubicBezTo>
                  <a:cubicBezTo>
                    <a:pt x="26" y="0"/>
                    <a:pt x="1" y="50"/>
                    <a:pt x="38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1" name="Google Shape;2901;p94"/>
            <p:cNvSpPr/>
            <p:nvPr/>
          </p:nvSpPr>
          <p:spPr>
            <a:xfrm>
              <a:off x="3860900" y="1309600"/>
              <a:ext cx="31900" cy="49400"/>
            </a:xfrm>
            <a:custGeom>
              <a:rect b="b" l="l" r="r" t="t"/>
              <a:pathLst>
                <a:path extrusionOk="0" h="1976" w="1276">
                  <a:moveTo>
                    <a:pt x="38" y="63"/>
                  </a:moveTo>
                  <a:cubicBezTo>
                    <a:pt x="451" y="151"/>
                    <a:pt x="851" y="350"/>
                    <a:pt x="1026" y="763"/>
                  </a:cubicBezTo>
                  <a:cubicBezTo>
                    <a:pt x="1251" y="1263"/>
                    <a:pt x="976" y="1838"/>
                    <a:pt x="401" y="1863"/>
                  </a:cubicBezTo>
                  <a:cubicBezTo>
                    <a:pt x="326" y="1850"/>
                    <a:pt x="326" y="1963"/>
                    <a:pt x="401" y="1975"/>
                  </a:cubicBezTo>
                  <a:cubicBezTo>
                    <a:pt x="901" y="1963"/>
                    <a:pt x="1276" y="1538"/>
                    <a:pt x="1213" y="1050"/>
                  </a:cubicBezTo>
                  <a:cubicBezTo>
                    <a:pt x="1163" y="438"/>
                    <a:pt x="613" y="101"/>
                    <a:pt x="63" y="1"/>
                  </a:cubicBezTo>
                  <a:cubicBezTo>
                    <a:pt x="26" y="1"/>
                    <a:pt x="1" y="51"/>
                    <a:pt x="51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2" name="Google Shape;2902;p94"/>
            <p:cNvSpPr/>
            <p:nvPr/>
          </p:nvSpPr>
          <p:spPr>
            <a:xfrm>
              <a:off x="4075225" y="1283975"/>
              <a:ext cx="62825" cy="31575"/>
            </a:xfrm>
            <a:custGeom>
              <a:rect b="b" l="l" r="r" t="t"/>
              <a:pathLst>
                <a:path extrusionOk="0" h="1263" w="2513">
                  <a:moveTo>
                    <a:pt x="2450" y="651"/>
                  </a:moveTo>
                  <a:cubicBezTo>
                    <a:pt x="2150" y="638"/>
                    <a:pt x="1850" y="701"/>
                    <a:pt x="1588" y="851"/>
                  </a:cubicBezTo>
                  <a:cubicBezTo>
                    <a:pt x="888" y="1151"/>
                    <a:pt x="201" y="851"/>
                    <a:pt x="88" y="51"/>
                  </a:cubicBezTo>
                  <a:cubicBezTo>
                    <a:pt x="88" y="1"/>
                    <a:pt x="13" y="13"/>
                    <a:pt x="26" y="51"/>
                  </a:cubicBezTo>
                  <a:cubicBezTo>
                    <a:pt x="1" y="501"/>
                    <a:pt x="276" y="901"/>
                    <a:pt x="701" y="1051"/>
                  </a:cubicBezTo>
                  <a:cubicBezTo>
                    <a:pt x="1325" y="1263"/>
                    <a:pt x="1825" y="713"/>
                    <a:pt x="2450" y="738"/>
                  </a:cubicBezTo>
                  <a:cubicBezTo>
                    <a:pt x="2513" y="738"/>
                    <a:pt x="2513" y="651"/>
                    <a:pt x="2450" y="6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3" name="Google Shape;2903;p94"/>
            <p:cNvSpPr/>
            <p:nvPr/>
          </p:nvSpPr>
          <p:spPr>
            <a:xfrm>
              <a:off x="4073975" y="1268675"/>
              <a:ext cx="30950" cy="21275"/>
            </a:xfrm>
            <a:custGeom>
              <a:rect b="b" l="l" r="r" t="t"/>
              <a:pathLst>
                <a:path extrusionOk="0" h="851" w="1238">
                  <a:moveTo>
                    <a:pt x="188" y="800"/>
                  </a:moveTo>
                  <a:cubicBezTo>
                    <a:pt x="1" y="275"/>
                    <a:pt x="851" y="38"/>
                    <a:pt x="1175" y="288"/>
                  </a:cubicBezTo>
                  <a:cubicBezTo>
                    <a:pt x="1200" y="313"/>
                    <a:pt x="1238" y="263"/>
                    <a:pt x="1225" y="238"/>
                  </a:cubicBezTo>
                  <a:cubicBezTo>
                    <a:pt x="1063" y="0"/>
                    <a:pt x="676" y="63"/>
                    <a:pt x="451" y="163"/>
                  </a:cubicBezTo>
                  <a:cubicBezTo>
                    <a:pt x="176" y="275"/>
                    <a:pt x="1" y="525"/>
                    <a:pt x="113" y="813"/>
                  </a:cubicBezTo>
                  <a:cubicBezTo>
                    <a:pt x="138" y="850"/>
                    <a:pt x="201" y="838"/>
                    <a:pt x="188" y="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4" name="Google Shape;2904;p94"/>
            <p:cNvSpPr/>
            <p:nvPr/>
          </p:nvSpPr>
          <p:spPr>
            <a:xfrm>
              <a:off x="3834050" y="1371450"/>
              <a:ext cx="81250" cy="56275"/>
            </a:xfrm>
            <a:custGeom>
              <a:rect b="b" l="l" r="r" t="t"/>
              <a:pathLst>
                <a:path extrusionOk="0" h="2251" w="3250">
                  <a:moveTo>
                    <a:pt x="3162" y="38"/>
                  </a:moveTo>
                  <a:cubicBezTo>
                    <a:pt x="2362" y="988"/>
                    <a:pt x="1475" y="2063"/>
                    <a:pt x="88" y="1875"/>
                  </a:cubicBezTo>
                  <a:cubicBezTo>
                    <a:pt x="25" y="1863"/>
                    <a:pt x="0" y="1950"/>
                    <a:pt x="63" y="1963"/>
                  </a:cubicBezTo>
                  <a:cubicBezTo>
                    <a:pt x="1462" y="2250"/>
                    <a:pt x="2425" y="1051"/>
                    <a:pt x="3224" y="88"/>
                  </a:cubicBezTo>
                  <a:cubicBezTo>
                    <a:pt x="3249" y="51"/>
                    <a:pt x="3199" y="1"/>
                    <a:pt x="3162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5" name="Google Shape;2905;p94"/>
            <p:cNvSpPr/>
            <p:nvPr/>
          </p:nvSpPr>
          <p:spPr>
            <a:xfrm>
              <a:off x="4063675" y="1320225"/>
              <a:ext cx="30950" cy="15025"/>
            </a:xfrm>
            <a:custGeom>
              <a:rect b="b" l="l" r="r" t="t"/>
              <a:pathLst>
                <a:path extrusionOk="0" h="601" w="1238">
                  <a:moveTo>
                    <a:pt x="1175" y="13"/>
                  </a:moveTo>
                  <a:cubicBezTo>
                    <a:pt x="950" y="0"/>
                    <a:pt x="725" y="50"/>
                    <a:pt x="525" y="163"/>
                  </a:cubicBezTo>
                  <a:cubicBezTo>
                    <a:pt x="325" y="225"/>
                    <a:pt x="150" y="350"/>
                    <a:pt x="25" y="513"/>
                  </a:cubicBezTo>
                  <a:cubicBezTo>
                    <a:pt x="0" y="563"/>
                    <a:pt x="50" y="600"/>
                    <a:pt x="100" y="575"/>
                  </a:cubicBezTo>
                  <a:cubicBezTo>
                    <a:pt x="388" y="288"/>
                    <a:pt x="763" y="125"/>
                    <a:pt x="1175" y="100"/>
                  </a:cubicBezTo>
                  <a:cubicBezTo>
                    <a:pt x="1238" y="100"/>
                    <a:pt x="1225" y="13"/>
                    <a:pt x="1175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6" name="Google Shape;2906;p94"/>
            <p:cNvSpPr/>
            <p:nvPr/>
          </p:nvSpPr>
          <p:spPr>
            <a:xfrm>
              <a:off x="4063350" y="1319900"/>
              <a:ext cx="34075" cy="21900"/>
            </a:xfrm>
            <a:custGeom>
              <a:rect b="b" l="l" r="r" t="t"/>
              <a:pathLst>
                <a:path extrusionOk="0" h="876" w="1363">
                  <a:moveTo>
                    <a:pt x="51" y="638"/>
                  </a:moveTo>
                  <a:cubicBezTo>
                    <a:pt x="538" y="876"/>
                    <a:pt x="1151" y="576"/>
                    <a:pt x="1338" y="88"/>
                  </a:cubicBezTo>
                  <a:cubicBezTo>
                    <a:pt x="1363" y="38"/>
                    <a:pt x="1276" y="1"/>
                    <a:pt x="1251" y="51"/>
                  </a:cubicBezTo>
                  <a:cubicBezTo>
                    <a:pt x="1051" y="463"/>
                    <a:pt x="538" y="763"/>
                    <a:pt x="101" y="551"/>
                  </a:cubicBezTo>
                  <a:cubicBezTo>
                    <a:pt x="51" y="526"/>
                    <a:pt x="1" y="601"/>
                    <a:pt x="51" y="6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7" name="Google Shape;2907;p94"/>
            <p:cNvSpPr/>
            <p:nvPr/>
          </p:nvSpPr>
          <p:spPr>
            <a:xfrm>
              <a:off x="4299850" y="1278975"/>
              <a:ext cx="132500" cy="60025"/>
            </a:xfrm>
            <a:custGeom>
              <a:rect b="b" l="l" r="r" t="t"/>
              <a:pathLst>
                <a:path extrusionOk="0" h="2401" w="5300">
                  <a:moveTo>
                    <a:pt x="63" y="651"/>
                  </a:moveTo>
                  <a:cubicBezTo>
                    <a:pt x="1600" y="363"/>
                    <a:pt x="4912" y="51"/>
                    <a:pt x="5224" y="2350"/>
                  </a:cubicBezTo>
                  <a:cubicBezTo>
                    <a:pt x="5224" y="2388"/>
                    <a:pt x="5299" y="2400"/>
                    <a:pt x="5287" y="2350"/>
                  </a:cubicBezTo>
                  <a:cubicBezTo>
                    <a:pt x="5075" y="1"/>
                    <a:pt x="1638" y="276"/>
                    <a:pt x="51" y="576"/>
                  </a:cubicBezTo>
                  <a:cubicBezTo>
                    <a:pt x="1" y="588"/>
                    <a:pt x="26" y="663"/>
                    <a:pt x="76" y="6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8" name="Google Shape;2908;p94"/>
            <p:cNvSpPr/>
            <p:nvPr/>
          </p:nvSpPr>
          <p:spPr>
            <a:xfrm>
              <a:off x="4363900" y="1311175"/>
              <a:ext cx="60950" cy="65000"/>
            </a:xfrm>
            <a:custGeom>
              <a:rect b="b" l="l" r="r" t="t"/>
              <a:pathLst>
                <a:path extrusionOk="0" h="2600" w="2438">
                  <a:moveTo>
                    <a:pt x="1463" y="75"/>
                  </a:moveTo>
                  <a:cubicBezTo>
                    <a:pt x="2088" y="400"/>
                    <a:pt x="2350" y="1175"/>
                    <a:pt x="1938" y="1762"/>
                  </a:cubicBezTo>
                  <a:cubicBezTo>
                    <a:pt x="1550" y="2299"/>
                    <a:pt x="588" y="2474"/>
                    <a:pt x="113" y="1950"/>
                  </a:cubicBezTo>
                  <a:cubicBezTo>
                    <a:pt x="76" y="1900"/>
                    <a:pt x="1" y="1975"/>
                    <a:pt x="38" y="2025"/>
                  </a:cubicBezTo>
                  <a:cubicBezTo>
                    <a:pt x="538" y="2599"/>
                    <a:pt x="1600" y="2412"/>
                    <a:pt x="2013" y="1825"/>
                  </a:cubicBezTo>
                  <a:cubicBezTo>
                    <a:pt x="2438" y="1187"/>
                    <a:pt x="2200" y="325"/>
                    <a:pt x="1500" y="13"/>
                  </a:cubicBezTo>
                  <a:cubicBezTo>
                    <a:pt x="1463" y="0"/>
                    <a:pt x="1438" y="50"/>
                    <a:pt x="1475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9" name="Google Shape;2909;p94"/>
            <p:cNvSpPr/>
            <p:nvPr/>
          </p:nvSpPr>
          <p:spPr>
            <a:xfrm>
              <a:off x="4353900" y="1318975"/>
              <a:ext cx="35950" cy="46575"/>
            </a:xfrm>
            <a:custGeom>
              <a:rect b="b" l="l" r="r" t="t"/>
              <a:pathLst>
                <a:path extrusionOk="0" h="1863" w="1438">
                  <a:moveTo>
                    <a:pt x="726" y="1787"/>
                  </a:moveTo>
                  <a:cubicBezTo>
                    <a:pt x="326" y="1600"/>
                    <a:pt x="138" y="1138"/>
                    <a:pt x="301" y="725"/>
                  </a:cubicBezTo>
                  <a:cubicBezTo>
                    <a:pt x="476" y="275"/>
                    <a:pt x="926" y="163"/>
                    <a:pt x="1363" y="288"/>
                  </a:cubicBezTo>
                  <a:cubicBezTo>
                    <a:pt x="1400" y="300"/>
                    <a:pt x="1438" y="225"/>
                    <a:pt x="1388" y="200"/>
                  </a:cubicBezTo>
                  <a:cubicBezTo>
                    <a:pt x="938" y="0"/>
                    <a:pt x="401" y="213"/>
                    <a:pt x="201" y="675"/>
                  </a:cubicBezTo>
                  <a:cubicBezTo>
                    <a:pt x="1" y="1138"/>
                    <a:pt x="226" y="1675"/>
                    <a:pt x="688" y="1850"/>
                  </a:cubicBezTo>
                  <a:cubicBezTo>
                    <a:pt x="738" y="1862"/>
                    <a:pt x="763" y="1812"/>
                    <a:pt x="726" y="17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0" name="Google Shape;2910;p94"/>
            <p:cNvSpPr/>
            <p:nvPr/>
          </p:nvSpPr>
          <p:spPr>
            <a:xfrm>
              <a:off x="4384200" y="1322725"/>
              <a:ext cx="17225" cy="30650"/>
            </a:xfrm>
            <a:custGeom>
              <a:rect b="b" l="l" r="r" t="t"/>
              <a:pathLst>
                <a:path extrusionOk="0" h="1226" w="689">
                  <a:moveTo>
                    <a:pt x="51" y="113"/>
                  </a:moveTo>
                  <a:cubicBezTo>
                    <a:pt x="638" y="75"/>
                    <a:pt x="688" y="1225"/>
                    <a:pt x="76" y="1038"/>
                  </a:cubicBezTo>
                  <a:cubicBezTo>
                    <a:pt x="26" y="1013"/>
                    <a:pt x="1" y="1100"/>
                    <a:pt x="63" y="1125"/>
                  </a:cubicBezTo>
                  <a:cubicBezTo>
                    <a:pt x="351" y="1213"/>
                    <a:pt x="638" y="988"/>
                    <a:pt x="626" y="688"/>
                  </a:cubicBezTo>
                  <a:cubicBezTo>
                    <a:pt x="626" y="375"/>
                    <a:pt x="388" y="0"/>
                    <a:pt x="38" y="38"/>
                  </a:cubicBezTo>
                  <a:cubicBezTo>
                    <a:pt x="1" y="38"/>
                    <a:pt x="1" y="113"/>
                    <a:pt x="51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1" name="Google Shape;2911;p94"/>
            <p:cNvSpPr/>
            <p:nvPr/>
          </p:nvSpPr>
          <p:spPr>
            <a:xfrm>
              <a:off x="4100225" y="1312425"/>
              <a:ext cx="55325" cy="71550"/>
            </a:xfrm>
            <a:custGeom>
              <a:rect b="b" l="l" r="r" t="t"/>
              <a:pathLst>
                <a:path extrusionOk="0" h="2862" w="2213">
                  <a:moveTo>
                    <a:pt x="375" y="50"/>
                  </a:moveTo>
                  <a:cubicBezTo>
                    <a:pt x="0" y="1325"/>
                    <a:pt x="775" y="2762"/>
                    <a:pt x="2175" y="2862"/>
                  </a:cubicBezTo>
                  <a:cubicBezTo>
                    <a:pt x="2200" y="2862"/>
                    <a:pt x="2212" y="2812"/>
                    <a:pt x="2175" y="2812"/>
                  </a:cubicBezTo>
                  <a:cubicBezTo>
                    <a:pt x="913" y="2474"/>
                    <a:pt x="100" y="1400"/>
                    <a:pt x="450" y="75"/>
                  </a:cubicBezTo>
                  <a:cubicBezTo>
                    <a:pt x="463" y="25"/>
                    <a:pt x="388" y="0"/>
                    <a:pt x="375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2" name="Google Shape;2912;p94"/>
            <p:cNvSpPr/>
            <p:nvPr/>
          </p:nvSpPr>
          <p:spPr>
            <a:xfrm>
              <a:off x="3780925" y="1389575"/>
              <a:ext cx="20025" cy="15350"/>
            </a:xfrm>
            <a:custGeom>
              <a:rect b="b" l="l" r="r" t="t"/>
              <a:pathLst>
                <a:path extrusionOk="0" h="614" w="801">
                  <a:moveTo>
                    <a:pt x="676" y="51"/>
                  </a:moveTo>
                  <a:cubicBezTo>
                    <a:pt x="538" y="276"/>
                    <a:pt x="301" y="438"/>
                    <a:pt x="38" y="501"/>
                  </a:cubicBezTo>
                  <a:cubicBezTo>
                    <a:pt x="1" y="526"/>
                    <a:pt x="1" y="613"/>
                    <a:pt x="63" y="601"/>
                  </a:cubicBezTo>
                  <a:cubicBezTo>
                    <a:pt x="363" y="563"/>
                    <a:pt x="626" y="376"/>
                    <a:pt x="763" y="101"/>
                  </a:cubicBezTo>
                  <a:cubicBezTo>
                    <a:pt x="801" y="51"/>
                    <a:pt x="713" y="1"/>
                    <a:pt x="676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3" name="Google Shape;2913;p94"/>
            <p:cNvSpPr/>
            <p:nvPr/>
          </p:nvSpPr>
          <p:spPr>
            <a:xfrm>
              <a:off x="3780300" y="1402400"/>
              <a:ext cx="16900" cy="5950"/>
            </a:xfrm>
            <a:custGeom>
              <a:rect b="b" l="l" r="r" t="t"/>
              <a:pathLst>
                <a:path extrusionOk="0" h="238" w="676">
                  <a:moveTo>
                    <a:pt x="63" y="125"/>
                  </a:moveTo>
                  <a:cubicBezTo>
                    <a:pt x="238" y="213"/>
                    <a:pt x="426" y="238"/>
                    <a:pt x="613" y="213"/>
                  </a:cubicBezTo>
                  <a:cubicBezTo>
                    <a:pt x="676" y="200"/>
                    <a:pt x="651" y="100"/>
                    <a:pt x="601" y="100"/>
                  </a:cubicBezTo>
                  <a:cubicBezTo>
                    <a:pt x="426" y="100"/>
                    <a:pt x="263" y="75"/>
                    <a:pt x="101" y="25"/>
                  </a:cubicBezTo>
                  <a:cubicBezTo>
                    <a:pt x="26" y="0"/>
                    <a:pt x="1" y="100"/>
                    <a:pt x="63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4" name="Google Shape;2914;p94"/>
            <p:cNvSpPr/>
            <p:nvPr/>
          </p:nvSpPr>
          <p:spPr>
            <a:xfrm>
              <a:off x="3799050" y="1384900"/>
              <a:ext cx="9400" cy="7525"/>
            </a:xfrm>
            <a:custGeom>
              <a:rect b="b" l="l" r="r" t="t"/>
              <a:pathLst>
                <a:path extrusionOk="0" h="301" w="376">
                  <a:moveTo>
                    <a:pt x="113" y="225"/>
                  </a:moveTo>
                  <a:cubicBezTo>
                    <a:pt x="163" y="188"/>
                    <a:pt x="238" y="213"/>
                    <a:pt x="276" y="263"/>
                  </a:cubicBezTo>
                  <a:cubicBezTo>
                    <a:pt x="301" y="300"/>
                    <a:pt x="376" y="263"/>
                    <a:pt x="351" y="213"/>
                  </a:cubicBezTo>
                  <a:cubicBezTo>
                    <a:pt x="301" y="63"/>
                    <a:pt x="126" y="0"/>
                    <a:pt x="38" y="163"/>
                  </a:cubicBezTo>
                  <a:cubicBezTo>
                    <a:pt x="1" y="213"/>
                    <a:pt x="76" y="263"/>
                    <a:pt x="113" y="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5" name="Google Shape;2915;p94"/>
            <p:cNvSpPr/>
            <p:nvPr/>
          </p:nvSpPr>
          <p:spPr>
            <a:xfrm>
              <a:off x="3806550" y="1390200"/>
              <a:ext cx="20025" cy="15650"/>
            </a:xfrm>
            <a:custGeom>
              <a:rect b="b" l="l" r="r" t="t"/>
              <a:pathLst>
                <a:path extrusionOk="0" h="626" w="801">
                  <a:moveTo>
                    <a:pt x="26" y="88"/>
                  </a:moveTo>
                  <a:cubicBezTo>
                    <a:pt x="188" y="338"/>
                    <a:pt x="450" y="626"/>
                    <a:pt x="763" y="563"/>
                  </a:cubicBezTo>
                  <a:cubicBezTo>
                    <a:pt x="800" y="551"/>
                    <a:pt x="800" y="488"/>
                    <a:pt x="763" y="476"/>
                  </a:cubicBezTo>
                  <a:cubicBezTo>
                    <a:pt x="488" y="413"/>
                    <a:pt x="250" y="263"/>
                    <a:pt x="101" y="38"/>
                  </a:cubicBezTo>
                  <a:cubicBezTo>
                    <a:pt x="63" y="1"/>
                    <a:pt x="1" y="51"/>
                    <a:pt x="26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6" name="Google Shape;2916;p94"/>
            <p:cNvSpPr/>
            <p:nvPr/>
          </p:nvSpPr>
          <p:spPr>
            <a:xfrm>
              <a:off x="3801875" y="1399900"/>
              <a:ext cx="24375" cy="10325"/>
            </a:xfrm>
            <a:custGeom>
              <a:rect b="b" l="l" r="r" t="t"/>
              <a:pathLst>
                <a:path extrusionOk="0" h="413" w="975">
                  <a:moveTo>
                    <a:pt x="862" y="125"/>
                  </a:moveTo>
                  <a:cubicBezTo>
                    <a:pt x="612" y="288"/>
                    <a:pt x="362" y="225"/>
                    <a:pt x="138" y="50"/>
                  </a:cubicBezTo>
                  <a:cubicBezTo>
                    <a:pt x="88" y="0"/>
                    <a:pt x="0" y="88"/>
                    <a:pt x="63" y="138"/>
                  </a:cubicBezTo>
                  <a:cubicBezTo>
                    <a:pt x="288" y="375"/>
                    <a:pt x="662" y="412"/>
                    <a:pt x="925" y="200"/>
                  </a:cubicBezTo>
                  <a:cubicBezTo>
                    <a:pt x="975" y="163"/>
                    <a:pt x="912" y="88"/>
                    <a:pt x="862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7" name="Google Shape;2917;p94"/>
            <p:cNvSpPr/>
            <p:nvPr/>
          </p:nvSpPr>
          <p:spPr>
            <a:xfrm>
              <a:off x="3791550" y="1399900"/>
              <a:ext cx="13475" cy="7825"/>
            </a:xfrm>
            <a:custGeom>
              <a:rect b="b" l="l" r="r" t="t"/>
              <a:pathLst>
                <a:path extrusionOk="0" h="313" w="539">
                  <a:moveTo>
                    <a:pt x="413" y="50"/>
                  </a:moveTo>
                  <a:cubicBezTo>
                    <a:pt x="313" y="138"/>
                    <a:pt x="188" y="200"/>
                    <a:pt x="63" y="213"/>
                  </a:cubicBezTo>
                  <a:cubicBezTo>
                    <a:pt x="1" y="213"/>
                    <a:pt x="26" y="300"/>
                    <a:pt x="76" y="300"/>
                  </a:cubicBezTo>
                  <a:cubicBezTo>
                    <a:pt x="238" y="313"/>
                    <a:pt x="388" y="250"/>
                    <a:pt x="501" y="138"/>
                  </a:cubicBezTo>
                  <a:cubicBezTo>
                    <a:pt x="538" y="75"/>
                    <a:pt x="476" y="0"/>
                    <a:pt x="413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8" name="Google Shape;2918;p94"/>
            <p:cNvSpPr/>
            <p:nvPr/>
          </p:nvSpPr>
          <p:spPr>
            <a:xfrm>
              <a:off x="3796550" y="1409275"/>
              <a:ext cx="14400" cy="12500"/>
            </a:xfrm>
            <a:custGeom>
              <a:rect b="b" l="l" r="r" t="t"/>
              <a:pathLst>
                <a:path extrusionOk="0" h="500" w="576">
                  <a:moveTo>
                    <a:pt x="301" y="25"/>
                  </a:moveTo>
                  <a:cubicBezTo>
                    <a:pt x="176" y="37"/>
                    <a:pt x="38" y="75"/>
                    <a:pt x="26" y="212"/>
                  </a:cubicBezTo>
                  <a:cubicBezTo>
                    <a:pt x="1" y="337"/>
                    <a:pt x="101" y="437"/>
                    <a:pt x="213" y="437"/>
                  </a:cubicBezTo>
                  <a:cubicBezTo>
                    <a:pt x="513" y="500"/>
                    <a:pt x="575" y="37"/>
                    <a:pt x="276" y="13"/>
                  </a:cubicBezTo>
                  <a:cubicBezTo>
                    <a:pt x="201" y="0"/>
                    <a:pt x="188" y="125"/>
                    <a:pt x="263" y="137"/>
                  </a:cubicBezTo>
                  <a:lnTo>
                    <a:pt x="301" y="150"/>
                  </a:lnTo>
                  <a:cubicBezTo>
                    <a:pt x="376" y="150"/>
                    <a:pt x="376" y="25"/>
                    <a:pt x="301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9" name="Google Shape;2919;p94"/>
            <p:cNvSpPr/>
            <p:nvPr/>
          </p:nvSpPr>
          <p:spPr>
            <a:xfrm>
              <a:off x="3796550" y="4276950"/>
              <a:ext cx="111875" cy="104375"/>
            </a:xfrm>
            <a:custGeom>
              <a:rect b="b" l="l" r="r" t="t"/>
              <a:pathLst>
                <a:path extrusionOk="0" h="4175" w="4475">
                  <a:moveTo>
                    <a:pt x="2675" y="3887"/>
                  </a:moveTo>
                  <a:cubicBezTo>
                    <a:pt x="1100" y="4074"/>
                    <a:pt x="1" y="2275"/>
                    <a:pt x="1150" y="1050"/>
                  </a:cubicBezTo>
                  <a:cubicBezTo>
                    <a:pt x="2025" y="113"/>
                    <a:pt x="3487" y="563"/>
                    <a:pt x="4399" y="1212"/>
                  </a:cubicBezTo>
                  <a:cubicBezTo>
                    <a:pt x="4424" y="1237"/>
                    <a:pt x="4474" y="1175"/>
                    <a:pt x="4437" y="1150"/>
                  </a:cubicBezTo>
                  <a:cubicBezTo>
                    <a:pt x="3425" y="213"/>
                    <a:pt x="1488" y="0"/>
                    <a:pt x="763" y="1375"/>
                  </a:cubicBezTo>
                  <a:cubicBezTo>
                    <a:pt x="51" y="2725"/>
                    <a:pt x="1225" y="4174"/>
                    <a:pt x="2675" y="3999"/>
                  </a:cubicBezTo>
                  <a:cubicBezTo>
                    <a:pt x="2737" y="3999"/>
                    <a:pt x="2737" y="3874"/>
                    <a:pt x="2675" y="38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0" name="Google Shape;2920;p94"/>
            <p:cNvSpPr/>
            <p:nvPr/>
          </p:nvSpPr>
          <p:spPr>
            <a:xfrm>
              <a:off x="3903400" y="4301950"/>
              <a:ext cx="263400" cy="146850"/>
            </a:xfrm>
            <a:custGeom>
              <a:rect b="b" l="l" r="r" t="t"/>
              <a:pathLst>
                <a:path extrusionOk="0" h="5874" w="10536">
                  <a:moveTo>
                    <a:pt x="26" y="75"/>
                  </a:moveTo>
                  <a:cubicBezTo>
                    <a:pt x="1338" y="1950"/>
                    <a:pt x="2537" y="4361"/>
                    <a:pt x="4862" y="5136"/>
                  </a:cubicBezTo>
                  <a:cubicBezTo>
                    <a:pt x="6586" y="5724"/>
                    <a:pt x="9073" y="5873"/>
                    <a:pt x="10510" y="4611"/>
                  </a:cubicBezTo>
                  <a:cubicBezTo>
                    <a:pt x="10535" y="4586"/>
                    <a:pt x="10510" y="4536"/>
                    <a:pt x="10473" y="4561"/>
                  </a:cubicBezTo>
                  <a:cubicBezTo>
                    <a:pt x="8848" y="5761"/>
                    <a:pt x="6074" y="5586"/>
                    <a:pt x="4324" y="4736"/>
                  </a:cubicBezTo>
                  <a:cubicBezTo>
                    <a:pt x="2412" y="3812"/>
                    <a:pt x="1300" y="1700"/>
                    <a:pt x="88" y="38"/>
                  </a:cubicBezTo>
                  <a:cubicBezTo>
                    <a:pt x="63" y="0"/>
                    <a:pt x="1" y="38"/>
                    <a:pt x="26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1" name="Google Shape;2921;p94"/>
            <p:cNvSpPr/>
            <p:nvPr/>
          </p:nvSpPr>
          <p:spPr>
            <a:xfrm>
              <a:off x="4099600" y="4324125"/>
              <a:ext cx="100300" cy="85000"/>
            </a:xfrm>
            <a:custGeom>
              <a:rect b="b" l="l" r="r" t="t"/>
              <a:pathLst>
                <a:path extrusionOk="0" h="3400" w="4012">
                  <a:moveTo>
                    <a:pt x="2925" y="3362"/>
                  </a:moveTo>
                  <a:cubicBezTo>
                    <a:pt x="3425" y="2500"/>
                    <a:pt x="3612" y="1312"/>
                    <a:pt x="2787" y="575"/>
                  </a:cubicBezTo>
                  <a:cubicBezTo>
                    <a:pt x="2312" y="150"/>
                    <a:pt x="1175" y="0"/>
                    <a:pt x="625" y="413"/>
                  </a:cubicBezTo>
                  <a:cubicBezTo>
                    <a:pt x="0" y="900"/>
                    <a:pt x="88" y="2050"/>
                    <a:pt x="813" y="2375"/>
                  </a:cubicBezTo>
                  <a:cubicBezTo>
                    <a:pt x="1263" y="2575"/>
                    <a:pt x="1775" y="2550"/>
                    <a:pt x="2187" y="2300"/>
                  </a:cubicBezTo>
                  <a:cubicBezTo>
                    <a:pt x="2837" y="1937"/>
                    <a:pt x="3237" y="975"/>
                    <a:pt x="3987" y="863"/>
                  </a:cubicBezTo>
                  <a:cubicBezTo>
                    <a:pt x="4012" y="863"/>
                    <a:pt x="3999" y="825"/>
                    <a:pt x="3987" y="825"/>
                  </a:cubicBezTo>
                  <a:cubicBezTo>
                    <a:pt x="3575" y="838"/>
                    <a:pt x="3337" y="1100"/>
                    <a:pt x="3062" y="1387"/>
                  </a:cubicBezTo>
                  <a:cubicBezTo>
                    <a:pt x="2787" y="1675"/>
                    <a:pt x="2500" y="2050"/>
                    <a:pt x="2137" y="2200"/>
                  </a:cubicBezTo>
                  <a:cubicBezTo>
                    <a:pt x="1275" y="2575"/>
                    <a:pt x="288" y="2325"/>
                    <a:pt x="425" y="1200"/>
                  </a:cubicBezTo>
                  <a:cubicBezTo>
                    <a:pt x="350" y="850"/>
                    <a:pt x="488" y="638"/>
                    <a:pt x="838" y="550"/>
                  </a:cubicBezTo>
                  <a:cubicBezTo>
                    <a:pt x="913" y="425"/>
                    <a:pt x="1050" y="338"/>
                    <a:pt x="1213" y="338"/>
                  </a:cubicBezTo>
                  <a:cubicBezTo>
                    <a:pt x="1275" y="338"/>
                    <a:pt x="1325" y="338"/>
                    <a:pt x="1388" y="338"/>
                  </a:cubicBezTo>
                  <a:cubicBezTo>
                    <a:pt x="1650" y="313"/>
                    <a:pt x="1900" y="325"/>
                    <a:pt x="2150" y="375"/>
                  </a:cubicBezTo>
                  <a:cubicBezTo>
                    <a:pt x="3525" y="713"/>
                    <a:pt x="3387" y="2375"/>
                    <a:pt x="2850" y="3312"/>
                  </a:cubicBezTo>
                  <a:cubicBezTo>
                    <a:pt x="2825" y="3362"/>
                    <a:pt x="2900" y="3399"/>
                    <a:pt x="2925" y="33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2" name="Google Shape;2922;p94"/>
            <p:cNvSpPr/>
            <p:nvPr/>
          </p:nvSpPr>
          <p:spPr>
            <a:xfrm>
              <a:off x="4206450" y="4341000"/>
              <a:ext cx="55325" cy="13450"/>
            </a:xfrm>
            <a:custGeom>
              <a:rect b="b" l="l" r="r" t="t"/>
              <a:pathLst>
                <a:path extrusionOk="0" h="538" w="2213">
                  <a:moveTo>
                    <a:pt x="50" y="150"/>
                  </a:moveTo>
                  <a:cubicBezTo>
                    <a:pt x="838" y="75"/>
                    <a:pt x="1437" y="300"/>
                    <a:pt x="2162" y="525"/>
                  </a:cubicBezTo>
                  <a:cubicBezTo>
                    <a:pt x="2200" y="537"/>
                    <a:pt x="2212" y="488"/>
                    <a:pt x="2187" y="475"/>
                  </a:cubicBezTo>
                  <a:cubicBezTo>
                    <a:pt x="1600" y="50"/>
                    <a:pt x="750" y="0"/>
                    <a:pt x="50" y="75"/>
                  </a:cubicBezTo>
                  <a:cubicBezTo>
                    <a:pt x="0" y="75"/>
                    <a:pt x="0" y="150"/>
                    <a:pt x="50" y="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3" name="Google Shape;2923;p94"/>
            <p:cNvSpPr/>
            <p:nvPr/>
          </p:nvSpPr>
          <p:spPr>
            <a:xfrm>
              <a:off x="3933700" y="4288500"/>
              <a:ext cx="82500" cy="96575"/>
            </a:xfrm>
            <a:custGeom>
              <a:rect b="b" l="l" r="r" t="t"/>
              <a:pathLst>
                <a:path extrusionOk="0" h="3863" w="3300">
                  <a:moveTo>
                    <a:pt x="1100" y="3787"/>
                  </a:moveTo>
                  <a:cubicBezTo>
                    <a:pt x="576" y="3125"/>
                    <a:pt x="113" y="2300"/>
                    <a:pt x="363" y="1413"/>
                  </a:cubicBezTo>
                  <a:cubicBezTo>
                    <a:pt x="501" y="950"/>
                    <a:pt x="813" y="563"/>
                    <a:pt x="1250" y="363"/>
                  </a:cubicBezTo>
                  <a:cubicBezTo>
                    <a:pt x="1525" y="201"/>
                    <a:pt x="1838" y="126"/>
                    <a:pt x="2163" y="126"/>
                  </a:cubicBezTo>
                  <a:cubicBezTo>
                    <a:pt x="2887" y="138"/>
                    <a:pt x="3037" y="563"/>
                    <a:pt x="2613" y="1388"/>
                  </a:cubicBezTo>
                  <a:cubicBezTo>
                    <a:pt x="2588" y="1350"/>
                    <a:pt x="2513" y="1388"/>
                    <a:pt x="2550" y="1438"/>
                  </a:cubicBezTo>
                  <a:cubicBezTo>
                    <a:pt x="2837" y="1800"/>
                    <a:pt x="3175" y="1388"/>
                    <a:pt x="3212" y="1050"/>
                  </a:cubicBezTo>
                  <a:cubicBezTo>
                    <a:pt x="3300" y="376"/>
                    <a:pt x="2625" y="1"/>
                    <a:pt x="2038" y="26"/>
                  </a:cubicBezTo>
                  <a:cubicBezTo>
                    <a:pt x="1250" y="51"/>
                    <a:pt x="463" y="601"/>
                    <a:pt x="251" y="1388"/>
                  </a:cubicBezTo>
                  <a:cubicBezTo>
                    <a:pt x="1" y="2300"/>
                    <a:pt x="476" y="3162"/>
                    <a:pt x="1063" y="3837"/>
                  </a:cubicBezTo>
                  <a:cubicBezTo>
                    <a:pt x="1088" y="3862"/>
                    <a:pt x="1125" y="3825"/>
                    <a:pt x="1100" y="37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4" name="Google Shape;2924;p94"/>
            <p:cNvSpPr/>
            <p:nvPr/>
          </p:nvSpPr>
          <p:spPr>
            <a:xfrm>
              <a:off x="3920575" y="4246025"/>
              <a:ext cx="22850" cy="110925"/>
            </a:xfrm>
            <a:custGeom>
              <a:rect b="b" l="l" r="r" t="t"/>
              <a:pathLst>
                <a:path extrusionOk="0" h="4437" w="914">
                  <a:moveTo>
                    <a:pt x="876" y="4324"/>
                  </a:moveTo>
                  <a:cubicBezTo>
                    <a:pt x="26" y="3324"/>
                    <a:pt x="1" y="1187"/>
                    <a:pt x="588" y="63"/>
                  </a:cubicBezTo>
                  <a:cubicBezTo>
                    <a:pt x="588" y="25"/>
                    <a:pt x="551" y="0"/>
                    <a:pt x="526" y="25"/>
                  </a:cubicBezTo>
                  <a:cubicBezTo>
                    <a:pt x="1" y="712"/>
                    <a:pt x="88" y="1712"/>
                    <a:pt x="176" y="2512"/>
                  </a:cubicBezTo>
                  <a:cubicBezTo>
                    <a:pt x="251" y="3187"/>
                    <a:pt x="363" y="3862"/>
                    <a:pt x="826" y="4386"/>
                  </a:cubicBezTo>
                  <a:cubicBezTo>
                    <a:pt x="851" y="4436"/>
                    <a:pt x="913" y="4374"/>
                    <a:pt x="876" y="43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5" name="Google Shape;2925;p94"/>
            <p:cNvSpPr/>
            <p:nvPr/>
          </p:nvSpPr>
          <p:spPr>
            <a:xfrm>
              <a:off x="3930900" y="4234450"/>
              <a:ext cx="12200" cy="12225"/>
            </a:xfrm>
            <a:custGeom>
              <a:rect b="b" l="l" r="r" t="t"/>
              <a:pathLst>
                <a:path extrusionOk="0" h="489" w="488">
                  <a:moveTo>
                    <a:pt x="138" y="451"/>
                  </a:moveTo>
                  <a:cubicBezTo>
                    <a:pt x="225" y="488"/>
                    <a:pt x="325" y="476"/>
                    <a:pt x="400" y="401"/>
                  </a:cubicBezTo>
                  <a:cubicBezTo>
                    <a:pt x="463" y="338"/>
                    <a:pt x="488" y="251"/>
                    <a:pt x="463" y="163"/>
                  </a:cubicBezTo>
                  <a:cubicBezTo>
                    <a:pt x="463" y="126"/>
                    <a:pt x="450" y="101"/>
                    <a:pt x="425" y="76"/>
                  </a:cubicBezTo>
                  <a:cubicBezTo>
                    <a:pt x="400" y="51"/>
                    <a:pt x="363" y="26"/>
                    <a:pt x="325" y="26"/>
                  </a:cubicBezTo>
                  <a:cubicBezTo>
                    <a:pt x="200" y="1"/>
                    <a:pt x="75" y="76"/>
                    <a:pt x="25" y="188"/>
                  </a:cubicBezTo>
                  <a:cubicBezTo>
                    <a:pt x="0" y="313"/>
                    <a:pt x="113" y="438"/>
                    <a:pt x="238" y="4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6" name="Google Shape;2926;p94"/>
            <p:cNvSpPr/>
            <p:nvPr/>
          </p:nvSpPr>
          <p:spPr>
            <a:xfrm>
              <a:off x="3926825" y="4232575"/>
              <a:ext cx="18475" cy="15975"/>
            </a:xfrm>
            <a:custGeom>
              <a:rect b="b" l="l" r="r" t="t"/>
              <a:pathLst>
                <a:path extrusionOk="0" h="639" w="739">
                  <a:moveTo>
                    <a:pt x="276" y="588"/>
                  </a:moveTo>
                  <a:cubicBezTo>
                    <a:pt x="451" y="638"/>
                    <a:pt x="626" y="551"/>
                    <a:pt x="676" y="376"/>
                  </a:cubicBezTo>
                  <a:cubicBezTo>
                    <a:pt x="738" y="238"/>
                    <a:pt x="651" y="76"/>
                    <a:pt x="488" y="51"/>
                  </a:cubicBezTo>
                  <a:cubicBezTo>
                    <a:pt x="88" y="1"/>
                    <a:pt x="1" y="563"/>
                    <a:pt x="401" y="563"/>
                  </a:cubicBezTo>
                  <a:cubicBezTo>
                    <a:pt x="451" y="563"/>
                    <a:pt x="463" y="488"/>
                    <a:pt x="413" y="476"/>
                  </a:cubicBezTo>
                  <a:cubicBezTo>
                    <a:pt x="301" y="151"/>
                    <a:pt x="313" y="76"/>
                    <a:pt x="476" y="263"/>
                  </a:cubicBezTo>
                  <a:cubicBezTo>
                    <a:pt x="651" y="363"/>
                    <a:pt x="588" y="438"/>
                    <a:pt x="313" y="463"/>
                  </a:cubicBezTo>
                  <a:cubicBezTo>
                    <a:pt x="238" y="438"/>
                    <a:pt x="201" y="563"/>
                    <a:pt x="276" y="5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7" name="Google Shape;2927;p94"/>
            <p:cNvSpPr/>
            <p:nvPr/>
          </p:nvSpPr>
          <p:spPr>
            <a:xfrm>
              <a:off x="4169275" y="4411600"/>
              <a:ext cx="2825" cy="3150"/>
            </a:xfrm>
            <a:custGeom>
              <a:rect b="b" l="l" r="r" t="t"/>
              <a:pathLst>
                <a:path extrusionOk="0" h="126" w="113">
                  <a:moveTo>
                    <a:pt x="88" y="63"/>
                  </a:moveTo>
                  <a:cubicBezTo>
                    <a:pt x="88" y="50"/>
                    <a:pt x="88" y="38"/>
                    <a:pt x="88" y="25"/>
                  </a:cubicBezTo>
                  <a:cubicBezTo>
                    <a:pt x="75" y="0"/>
                    <a:pt x="38" y="0"/>
                    <a:pt x="25" y="25"/>
                  </a:cubicBezTo>
                  <a:lnTo>
                    <a:pt x="13" y="63"/>
                  </a:lnTo>
                  <a:cubicBezTo>
                    <a:pt x="0" y="125"/>
                    <a:pt x="113" y="125"/>
                    <a:pt x="88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8" name="Google Shape;2928;p94"/>
            <p:cNvSpPr/>
            <p:nvPr/>
          </p:nvSpPr>
          <p:spPr>
            <a:xfrm>
              <a:off x="4259250" y="4353500"/>
              <a:ext cx="41875" cy="17825"/>
            </a:xfrm>
            <a:custGeom>
              <a:rect b="b" l="l" r="r" t="t"/>
              <a:pathLst>
                <a:path extrusionOk="0" h="713" w="1675">
                  <a:moveTo>
                    <a:pt x="25" y="100"/>
                  </a:moveTo>
                  <a:cubicBezTo>
                    <a:pt x="213" y="625"/>
                    <a:pt x="1175" y="712"/>
                    <a:pt x="1625" y="562"/>
                  </a:cubicBezTo>
                  <a:cubicBezTo>
                    <a:pt x="1675" y="550"/>
                    <a:pt x="1675" y="462"/>
                    <a:pt x="1612" y="462"/>
                  </a:cubicBezTo>
                  <a:cubicBezTo>
                    <a:pt x="1375" y="512"/>
                    <a:pt x="1125" y="512"/>
                    <a:pt x="875" y="475"/>
                  </a:cubicBezTo>
                  <a:cubicBezTo>
                    <a:pt x="650" y="425"/>
                    <a:pt x="225" y="325"/>
                    <a:pt x="125" y="62"/>
                  </a:cubicBezTo>
                  <a:cubicBezTo>
                    <a:pt x="100" y="0"/>
                    <a:pt x="0" y="25"/>
                    <a:pt x="25" y="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9" name="Google Shape;2929;p94"/>
            <p:cNvSpPr/>
            <p:nvPr/>
          </p:nvSpPr>
          <p:spPr>
            <a:xfrm>
              <a:off x="4259250" y="4349125"/>
              <a:ext cx="42200" cy="19700"/>
            </a:xfrm>
            <a:custGeom>
              <a:rect b="b" l="l" r="r" t="t"/>
              <a:pathLst>
                <a:path extrusionOk="0" h="788" w="1688">
                  <a:moveTo>
                    <a:pt x="1650" y="675"/>
                  </a:moveTo>
                  <a:cubicBezTo>
                    <a:pt x="1287" y="312"/>
                    <a:pt x="575" y="0"/>
                    <a:pt x="63" y="138"/>
                  </a:cubicBezTo>
                  <a:cubicBezTo>
                    <a:pt x="0" y="163"/>
                    <a:pt x="25" y="237"/>
                    <a:pt x="88" y="237"/>
                  </a:cubicBezTo>
                  <a:cubicBezTo>
                    <a:pt x="638" y="175"/>
                    <a:pt x="1175" y="362"/>
                    <a:pt x="1587" y="737"/>
                  </a:cubicBezTo>
                  <a:cubicBezTo>
                    <a:pt x="1625" y="787"/>
                    <a:pt x="1687" y="712"/>
                    <a:pt x="1650" y="6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0" name="Google Shape;2930;p94"/>
            <p:cNvSpPr/>
            <p:nvPr/>
          </p:nvSpPr>
          <p:spPr>
            <a:xfrm>
              <a:off x="4198950" y="4314750"/>
              <a:ext cx="33150" cy="30025"/>
            </a:xfrm>
            <a:custGeom>
              <a:rect b="b" l="l" r="r" t="t"/>
              <a:pathLst>
                <a:path extrusionOk="0" h="1201" w="1326">
                  <a:moveTo>
                    <a:pt x="50" y="1188"/>
                  </a:moveTo>
                  <a:cubicBezTo>
                    <a:pt x="400" y="1200"/>
                    <a:pt x="663" y="1025"/>
                    <a:pt x="925" y="825"/>
                  </a:cubicBezTo>
                  <a:cubicBezTo>
                    <a:pt x="1175" y="638"/>
                    <a:pt x="1325" y="363"/>
                    <a:pt x="1325" y="50"/>
                  </a:cubicBezTo>
                  <a:cubicBezTo>
                    <a:pt x="1325" y="13"/>
                    <a:pt x="1263" y="0"/>
                    <a:pt x="1250" y="38"/>
                  </a:cubicBezTo>
                  <a:cubicBezTo>
                    <a:pt x="1238" y="325"/>
                    <a:pt x="1088" y="588"/>
                    <a:pt x="863" y="763"/>
                  </a:cubicBezTo>
                  <a:cubicBezTo>
                    <a:pt x="625" y="950"/>
                    <a:pt x="375" y="1125"/>
                    <a:pt x="50" y="1113"/>
                  </a:cubicBezTo>
                  <a:cubicBezTo>
                    <a:pt x="0" y="1113"/>
                    <a:pt x="0" y="1188"/>
                    <a:pt x="50" y="1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1" name="Google Shape;2931;p94"/>
            <p:cNvSpPr/>
            <p:nvPr/>
          </p:nvSpPr>
          <p:spPr>
            <a:xfrm>
              <a:off x="4199575" y="4315050"/>
              <a:ext cx="33150" cy="29100"/>
            </a:xfrm>
            <a:custGeom>
              <a:rect b="b" l="l" r="r" t="t"/>
              <a:pathLst>
                <a:path extrusionOk="0" h="1164" w="1326">
                  <a:moveTo>
                    <a:pt x="1250" y="1"/>
                  </a:moveTo>
                  <a:cubicBezTo>
                    <a:pt x="700" y="88"/>
                    <a:pt x="113" y="488"/>
                    <a:pt x="0" y="1076"/>
                  </a:cubicBezTo>
                  <a:cubicBezTo>
                    <a:pt x="0" y="1138"/>
                    <a:pt x="75" y="1163"/>
                    <a:pt x="113" y="1113"/>
                  </a:cubicBezTo>
                  <a:cubicBezTo>
                    <a:pt x="250" y="876"/>
                    <a:pt x="300" y="651"/>
                    <a:pt x="538" y="463"/>
                  </a:cubicBezTo>
                  <a:cubicBezTo>
                    <a:pt x="763" y="288"/>
                    <a:pt x="1013" y="163"/>
                    <a:pt x="1275" y="76"/>
                  </a:cubicBezTo>
                  <a:cubicBezTo>
                    <a:pt x="1325" y="63"/>
                    <a:pt x="1300" y="1"/>
                    <a:pt x="12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2" name="Google Shape;2932;p94"/>
            <p:cNvSpPr/>
            <p:nvPr/>
          </p:nvSpPr>
          <p:spPr>
            <a:xfrm>
              <a:off x="3891225" y="4250400"/>
              <a:ext cx="38450" cy="86550"/>
            </a:xfrm>
            <a:custGeom>
              <a:rect b="b" l="l" r="r" t="t"/>
              <a:pathLst>
                <a:path extrusionOk="0" h="3462" w="1538">
                  <a:moveTo>
                    <a:pt x="1512" y="3387"/>
                  </a:moveTo>
                  <a:cubicBezTo>
                    <a:pt x="800" y="2399"/>
                    <a:pt x="325" y="1262"/>
                    <a:pt x="100" y="63"/>
                  </a:cubicBezTo>
                  <a:cubicBezTo>
                    <a:pt x="88" y="0"/>
                    <a:pt x="0" y="25"/>
                    <a:pt x="13" y="88"/>
                  </a:cubicBezTo>
                  <a:cubicBezTo>
                    <a:pt x="225" y="1300"/>
                    <a:pt x="712" y="2437"/>
                    <a:pt x="1450" y="3424"/>
                  </a:cubicBezTo>
                  <a:cubicBezTo>
                    <a:pt x="1475" y="3462"/>
                    <a:pt x="1537" y="3424"/>
                    <a:pt x="1512" y="33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3" name="Google Shape;2933;p94"/>
            <p:cNvSpPr/>
            <p:nvPr/>
          </p:nvSpPr>
          <p:spPr>
            <a:xfrm>
              <a:off x="3880900" y="4236650"/>
              <a:ext cx="17850" cy="16275"/>
            </a:xfrm>
            <a:custGeom>
              <a:rect b="b" l="l" r="r" t="t"/>
              <a:pathLst>
                <a:path extrusionOk="0" h="651" w="714">
                  <a:moveTo>
                    <a:pt x="526" y="563"/>
                  </a:moveTo>
                  <a:cubicBezTo>
                    <a:pt x="713" y="350"/>
                    <a:pt x="488" y="0"/>
                    <a:pt x="238" y="200"/>
                  </a:cubicBezTo>
                  <a:cubicBezTo>
                    <a:pt x="1" y="400"/>
                    <a:pt x="338" y="650"/>
                    <a:pt x="551" y="550"/>
                  </a:cubicBezTo>
                  <a:cubicBezTo>
                    <a:pt x="588" y="538"/>
                    <a:pt x="576" y="475"/>
                    <a:pt x="538" y="475"/>
                  </a:cubicBezTo>
                  <a:cubicBezTo>
                    <a:pt x="501" y="475"/>
                    <a:pt x="463" y="475"/>
                    <a:pt x="426" y="475"/>
                  </a:cubicBezTo>
                  <a:cubicBezTo>
                    <a:pt x="338" y="463"/>
                    <a:pt x="351" y="475"/>
                    <a:pt x="463" y="500"/>
                  </a:cubicBezTo>
                  <a:cubicBezTo>
                    <a:pt x="426" y="538"/>
                    <a:pt x="488" y="600"/>
                    <a:pt x="526" y="5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4" name="Google Shape;2934;p94"/>
            <p:cNvSpPr/>
            <p:nvPr/>
          </p:nvSpPr>
          <p:spPr>
            <a:xfrm>
              <a:off x="3936525" y="4266325"/>
              <a:ext cx="30625" cy="82200"/>
            </a:xfrm>
            <a:custGeom>
              <a:rect b="b" l="l" r="r" t="t"/>
              <a:pathLst>
                <a:path extrusionOk="0" h="3288" w="1225">
                  <a:moveTo>
                    <a:pt x="225" y="3225"/>
                  </a:moveTo>
                  <a:cubicBezTo>
                    <a:pt x="88" y="2012"/>
                    <a:pt x="413" y="1013"/>
                    <a:pt x="1200" y="75"/>
                  </a:cubicBezTo>
                  <a:cubicBezTo>
                    <a:pt x="1225" y="50"/>
                    <a:pt x="1175" y="0"/>
                    <a:pt x="1150" y="38"/>
                  </a:cubicBezTo>
                  <a:cubicBezTo>
                    <a:pt x="213" y="763"/>
                    <a:pt x="0" y="2125"/>
                    <a:pt x="125" y="3225"/>
                  </a:cubicBezTo>
                  <a:cubicBezTo>
                    <a:pt x="138" y="3287"/>
                    <a:pt x="225" y="3287"/>
                    <a:pt x="225" y="3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5" name="Google Shape;2935;p94"/>
            <p:cNvSpPr/>
            <p:nvPr/>
          </p:nvSpPr>
          <p:spPr>
            <a:xfrm>
              <a:off x="3963700" y="4258200"/>
              <a:ext cx="13450" cy="13775"/>
            </a:xfrm>
            <a:custGeom>
              <a:rect b="b" l="l" r="r" t="t"/>
              <a:pathLst>
                <a:path extrusionOk="0" h="551" w="538">
                  <a:moveTo>
                    <a:pt x="475" y="288"/>
                  </a:moveTo>
                  <a:cubicBezTo>
                    <a:pt x="538" y="38"/>
                    <a:pt x="13" y="1"/>
                    <a:pt x="25" y="263"/>
                  </a:cubicBezTo>
                  <a:cubicBezTo>
                    <a:pt x="0" y="550"/>
                    <a:pt x="425" y="525"/>
                    <a:pt x="425" y="238"/>
                  </a:cubicBezTo>
                  <a:cubicBezTo>
                    <a:pt x="425" y="200"/>
                    <a:pt x="375" y="188"/>
                    <a:pt x="363" y="225"/>
                  </a:cubicBezTo>
                  <a:cubicBezTo>
                    <a:pt x="300" y="275"/>
                    <a:pt x="313" y="300"/>
                    <a:pt x="413" y="300"/>
                  </a:cubicBezTo>
                  <a:cubicBezTo>
                    <a:pt x="413" y="338"/>
                    <a:pt x="475" y="338"/>
                    <a:pt x="475" y="3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6" name="Google Shape;2936;p94"/>
            <p:cNvSpPr/>
            <p:nvPr/>
          </p:nvSpPr>
          <p:spPr>
            <a:xfrm>
              <a:off x="4139900" y="4371600"/>
              <a:ext cx="237775" cy="60325"/>
            </a:xfrm>
            <a:custGeom>
              <a:rect b="b" l="l" r="r" t="t"/>
              <a:pathLst>
                <a:path extrusionOk="0" h="2413" w="9511">
                  <a:moveTo>
                    <a:pt x="63" y="2400"/>
                  </a:moveTo>
                  <a:cubicBezTo>
                    <a:pt x="3375" y="1151"/>
                    <a:pt x="6061" y="1"/>
                    <a:pt x="9386" y="2038"/>
                  </a:cubicBezTo>
                  <a:cubicBezTo>
                    <a:pt x="9448" y="2075"/>
                    <a:pt x="9511" y="1975"/>
                    <a:pt x="9448" y="1938"/>
                  </a:cubicBezTo>
                  <a:cubicBezTo>
                    <a:pt x="8023" y="988"/>
                    <a:pt x="6761" y="588"/>
                    <a:pt x="5049" y="751"/>
                  </a:cubicBezTo>
                  <a:cubicBezTo>
                    <a:pt x="3125" y="938"/>
                    <a:pt x="1825" y="1650"/>
                    <a:pt x="38" y="2338"/>
                  </a:cubicBezTo>
                  <a:cubicBezTo>
                    <a:pt x="1" y="2350"/>
                    <a:pt x="26" y="2413"/>
                    <a:pt x="63" y="24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7" name="Google Shape;2937;p94"/>
            <p:cNvSpPr/>
            <p:nvPr/>
          </p:nvSpPr>
          <p:spPr>
            <a:xfrm>
              <a:off x="3860600" y="4327550"/>
              <a:ext cx="31900" cy="49700"/>
            </a:xfrm>
            <a:custGeom>
              <a:rect b="b" l="l" r="r" t="t"/>
              <a:pathLst>
                <a:path extrusionOk="0" h="1988" w="1276">
                  <a:moveTo>
                    <a:pt x="63" y="1975"/>
                  </a:moveTo>
                  <a:cubicBezTo>
                    <a:pt x="625" y="1875"/>
                    <a:pt x="1163" y="1538"/>
                    <a:pt x="1225" y="926"/>
                  </a:cubicBezTo>
                  <a:cubicBezTo>
                    <a:pt x="1275" y="438"/>
                    <a:pt x="900" y="13"/>
                    <a:pt x="413" y="1"/>
                  </a:cubicBezTo>
                  <a:cubicBezTo>
                    <a:pt x="338" y="1"/>
                    <a:pt x="338" y="113"/>
                    <a:pt x="413" y="113"/>
                  </a:cubicBezTo>
                  <a:cubicBezTo>
                    <a:pt x="988" y="138"/>
                    <a:pt x="1263" y="713"/>
                    <a:pt x="1038" y="1213"/>
                  </a:cubicBezTo>
                  <a:cubicBezTo>
                    <a:pt x="850" y="1613"/>
                    <a:pt x="463" y="1825"/>
                    <a:pt x="38" y="1913"/>
                  </a:cubicBezTo>
                  <a:cubicBezTo>
                    <a:pt x="0" y="1925"/>
                    <a:pt x="25" y="1988"/>
                    <a:pt x="63" y="19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8" name="Google Shape;2938;p94"/>
            <p:cNvSpPr/>
            <p:nvPr/>
          </p:nvSpPr>
          <p:spPr>
            <a:xfrm>
              <a:off x="4075225" y="4370975"/>
              <a:ext cx="62825" cy="31575"/>
            </a:xfrm>
            <a:custGeom>
              <a:rect b="b" l="l" r="r" t="t"/>
              <a:pathLst>
                <a:path extrusionOk="0" h="1263" w="2513">
                  <a:moveTo>
                    <a:pt x="2450" y="526"/>
                  </a:moveTo>
                  <a:cubicBezTo>
                    <a:pt x="1825" y="551"/>
                    <a:pt x="1338" y="1"/>
                    <a:pt x="701" y="213"/>
                  </a:cubicBezTo>
                  <a:cubicBezTo>
                    <a:pt x="276" y="363"/>
                    <a:pt x="1" y="763"/>
                    <a:pt x="26" y="1213"/>
                  </a:cubicBezTo>
                  <a:cubicBezTo>
                    <a:pt x="26" y="1250"/>
                    <a:pt x="88" y="1263"/>
                    <a:pt x="88" y="1213"/>
                  </a:cubicBezTo>
                  <a:cubicBezTo>
                    <a:pt x="201" y="426"/>
                    <a:pt x="888" y="126"/>
                    <a:pt x="1588" y="413"/>
                  </a:cubicBezTo>
                  <a:cubicBezTo>
                    <a:pt x="1850" y="551"/>
                    <a:pt x="2150" y="626"/>
                    <a:pt x="2450" y="613"/>
                  </a:cubicBezTo>
                  <a:cubicBezTo>
                    <a:pt x="2513" y="613"/>
                    <a:pt x="2513" y="526"/>
                    <a:pt x="2450" y="5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9" name="Google Shape;2939;p94"/>
            <p:cNvSpPr/>
            <p:nvPr/>
          </p:nvSpPr>
          <p:spPr>
            <a:xfrm>
              <a:off x="4073975" y="4396300"/>
              <a:ext cx="30950" cy="21575"/>
            </a:xfrm>
            <a:custGeom>
              <a:rect b="b" l="l" r="r" t="t"/>
              <a:pathLst>
                <a:path extrusionOk="0" h="863" w="1238">
                  <a:moveTo>
                    <a:pt x="113" y="50"/>
                  </a:moveTo>
                  <a:cubicBezTo>
                    <a:pt x="1" y="337"/>
                    <a:pt x="176" y="587"/>
                    <a:pt x="451" y="700"/>
                  </a:cubicBezTo>
                  <a:cubicBezTo>
                    <a:pt x="676" y="787"/>
                    <a:pt x="1075" y="862"/>
                    <a:pt x="1225" y="612"/>
                  </a:cubicBezTo>
                  <a:cubicBezTo>
                    <a:pt x="1238" y="587"/>
                    <a:pt x="1200" y="550"/>
                    <a:pt x="1175" y="575"/>
                  </a:cubicBezTo>
                  <a:cubicBezTo>
                    <a:pt x="851" y="825"/>
                    <a:pt x="1" y="587"/>
                    <a:pt x="188" y="63"/>
                  </a:cubicBezTo>
                  <a:cubicBezTo>
                    <a:pt x="201" y="25"/>
                    <a:pt x="138" y="0"/>
                    <a:pt x="113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0" name="Google Shape;2940;p94"/>
            <p:cNvSpPr/>
            <p:nvPr/>
          </p:nvSpPr>
          <p:spPr>
            <a:xfrm>
              <a:off x="3834050" y="4258825"/>
              <a:ext cx="81250" cy="56250"/>
            </a:xfrm>
            <a:custGeom>
              <a:rect b="b" l="l" r="r" t="t"/>
              <a:pathLst>
                <a:path extrusionOk="0" h="2250" w="3250">
                  <a:moveTo>
                    <a:pt x="3224" y="2162"/>
                  </a:moveTo>
                  <a:cubicBezTo>
                    <a:pt x="2437" y="1200"/>
                    <a:pt x="1462" y="0"/>
                    <a:pt x="63" y="288"/>
                  </a:cubicBezTo>
                  <a:cubicBezTo>
                    <a:pt x="0" y="300"/>
                    <a:pt x="25" y="375"/>
                    <a:pt x="88" y="375"/>
                  </a:cubicBezTo>
                  <a:cubicBezTo>
                    <a:pt x="1475" y="188"/>
                    <a:pt x="2362" y="1263"/>
                    <a:pt x="3162" y="2200"/>
                  </a:cubicBezTo>
                  <a:cubicBezTo>
                    <a:pt x="3199" y="2250"/>
                    <a:pt x="3249" y="2187"/>
                    <a:pt x="3224" y="2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1" name="Google Shape;2941;p94"/>
            <p:cNvSpPr/>
            <p:nvPr/>
          </p:nvSpPr>
          <p:spPr>
            <a:xfrm>
              <a:off x="4063350" y="4351000"/>
              <a:ext cx="31275" cy="15325"/>
            </a:xfrm>
            <a:custGeom>
              <a:rect b="b" l="l" r="r" t="t"/>
              <a:pathLst>
                <a:path extrusionOk="0" h="613" w="1251">
                  <a:moveTo>
                    <a:pt x="1188" y="500"/>
                  </a:moveTo>
                  <a:cubicBezTo>
                    <a:pt x="776" y="487"/>
                    <a:pt x="401" y="312"/>
                    <a:pt x="113" y="38"/>
                  </a:cubicBezTo>
                  <a:cubicBezTo>
                    <a:pt x="63" y="0"/>
                    <a:pt x="1" y="38"/>
                    <a:pt x="38" y="88"/>
                  </a:cubicBezTo>
                  <a:cubicBezTo>
                    <a:pt x="163" y="250"/>
                    <a:pt x="338" y="375"/>
                    <a:pt x="538" y="450"/>
                  </a:cubicBezTo>
                  <a:cubicBezTo>
                    <a:pt x="738" y="562"/>
                    <a:pt x="963" y="612"/>
                    <a:pt x="1188" y="587"/>
                  </a:cubicBezTo>
                  <a:cubicBezTo>
                    <a:pt x="1238" y="587"/>
                    <a:pt x="1251" y="500"/>
                    <a:pt x="1188" y="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2" name="Google Shape;2942;p94"/>
            <p:cNvSpPr/>
            <p:nvPr/>
          </p:nvSpPr>
          <p:spPr>
            <a:xfrm>
              <a:off x="4063350" y="4344750"/>
              <a:ext cx="34075" cy="21875"/>
            </a:xfrm>
            <a:custGeom>
              <a:rect b="b" l="l" r="r" t="t"/>
              <a:pathLst>
                <a:path extrusionOk="0" h="875" w="1363">
                  <a:moveTo>
                    <a:pt x="101" y="325"/>
                  </a:moveTo>
                  <a:cubicBezTo>
                    <a:pt x="538" y="125"/>
                    <a:pt x="1051" y="412"/>
                    <a:pt x="1251" y="825"/>
                  </a:cubicBezTo>
                  <a:cubicBezTo>
                    <a:pt x="1276" y="875"/>
                    <a:pt x="1363" y="837"/>
                    <a:pt x="1350" y="787"/>
                  </a:cubicBezTo>
                  <a:cubicBezTo>
                    <a:pt x="1138" y="300"/>
                    <a:pt x="538" y="0"/>
                    <a:pt x="51" y="250"/>
                  </a:cubicBezTo>
                  <a:cubicBezTo>
                    <a:pt x="1" y="275"/>
                    <a:pt x="51" y="350"/>
                    <a:pt x="101" y="3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3" name="Google Shape;2943;p94"/>
            <p:cNvSpPr/>
            <p:nvPr/>
          </p:nvSpPr>
          <p:spPr>
            <a:xfrm>
              <a:off x="4299550" y="4347550"/>
              <a:ext cx="132475" cy="60000"/>
            </a:xfrm>
            <a:custGeom>
              <a:rect b="b" l="l" r="r" t="t"/>
              <a:pathLst>
                <a:path extrusionOk="0" h="2400" w="5299">
                  <a:moveTo>
                    <a:pt x="50" y="1825"/>
                  </a:moveTo>
                  <a:cubicBezTo>
                    <a:pt x="1650" y="2138"/>
                    <a:pt x="5074" y="2400"/>
                    <a:pt x="5299" y="51"/>
                  </a:cubicBezTo>
                  <a:cubicBezTo>
                    <a:pt x="5299" y="1"/>
                    <a:pt x="5224" y="13"/>
                    <a:pt x="5224" y="51"/>
                  </a:cubicBezTo>
                  <a:cubicBezTo>
                    <a:pt x="4924" y="2337"/>
                    <a:pt x="1612" y="2038"/>
                    <a:pt x="63" y="1750"/>
                  </a:cubicBezTo>
                  <a:cubicBezTo>
                    <a:pt x="25" y="1738"/>
                    <a:pt x="0" y="1813"/>
                    <a:pt x="50" y="18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4" name="Google Shape;2944;p94"/>
            <p:cNvSpPr/>
            <p:nvPr/>
          </p:nvSpPr>
          <p:spPr>
            <a:xfrm>
              <a:off x="4363900" y="4310050"/>
              <a:ext cx="61575" cy="65325"/>
            </a:xfrm>
            <a:custGeom>
              <a:rect b="b" l="l" r="r" t="t"/>
              <a:pathLst>
                <a:path extrusionOk="0" h="2613" w="2463">
                  <a:moveTo>
                    <a:pt x="1500" y="2588"/>
                  </a:moveTo>
                  <a:cubicBezTo>
                    <a:pt x="2175" y="2263"/>
                    <a:pt x="2463" y="1426"/>
                    <a:pt x="2013" y="788"/>
                  </a:cubicBezTo>
                  <a:cubicBezTo>
                    <a:pt x="1600" y="201"/>
                    <a:pt x="538" y="1"/>
                    <a:pt x="38" y="588"/>
                  </a:cubicBezTo>
                  <a:cubicBezTo>
                    <a:pt x="1" y="638"/>
                    <a:pt x="63" y="713"/>
                    <a:pt x="113" y="663"/>
                  </a:cubicBezTo>
                  <a:cubicBezTo>
                    <a:pt x="588" y="138"/>
                    <a:pt x="1550" y="301"/>
                    <a:pt x="1925" y="851"/>
                  </a:cubicBezTo>
                  <a:cubicBezTo>
                    <a:pt x="2338" y="1438"/>
                    <a:pt x="2113" y="2238"/>
                    <a:pt x="1463" y="2538"/>
                  </a:cubicBezTo>
                  <a:cubicBezTo>
                    <a:pt x="1425" y="2550"/>
                    <a:pt x="1463" y="2613"/>
                    <a:pt x="1488" y="25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5" name="Google Shape;2945;p94"/>
            <p:cNvSpPr/>
            <p:nvPr/>
          </p:nvSpPr>
          <p:spPr>
            <a:xfrm>
              <a:off x="4353900" y="4321000"/>
              <a:ext cx="35950" cy="46575"/>
            </a:xfrm>
            <a:custGeom>
              <a:rect b="b" l="l" r="r" t="t"/>
              <a:pathLst>
                <a:path extrusionOk="0" h="1863" w="1438">
                  <a:moveTo>
                    <a:pt x="688" y="13"/>
                  </a:moveTo>
                  <a:cubicBezTo>
                    <a:pt x="226" y="188"/>
                    <a:pt x="1" y="725"/>
                    <a:pt x="201" y="1188"/>
                  </a:cubicBezTo>
                  <a:cubicBezTo>
                    <a:pt x="401" y="1650"/>
                    <a:pt x="938" y="1862"/>
                    <a:pt x="1388" y="1662"/>
                  </a:cubicBezTo>
                  <a:cubicBezTo>
                    <a:pt x="1438" y="1637"/>
                    <a:pt x="1400" y="1562"/>
                    <a:pt x="1363" y="1575"/>
                  </a:cubicBezTo>
                  <a:cubicBezTo>
                    <a:pt x="938" y="1700"/>
                    <a:pt x="476" y="1575"/>
                    <a:pt x="301" y="1150"/>
                  </a:cubicBezTo>
                  <a:cubicBezTo>
                    <a:pt x="138" y="725"/>
                    <a:pt x="326" y="263"/>
                    <a:pt x="726" y="75"/>
                  </a:cubicBezTo>
                  <a:cubicBezTo>
                    <a:pt x="763" y="50"/>
                    <a:pt x="726" y="0"/>
                    <a:pt x="688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6" name="Google Shape;2946;p94"/>
            <p:cNvSpPr/>
            <p:nvPr/>
          </p:nvSpPr>
          <p:spPr>
            <a:xfrm>
              <a:off x="4384200" y="4332875"/>
              <a:ext cx="17225" cy="30950"/>
            </a:xfrm>
            <a:custGeom>
              <a:rect b="b" l="l" r="r" t="t"/>
              <a:pathLst>
                <a:path extrusionOk="0" h="1238" w="689">
                  <a:moveTo>
                    <a:pt x="51" y="1200"/>
                  </a:moveTo>
                  <a:cubicBezTo>
                    <a:pt x="388" y="1237"/>
                    <a:pt x="626" y="862"/>
                    <a:pt x="626" y="550"/>
                  </a:cubicBezTo>
                  <a:cubicBezTo>
                    <a:pt x="613" y="238"/>
                    <a:pt x="351" y="0"/>
                    <a:pt x="63" y="113"/>
                  </a:cubicBezTo>
                  <a:cubicBezTo>
                    <a:pt x="1" y="138"/>
                    <a:pt x="26" y="225"/>
                    <a:pt x="76" y="200"/>
                  </a:cubicBezTo>
                  <a:cubicBezTo>
                    <a:pt x="688" y="13"/>
                    <a:pt x="638" y="1162"/>
                    <a:pt x="51" y="1125"/>
                  </a:cubicBezTo>
                  <a:cubicBezTo>
                    <a:pt x="1" y="1125"/>
                    <a:pt x="1" y="1200"/>
                    <a:pt x="51" y="12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7" name="Google Shape;2947;p94"/>
            <p:cNvSpPr/>
            <p:nvPr/>
          </p:nvSpPr>
          <p:spPr>
            <a:xfrm>
              <a:off x="4100225" y="4302575"/>
              <a:ext cx="55325" cy="71550"/>
            </a:xfrm>
            <a:custGeom>
              <a:rect b="b" l="l" r="r" t="t"/>
              <a:pathLst>
                <a:path extrusionOk="0" h="2862" w="2213">
                  <a:moveTo>
                    <a:pt x="463" y="2787"/>
                  </a:moveTo>
                  <a:cubicBezTo>
                    <a:pt x="113" y="1462"/>
                    <a:pt x="925" y="387"/>
                    <a:pt x="2175" y="63"/>
                  </a:cubicBezTo>
                  <a:cubicBezTo>
                    <a:pt x="2212" y="50"/>
                    <a:pt x="2200" y="0"/>
                    <a:pt x="2175" y="0"/>
                  </a:cubicBezTo>
                  <a:cubicBezTo>
                    <a:pt x="788" y="100"/>
                    <a:pt x="0" y="1537"/>
                    <a:pt x="388" y="2812"/>
                  </a:cubicBezTo>
                  <a:cubicBezTo>
                    <a:pt x="400" y="2862"/>
                    <a:pt x="488" y="2849"/>
                    <a:pt x="463" y="27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8" name="Google Shape;2948;p94"/>
            <p:cNvSpPr/>
            <p:nvPr/>
          </p:nvSpPr>
          <p:spPr>
            <a:xfrm>
              <a:off x="3701275" y="4276950"/>
              <a:ext cx="111850" cy="104375"/>
            </a:xfrm>
            <a:custGeom>
              <a:rect b="b" l="l" r="r" t="t"/>
              <a:pathLst>
                <a:path extrusionOk="0" h="4175" w="4474">
                  <a:moveTo>
                    <a:pt x="1812" y="3999"/>
                  </a:moveTo>
                  <a:cubicBezTo>
                    <a:pt x="3249" y="4174"/>
                    <a:pt x="4424" y="2737"/>
                    <a:pt x="3712" y="1387"/>
                  </a:cubicBezTo>
                  <a:cubicBezTo>
                    <a:pt x="2987" y="0"/>
                    <a:pt x="1050" y="213"/>
                    <a:pt x="38" y="1150"/>
                  </a:cubicBezTo>
                  <a:cubicBezTo>
                    <a:pt x="0" y="1187"/>
                    <a:pt x="50" y="1237"/>
                    <a:pt x="88" y="1212"/>
                  </a:cubicBezTo>
                  <a:cubicBezTo>
                    <a:pt x="987" y="563"/>
                    <a:pt x="2450" y="113"/>
                    <a:pt x="3337" y="1050"/>
                  </a:cubicBezTo>
                  <a:cubicBezTo>
                    <a:pt x="4474" y="2275"/>
                    <a:pt x="3387" y="4087"/>
                    <a:pt x="1812" y="3899"/>
                  </a:cubicBezTo>
                  <a:cubicBezTo>
                    <a:pt x="1737" y="3887"/>
                    <a:pt x="1737" y="3999"/>
                    <a:pt x="1812" y="39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9" name="Google Shape;2949;p94"/>
            <p:cNvSpPr/>
            <p:nvPr/>
          </p:nvSpPr>
          <p:spPr>
            <a:xfrm>
              <a:off x="3442900" y="4301950"/>
              <a:ext cx="263700" cy="146525"/>
            </a:xfrm>
            <a:custGeom>
              <a:rect b="b" l="l" r="r" t="t"/>
              <a:pathLst>
                <a:path extrusionOk="0" h="5861" w="10548">
                  <a:moveTo>
                    <a:pt x="10460" y="38"/>
                  </a:moveTo>
                  <a:cubicBezTo>
                    <a:pt x="9248" y="1712"/>
                    <a:pt x="8136" y="3812"/>
                    <a:pt x="6224" y="4736"/>
                  </a:cubicBezTo>
                  <a:cubicBezTo>
                    <a:pt x="4462" y="5599"/>
                    <a:pt x="1700" y="5774"/>
                    <a:pt x="75" y="4561"/>
                  </a:cubicBezTo>
                  <a:cubicBezTo>
                    <a:pt x="38" y="4549"/>
                    <a:pt x="0" y="4599"/>
                    <a:pt x="38" y="4611"/>
                  </a:cubicBezTo>
                  <a:cubicBezTo>
                    <a:pt x="1475" y="5861"/>
                    <a:pt x="3962" y="5736"/>
                    <a:pt x="5686" y="5149"/>
                  </a:cubicBezTo>
                  <a:cubicBezTo>
                    <a:pt x="7998" y="4349"/>
                    <a:pt x="9198" y="1950"/>
                    <a:pt x="10523" y="75"/>
                  </a:cubicBezTo>
                  <a:cubicBezTo>
                    <a:pt x="10548" y="38"/>
                    <a:pt x="10485" y="0"/>
                    <a:pt x="10460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0" name="Google Shape;2950;p94"/>
            <p:cNvSpPr/>
            <p:nvPr/>
          </p:nvSpPr>
          <p:spPr>
            <a:xfrm>
              <a:off x="3410100" y="4324750"/>
              <a:ext cx="100625" cy="84375"/>
            </a:xfrm>
            <a:custGeom>
              <a:rect b="b" l="l" r="r" t="t"/>
              <a:pathLst>
                <a:path extrusionOk="0" h="3375" w="4025">
                  <a:moveTo>
                    <a:pt x="1150" y="3287"/>
                  </a:moveTo>
                  <a:cubicBezTo>
                    <a:pt x="613" y="2350"/>
                    <a:pt x="500" y="975"/>
                    <a:pt x="1650" y="425"/>
                  </a:cubicBezTo>
                  <a:cubicBezTo>
                    <a:pt x="1937" y="313"/>
                    <a:pt x="2250" y="263"/>
                    <a:pt x="2550" y="313"/>
                  </a:cubicBezTo>
                  <a:cubicBezTo>
                    <a:pt x="2625" y="325"/>
                    <a:pt x="2699" y="300"/>
                    <a:pt x="2774" y="313"/>
                  </a:cubicBezTo>
                  <a:cubicBezTo>
                    <a:pt x="3537" y="438"/>
                    <a:pt x="3512" y="638"/>
                    <a:pt x="3587" y="1175"/>
                  </a:cubicBezTo>
                  <a:cubicBezTo>
                    <a:pt x="3699" y="2075"/>
                    <a:pt x="3087" y="2412"/>
                    <a:pt x="2312" y="2262"/>
                  </a:cubicBezTo>
                  <a:cubicBezTo>
                    <a:pt x="1725" y="2150"/>
                    <a:pt x="1425" y="1862"/>
                    <a:pt x="1025" y="1450"/>
                  </a:cubicBezTo>
                  <a:cubicBezTo>
                    <a:pt x="725" y="1138"/>
                    <a:pt x="475" y="813"/>
                    <a:pt x="25" y="800"/>
                  </a:cubicBezTo>
                  <a:cubicBezTo>
                    <a:pt x="0" y="800"/>
                    <a:pt x="0" y="838"/>
                    <a:pt x="25" y="838"/>
                  </a:cubicBezTo>
                  <a:cubicBezTo>
                    <a:pt x="738" y="950"/>
                    <a:pt x="1137" y="1850"/>
                    <a:pt x="1725" y="2225"/>
                  </a:cubicBezTo>
                  <a:cubicBezTo>
                    <a:pt x="2150" y="2525"/>
                    <a:pt x="2712" y="2575"/>
                    <a:pt x="3187" y="2350"/>
                  </a:cubicBezTo>
                  <a:cubicBezTo>
                    <a:pt x="3912" y="2025"/>
                    <a:pt x="4024" y="888"/>
                    <a:pt x="3387" y="388"/>
                  </a:cubicBezTo>
                  <a:cubicBezTo>
                    <a:pt x="2874" y="0"/>
                    <a:pt x="1800" y="125"/>
                    <a:pt x="1312" y="488"/>
                  </a:cubicBezTo>
                  <a:cubicBezTo>
                    <a:pt x="388" y="1187"/>
                    <a:pt x="563" y="2450"/>
                    <a:pt x="1087" y="3337"/>
                  </a:cubicBezTo>
                  <a:cubicBezTo>
                    <a:pt x="1112" y="3374"/>
                    <a:pt x="1187" y="3337"/>
                    <a:pt x="1162" y="32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1" name="Google Shape;2951;p94"/>
            <p:cNvSpPr/>
            <p:nvPr/>
          </p:nvSpPr>
          <p:spPr>
            <a:xfrm>
              <a:off x="3347925" y="4341000"/>
              <a:ext cx="55325" cy="13450"/>
            </a:xfrm>
            <a:custGeom>
              <a:rect b="b" l="l" r="r" t="t"/>
              <a:pathLst>
                <a:path extrusionOk="0" h="538" w="2213">
                  <a:moveTo>
                    <a:pt x="2162" y="75"/>
                  </a:moveTo>
                  <a:cubicBezTo>
                    <a:pt x="1475" y="0"/>
                    <a:pt x="625" y="50"/>
                    <a:pt x="25" y="475"/>
                  </a:cubicBezTo>
                  <a:cubicBezTo>
                    <a:pt x="0" y="488"/>
                    <a:pt x="13" y="537"/>
                    <a:pt x="50" y="525"/>
                  </a:cubicBezTo>
                  <a:cubicBezTo>
                    <a:pt x="775" y="300"/>
                    <a:pt x="1387" y="75"/>
                    <a:pt x="2162" y="150"/>
                  </a:cubicBezTo>
                  <a:cubicBezTo>
                    <a:pt x="2212" y="150"/>
                    <a:pt x="2212" y="75"/>
                    <a:pt x="2162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2" name="Google Shape;2952;p94"/>
            <p:cNvSpPr/>
            <p:nvPr/>
          </p:nvSpPr>
          <p:spPr>
            <a:xfrm>
              <a:off x="3593800" y="4288500"/>
              <a:ext cx="81250" cy="96575"/>
            </a:xfrm>
            <a:custGeom>
              <a:rect b="b" l="l" r="r" t="t"/>
              <a:pathLst>
                <a:path extrusionOk="0" h="3863" w="3250">
                  <a:moveTo>
                    <a:pt x="2225" y="3837"/>
                  </a:moveTo>
                  <a:cubicBezTo>
                    <a:pt x="2787" y="3187"/>
                    <a:pt x="3249" y="2375"/>
                    <a:pt x="3062" y="1488"/>
                  </a:cubicBezTo>
                  <a:cubicBezTo>
                    <a:pt x="2887" y="663"/>
                    <a:pt x="2087" y="63"/>
                    <a:pt x="1250" y="26"/>
                  </a:cubicBezTo>
                  <a:cubicBezTo>
                    <a:pt x="663" y="1"/>
                    <a:pt x="0" y="376"/>
                    <a:pt x="75" y="1050"/>
                  </a:cubicBezTo>
                  <a:cubicBezTo>
                    <a:pt x="113" y="1388"/>
                    <a:pt x="463" y="1813"/>
                    <a:pt x="750" y="1438"/>
                  </a:cubicBezTo>
                  <a:cubicBezTo>
                    <a:pt x="775" y="1400"/>
                    <a:pt x="713" y="1363"/>
                    <a:pt x="675" y="1400"/>
                  </a:cubicBezTo>
                  <a:cubicBezTo>
                    <a:pt x="238" y="563"/>
                    <a:pt x="388" y="138"/>
                    <a:pt x="1125" y="126"/>
                  </a:cubicBezTo>
                  <a:cubicBezTo>
                    <a:pt x="1450" y="126"/>
                    <a:pt x="1762" y="213"/>
                    <a:pt x="2037" y="363"/>
                  </a:cubicBezTo>
                  <a:cubicBezTo>
                    <a:pt x="2475" y="576"/>
                    <a:pt x="2800" y="950"/>
                    <a:pt x="2925" y="1413"/>
                  </a:cubicBezTo>
                  <a:cubicBezTo>
                    <a:pt x="3174" y="2300"/>
                    <a:pt x="2712" y="3125"/>
                    <a:pt x="2187" y="3800"/>
                  </a:cubicBezTo>
                  <a:cubicBezTo>
                    <a:pt x="2162" y="3825"/>
                    <a:pt x="2200" y="3862"/>
                    <a:pt x="2225" y="38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3" name="Google Shape;2953;p94"/>
            <p:cNvSpPr/>
            <p:nvPr/>
          </p:nvSpPr>
          <p:spPr>
            <a:xfrm>
              <a:off x="3666275" y="4246025"/>
              <a:ext cx="22825" cy="110600"/>
            </a:xfrm>
            <a:custGeom>
              <a:rect b="b" l="l" r="r" t="t"/>
              <a:pathLst>
                <a:path extrusionOk="0" h="4424" w="913">
                  <a:moveTo>
                    <a:pt x="100" y="4386"/>
                  </a:moveTo>
                  <a:cubicBezTo>
                    <a:pt x="550" y="3862"/>
                    <a:pt x="663" y="3187"/>
                    <a:pt x="738" y="2512"/>
                  </a:cubicBezTo>
                  <a:cubicBezTo>
                    <a:pt x="825" y="1700"/>
                    <a:pt x="913" y="712"/>
                    <a:pt x="388" y="25"/>
                  </a:cubicBezTo>
                  <a:cubicBezTo>
                    <a:pt x="363" y="0"/>
                    <a:pt x="325" y="25"/>
                    <a:pt x="338" y="63"/>
                  </a:cubicBezTo>
                  <a:cubicBezTo>
                    <a:pt x="913" y="1175"/>
                    <a:pt x="888" y="3312"/>
                    <a:pt x="38" y="4324"/>
                  </a:cubicBezTo>
                  <a:cubicBezTo>
                    <a:pt x="1" y="4361"/>
                    <a:pt x="63" y="4424"/>
                    <a:pt x="100" y="43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4" name="Google Shape;2954;p94"/>
            <p:cNvSpPr/>
            <p:nvPr/>
          </p:nvSpPr>
          <p:spPr>
            <a:xfrm>
              <a:off x="3666600" y="4234450"/>
              <a:ext cx="12200" cy="12225"/>
            </a:xfrm>
            <a:custGeom>
              <a:rect b="b" l="l" r="r" t="t"/>
              <a:pathLst>
                <a:path extrusionOk="0" h="489" w="488">
                  <a:moveTo>
                    <a:pt x="350" y="451"/>
                  </a:moveTo>
                  <a:cubicBezTo>
                    <a:pt x="262" y="488"/>
                    <a:pt x="162" y="476"/>
                    <a:pt x="87" y="401"/>
                  </a:cubicBezTo>
                  <a:cubicBezTo>
                    <a:pt x="25" y="338"/>
                    <a:pt x="0" y="251"/>
                    <a:pt x="25" y="163"/>
                  </a:cubicBezTo>
                  <a:cubicBezTo>
                    <a:pt x="25" y="126"/>
                    <a:pt x="38" y="101"/>
                    <a:pt x="50" y="76"/>
                  </a:cubicBezTo>
                  <a:cubicBezTo>
                    <a:pt x="87" y="51"/>
                    <a:pt x="125" y="26"/>
                    <a:pt x="162" y="26"/>
                  </a:cubicBezTo>
                  <a:cubicBezTo>
                    <a:pt x="287" y="1"/>
                    <a:pt x="412" y="63"/>
                    <a:pt x="462" y="188"/>
                  </a:cubicBezTo>
                  <a:cubicBezTo>
                    <a:pt x="487" y="313"/>
                    <a:pt x="375" y="438"/>
                    <a:pt x="250" y="4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5" name="Google Shape;2955;p94"/>
            <p:cNvSpPr/>
            <p:nvPr/>
          </p:nvSpPr>
          <p:spPr>
            <a:xfrm>
              <a:off x="3660650" y="4232275"/>
              <a:ext cx="22200" cy="17200"/>
            </a:xfrm>
            <a:custGeom>
              <a:rect b="b" l="l" r="r" t="t"/>
              <a:pathLst>
                <a:path extrusionOk="0" h="688" w="888">
                  <a:moveTo>
                    <a:pt x="575" y="475"/>
                  </a:moveTo>
                  <a:cubicBezTo>
                    <a:pt x="300" y="450"/>
                    <a:pt x="251" y="375"/>
                    <a:pt x="425" y="275"/>
                  </a:cubicBezTo>
                  <a:cubicBezTo>
                    <a:pt x="575" y="88"/>
                    <a:pt x="588" y="163"/>
                    <a:pt x="475" y="488"/>
                  </a:cubicBezTo>
                  <a:cubicBezTo>
                    <a:pt x="425" y="488"/>
                    <a:pt x="438" y="575"/>
                    <a:pt x="488" y="575"/>
                  </a:cubicBezTo>
                  <a:cubicBezTo>
                    <a:pt x="888" y="575"/>
                    <a:pt x="800" y="0"/>
                    <a:pt x="400" y="63"/>
                  </a:cubicBezTo>
                  <a:cubicBezTo>
                    <a:pt x="1" y="125"/>
                    <a:pt x="238" y="688"/>
                    <a:pt x="613" y="600"/>
                  </a:cubicBezTo>
                  <a:cubicBezTo>
                    <a:pt x="688" y="575"/>
                    <a:pt x="650" y="450"/>
                    <a:pt x="575" y="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6" name="Google Shape;2956;p94"/>
            <p:cNvSpPr/>
            <p:nvPr/>
          </p:nvSpPr>
          <p:spPr>
            <a:xfrm>
              <a:off x="3438200" y="4411600"/>
              <a:ext cx="2850" cy="3150"/>
            </a:xfrm>
            <a:custGeom>
              <a:rect b="b" l="l" r="r" t="t"/>
              <a:pathLst>
                <a:path extrusionOk="0" h="126" w="114">
                  <a:moveTo>
                    <a:pt x="88" y="63"/>
                  </a:moveTo>
                  <a:lnTo>
                    <a:pt x="76" y="25"/>
                  </a:lnTo>
                  <a:cubicBezTo>
                    <a:pt x="76" y="0"/>
                    <a:pt x="26" y="0"/>
                    <a:pt x="13" y="25"/>
                  </a:cubicBezTo>
                  <a:cubicBezTo>
                    <a:pt x="13" y="38"/>
                    <a:pt x="13" y="50"/>
                    <a:pt x="13" y="63"/>
                  </a:cubicBezTo>
                  <a:cubicBezTo>
                    <a:pt x="1" y="125"/>
                    <a:pt x="113" y="125"/>
                    <a:pt x="101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7" name="Google Shape;2957;p94"/>
            <p:cNvSpPr/>
            <p:nvPr/>
          </p:nvSpPr>
          <p:spPr>
            <a:xfrm>
              <a:off x="3308550" y="4353500"/>
              <a:ext cx="42200" cy="17500"/>
            </a:xfrm>
            <a:custGeom>
              <a:rect b="b" l="l" r="r" t="t"/>
              <a:pathLst>
                <a:path extrusionOk="0" h="700" w="1688">
                  <a:moveTo>
                    <a:pt x="1550" y="62"/>
                  </a:moveTo>
                  <a:cubicBezTo>
                    <a:pt x="1463" y="312"/>
                    <a:pt x="1026" y="437"/>
                    <a:pt x="801" y="475"/>
                  </a:cubicBezTo>
                  <a:cubicBezTo>
                    <a:pt x="551" y="512"/>
                    <a:pt x="313" y="512"/>
                    <a:pt x="63" y="462"/>
                  </a:cubicBezTo>
                  <a:cubicBezTo>
                    <a:pt x="1" y="462"/>
                    <a:pt x="1" y="550"/>
                    <a:pt x="51" y="562"/>
                  </a:cubicBezTo>
                  <a:cubicBezTo>
                    <a:pt x="501" y="700"/>
                    <a:pt x="1463" y="625"/>
                    <a:pt x="1663" y="100"/>
                  </a:cubicBezTo>
                  <a:cubicBezTo>
                    <a:pt x="1688" y="37"/>
                    <a:pt x="1575" y="0"/>
                    <a:pt x="1550" y="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8" name="Google Shape;2958;p94"/>
            <p:cNvSpPr/>
            <p:nvPr/>
          </p:nvSpPr>
          <p:spPr>
            <a:xfrm>
              <a:off x="3308250" y="4349125"/>
              <a:ext cx="42200" cy="19700"/>
            </a:xfrm>
            <a:custGeom>
              <a:rect b="b" l="l" r="r" t="t"/>
              <a:pathLst>
                <a:path extrusionOk="0" h="788" w="1688">
                  <a:moveTo>
                    <a:pt x="113" y="737"/>
                  </a:moveTo>
                  <a:cubicBezTo>
                    <a:pt x="513" y="362"/>
                    <a:pt x="1050" y="175"/>
                    <a:pt x="1600" y="237"/>
                  </a:cubicBezTo>
                  <a:cubicBezTo>
                    <a:pt x="1662" y="237"/>
                    <a:pt x="1687" y="163"/>
                    <a:pt x="1625" y="138"/>
                  </a:cubicBezTo>
                  <a:cubicBezTo>
                    <a:pt x="1112" y="0"/>
                    <a:pt x="400" y="312"/>
                    <a:pt x="38" y="675"/>
                  </a:cubicBezTo>
                  <a:cubicBezTo>
                    <a:pt x="0" y="712"/>
                    <a:pt x="63" y="787"/>
                    <a:pt x="113" y="7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9" name="Google Shape;2959;p94"/>
            <p:cNvSpPr/>
            <p:nvPr/>
          </p:nvSpPr>
          <p:spPr>
            <a:xfrm>
              <a:off x="3377300" y="4314750"/>
              <a:ext cx="33450" cy="30025"/>
            </a:xfrm>
            <a:custGeom>
              <a:rect b="b" l="l" r="r" t="t"/>
              <a:pathLst>
                <a:path extrusionOk="0" h="1201" w="1338">
                  <a:moveTo>
                    <a:pt x="1287" y="1113"/>
                  </a:moveTo>
                  <a:cubicBezTo>
                    <a:pt x="975" y="1125"/>
                    <a:pt x="712" y="950"/>
                    <a:pt x="475" y="763"/>
                  </a:cubicBezTo>
                  <a:cubicBezTo>
                    <a:pt x="250" y="588"/>
                    <a:pt x="100" y="325"/>
                    <a:pt x="88" y="38"/>
                  </a:cubicBezTo>
                  <a:cubicBezTo>
                    <a:pt x="75" y="0"/>
                    <a:pt x="0" y="13"/>
                    <a:pt x="13" y="50"/>
                  </a:cubicBezTo>
                  <a:cubicBezTo>
                    <a:pt x="13" y="363"/>
                    <a:pt x="175" y="638"/>
                    <a:pt x="412" y="825"/>
                  </a:cubicBezTo>
                  <a:cubicBezTo>
                    <a:pt x="675" y="1025"/>
                    <a:pt x="937" y="1200"/>
                    <a:pt x="1287" y="1188"/>
                  </a:cubicBezTo>
                  <a:cubicBezTo>
                    <a:pt x="1337" y="1188"/>
                    <a:pt x="1337" y="1100"/>
                    <a:pt x="1287" y="1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0" name="Google Shape;2960;p94"/>
            <p:cNvSpPr/>
            <p:nvPr/>
          </p:nvSpPr>
          <p:spPr>
            <a:xfrm>
              <a:off x="3376975" y="4315050"/>
              <a:ext cx="33450" cy="29100"/>
            </a:xfrm>
            <a:custGeom>
              <a:rect b="b" l="l" r="r" t="t"/>
              <a:pathLst>
                <a:path extrusionOk="0" h="1164" w="1338">
                  <a:moveTo>
                    <a:pt x="51" y="76"/>
                  </a:moveTo>
                  <a:cubicBezTo>
                    <a:pt x="325" y="163"/>
                    <a:pt x="563" y="288"/>
                    <a:pt x="788" y="463"/>
                  </a:cubicBezTo>
                  <a:cubicBezTo>
                    <a:pt x="1025" y="638"/>
                    <a:pt x="1075" y="876"/>
                    <a:pt x="1225" y="1113"/>
                  </a:cubicBezTo>
                  <a:cubicBezTo>
                    <a:pt x="1263" y="1163"/>
                    <a:pt x="1338" y="1138"/>
                    <a:pt x="1325" y="1076"/>
                  </a:cubicBezTo>
                  <a:cubicBezTo>
                    <a:pt x="1213" y="488"/>
                    <a:pt x="625" y="88"/>
                    <a:pt x="76" y="1"/>
                  </a:cubicBezTo>
                  <a:cubicBezTo>
                    <a:pt x="26" y="1"/>
                    <a:pt x="1" y="63"/>
                    <a:pt x="51" y="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1" name="Google Shape;2961;p94"/>
            <p:cNvSpPr/>
            <p:nvPr/>
          </p:nvSpPr>
          <p:spPr>
            <a:xfrm>
              <a:off x="3680325" y="4250400"/>
              <a:ext cx="38450" cy="86550"/>
            </a:xfrm>
            <a:custGeom>
              <a:rect b="b" l="l" r="r" t="t"/>
              <a:pathLst>
                <a:path extrusionOk="0" h="3462" w="1538">
                  <a:moveTo>
                    <a:pt x="88" y="3424"/>
                  </a:moveTo>
                  <a:cubicBezTo>
                    <a:pt x="813" y="2437"/>
                    <a:pt x="1301" y="1300"/>
                    <a:pt x="1525" y="88"/>
                  </a:cubicBezTo>
                  <a:cubicBezTo>
                    <a:pt x="1538" y="25"/>
                    <a:pt x="1438" y="0"/>
                    <a:pt x="1425" y="63"/>
                  </a:cubicBezTo>
                  <a:cubicBezTo>
                    <a:pt x="1213" y="1262"/>
                    <a:pt x="726" y="2399"/>
                    <a:pt x="26" y="3387"/>
                  </a:cubicBezTo>
                  <a:cubicBezTo>
                    <a:pt x="1" y="3437"/>
                    <a:pt x="63" y="3462"/>
                    <a:pt x="88" y="34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2" name="Google Shape;2962;p94"/>
            <p:cNvSpPr/>
            <p:nvPr/>
          </p:nvSpPr>
          <p:spPr>
            <a:xfrm>
              <a:off x="3710950" y="4236025"/>
              <a:ext cx="18150" cy="16575"/>
            </a:xfrm>
            <a:custGeom>
              <a:rect b="b" l="l" r="r" t="t"/>
              <a:pathLst>
                <a:path extrusionOk="0" h="663" w="726">
                  <a:moveTo>
                    <a:pt x="263" y="525"/>
                  </a:moveTo>
                  <a:cubicBezTo>
                    <a:pt x="363" y="488"/>
                    <a:pt x="375" y="488"/>
                    <a:pt x="288" y="500"/>
                  </a:cubicBezTo>
                  <a:cubicBezTo>
                    <a:pt x="250" y="500"/>
                    <a:pt x="213" y="500"/>
                    <a:pt x="176" y="500"/>
                  </a:cubicBezTo>
                  <a:cubicBezTo>
                    <a:pt x="138" y="500"/>
                    <a:pt x="126" y="550"/>
                    <a:pt x="163" y="563"/>
                  </a:cubicBezTo>
                  <a:cubicBezTo>
                    <a:pt x="375" y="663"/>
                    <a:pt x="725" y="438"/>
                    <a:pt x="475" y="213"/>
                  </a:cubicBezTo>
                  <a:cubicBezTo>
                    <a:pt x="213" y="0"/>
                    <a:pt x="1" y="375"/>
                    <a:pt x="188" y="575"/>
                  </a:cubicBezTo>
                  <a:cubicBezTo>
                    <a:pt x="225" y="625"/>
                    <a:pt x="288" y="563"/>
                    <a:pt x="250" y="5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3" name="Google Shape;2963;p94"/>
            <p:cNvSpPr/>
            <p:nvPr/>
          </p:nvSpPr>
          <p:spPr>
            <a:xfrm>
              <a:off x="3642525" y="4266325"/>
              <a:ext cx="30650" cy="82200"/>
            </a:xfrm>
            <a:custGeom>
              <a:rect b="b" l="l" r="r" t="t"/>
              <a:pathLst>
                <a:path extrusionOk="0" h="3288" w="1226">
                  <a:moveTo>
                    <a:pt x="1100" y="3225"/>
                  </a:moveTo>
                  <a:cubicBezTo>
                    <a:pt x="1225" y="2125"/>
                    <a:pt x="1013" y="763"/>
                    <a:pt x="76" y="38"/>
                  </a:cubicBezTo>
                  <a:cubicBezTo>
                    <a:pt x="51" y="0"/>
                    <a:pt x="1" y="50"/>
                    <a:pt x="38" y="75"/>
                  </a:cubicBezTo>
                  <a:cubicBezTo>
                    <a:pt x="813" y="1013"/>
                    <a:pt x="1138" y="2012"/>
                    <a:pt x="1013" y="3225"/>
                  </a:cubicBezTo>
                  <a:cubicBezTo>
                    <a:pt x="1013" y="3287"/>
                    <a:pt x="1088" y="3287"/>
                    <a:pt x="1100" y="3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4" name="Google Shape;2964;p94"/>
            <p:cNvSpPr/>
            <p:nvPr/>
          </p:nvSpPr>
          <p:spPr>
            <a:xfrm>
              <a:off x="3633475" y="4256950"/>
              <a:ext cx="12825" cy="15025"/>
            </a:xfrm>
            <a:custGeom>
              <a:rect b="b" l="l" r="r" t="t"/>
              <a:pathLst>
                <a:path extrusionOk="0" h="601" w="513">
                  <a:moveTo>
                    <a:pt x="100" y="338"/>
                  </a:moveTo>
                  <a:cubicBezTo>
                    <a:pt x="188" y="338"/>
                    <a:pt x="200" y="325"/>
                    <a:pt x="150" y="263"/>
                  </a:cubicBezTo>
                  <a:cubicBezTo>
                    <a:pt x="125" y="238"/>
                    <a:pt x="88" y="250"/>
                    <a:pt x="75" y="288"/>
                  </a:cubicBezTo>
                  <a:cubicBezTo>
                    <a:pt x="75" y="575"/>
                    <a:pt x="513" y="600"/>
                    <a:pt x="475" y="300"/>
                  </a:cubicBezTo>
                  <a:cubicBezTo>
                    <a:pt x="450" y="1"/>
                    <a:pt x="0" y="38"/>
                    <a:pt x="25" y="338"/>
                  </a:cubicBezTo>
                  <a:cubicBezTo>
                    <a:pt x="25" y="388"/>
                    <a:pt x="100" y="388"/>
                    <a:pt x="100" y="3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5" name="Google Shape;2965;p94"/>
            <p:cNvSpPr/>
            <p:nvPr/>
          </p:nvSpPr>
          <p:spPr>
            <a:xfrm>
              <a:off x="3232025" y="4371600"/>
              <a:ext cx="237775" cy="60325"/>
            </a:xfrm>
            <a:custGeom>
              <a:rect b="b" l="l" r="r" t="t"/>
              <a:pathLst>
                <a:path extrusionOk="0" h="2413" w="9511">
                  <a:moveTo>
                    <a:pt x="9473" y="2338"/>
                  </a:moveTo>
                  <a:cubicBezTo>
                    <a:pt x="7711" y="1650"/>
                    <a:pt x="6386" y="938"/>
                    <a:pt x="4461" y="751"/>
                  </a:cubicBezTo>
                  <a:cubicBezTo>
                    <a:pt x="2749" y="576"/>
                    <a:pt x="1500" y="976"/>
                    <a:pt x="63" y="1938"/>
                  </a:cubicBezTo>
                  <a:cubicBezTo>
                    <a:pt x="0" y="1975"/>
                    <a:pt x="63" y="2075"/>
                    <a:pt x="125" y="2038"/>
                  </a:cubicBezTo>
                  <a:cubicBezTo>
                    <a:pt x="3462" y="1"/>
                    <a:pt x="6123" y="1151"/>
                    <a:pt x="9460" y="2400"/>
                  </a:cubicBezTo>
                  <a:cubicBezTo>
                    <a:pt x="9498" y="2413"/>
                    <a:pt x="9510" y="2350"/>
                    <a:pt x="9473" y="23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6" name="Google Shape;2966;p94"/>
            <p:cNvSpPr/>
            <p:nvPr/>
          </p:nvSpPr>
          <p:spPr>
            <a:xfrm>
              <a:off x="3717200" y="4327550"/>
              <a:ext cx="31575" cy="49400"/>
            </a:xfrm>
            <a:custGeom>
              <a:rect b="b" l="l" r="r" t="t"/>
              <a:pathLst>
                <a:path extrusionOk="0" h="1976" w="1263">
                  <a:moveTo>
                    <a:pt x="1225" y="1913"/>
                  </a:moveTo>
                  <a:cubicBezTo>
                    <a:pt x="813" y="1825"/>
                    <a:pt x="413" y="1625"/>
                    <a:pt x="238" y="1213"/>
                  </a:cubicBezTo>
                  <a:cubicBezTo>
                    <a:pt x="13" y="713"/>
                    <a:pt x="288" y="138"/>
                    <a:pt x="863" y="113"/>
                  </a:cubicBezTo>
                  <a:cubicBezTo>
                    <a:pt x="938" y="113"/>
                    <a:pt x="938" y="1"/>
                    <a:pt x="863" y="1"/>
                  </a:cubicBezTo>
                  <a:cubicBezTo>
                    <a:pt x="375" y="13"/>
                    <a:pt x="0" y="438"/>
                    <a:pt x="50" y="926"/>
                  </a:cubicBezTo>
                  <a:cubicBezTo>
                    <a:pt x="100" y="1525"/>
                    <a:pt x="650" y="1875"/>
                    <a:pt x="1200" y="1975"/>
                  </a:cubicBezTo>
                  <a:cubicBezTo>
                    <a:pt x="1238" y="1975"/>
                    <a:pt x="1263" y="1913"/>
                    <a:pt x="1225" y="19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7" name="Google Shape;2967;p94"/>
            <p:cNvSpPr/>
            <p:nvPr/>
          </p:nvSpPr>
          <p:spPr>
            <a:xfrm>
              <a:off x="3471650" y="4370975"/>
              <a:ext cx="62800" cy="31575"/>
            </a:xfrm>
            <a:custGeom>
              <a:rect b="b" l="l" r="r" t="t"/>
              <a:pathLst>
                <a:path extrusionOk="0" h="1263" w="2512">
                  <a:moveTo>
                    <a:pt x="63" y="613"/>
                  </a:moveTo>
                  <a:cubicBezTo>
                    <a:pt x="362" y="626"/>
                    <a:pt x="662" y="551"/>
                    <a:pt x="937" y="413"/>
                  </a:cubicBezTo>
                  <a:cubicBezTo>
                    <a:pt x="1637" y="113"/>
                    <a:pt x="2312" y="426"/>
                    <a:pt x="2424" y="1213"/>
                  </a:cubicBezTo>
                  <a:cubicBezTo>
                    <a:pt x="2424" y="1263"/>
                    <a:pt x="2499" y="1250"/>
                    <a:pt x="2499" y="1213"/>
                  </a:cubicBezTo>
                  <a:cubicBezTo>
                    <a:pt x="2512" y="763"/>
                    <a:pt x="2237" y="363"/>
                    <a:pt x="1825" y="213"/>
                  </a:cubicBezTo>
                  <a:cubicBezTo>
                    <a:pt x="1187" y="1"/>
                    <a:pt x="687" y="551"/>
                    <a:pt x="63" y="526"/>
                  </a:cubicBezTo>
                  <a:cubicBezTo>
                    <a:pt x="0" y="526"/>
                    <a:pt x="13" y="613"/>
                    <a:pt x="63" y="6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8" name="Google Shape;2968;p94"/>
            <p:cNvSpPr/>
            <p:nvPr/>
          </p:nvSpPr>
          <p:spPr>
            <a:xfrm>
              <a:off x="3504750" y="4396300"/>
              <a:ext cx="30650" cy="21575"/>
            </a:xfrm>
            <a:custGeom>
              <a:rect b="b" l="l" r="r" t="t"/>
              <a:pathLst>
                <a:path extrusionOk="0" h="863" w="1226">
                  <a:moveTo>
                    <a:pt x="1050" y="63"/>
                  </a:moveTo>
                  <a:cubicBezTo>
                    <a:pt x="1225" y="587"/>
                    <a:pt x="388" y="825"/>
                    <a:pt x="63" y="575"/>
                  </a:cubicBezTo>
                  <a:cubicBezTo>
                    <a:pt x="38" y="550"/>
                    <a:pt x="1" y="600"/>
                    <a:pt x="13" y="625"/>
                  </a:cubicBezTo>
                  <a:cubicBezTo>
                    <a:pt x="176" y="862"/>
                    <a:pt x="551" y="800"/>
                    <a:pt x="788" y="700"/>
                  </a:cubicBezTo>
                  <a:cubicBezTo>
                    <a:pt x="1063" y="587"/>
                    <a:pt x="1225" y="337"/>
                    <a:pt x="1113" y="50"/>
                  </a:cubicBezTo>
                  <a:cubicBezTo>
                    <a:pt x="1100" y="0"/>
                    <a:pt x="1038" y="25"/>
                    <a:pt x="1050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9" name="Google Shape;2969;p94"/>
            <p:cNvSpPr/>
            <p:nvPr/>
          </p:nvSpPr>
          <p:spPr>
            <a:xfrm>
              <a:off x="3694400" y="4258825"/>
              <a:ext cx="81250" cy="56575"/>
            </a:xfrm>
            <a:custGeom>
              <a:rect b="b" l="l" r="r" t="t"/>
              <a:pathLst>
                <a:path extrusionOk="0" h="2263" w="3250">
                  <a:moveTo>
                    <a:pt x="88" y="2212"/>
                  </a:moveTo>
                  <a:cubicBezTo>
                    <a:pt x="887" y="1263"/>
                    <a:pt x="1775" y="188"/>
                    <a:pt x="3162" y="375"/>
                  </a:cubicBezTo>
                  <a:cubicBezTo>
                    <a:pt x="3224" y="375"/>
                    <a:pt x="3249" y="300"/>
                    <a:pt x="3187" y="288"/>
                  </a:cubicBezTo>
                  <a:cubicBezTo>
                    <a:pt x="1787" y="0"/>
                    <a:pt x="825" y="1200"/>
                    <a:pt x="25" y="2162"/>
                  </a:cubicBezTo>
                  <a:cubicBezTo>
                    <a:pt x="0" y="2200"/>
                    <a:pt x="50" y="2262"/>
                    <a:pt x="88" y="2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0" name="Google Shape;2970;p94"/>
            <p:cNvSpPr/>
            <p:nvPr/>
          </p:nvSpPr>
          <p:spPr>
            <a:xfrm>
              <a:off x="3515075" y="4351000"/>
              <a:ext cx="31250" cy="15325"/>
            </a:xfrm>
            <a:custGeom>
              <a:rect b="b" l="l" r="r" t="t"/>
              <a:pathLst>
                <a:path extrusionOk="0" h="613" w="1250">
                  <a:moveTo>
                    <a:pt x="63" y="600"/>
                  </a:moveTo>
                  <a:cubicBezTo>
                    <a:pt x="288" y="612"/>
                    <a:pt x="512" y="562"/>
                    <a:pt x="712" y="450"/>
                  </a:cubicBezTo>
                  <a:cubicBezTo>
                    <a:pt x="912" y="387"/>
                    <a:pt x="1087" y="262"/>
                    <a:pt x="1212" y="88"/>
                  </a:cubicBezTo>
                  <a:cubicBezTo>
                    <a:pt x="1250" y="50"/>
                    <a:pt x="1187" y="0"/>
                    <a:pt x="1150" y="38"/>
                  </a:cubicBezTo>
                  <a:cubicBezTo>
                    <a:pt x="862" y="325"/>
                    <a:pt x="475" y="487"/>
                    <a:pt x="63" y="512"/>
                  </a:cubicBezTo>
                  <a:cubicBezTo>
                    <a:pt x="0" y="512"/>
                    <a:pt x="13" y="587"/>
                    <a:pt x="63" y="6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1" name="Google Shape;2971;p94"/>
            <p:cNvSpPr/>
            <p:nvPr/>
          </p:nvSpPr>
          <p:spPr>
            <a:xfrm>
              <a:off x="3512250" y="4344750"/>
              <a:ext cx="34075" cy="22200"/>
            </a:xfrm>
            <a:custGeom>
              <a:rect b="b" l="l" r="r" t="t"/>
              <a:pathLst>
                <a:path extrusionOk="0" h="888" w="1363">
                  <a:moveTo>
                    <a:pt x="1313" y="250"/>
                  </a:moveTo>
                  <a:cubicBezTo>
                    <a:pt x="825" y="0"/>
                    <a:pt x="226" y="300"/>
                    <a:pt x="26" y="787"/>
                  </a:cubicBezTo>
                  <a:cubicBezTo>
                    <a:pt x="1" y="837"/>
                    <a:pt x="101" y="887"/>
                    <a:pt x="126" y="825"/>
                  </a:cubicBezTo>
                  <a:cubicBezTo>
                    <a:pt x="313" y="412"/>
                    <a:pt x="825" y="125"/>
                    <a:pt x="1263" y="325"/>
                  </a:cubicBezTo>
                  <a:cubicBezTo>
                    <a:pt x="1325" y="350"/>
                    <a:pt x="1363" y="275"/>
                    <a:pt x="1313" y="2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2" name="Google Shape;2972;p94"/>
            <p:cNvSpPr/>
            <p:nvPr/>
          </p:nvSpPr>
          <p:spPr>
            <a:xfrm>
              <a:off x="3177650" y="4347550"/>
              <a:ext cx="132500" cy="60000"/>
            </a:xfrm>
            <a:custGeom>
              <a:rect b="b" l="l" r="r" t="t"/>
              <a:pathLst>
                <a:path extrusionOk="0" h="2400" w="5300">
                  <a:moveTo>
                    <a:pt x="5224" y="1750"/>
                  </a:moveTo>
                  <a:cubicBezTo>
                    <a:pt x="3687" y="2038"/>
                    <a:pt x="388" y="2350"/>
                    <a:pt x="76" y="51"/>
                  </a:cubicBezTo>
                  <a:cubicBezTo>
                    <a:pt x="76" y="13"/>
                    <a:pt x="1" y="1"/>
                    <a:pt x="13" y="51"/>
                  </a:cubicBezTo>
                  <a:cubicBezTo>
                    <a:pt x="226" y="2400"/>
                    <a:pt x="3662" y="2125"/>
                    <a:pt x="5249" y="1825"/>
                  </a:cubicBezTo>
                  <a:cubicBezTo>
                    <a:pt x="5299" y="1813"/>
                    <a:pt x="5274" y="1738"/>
                    <a:pt x="5224" y="17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3" name="Google Shape;2973;p94"/>
            <p:cNvSpPr/>
            <p:nvPr/>
          </p:nvSpPr>
          <p:spPr>
            <a:xfrm>
              <a:off x="3184850" y="4310375"/>
              <a:ext cx="60925" cy="65000"/>
            </a:xfrm>
            <a:custGeom>
              <a:rect b="b" l="l" r="r" t="t"/>
              <a:pathLst>
                <a:path extrusionOk="0" h="2600" w="2437">
                  <a:moveTo>
                    <a:pt x="975" y="2525"/>
                  </a:moveTo>
                  <a:cubicBezTo>
                    <a:pt x="350" y="2200"/>
                    <a:pt x="88" y="1425"/>
                    <a:pt x="512" y="838"/>
                  </a:cubicBezTo>
                  <a:cubicBezTo>
                    <a:pt x="887" y="300"/>
                    <a:pt x="1850" y="125"/>
                    <a:pt x="2324" y="650"/>
                  </a:cubicBezTo>
                  <a:cubicBezTo>
                    <a:pt x="2362" y="700"/>
                    <a:pt x="2437" y="625"/>
                    <a:pt x="2399" y="575"/>
                  </a:cubicBezTo>
                  <a:cubicBezTo>
                    <a:pt x="1900" y="0"/>
                    <a:pt x="837" y="188"/>
                    <a:pt x="425" y="775"/>
                  </a:cubicBezTo>
                  <a:cubicBezTo>
                    <a:pt x="0" y="1400"/>
                    <a:pt x="238" y="2262"/>
                    <a:pt x="937" y="2575"/>
                  </a:cubicBezTo>
                  <a:cubicBezTo>
                    <a:pt x="975" y="2600"/>
                    <a:pt x="1012" y="2537"/>
                    <a:pt x="975" y="25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4" name="Google Shape;2974;p94"/>
            <p:cNvSpPr/>
            <p:nvPr/>
          </p:nvSpPr>
          <p:spPr>
            <a:xfrm>
              <a:off x="3219825" y="4320675"/>
              <a:ext cx="35950" cy="46900"/>
            </a:xfrm>
            <a:custGeom>
              <a:rect b="b" l="l" r="r" t="t"/>
              <a:pathLst>
                <a:path extrusionOk="0" h="1876" w="1438">
                  <a:moveTo>
                    <a:pt x="713" y="88"/>
                  </a:moveTo>
                  <a:cubicBezTo>
                    <a:pt x="1113" y="276"/>
                    <a:pt x="1300" y="738"/>
                    <a:pt x="1138" y="1151"/>
                  </a:cubicBezTo>
                  <a:cubicBezTo>
                    <a:pt x="963" y="1588"/>
                    <a:pt x="513" y="1713"/>
                    <a:pt x="88" y="1588"/>
                  </a:cubicBezTo>
                  <a:cubicBezTo>
                    <a:pt x="38" y="1575"/>
                    <a:pt x="1" y="1650"/>
                    <a:pt x="51" y="1663"/>
                  </a:cubicBezTo>
                  <a:cubicBezTo>
                    <a:pt x="513" y="1875"/>
                    <a:pt x="1050" y="1663"/>
                    <a:pt x="1238" y="1201"/>
                  </a:cubicBezTo>
                  <a:cubicBezTo>
                    <a:pt x="1438" y="738"/>
                    <a:pt x="1213" y="201"/>
                    <a:pt x="751" y="26"/>
                  </a:cubicBezTo>
                  <a:cubicBezTo>
                    <a:pt x="713" y="1"/>
                    <a:pt x="676" y="63"/>
                    <a:pt x="713" y="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5" name="Google Shape;2975;p94"/>
            <p:cNvSpPr/>
            <p:nvPr/>
          </p:nvSpPr>
          <p:spPr>
            <a:xfrm>
              <a:off x="3208275" y="4332875"/>
              <a:ext cx="17200" cy="30950"/>
            </a:xfrm>
            <a:custGeom>
              <a:rect b="b" l="l" r="r" t="t"/>
              <a:pathLst>
                <a:path extrusionOk="0" h="1238" w="688">
                  <a:moveTo>
                    <a:pt x="650" y="1125"/>
                  </a:moveTo>
                  <a:cubicBezTo>
                    <a:pt x="63" y="1162"/>
                    <a:pt x="0" y="13"/>
                    <a:pt x="613" y="200"/>
                  </a:cubicBezTo>
                  <a:cubicBezTo>
                    <a:pt x="663" y="225"/>
                    <a:pt x="688" y="138"/>
                    <a:pt x="638" y="113"/>
                  </a:cubicBezTo>
                  <a:cubicBezTo>
                    <a:pt x="338" y="0"/>
                    <a:pt x="75" y="263"/>
                    <a:pt x="63" y="550"/>
                  </a:cubicBezTo>
                  <a:cubicBezTo>
                    <a:pt x="63" y="837"/>
                    <a:pt x="300" y="1237"/>
                    <a:pt x="650" y="1200"/>
                  </a:cubicBezTo>
                  <a:cubicBezTo>
                    <a:pt x="688" y="1200"/>
                    <a:pt x="688" y="1125"/>
                    <a:pt x="650" y="1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6" name="Google Shape;2976;p94"/>
            <p:cNvSpPr/>
            <p:nvPr/>
          </p:nvSpPr>
          <p:spPr>
            <a:xfrm>
              <a:off x="3454450" y="4302575"/>
              <a:ext cx="55025" cy="71550"/>
            </a:xfrm>
            <a:custGeom>
              <a:rect b="b" l="l" r="r" t="t"/>
              <a:pathLst>
                <a:path extrusionOk="0" h="2862" w="2201">
                  <a:moveTo>
                    <a:pt x="1825" y="2812"/>
                  </a:moveTo>
                  <a:cubicBezTo>
                    <a:pt x="2200" y="1537"/>
                    <a:pt x="1425" y="100"/>
                    <a:pt x="38" y="0"/>
                  </a:cubicBezTo>
                  <a:cubicBezTo>
                    <a:pt x="1" y="0"/>
                    <a:pt x="1" y="50"/>
                    <a:pt x="38" y="50"/>
                  </a:cubicBezTo>
                  <a:cubicBezTo>
                    <a:pt x="1300" y="375"/>
                    <a:pt x="2100" y="1462"/>
                    <a:pt x="1750" y="2787"/>
                  </a:cubicBezTo>
                  <a:cubicBezTo>
                    <a:pt x="1738" y="2837"/>
                    <a:pt x="1813" y="2862"/>
                    <a:pt x="1838" y="27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7" name="Google Shape;2977;p94"/>
            <p:cNvSpPr/>
            <p:nvPr/>
          </p:nvSpPr>
          <p:spPr>
            <a:xfrm>
              <a:off x="3809050" y="4281625"/>
              <a:ext cx="20025" cy="15350"/>
            </a:xfrm>
            <a:custGeom>
              <a:rect b="b" l="l" r="r" t="t"/>
              <a:pathLst>
                <a:path extrusionOk="0" h="614" w="801">
                  <a:moveTo>
                    <a:pt x="113" y="563"/>
                  </a:moveTo>
                  <a:cubicBezTo>
                    <a:pt x="250" y="326"/>
                    <a:pt x="488" y="163"/>
                    <a:pt x="750" y="101"/>
                  </a:cubicBezTo>
                  <a:cubicBezTo>
                    <a:pt x="800" y="88"/>
                    <a:pt x="788" y="1"/>
                    <a:pt x="738" y="1"/>
                  </a:cubicBezTo>
                  <a:cubicBezTo>
                    <a:pt x="425" y="38"/>
                    <a:pt x="163" y="226"/>
                    <a:pt x="26" y="501"/>
                  </a:cubicBezTo>
                  <a:cubicBezTo>
                    <a:pt x="1" y="563"/>
                    <a:pt x="75" y="613"/>
                    <a:pt x="113" y="5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8" name="Google Shape;2978;p94"/>
            <p:cNvSpPr/>
            <p:nvPr/>
          </p:nvSpPr>
          <p:spPr>
            <a:xfrm>
              <a:off x="3812475" y="4278200"/>
              <a:ext cx="16900" cy="5950"/>
            </a:xfrm>
            <a:custGeom>
              <a:rect b="b" l="l" r="r" t="t"/>
              <a:pathLst>
                <a:path extrusionOk="0" h="238" w="676">
                  <a:moveTo>
                    <a:pt x="613" y="113"/>
                  </a:moveTo>
                  <a:cubicBezTo>
                    <a:pt x="438" y="25"/>
                    <a:pt x="251" y="0"/>
                    <a:pt x="63" y="25"/>
                  </a:cubicBezTo>
                  <a:cubicBezTo>
                    <a:pt x="1" y="38"/>
                    <a:pt x="26" y="138"/>
                    <a:pt x="76" y="138"/>
                  </a:cubicBezTo>
                  <a:cubicBezTo>
                    <a:pt x="251" y="138"/>
                    <a:pt x="413" y="163"/>
                    <a:pt x="576" y="213"/>
                  </a:cubicBezTo>
                  <a:cubicBezTo>
                    <a:pt x="651" y="238"/>
                    <a:pt x="676" y="138"/>
                    <a:pt x="613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9" name="Google Shape;2979;p94"/>
            <p:cNvSpPr/>
            <p:nvPr/>
          </p:nvSpPr>
          <p:spPr>
            <a:xfrm>
              <a:off x="3801250" y="4294125"/>
              <a:ext cx="9375" cy="7850"/>
            </a:xfrm>
            <a:custGeom>
              <a:rect b="b" l="l" r="r" t="t"/>
              <a:pathLst>
                <a:path extrusionOk="0" h="314" w="375">
                  <a:moveTo>
                    <a:pt x="263" y="88"/>
                  </a:moveTo>
                  <a:cubicBezTo>
                    <a:pt x="213" y="113"/>
                    <a:pt x="138" y="88"/>
                    <a:pt x="113" y="38"/>
                  </a:cubicBezTo>
                  <a:cubicBezTo>
                    <a:pt x="75" y="1"/>
                    <a:pt x="0" y="38"/>
                    <a:pt x="13" y="88"/>
                  </a:cubicBezTo>
                  <a:cubicBezTo>
                    <a:pt x="75" y="238"/>
                    <a:pt x="250" y="313"/>
                    <a:pt x="338" y="151"/>
                  </a:cubicBezTo>
                  <a:cubicBezTo>
                    <a:pt x="375" y="101"/>
                    <a:pt x="300" y="38"/>
                    <a:pt x="263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0" name="Google Shape;2980;p94"/>
            <p:cNvSpPr/>
            <p:nvPr/>
          </p:nvSpPr>
          <p:spPr>
            <a:xfrm>
              <a:off x="3783125" y="4280700"/>
              <a:ext cx="20025" cy="15650"/>
            </a:xfrm>
            <a:custGeom>
              <a:rect b="b" l="l" r="r" t="t"/>
              <a:pathLst>
                <a:path extrusionOk="0" h="626" w="801">
                  <a:moveTo>
                    <a:pt x="775" y="538"/>
                  </a:moveTo>
                  <a:cubicBezTo>
                    <a:pt x="625" y="288"/>
                    <a:pt x="350" y="0"/>
                    <a:pt x="38" y="63"/>
                  </a:cubicBezTo>
                  <a:cubicBezTo>
                    <a:pt x="0" y="75"/>
                    <a:pt x="0" y="138"/>
                    <a:pt x="38" y="150"/>
                  </a:cubicBezTo>
                  <a:cubicBezTo>
                    <a:pt x="313" y="213"/>
                    <a:pt x="550" y="363"/>
                    <a:pt x="700" y="588"/>
                  </a:cubicBezTo>
                  <a:cubicBezTo>
                    <a:pt x="738" y="625"/>
                    <a:pt x="800" y="575"/>
                    <a:pt x="775" y="5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1" name="Google Shape;2981;p94"/>
            <p:cNvSpPr/>
            <p:nvPr/>
          </p:nvSpPr>
          <p:spPr>
            <a:xfrm>
              <a:off x="3783425" y="4276325"/>
              <a:ext cx="24400" cy="10325"/>
            </a:xfrm>
            <a:custGeom>
              <a:rect b="b" l="l" r="r" t="t"/>
              <a:pathLst>
                <a:path extrusionOk="0" h="413" w="976">
                  <a:moveTo>
                    <a:pt x="113" y="288"/>
                  </a:moveTo>
                  <a:cubicBezTo>
                    <a:pt x="363" y="125"/>
                    <a:pt x="613" y="188"/>
                    <a:pt x="838" y="363"/>
                  </a:cubicBezTo>
                  <a:cubicBezTo>
                    <a:pt x="888" y="413"/>
                    <a:pt x="976" y="325"/>
                    <a:pt x="913" y="275"/>
                  </a:cubicBezTo>
                  <a:cubicBezTo>
                    <a:pt x="688" y="25"/>
                    <a:pt x="313" y="0"/>
                    <a:pt x="51" y="213"/>
                  </a:cubicBezTo>
                  <a:cubicBezTo>
                    <a:pt x="1" y="250"/>
                    <a:pt x="63" y="325"/>
                    <a:pt x="113" y="2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2" name="Google Shape;2982;p94"/>
            <p:cNvSpPr/>
            <p:nvPr/>
          </p:nvSpPr>
          <p:spPr>
            <a:xfrm>
              <a:off x="3804375" y="4278500"/>
              <a:ext cx="13750" cy="8150"/>
            </a:xfrm>
            <a:custGeom>
              <a:rect b="b" l="l" r="r" t="t"/>
              <a:pathLst>
                <a:path extrusionOk="0" h="326" w="550">
                  <a:moveTo>
                    <a:pt x="138" y="276"/>
                  </a:moveTo>
                  <a:cubicBezTo>
                    <a:pt x="238" y="188"/>
                    <a:pt x="362" y="126"/>
                    <a:pt x="487" y="113"/>
                  </a:cubicBezTo>
                  <a:cubicBezTo>
                    <a:pt x="550" y="113"/>
                    <a:pt x="525" y="26"/>
                    <a:pt x="475" y="13"/>
                  </a:cubicBezTo>
                  <a:cubicBezTo>
                    <a:pt x="312" y="1"/>
                    <a:pt x="163" y="76"/>
                    <a:pt x="50" y="188"/>
                  </a:cubicBezTo>
                  <a:cubicBezTo>
                    <a:pt x="0" y="238"/>
                    <a:pt x="88" y="326"/>
                    <a:pt x="138" y="2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3" name="Google Shape;2983;p94"/>
            <p:cNvSpPr/>
            <p:nvPr/>
          </p:nvSpPr>
          <p:spPr>
            <a:xfrm>
              <a:off x="3798750" y="4264450"/>
              <a:ext cx="14375" cy="12525"/>
            </a:xfrm>
            <a:custGeom>
              <a:rect b="b" l="l" r="r" t="t"/>
              <a:pathLst>
                <a:path extrusionOk="0" h="501" w="575">
                  <a:moveTo>
                    <a:pt x="275" y="475"/>
                  </a:moveTo>
                  <a:cubicBezTo>
                    <a:pt x="400" y="463"/>
                    <a:pt x="537" y="425"/>
                    <a:pt x="550" y="288"/>
                  </a:cubicBezTo>
                  <a:cubicBezTo>
                    <a:pt x="575" y="163"/>
                    <a:pt x="475" y="63"/>
                    <a:pt x="363" y="63"/>
                  </a:cubicBezTo>
                  <a:cubicBezTo>
                    <a:pt x="63" y="0"/>
                    <a:pt x="0" y="463"/>
                    <a:pt x="300" y="488"/>
                  </a:cubicBezTo>
                  <a:cubicBezTo>
                    <a:pt x="375" y="500"/>
                    <a:pt x="400" y="375"/>
                    <a:pt x="325" y="363"/>
                  </a:cubicBezTo>
                  <a:lnTo>
                    <a:pt x="275" y="350"/>
                  </a:lnTo>
                  <a:cubicBezTo>
                    <a:pt x="200" y="350"/>
                    <a:pt x="200" y="475"/>
                    <a:pt x="275" y="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4" name="Google Shape;2984;p94"/>
            <p:cNvSpPr/>
            <p:nvPr/>
          </p:nvSpPr>
          <p:spPr>
            <a:xfrm>
              <a:off x="6793275" y="2739850"/>
              <a:ext cx="104675" cy="111550"/>
            </a:xfrm>
            <a:custGeom>
              <a:rect b="b" l="l" r="r" t="t"/>
              <a:pathLst>
                <a:path extrusionOk="0" h="4462" w="4187">
                  <a:moveTo>
                    <a:pt x="3899" y="1800"/>
                  </a:moveTo>
                  <a:cubicBezTo>
                    <a:pt x="4087" y="3375"/>
                    <a:pt x="2275" y="4462"/>
                    <a:pt x="1062" y="3325"/>
                  </a:cubicBezTo>
                  <a:cubicBezTo>
                    <a:pt x="125" y="2450"/>
                    <a:pt x="563" y="988"/>
                    <a:pt x="1212" y="75"/>
                  </a:cubicBezTo>
                  <a:cubicBezTo>
                    <a:pt x="1237" y="38"/>
                    <a:pt x="1187" y="0"/>
                    <a:pt x="1150" y="25"/>
                  </a:cubicBezTo>
                  <a:cubicBezTo>
                    <a:pt x="213" y="1038"/>
                    <a:pt x="0" y="2975"/>
                    <a:pt x="1387" y="3712"/>
                  </a:cubicBezTo>
                  <a:cubicBezTo>
                    <a:pt x="2737" y="4424"/>
                    <a:pt x="4187" y="3237"/>
                    <a:pt x="3999" y="1800"/>
                  </a:cubicBezTo>
                  <a:cubicBezTo>
                    <a:pt x="3999" y="1738"/>
                    <a:pt x="3887" y="1738"/>
                    <a:pt x="3899" y="1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5" name="Google Shape;2985;p94"/>
            <p:cNvSpPr/>
            <p:nvPr/>
          </p:nvSpPr>
          <p:spPr>
            <a:xfrm>
              <a:off x="6818575" y="2481475"/>
              <a:ext cx="146850" cy="263400"/>
            </a:xfrm>
            <a:custGeom>
              <a:rect b="b" l="l" r="r" t="t"/>
              <a:pathLst>
                <a:path extrusionOk="0" h="10536" w="5874">
                  <a:moveTo>
                    <a:pt x="75" y="10510"/>
                  </a:moveTo>
                  <a:cubicBezTo>
                    <a:pt x="1950" y="9186"/>
                    <a:pt x="4362" y="7986"/>
                    <a:pt x="5137" y="5674"/>
                  </a:cubicBezTo>
                  <a:cubicBezTo>
                    <a:pt x="5724" y="3950"/>
                    <a:pt x="5874" y="1463"/>
                    <a:pt x="4612" y="26"/>
                  </a:cubicBezTo>
                  <a:cubicBezTo>
                    <a:pt x="4587" y="1"/>
                    <a:pt x="4537" y="38"/>
                    <a:pt x="4562" y="63"/>
                  </a:cubicBezTo>
                  <a:cubicBezTo>
                    <a:pt x="5761" y="1700"/>
                    <a:pt x="5586" y="4462"/>
                    <a:pt x="4737" y="6224"/>
                  </a:cubicBezTo>
                  <a:cubicBezTo>
                    <a:pt x="3812" y="8124"/>
                    <a:pt x="1700" y="9236"/>
                    <a:pt x="38" y="10448"/>
                  </a:cubicBezTo>
                  <a:cubicBezTo>
                    <a:pt x="0" y="10473"/>
                    <a:pt x="38" y="10535"/>
                    <a:pt x="75" y="1051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6" name="Google Shape;2986;p94"/>
            <p:cNvSpPr/>
            <p:nvPr/>
          </p:nvSpPr>
          <p:spPr>
            <a:xfrm>
              <a:off x="6840750" y="2448375"/>
              <a:ext cx="85000" cy="100300"/>
            </a:xfrm>
            <a:custGeom>
              <a:rect b="b" l="l" r="r" t="t"/>
              <a:pathLst>
                <a:path extrusionOk="0" h="4012" w="3400">
                  <a:moveTo>
                    <a:pt x="3350" y="1087"/>
                  </a:moveTo>
                  <a:cubicBezTo>
                    <a:pt x="2500" y="587"/>
                    <a:pt x="1313" y="387"/>
                    <a:pt x="576" y="1225"/>
                  </a:cubicBezTo>
                  <a:cubicBezTo>
                    <a:pt x="151" y="1700"/>
                    <a:pt x="1" y="2837"/>
                    <a:pt x="413" y="3387"/>
                  </a:cubicBezTo>
                  <a:cubicBezTo>
                    <a:pt x="900" y="4012"/>
                    <a:pt x="2038" y="3924"/>
                    <a:pt x="2375" y="3187"/>
                  </a:cubicBezTo>
                  <a:cubicBezTo>
                    <a:pt x="2575" y="2749"/>
                    <a:pt x="2550" y="2237"/>
                    <a:pt x="2300" y="1812"/>
                  </a:cubicBezTo>
                  <a:cubicBezTo>
                    <a:pt x="1938" y="1175"/>
                    <a:pt x="975" y="775"/>
                    <a:pt x="863" y="25"/>
                  </a:cubicBezTo>
                  <a:cubicBezTo>
                    <a:pt x="863" y="0"/>
                    <a:pt x="813" y="0"/>
                    <a:pt x="813" y="25"/>
                  </a:cubicBezTo>
                  <a:cubicBezTo>
                    <a:pt x="825" y="437"/>
                    <a:pt x="1100" y="675"/>
                    <a:pt x="1388" y="950"/>
                  </a:cubicBezTo>
                  <a:cubicBezTo>
                    <a:pt x="1675" y="1225"/>
                    <a:pt x="2050" y="1512"/>
                    <a:pt x="2200" y="1862"/>
                  </a:cubicBezTo>
                  <a:cubicBezTo>
                    <a:pt x="2563" y="2724"/>
                    <a:pt x="2313" y="3724"/>
                    <a:pt x="1200" y="3587"/>
                  </a:cubicBezTo>
                  <a:cubicBezTo>
                    <a:pt x="850" y="3649"/>
                    <a:pt x="626" y="3524"/>
                    <a:pt x="551" y="3174"/>
                  </a:cubicBezTo>
                  <a:cubicBezTo>
                    <a:pt x="426" y="3087"/>
                    <a:pt x="338" y="2949"/>
                    <a:pt x="338" y="2799"/>
                  </a:cubicBezTo>
                  <a:cubicBezTo>
                    <a:pt x="338" y="2737"/>
                    <a:pt x="338" y="2674"/>
                    <a:pt x="338" y="2612"/>
                  </a:cubicBezTo>
                  <a:cubicBezTo>
                    <a:pt x="313" y="2362"/>
                    <a:pt x="313" y="2100"/>
                    <a:pt x="363" y="1850"/>
                  </a:cubicBezTo>
                  <a:cubicBezTo>
                    <a:pt x="713" y="487"/>
                    <a:pt x="2375" y="612"/>
                    <a:pt x="3312" y="1150"/>
                  </a:cubicBezTo>
                  <a:cubicBezTo>
                    <a:pt x="3362" y="1175"/>
                    <a:pt x="3400" y="1112"/>
                    <a:pt x="3362" y="10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7" name="Google Shape;2987;p94"/>
            <p:cNvSpPr/>
            <p:nvPr/>
          </p:nvSpPr>
          <p:spPr>
            <a:xfrm>
              <a:off x="6857625" y="2386200"/>
              <a:ext cx="13450" cy="55325"/>
            </a:xfrm>
            <a:custGeom>
              <a:rect b="b" l="l" r="r" t="t"/>
              <a:pathLst>
                <a:path extrusionOk="0" h="2213" w="538">
                  <a:moveTo>
                    <a:pt x="138" y="2162"/>
                  </a:moveTo>
                  <a:cubicBezTo>
                    <a:pt x="63" y="1387"/>
                    <a:pt x="300" y="775"/>
                    <a:pt x="525" y="50"/>
                  </a:cubicBezTo>
                  <a:cubicBezTo>
                    <a:pt x="538" y="13"/>
                    <a:pt x="488" y="0"/>
                    <a:pt x="463" y="25"/>
                  </a:cubicBezTo>
                  <a:cubicBezTo>
                    <a:pt x="51" y="613"/>
                    <a:pt x="1" y="1475"/>
                    <a:pt x="63" y="2162"/>
                  </a:cubicBezTo>
                  <a:cubicBezTo>
                    <a:pt x="63" y="2212"/>
                    <a:pt x="150" y="2212"/>
                    <a:pt x="138" y="2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8" name="Google Shape;2988;p94"/>
            <p:cNvSpPr/>
            <p:nvPr/>
          </p:nvSpPr>
          <p:spPr>
            <a:xfrm>
              <a:off x="6804825" y="2632075"/>
              <a:ext cx="96875" cy="82175"/>
            </a:xfrm>
            <a:custGeom>
              <a:rect b="b" l="l" r="r" t="t"/>
              <a:pathLst>
                <a:path extrusionOk="0" h="3287" w="3875">
                  <a:moveTo>
                    <a:pt x="3800" y="2200"/>
                  </a:moveTo>
                  <a:cubicBezTo>
                    <a:pt x="3125" y="2712"/>
                    <a:pt x="2300" y="3174"/>
                    <a:pt x="1425" y="2937"/>
                  </a:cubicBezTo>
                  <a:cubicBezTo>
                    <a:pt x="963" y="2799"/>
                    <a:pt x="575" y="2474"/>
                    <a:pt x="363" y="2050"/>
                  </a:cubicBezTo>
                  <a:cubicBezTo>
                    <a:pt x="213" y="1762"/>
                    <a:pt x="126" y="1450"/>
                    <a:pt x="126" y="1137"/>
                  </a:cubicBezTo>
                  <a:cubicBezTo>
                    <a:pt x="138" y="400"/>
                    <a:pt x="563" y="250"/>
                    <a:pt x="1400" y="687"/>
                  </a:cubicBezTo>
                  <a:cubicBezTo>
                    <a:pt x="1363" y="712"/>
                    <a:pt x="1400" y="787"/>
                    <a:pt x="1438" y="750"/>
                  </a:cubicBezTo>
                  <a:cubicBezTo>
                    <a:pt x="1813" y="463"/>
                    <a:pt x="1400" y="125"/>
                    <a:pt x="1050" y="75"/>
                  </a:cubicBezTo>
                  <a:cubicBezTo>
                    <a:pt x="388" y="0"/>
                    <a:pt x="1" y="675"/>
                    <a:pt x="26" y="1262"/>
                  </a:cubicBezTo>
                  <a:cubicBezTo>
                    <a:pt x="63" y="2050"/>
                    <a:pt x="613" y="2837"/>
                    <a:pt x="1388" y="3049"/>
                  </a:cubicBezTo>
                  <a:cubicBezTo>
                    <a:pt x="2312" y="3287"/>
                    <a:pt x="3162" y="2824"/>
                    <a:pt x="3837" y="2237"/>
                  </a:cubicBezTo>
                  <a:cubicBezTo>
                    <a:pt x="3875" y="2212"/>
                    <a:pt x="3825" y="2175"/>
                    <a:pt x="3800" y="22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9" name="Google Shape;2989;p94"/>
            <p:cNvSpPr/>
            <p:nvPr/>
          </p:nvSpPr>
          <p:spPr>
            <a:xfrm>
              <a:off x="6762650" y="2704850"/>
              <a:ext cx="110625" cy="22850"/>
            </a:xfrm>
            <a:custGeom>
              <a:rect b="b" l="l" r="r" t="t"/>
              <a:pathLst>
                <a:path extrusionOk="0" h="914" w="4425">
                  <a:moveTo>
                    <a:pt x="4324" y="26"/>
                  </a:moveTo>
                  <a:cubicBezTo>
                    <a:pt x="3325" y="876"/>
                    <a:pt x="1175" y="913"/>
                    <a:pt x="63" y="326"/>
                  </a:cubicBezTo>
                  <a:cubicBezTo>
                    <a:pt x="26" y="313"/>
                    <a:pt x="1" y="363"/>
                    <a:pt x="26" y="388"/>
                  </a:cubicBezTo>
                  <a:cubicBezTo>
                    <a:pt x="713" y="901"/>
                    <a:pt x="1700" y="826"/>
                    <a:pt x="2512" y="738"/>
                  </a:cubicBezTo>
                  <a:cubicBezTo>
                    <a:pt x="3175" y="663"/>
                    <a:pt x="3862" y="538"/>
                    <a:pt x="4387" y="88"/>
                  </a:cubicBezTo>
                  <a:cubicBezTo>
                    <a:pt x="4424" y="51"/>
                    <a:pt x="4374" y="1"/>
                    <a:pt x="4324" y="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0" name="Google Shape;2990;p94"/>
            <p:cNvSpPr/>
            <p:nvPr/>
          </p:nvSpPr>
          <p:spPr>
            <a:xfrm>
              <a:off x="6751100" y="2705175"/>
              <a:ext cx="12200" cy="11900"/>
            </a:xfrm>
            <a:custGeom>
              <a:rect b="b" l="l" r="r" t="t"/>
              <a:pathLst>
                <a:path extrusionOk="0" h="476" w="488">
                  <a:moveTo>
                    <a:pt x="450" y="350"/>
                  </a:moveTo>
                  <a:cubicBezTo>
                    <a:pt x="488" y="263"/>
                    <a:pt x="463" y="150"/>
                    <a:pt x="400" y="88"/>
                  </a:cubicBezTo>
                  <a:cubicBezTo>
                    <a:pt x="338" y="25"/>
                    <a:pt x="238" y="0"/>
                    <a:pt x="150" y="13"/>
                  </a:cubicBezTo>
                  <a:cubicBezTo>
                    <a:pt x="125" y="13"/>
                    <a:pt x="88" y="25"/>
                    <a:pt x="63" y="50"/>
                  </a:cubicBezTo>
                  <a:cubicBezTo>
                    <a:pt x="38" y="88"/>
                    <a:pt x="25" y="125"/>
                    <a:pt x="25" y="163"/>
                  </a:cubicBezTo>
                  <a:cubicBezTo>
                    <a:pt x="0" y="288"/>
                    <a:pt x="63" y="413"/>
                    <a:pt x="175" y="463"/>
                  </a:cubicBezTo>
                  <a:cubicBezTo>
                    <a:pt x="313" y="475"/>
                    <a:pt x="425" y="375"/>
                    <a:pt x="425" y="2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1" name="Google Shape;2991;p94"/>
            <p:cNvSpPr/>
            <p:nvPr/>
          </p:nvSpPr>
          <p:spPr>
            <a:xfrm>
              <a:off x="6748900" y="2702675"/>
              <a:ext cx="16275" cy="18450"/>
            </a:xfrm>
            <a:custGeom>
              <a:rect b="b" l="l" r="r" t="t"/>
              <a:pathLst>
                <a:path extrusionOk="0" h="738" w="651">
                  <a:moveTo>
                    <a:pt x="601" y="463"/>
                  </a:moveTo>
                  <a:cubicBezTo>
                    <a:pt x="650" y="300"/>
                    <a:pt x="563" y="113"/>
                    <a:pt x="388" y="63"/>
                  </a:cubicBezTo>
                  <a:cubicBezTo>
                    <a:pt x="251" y="0"/>
                    <a:pt x="76" y="88"/>
                    <a:pt x="63" y="250"/>
                  </a:cubicBezTo>
                  <a:cubicBezTo>
                    <a:pt x="1" y="650"/>
                    <a:pt x="563" y="738"/>
                    <a:pt x="563" y="338"/>
                  </a:cubicBezTo>
                  <a:cubicBezTo>
                    <a:pt x="563" y="288"/>
                    <a:pt x="501" y="275"/>
                    <a:pt x="488" y="325"/>
                  </a:cubicBezTo>
                  <a:cubicBezTo>
                    <a:pt x="163" y="438"/>
                    <a:pt x="88" y="425"/>
                    <a:pt x="263" y="275"/>
                  </a:cubicBezTo>
                  <a:cubicBezTo>
                    <a:pt x="376" y="100"/>
                    <a:pt x="438" y="150"/>
                    <a:pt x="476" y="425"/>
                  </a:cubicBezTo>
                  <a:cubicBezTo>
                    <a:pt x="451" y="513"/>
                    <a:pt x="576" y="538"/>
                    <a:pt x="601" y="4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2" name="Google Shape;2992;p94"/>
            <p:cNvSpPr/>
            <p:nvPr/>
          </p:nvSpPr>
          <p:spPr>
            <a:xfrm>
              <a:off x="6927925" y="2476175"/>
              <a:ext cx="3450" cy="2825"/>
            </a:xfrm>
            <a:custGeom>
              <a:rect b="b" l="l" r="r" t="t"/>
              <a:pathLst>
                <a:path extrusionOk="0" h="113" w="138">
                  <a:moveTo>
                    <a:pt x="63" y="25"/>
                  </a:moveTo>
                  <a:lnTo>
                    <a:pt x="38" y="38"/>
                  </a:lnTo>
                  <a:cubicBezTo>
                    <a:pt x="0" y="50"/>
                    <a:pt x="0" y="88"/>
                    <a:pt x="38" y="100"/>
                  </a:cubicBezTo>
                  <a:lnTo>
                    <a:pt x="63" y="100"/>
                  </a:lnTo>
                  <a:cubicBezTo>
                    <a:pt x="125" y="113"/>
                    <a:pt x="138" y="0"/>
                    <a:pt x="63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3" name="Google Shape;2993;p94"/>
            <p:cNvSpPr/>
            <p:nvPr/>
          </p:nvSpPr>
          <p:spPr>
            <a:xfrm>
              <a:off x="6869800" y="2346825"/>
              <a:ext cx="17850" cy="42200"/>
            </a:xfrm>
            <a:custGeom>
              <a:rect b="b" l="l" r="r" t="t"/>
              <a:pathLst>
                <a:path extrusionOk="0" h="1688" w="714">
                  <a:moveTo>
                    <a:pt x="101" y="1663"/>
                  </a:moveTo>
                  <a:cubicBezTo>
                    <a:pt x="638" y="1463"/>
                    <a:pt x="713" y="513"/>
                    <a:pt x="576" y="51"/>
                  </a:cubicBezTo>
                  <a:cubicBezTo>
                    <a:pt x="551" y="1"/>
                    <a:pt x="463" y="13"/>
                    <a:pt x="476" y="63"/>
                  </a:cubicBezTo>
                  <a:cubicBezTo>
                    <a:pt x="513" y="313"/>
                    <a:pt x="526" y="563"/>
                    <a:pt x="488" y="800"/>
                  </a:cubicBezTo>
                  <a:cubicBezTo>
                    <a:pt x="438" y="1038"/>
                    <a:pt x="326" y="1463"/>
                    <a:pt x="76" y="1550"/>
                  </a:cubicBezTo>
                  <a:cubicBezTo>
                    <a:pt x="1" y="1575"/>
                    <a:pt x="38" y="1688"/>
                    <a:pt x="101" y="16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4" name="Google Shape;2994;p94"/>
            <p:cNvSpPr/>
            <p:nvPr/>
          </p:nvSpPr>
          <p:spPr>
            <a:xfrm>
              <a:off x="6865425" y="2346525"/>
              <a:ext cx="19725" cy="42200"/>
            </a:xfrm>
            <a:custGeom>
              <a:rect b="b" l="l" r="r" t="t"/>
              <a:pathLst>
                <a:path extrusionOk="0" h="1688" w="789">
                  <a:moveTo>
                    <a:pt x="676" y="50"/>
                  </a:moveTo>
                  <a:cubicBezTo>
                    <a:pt x="313" y="400"/>
                    <a:pt x="1" y="1125"/>
                    <a:pt x="151" y="1625"/>
                  </a:cubicBezTo>
                  <a:cubicBezTo>
                    <a:pt x="163" y="1687"/>
                    <a:pt x="251" y="1662"/>
                    <a:pt x="238" y="1600"/>
                  </a:cubicBezTo>
                  <a:cubicBezTo>
                    <a:pt x="188" y="1062"/>
                    <a:pt x="376" y="513"/>
                    <a:pt x="751" y="113"/>
                  </a:cubicBezTo>
                  <a:cubicBezTo>
                    <a:pt x="788" y="63"/>
                    <a:pt x="726" y="0"/>
                    <a:pt x="676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5" name="Google Shape;2995;p94"/>
            <p:cNvSpPr/>
            <p:nvPr/>
          </p:nvSpPr>
          <p:spPr>
            <a:xfrm>
              <a:off x="6831375" y="2415875"/>
              <a:ext cx="30025" cy="33150"/>
            </a:xfrm>
            <a:custGeom>
              <a:rect b="b" l="l" r="r" t="t"/>
              <a:pathLst>
                <a:path extrusionOk="0" h="1326" w="1201">
                  <a:moveTo>
                    <a:pt x="1188" y="1275"/>
                  </a:moveTo>
                  <a:cubicBezTo>
                    <a:pt x="1200" y="938"/>
                    <a:pt x="1026" y="663"/>
                    <a:pt x="813" y="413"/>
                  </a:cubicBezTo>
                  <a:cubicBezTo>
                    <a:pt x="638" y="163"/>
                    <a:pt x="351" y="13"/>
                    <a:pt x="51" y="0"/>
                  </a:cubicBezTo>
                  <a:cubicBezTo>
                    <a:pt x="13" y="0"/>
                    <a:pt x="1" y="75"/>
                    <a:pt x="38" y="75"/>
                  </a:cubicBezTo>
                  <a:cubicBezTo>
                    <a:pt x="326" y="100"/>
                    <a:pt x="588" y="238"/>
                    <a:pt x="763" y="463"/>
                  </a:cubicBezTo>
                  <a:cubicBezTo>
                    <a:pt x="951" y="713"/>
                    <a:pt x="1125" y="950"/>
                    <a:pt x="1101" y="1275"/>
                  </a:cubicBezTo>
                  <a:cubicBezTo>
                    <a:pt x="1101" y="1325"/>
                    <a:pt x="1175" y="1325"/>
                    <a:pt x="1188" y="12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6" name="Google Shape;2996;p94"/>
            <p:cNvSpPr/>
            <p:nvPr/>
          </p:nvSpPr>
          <p:spPr>
            <a:xfrm>
              <a:off x="6831375" y="2415550"/>
              <a:ext cx="29400" cy="33475"/>
            </a:xfrm>
            <a:custGeom>
              <a:rect b="b" l="l" r="r" t="t"/>
              <a:pathLst>
                <a:path extrusionOk="0" h="1339" w="1176">
                  <a:moveTo>
                    <a:pt x="13" y="63"/>
                  </a:moveTo>
                  <a:cubicBezTo>
                    <a:pt x="101" y="626"/>
                    <a:pt x="501" y="1201"/>
                    <a:pt x="1076" y="1313"/>
                  </a:cubicBezTo>
                  <a:cubicBezTo>
                    <a:pt x="1138" y="1338"/>
                    <a:pt x="1175" y="1251"/>
                    <a:pt x="1125" y="1213"/>
                  </a:cubicBezTo>
                  <a:cubicBezTo>
                    <a:pt x="888" y="1076"/>
                    <a:pt x="651" y="1013"/>
                    <a:pt x="476" y="776"/>
                  </a:cubicBezTo>
                  <a:cubicBezTo>
                    <a:pt x="301" y="563"/>
                    <a:pt x="163" y="313"/>
                    <a:pt x="88" y="38"/>
                  </a:cubicBezTo>
                  <a:cubicBezTo>
                    <a:pt x="76" y="1"/>
                    <a:pt x="1" y="13"/>
                    <a:pt x="13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7" name="Google Shape;2997;p94"/>
            <p:cNvSpPr/>
            <p:nvPr/>
          </p:nvSpPr>
          <p:spPr>
            <a:xfrm>
              <a:off x="6767025" y="2718300"/>
              <a:ext cx="86575" cy="38750"/>
            </a:xfrm>
            <a:custGeom>
              <a:rect b="b" l="l" r="r" t="t"/>
              <a:pathLst>
                <a:path extrusionOk="0" h="1550" w="3463">
                  <a:moveTo>
                    <a:pt x="3387" y="38"/>
                  </a:moveTo>
                  <a:cubicBezTo>
                    <a:pt x="2387" y="738"/>
                    <a:pt x="1250" y="1225"/>
                    <a:pt x="50" y="1437"/>
                  </a:cubicBezTo>
                  <a:cubicBezTo>
                    <a:pt x="0" y="1450"/>
                    <a:pt x="25" y="1550"/>
                    <a:pt x="88" y="1537"/>
                  </a:cubicBezTo>
                  <a:cubicBezTo>
                    <a:pt x="1288" y="1312"/>
                    <a:pt x="2437" y="825"/>
                    <a:pt x="3425" y="100"/>
                  </a:cubicBezTo>
                  <a:cubicBezTo>
                    <a:pt x="3462" y="75"/>
                    <a:pt x="3425" y="0"/>
                    <a:pt x="3387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8" name="Google Shape;2998;p94"/>
            <p:cNvSpPr/>
            <p:nvPr/>
          </p:nvSpPr>
          <p:spPr>
            <a:xfrm>
              <a:off x="6752975" y="2749525"/>
              <a:ext cx="16250" cy="17850"/>
            </a:xfrm>
            <a:custGeom>
              <a:rect b="b" l="l" r="r" t="t"/>
              <a:pathLst>
                <a:path extrusionOk="0" h="714" w="650">
                  <a:moveTo>
                    <a:pt x="575" y="188"/>
                  </a:moveTo>
                  <a:cubicBezTo>
                    <a:pt x="363" y="1"/>
                    <a:pt x="0" y="238"/>
                    <a:pt x="213" y="476"/>
                  </a:cubicBezTo>
                  <a:cubicBezTo>
                    <a:pt x="413" y="713"/>
                    <a:pt x="650" y="376"/>
                    <a:pt x="562" y="163"/>
                  </a:cubicBezTo>
                  <a:cubicBezTo>
                    <a:pt x="537" y="126"/>
                    <a:pt x="487" y="138"/>
                    <a:pt x="487" y="176"/>
                  </a:cubicBezTo>
                  <a:cubicBezTo>
                    <a:pt x="487" y="213"/>
                    <a:pt x="487" y="251"/>
                    <a:pt x="487" y="288"/>
                  </a:cubicBezTo>
                  <a:cubicBezTo>
                    <a:pt x="475" y="376"/>
                    <a:pt x="487" y="363"/>
                    <a:pt x="512" y="263"/>
                  </a:cubicBezTo>
                  <a:cubicBezTo>
                    <a:pt x="550" y="288"/>
                    <a:pt x="612" y="238"/>
                    <a:pt x="575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9" name="Google Shape;2999;p94"/>
            <p:cNvSpPr/>
            <p:nvPr/>
          </p:nvSpPr>
          <p:spPr>
            <a:xfrm>
              <a:off x="6783275" y="2681125"/>
              <a:ext cx="81875" cy="30625"/>
            </a:xfrm>
            <a:custGeom>
              <a:rect b="b" l="l" r="r" t="t"/>
              <a:pathLst>
                <a:path extrusionOk="0" h="1225" w="3275">
                  <a:moveTo>
                    <a:pt x="3212" y="1000"/>
                  </a:moveTo>
                  <a:cubicBezTo>
                    <a:pt x="2000" y="1137"/>
                    <a:pt x="988" y="800"/>
                    <a:pt x="63" y="25"/>
                  </a:cubicBezTo>
                  <a:cubicBezTo>
                    <a:pt x="25" y="0"/>
                    <a:pt x="0" y="38"/>
                    <a:pt x="13" y="75"/>
                  </a:cubicBezTo>
                  <a:cubicBezTo>
                    <a:pt x="738" y="1000"/>
                    <a:pt x="2112" y="1225"/>
                    <a:pt x="3212" y="1087"/>
                  </a:cubicBezTo>
                  <a:cubicBezTo>
                    <a:pt x="3274" y="1087"/>
                    <a:pt x="3274" y="987"/>
                    <a:pt x="3212" y="10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0" name="Google Shape;3000;p94"/>
            <p:cNvSpPr/>
            <p:nvPr/>
          </p:nvSpPr>
          <p:spPr>
            <a:xfrm>
              <a:off x="6773575" y="2671750"/>
              <a:ext cx="15025" cy="12825"/>
            </a:xfrm>
            <a:custGeom>
              <a:rect b="b" l="l" r="r" t="t"/>
              <a:pathLst>
                <a:path extrusionOk="0" h="513" w="601">
                  <a:moveTo>
                    <a:pt x="338" y="25"/>
                  </a:moveTo>
                  <a:cubicBezTo>
                    <a:pt x="38" y="0"/>
                    <a:pt x="1" y="450"/>
                    <a:pt x="301" y="488"/>
                  </a:cubicBezTo>
                  <a:cubicBezTo>
                    <a:pt x="601" y="513"/>
                    <a:pt x="563" y="75"/>
                    <a:pt x="276" y="88"/>
                  </a:cubicBezTo>
                  <a:cubicBezTo>
                    <a:pt x="238" y="88"/>
                    <a:pt x="226" y="138"/>
                    <a:pt x="263" y="150"/>
                  </a:cubicBezTo>
                  <a:cubicBezTo>
                    <a:pt x="313" y="213"/>
                    <a:pt x="338" y="188"/>
                    <a:pt x="338" y="100"/>
                  </a:cubicBezTo>
                  <a:cubicBezTo>
                    <a:pt x="388" y="100"/>
                    <a:pt x="388" y="25"/>
                    <a:pt x="338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1" name="Google Shape;3001;p94"/>
            <p:cNvSpPr/>
            <p:nvPr/>
          </p:nvSpPr>
          <p:spPr>
            <a:xfrm>
              <a:off x="6888250" y="2270600"/>
              <a:ext cx="60000" cy="237450"/>
            </a:xfrm>
            <a:custGeom>
              <a:rect b="b" l="l" r="r" t="t"/>
              <a:pathLst>
                <a:path extrusionOk="0" h="9498" w="2400">
                  <a:moveTo>
                    <a:pt x="2387" y="9448"/>
                  </a:moveTo>
                  <a:cubicBezTo>
                    <a:pt x="1137" y="6136"/>
                    <a:pt x="0" y="3450"/>
                    <a:pt x="2025" y="125"/>
                  </a:cubicBezTo>
                  <a:cubicBezTo>
                    <a:pt x="2062" y="50"/>
                    <a:pt x="1962" y="0"/>
                    <a:pt x="1925" y="63"/>
                  </a:cubicBezTo>
                  <a:cubicBezTo>
                    <a:pt x="975" y="1475"/>
                    <a:pt x="575" y="2750"/>
                    <a:pt x="738" y="4449"/>
                  </a:cubicBezTo>
                  <a:cubicBezTo>
                    <a:pt x="925" y="6386"/>
                    <a:pt x="1637" y="7686"/>
                    <a:pt x="2325" y="9460"/>
                  </a:cubicBezTo>
                  <a:cubicBezTo>
                    <a:pt x="2350" y="9498"/>
                    <a:pt x="2400" y="9485"/>
                    <a:pt x="2387" y="944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2" name="Google Shape;3002;p94"/>
            <p:cNvSpPr/>
            <p:nvPr/>
          </p:nvSpPr>
          <p:spPr>
            <a:xfrm>
              <a:off x="6844200" y="2755475"/>
              <a:ext cx="49375" cy="31875"/>
            </a:xfrm>
            <a:custGeom>
              <a:rect b="b" l="l" r="r" t="t"/>
              <a:pathLst>
                <a:path extrusionOk="0" h="1275" w="1975">
                  <a:moveTo>
                    <a:pt x="1962" y="1213"/>
                  </a:moveTo>
                  <a:cubicBezTo>
                    <a:pt x="1875" y="663"/>
                    <a:pt x="1525" y="125"/>
                    <a:pt x="912" y="63"/>
                  </a:cubicBezTo>
                  <a:cubicBezTo>
                    <a:pt x="425" y="0"/>
                    <a:pt x="0" y="375"/>
                    <a:pt x="0" y="875"/>
                  </a:cubicBezTo>
                  <a:cubicBezTo>
                    <a:pt x="0" y="938"/>
                    <a:pt x="113" y="938"/>
                    <a:pt x="113" y="875"/>
                  </a:cubicBezTo>
                  <a:cubicBezTo>
                    <a:pt x="125" y="300"/>
                    <a:pt x="700" y="13"/>
                    <a:pt x="1200" y="250"/>
                  </a:cubicBezTo>
                  <a:cubicBezTo>
                    <a:pt x="1612" y="425"/>
                    <a:pt x="1812" y="813"/>
                    <a:pt x="1900" y="1238"/>
                  </a:cubicBezTo>
                  <a:cubicBezTo>
                    <a:pt x="1912" y="1275"/>
                    <a:pt x="1975" y="1262"/>
                    <a:pt x="1962" y="1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3" name="Google Shape;3003;p94"/>
            <p:cNvSpPr/>
            <p:nvPr/>
          </p:nvSpPr>
          <p:spPr>
            <a:xfrm>
              <a:off x="6887300" y="2510225"/>
              <a:ext cx="31575" cy="62500"/>
            </a:xfrm>
            <a:custGeom>
              <a:rect b="b" l="l" r="r" t="t"/>
              <a:pathLst>
                <a:path extrusionOk="0" h="2500" w="1263">
                  <a:moveTo>
                    <a:pt x="538" y="50"/>
                  </a:moveTo>
                  <a:cubicBezTo>
                    <a:pt x="563" y="675"/>
                    <a:pt x="1" y="1175"/>
                    <a:pt x="226" y="1812"/>
                  </a:cubicBezTo>
                  <a:cubicBezTo>
                    <a:pt x="376" y="2225"/>
                    <a:pt x="776" y="2500"/>
                    <a:pt x="1213" y="2487"/>
                  </a:cubicBezTo>
                  <a:cubicBezTo>
                    <a:pt x="1250" y="2487"/>
                    <a:pt x="1263" y="2425"/>
                    <a:pt x="1225" y="2412"/>
                  </a:cubicBezTo>
                  <a:cubicBezTo>
                    <a:pt x="438" y="2312"/>
                    <a:pt x="126" y="1625"/>
                    <a:pt x="426" y="925"/>
                  </a:cubicBezTo>
                  <a:cubicBezTo>
                    <a:pt x="563" y="650"/>
                    <a:pt x="626" y="350"/>
                    <a:pt x="626" y="50"/>
                  </a:cubicBezTo>
                  <a:cubicBezTo>
                    <a:pt x="626" y="0"/>
                    <a:pt x="538" y="0"/>
                    <a:pt x="538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4" name="Google Shape;3004;p94"/>
            <p:cNvSpPr/>
            <p:nvPr/>
          </p:nvSpPr>
          <p:spPr>
            <a:xfrm>
              <a:off x="6912925" y="2543350"/>
              <a:ext cx="21575" cy="30625"/>
            </a:xfrm>
            <a:custGeom>
              <a:rect b="b" l="l" r="r" t="t"/>
              <a:pathLst>
                <a:path extrusionOk="0" h="1225" w="863">
                  <a:moveTo>
                    <a:pt x="38" y="1112"/>
                  </a:moveTo>
                  <a:cubicBezTo>
                    <a:pt x="338" y="1225"/>
                    <a:pt x="588" y="1062"/>
                    <a:pt x="700" y="775"/>
                  </a:cubicBezTo>
                  <a:cubicBezTo>
                    <a:pt x="788" y="550"/>
                    <a:pt x="863" y="163"/>
                    <a:pt x="613" y="13"/>
                  </a:cubicBezTo>
                  <a:cubicBezTo>
                    <a:pt x="588" y="0"/>
                    <a:pt x="550" y="25"/>
                    <a:pt x="575" y="63"/>
                  </a:cubicBezTo>
                  <a:cubicBezTo>
                    <a:pt x="825" y="387"/>
                    <a:pt x="588" y="1225"/>
                    <a:pt x="63" y="1050"/>
                  </a:cubicBezTo>
                  <a:cubicBezTo>
                    <a:pt x="13" y="1025"/>
                    <a:pt x="0" y="1100"/>
                    <a:pt x="38" y="11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5" name="Google Shape;3005;p94"/>
            <p:cNvSpPr/>
            <p:nvPr/>
          </p:nvSpPr>
          <p:spPr>
            <a:xfrm>
              <a:off x="6775150" y="2732675"/>
              <a:ext cx="56575" cy="81250"/>
            </a:xfrm>
            <a:custGeom>
              <a:rect b="b" l="l" r="r" t="t"/>
              <a:pathLst>
                <a:path extrusionOk="0" h="3250" w="2263">
                  <a:moveTo>
                    <a:pt x="2162" y="38"/>
                  </a:moveTo>
                  <a:cubicBezTo>
                    <a:pt x="1213" y="825"/>
                    <a:pt x="0" y="1800"/>
                    <a:pt x="300" y="3199"/>
                  </a:cubicBezTo>
                  <a:cubicBezTo>
                    <a:pt x="313" y="3249"/>
                    <a:pt x="400" y="3224"/>
                    <a:pt x="388" y="3174"/>
                  </a:cubicBezTo>
                  <a:cubicBezTo>
                    <a:pt x="200" y="1787"/>
                    <a:pt x="1275" y="900"/>
                    <a:pt x="2225" y="88"/>
                  </a:cubicBezTo>
                  <a:cubicBezTo>
                    <a:pt x="2262" y="63"/>
                    <a:pt x="2200" y="0"/>
                    <a:pt x="2162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6" name="Google Shape;3006;p94"/>
            <p:cNvSpPr/>
            <p:nvPr/>
          </p:nvSpPr>
          <p:spPr>
            <a:xfrm>
              <a:off x="6867625" y="2553650"/>
              <a:ext cx="15025" cy="30950"/>
            </a:xfrm>
            <a:custGeom>
              <a:rect b="b" l="l" r="r" t="t"/>
              <a:pathLst>
                <a:path extrusionOk="0" h="1238" w="601">
                  <a:moveTo>
                    <a:pt x="500" y="63"/>
                  </a:moveTo>
                  <a:cubicBezTo>
                    <a:pt x="475" y="463"/>
                    <a:pt x="313" y="850"/>
                    <a:pt x="25" y="1138"/>
                  </a:cubicBezTo>
                  <a:cubicBezTo>
                    <a:pt x="0" y="1175"/>
                    <a:pt x="38" y="1238"/>
                    <a:pt x="88" y="1213"/>
                  </a:cubicBezTo>
                  <a:cubicBezTo>
                    <a:pt x="250" y="1075"/>
                    <a:pt x="375" y="900"/>
                    <a:pt x="438" y="713"/>
                  </a:cubicBezTo>
                  <a:cubicBezTo>
                    <a:pt x="550" y="513"/>
                    <a:pt x="600" y="288"/>
                    <a:pt x="588" y="63"/>
                  </a:cubicBezTo>
                  <a:cubicBezTo>
                    <a:pt x="588" y="0"/>
                    <a:pt x="488" y="0"/>
                    <a:pt x="488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7" name="Google Shape;3007;p94"/>
            <p:cNvSpPr/>
            <p:nvPr/>
          </p:nvSpPr>
          <p:spPr>
            <a:xfrm>
              <a:off x="6861375" y="2550525"/>
              <a:ext cx="21900" cy="34400"/>
            </a:xfrm>
            <a:custGeom>
              <a:rect b="b" l="l" r="r" t="t"/>
              <a:pathLst>
                <a:path extrusionOk="0" h="1376" w="876">
                  <a:moveTo>
                    <a:pt x="325" y="1275"/>
                  </a:moveTo>
                  <a:cubicBezTo>
                    <a:pt x="113" y="825"/>
                    <a:pt x="413" y="313"/>
                    <a:pt x="825" y="125"/>
                  </a:cubicBezTo>
                  <a:cubicBezTo>
                    <a:pt x="875" y="100"/>
                    <a:pt x="838" y="0"/>
                    <a:pt x="775" y="25"/>
                  </a:cubicBezTo>
                  <a:cubicBezTo>
                    <a:pt x="300" y="238"/>
                    <a:pt x="0" y="838"/>
                    <a:pt x="238" y="1325"/>
                  </a:cubicBezTo>
                  <a:cubicBezTo>
                    <a:pt x="275" y="1375"/>
                    <a:pt x="350" y="1325"/>
                    <a:pt x="325" y="12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8" name="Google Shape;3008;p94"/>
            <p:cNvSpPr/>
            <p:nvPr/>
          </p:nvSpPr>
          <p:spPr>
            <a:xfrm>
              <a:off x="6864175" y="2216250"/>
              <a:ext cx="60025" cy="132175"/>
            </a:xfrm>
            <a:custGeom>
              <a:rect b="b" l="l" r="r" t="t"/>
              <a:pathLst>
                <a:path extrusionOk="0" h="5287" w="2401">
                  <a:moveTo>
                    <a:pt x="1813" y="5236"/>
                  </a:moveTo>
                  <a:cubicBezTo>
                    <a:pt x="2125" y="3649"/>
                    <a:pt x="2400" y="212"/>
                    <a:pt x="51" y="0"/>
                  </a:cubicBezTo>
                  <a:cubicBezTo>
                    <a:pt x="1" y="0"/>
                    <a:pt x="1" y="62"/>
                    <a:pt x="51" y="75"/>
                  </a:cubicBezTo>
                  <a:cubicBezTo>
                    <a:pt x="2338" y="375"/>
                    <a:pt x="2038" y="3687"/>
                    <a:pt x="1738" y="5211"/>
                  </a:cubicBezTo>
                  <a:cubicBezTo>
                    <a:pt x="1738" y="5261"/>
                    <a:pt x="1813" y="5286"/>
                    <a:pt x="1813" y="52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9" name="Google Shape;3009;p94"/>
            <p:cNvSpPr/>
            <p:nvPr/>
          </p:nvSpPr>
          <p:spPr>
            <a:xfrm>
              <a:off x="6826700" y="2222800"/>
              <a:ext cx="65000" cy="61575"/>
            </a:xfrm>
            <a:custGeom>
              <a:rect b="b" l="l" r="r" t="t"/>
              <a:pathLst>
                <a:path extrusionOk="0" h="2463" w="2600">
                  <a:moveTo>
                    <a:pt x="2587" y="963"/>
                  </a:moveTo>
                  <a:cubicBezTo>
                    <a:pt x="2250" y="288"/>
                    <a:pt x="1425" y="0"/>
                    <a:pt x="788" y="450"/>
                  </a:cubicBezTo>
                  <a:cubicBezTo>
                    <a:pt x="200" y="863"/>
                    <a:pt x="0" y="1925"/>
                    <a:pt x="575" y="2425"/>
                  </a:cubicBezTo>
                  <a:cubicBezTo>
                    <a:pt x="638" y="2462"/>
                    <a:pt x="700" y="2387"/>
                    <a:pt x="650" y="2350"/>
                  </a:cubicBezTo>
                  <a:cubicBezTo>
                    <a:pt x="138" y="1875"/>
                    <a:pt x="300" y="900"/>
                    <a:pt x="838" y="525"/>
                  </a:cubicBezTo>
                  <a:cubicBezTo>
                    <a:pt x="1425" y="125"/>
                    <a:pt x="2237" y="350"/>
                    <a:pt x="2537" y="1000"/>
                  </a:cubicBezTo>
                  <a:cubicBezTo>
                    <a:pt x="2550" y="1038"/>
                    <a:pt x="2600" y="1000"/>
                    <a:pt x="2587" y="9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0" name="Google Shape;3010;p94"/>
            <p:cNvSpPr/>
            <p:nvPr/>
          </p:nvSpPr>
          <p:spPr>
            <a:xfrm>
              <a:off x="6837325" y="2258100"/>
              <a:ext cx="46875" cy="35950"/>
            </a:xfrm>
            <a:custGeom>
              <a:rect b="b" l="l" r="r" t="t"/>
              <a:pathLst>
                <a:path extrusionOk="0" h="1438" w="1875">
                  <a:moveTo>
                    <a:pt x="25" y="750"/>
                  </a:moveTo>
                  <a:cubicBezTo>
                    <a:pt x="200" y="1213"/>
                    <a:pt x="738" y="1438"/>
                    <a:pt x="1200" y="1250"/>
                  </a:cubicBezTo>
                  <a:cubicBezTo>
                    <a:pt x="1662" y="1050"/>
                    <a:pt x="1875" y="513"/>
                    <a:pt x="1662" y="51"/>
                  </a:cubicBezTo>
                  <a:cubicBezTo>
                    <a:pt x="1650" y="1"/>
                    <a:pt x="1575" y="38"/>
                    <a:pt x="1587" y="88"/>
                  </a:cubicBezTo>
                  <a:cubicBezTo>
                    <a:pt x="1712" y="513"/>
                    <a:pt x="1587" y="963"/>
                    <a:pt x="1150" y="1150"/>
                  </a:cubicBezTo>
                  <a:cubicBezTo>
                    <a:pt x="738" y="1313"/>
                    <a:pt x="263" y="1125"/>
                    <a:pt x="88" y="713"/>
                  </a:cubicBezTo>
                  <a:cubicBezTo>
                    <a:pt x="63" y="675"/>
                    <a:pt x="0" y="713"/>
                    <a:pt x="25" y="7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1" name="Google Shape;3011;p94"/>
            <p:cNvSpPr/>
            <p:nvPr/>
          </p:nvSpPr>
          <p:spPr>
            <a:xfrm>
              <a:off x="6849500" y="2246850"/>
              <a:ext cx="30650" cy="17200"/>
            </a:xfrm>
            <a:custGeom>
              <a:rect b="b" l="l" r="r" t="t"/>
              <a:pathLst>
                <a:path extrusionOk="0" h="688" w="1226">
                  <a:moveTo>
                    <a:pt x="1200" y="638"/>
                  </a:moveTo>
                  <a:cubicBezTo>
                    <a:pt x="1225" y="301"/>
                    <a:pt x="863" y="51"/>
                    <a:pt x="550" y="63"/>
                  </a:cubicBezTo>
                  <a:cubicBezTo>
                    <a:pt x="238" y="63"/>
                    <a:pt x="1" y="338"/>
                    <a:pt x="113" y="626"/>
                  </a:cubicBezTo>
                  <a:cubicBezTo>
                    <a:pt x="138" y="676"/>
                    <a:pt x="213" y="663"/>
                    <a:pt x="201" y="601"/>
                  </a:cubicBezTo>
                  <a:cubicBezTo>
                    <a:pt x="13" y="1"/>
                    <a:pt x="1163" y="51"/>
                    <a:pt x="1125" y="638"/>
                  </a:cubicBezTo>
                  <a:cubicBezTo>
                    <a:pt x="1125" y="688"/>
                    <a:pt x="1200" y="688"/>
                    <a:pt x="1200" y="6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2" name="Google Shape;3012;p94"/>
            <p:cNvSpPr/>
            <p:nvPr/>
          </p:nvSpPr>
          <p:spPr>
            <a:xfrm>
              <a:off x="6819200" y="2492725"/>
              <a:ext cx="71575" cy="55025"/>
            </a:xfrm>
            <a:custGeom>
              <a:rect b="b" l="l" r="r" t="t"/>
              <a:pathLst>
                <a:path extrusionOk="0" h="2201" w="2863">
                  <a:moveTo>
                    <a:pt x="2787" y="1750"/>
                  </a:moveTo>
                  <a:cubicBezTo>
                    <a:pt x="1463" y="2100"/>
                    <a:pt x="375" y="1288"/>
                    <a:pt x="50" y="26"/>
                  </a:cubicBezTo>
                  <a:cubicBezTo>
                    <a:pt x="50" y="1"/>
                    <a:pt x="0" y="1"/>
                    <a:pt x="0" y="26"/>
                  </a:cubicBezTo>
                  <a:cubicBezTo>
                    <a:pt x="100" y="1425"/>
                    <a:pt x="1538" y="2200"/>
                    <a:pt x="2812" y="1813"/>
                  </a:cubicBezTo>
                  <a:cubicBezTo>
                    <a:pt x="2862" y="1800"/>
                    <a:pt x="2837" y="1725"/>
                    <a:pt x="2787" y="17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3" name="Google Shape;3013;p94"/>
            <p:cNvSpPr/>
            <p:nvPr/>
          </p:nvSpPr>
          <p:spPr>
            <a:xfrm>
              <a:off x="6793275" y="2835125"/>
              <a:ext cx="104675" cy="111575"/>
            </a:xfrm>
            <a:custGeom>
              <a:rect b="b" l="l" r="r" t="t"/>
              <a:pathLst>
                <a:path extrusionOk="0" h="4463" w="4187">
                  <a:moveTo>
                    <a:pt x="3999" y="2663"/>
                  </a:moveTo>
                  <a:cubicBezTo>
                    <a:pt x="4187" y="1213"/>
                    <a:pt x="2737" y="38"/>
                    <a:pt x="1387" y="751"/>
                  </a:cubicBezTo>
                  <a:cubicBezTo>
                    <a:pt x="0" y="1488"/>
                    <a:pt x="225" y="3425"/>
                    <a:pt x="1162" y="4437"/>
                  </a:cubicBezTo>
                  <a:cubicBezTo>
                    <a:pt x="1187" y="4462"/>
                    <a:pt x="1237" y="4425"/>
                    <a:pt x="1212" y="4387"/>
                  </a:cubicBezTo>
                  <a:cubicBezTo>
                    <a:pt x="563" y="3488"/>
                    <a:pt x="125" y="2013"/>
                    <a:pt x="1062" y="1138"/>
                  </a:cubicBezTo>
                  <a:cubicBezTo>
                    <a:pt x="2275" y="1"/>
                    <a:pt x="4087" y="1088"/>
                    <a:pt x="3899" y="2663"/>
                  </a:cubicBezTo>
                  <a:cubicBezTo>
                    <a:pt x="3887" y="2738"/>
                    <a:pt x="3999" y="2725"/>
                    <a:pt x="4012" y="26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4" name="Google Shape;3014;p94"/>
            <p:cNvSpPr/>
            <p:nvPr/>
          </p:nvSpPr>
          <p:spPr>
            <a:xfrm>
              <a:off x="6818575" y="2941350"/>
              <a:ext cx="146550" cy="263725"/>
            </a:xfrm>
            <a:custGeom>
              <a:rect b="b" l="l" r="r" t="t"/>
              <a:pathLst>
                <a:path extrusionOk="0" h="10549" w="5862">
                  <a:moveTo>
                    <a:pt x="38" y="101"/>
                  </a:moveTo>
                  <a:cubicBezTo>
                    <a:pt x="1700" y="1313"/>
                    <a:pt x="3812" y="2425"/>
                    <a:pt x="4737" y="4325"/>
                  </a:cubicBezTo>
                  <a:cubicBezTo>
                    <a:pt x="5586" y="6087"/>
                    <a:pt x="5761" y="8849"/>
                    <a:pt x="4562" y="10486"/>
                  </a:cubicBezTo>
                  <a:cubicBezTo>
                    <a:pt x="4537" y="10511"/>
                    <a:pt x="4587" y="10548"/>
                    <a:pt x="4612" y="10523"/>
                  </a:cubicBezTo>
                  <a:cubicBezTo>
                    <a:pt x="5861" y="9086"/>
                    <a:pt x="5724" y="6587"/>
                    <a:pt x="5137" y="4875"/>
                  </a:cubicBezTo>
                  <a:cubicBezTo>
                    <a:pt x="4349" y="2550"/>
                    <a:pt x="1950" y="1363"/>
                    <a:pt x="75" y="26"/>
                  </a:cubicBezTo>
                  <a:cubicBezTo>
                    <a:pt x="38" y="1"/>
                    <a:pt x="0" y="63"/>
                    <a:pt x="38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5" name="Google Shape;3015;p94"/>
            <p:cNvSpPr/>
            <p:nvPr/>
          </p:nvSpPr>
          <p:spPr>
            <a:xfrm>
              <a:off x="6841075" y="3137250"/>
              <a:ext cx="84375" cy="100925"/>
            </a:xfrm>
            <a:custGeom>
              <a:rect b="b" l="l" r="r" t="t"/>
              <a:pathLst>
                <a:path extrusionOk="0" h="4037" w="3375">
                  <a:moveTo>
                    <a:pt x="3299" y="2875"/>
                  </a:moveTo>
                  <a:cubicBezTo>
                    <a:pt x="2362" y="3412"/>
                    <a:pt x="987" y="3537"/>
                    <a:pt x="438" y="2375"/>
                  </a:cubicBezTo>
                  <a:cubicBezTo>
                    <a:pt x="313" y="2100"/>
                    <a:pt x="275" y="1787"/>
                    <a:pt x="325" y="1487"/>
                  </a:cubicBezTo>
                  <a:cubicBezTo>
                    <a:pt x="325" y="1412"/>
                    <a:pt x="313" y="1325"/>
                    <a:pt x="325" y="1250"/>
                  </a:cubicBezTo>
                  <a:cubicBezTo>
                    <a:pt x="450" y="488"/>
                    <a:pt x="650" y="513"/>
                    <a:pt x="1175" y="450"/>
                  </a:cubicBezTo>
                  <a:cubicBezTo>
                    <a:pt x="2075" y="338"/>
                    <a:pt x="2425" y="938"/>
                    <a:pt x="2275" y="1725"/>
                  </a:cubicBezTo>
                  <a:cubicBezTo>
                    <a:pt x="2162" y="2300"/>
                    <a:pt x="1875" y="2600"/>
                    <a:pt x="1462" y="3000"/>
                  </a:cubicBezTo>
                  <a:cubicBezTo>
                    <a:pt x="1150" y="3299"/>
                    <a:pt x="825" y="3549"/>
                    <a:pt x="800" y="3999"/>
                  </a:cubicBezTo>
                  <a:cubicBezTo>
                    <a:pt x="800" y="4024"/>
                    <a:pt x="850" y="4037"/>
                    <a:pt x="850" y="3999"/>
                  </a:cubicBezTo>
                  <a:cubicBezTo>
                    <a:pt x="950" y="3287"/>
                    <a:pt x="1862" y="2900"/>
                    <a:pt x="2225" y="2312"/>
                  </a:cubicBezTo>
                  <a:cubicBezTo>
                    <a:pt x="2525" y="1875"/>
                    <a:pt x="2575" y="1325"/>
                    <a:pt x="2362" y="850"/>
                  </a:cubicBezTo>
                  <a:cubicBezTo>
                    <a:pt x="2025" y="113"/>
                    <a:pt x="887" y="0"/>
                    <a:pt x="400" y="650"/>
                  </a:cubicBezTo>
                  <a:cubicBezTo>
                    <a:pt x="0" y="1163"/>
                    <a:pt x="138" y="2237"/>
                    <a:pt x="500" y="2725"/>
                  </a:cubicBezTo>
                  <a:cubicBezTo>
                    <a:pt x="1200" y="3662"/>
                    <a:pt x="2450" y="3462"/>
                    <a:pt x="3337" y="2950"/>
                  </a:cubicBezTo>
                  <a:cubicBezTo>
                    <a:pt x="3374" y="2912"/>
                    <a:pt x="3337" y="2850"/>
                    <a:pt x="3299" y="28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6" name="Google Shape;3016;p94"/>
            <p:cNvSpPr/>
            <p:nvPr/>
          </p:nvSpPr>
          <p:spPr>
            <a:xfrm>
              <a:off x="6857325" y="3245025"/>
              <a:ext cx="13750" cy="55325"/>
            </a:xfrm>
            <a:custGeom>
              <a:rect b="b" l="l" r="r" t="t"/>
              <a:pathLst>
                <a:path extrusionOk="0" h="2213" w="550">
                  <a:moveTo>
                    <a:pt x="75" y="51"/>
                  </a:moveTo>
                  <a:cubicBezTo>
                    <a:pt x="0" y="738"/>
                    <a:pt x="63" y="1588"/>
                    <a:pt x="475" y="2188"/>
                  </a:cubicBezTo>
                  <a:cubicBezTo>
                    <a:pt x="500" y="2213"/>
                    <a:pt x="550" y="2200"/>
                    <a:pt x="537" y="2163"/>
                  </a:cubicBezTo>
                  <a:cubicBezTo>
                    <a:pt x="300" y="1438"/>
                    <a:pt x="75" y="825"/>
                    <a:pt x="150" y="51"/>
                  </a:cubicBezTo>
                  <a:cubicBezTo>
                    <a:pt x="150" y="1"/>
                    <a:pt x="87" y="1"/>
                    <a:pt x="75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7" name="Google Shape;3017;p94"/>
            <p:cNvSpPr/>
            <p:nvPr/>
          </p:nvSpPr>
          <p:spPr>
            <a:xfrm>
              <a:off x="6805150" y="2972925"/>
              <a:ext cx="96550" cy="81550"/>
            </a:xfrm>
            <a:custGeom>
              <a:rect b="b" l="l" r="r" t="t"/>
              <a:pathLst>
                <a:path extrusionOk="0" h="3262" w="3862">
                  <a:moveTo>
                    <a:pt x="3824" y="1025"/>
                  </a:moveTo>
                  <a:cubicBezTo>
                    <a:pt x="3187" y="475"/>
                    <a:pt x="2362" y="0"/>
                    <a:pt x="1487" y="187"/>
                  </a:cubicBezTo>
                  <a:cubicBezTo>
                    <a:pt x="662" y="375"/>
                    <a:pt x="50" y="1175"/>
                    <a:pt x="25" y="2012"/>
                  </a:cubicBezTo>
                  <a:cubicBezTo>
                    <a:pt x="0" y="2587"/>
                    <a:pt x="375" y="3262"/>
                    <a:pt x="1037" y="3187"/>
                  </a:cubicBezTo>
                  <a:cubicBezTo>
                    <a:pt x="1387" y="3149"/>
                    <a:pt x="1812" y="2799"/>
                    <a:pt x="1437" y="2512"/>
                  </a:cubicBezTo>
                  <a:cubicBezTo>
                    <a:pt x="1387" y="2487"/>
                    <a:pt x="1350" y="2549"/>
                    <a:pt x="1387" y="2587"/>
                  </a:cubicBezTo>
                  <a:cubicBezTo>
                    <a:pt x="562" y="3012"/>
                    <a:pt x="138" y="2862"/>
                    <a:pt x="125" y="2124"/>
                  </a:cubicBezTo>
                  <a:cubicBezTo>
                    <a:pt x="125" y="1812"/>
                    <a:pt x="200" y="1500"/>
                    <a:pt x="362" y="1225"/>
                  </a:cubicBezTo>
                  <a:cubicBezTo>
                    <a:pt x="562" y="787"/>
                    <a:pt x="950" y="462"/>
                    <a:pt x="1412" y="325"/>
                  </a:cubicBezTo>
                  <a:cubicBezTo>
                    <a:pt x="2299" y="88"/>
                    <a:pt x="3124" y="550"/>
                    <a:pt x="3787" y="1075"/>
                  </a:cubicBezTo>
                  <a:cubicBezTo>
                    <a:pt x="3824" y="1087"/>
                    <a:pt x="3862" y="1050"/>
                    <a:pt x="3837" y="10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8" name="Google Shape;3018;p94"/>
            <p:cNvSpPr/>
            <p:nvPr/>
          </p:nvSpPr>
          <p:spPr>
            <a:xfrm>
              <a:off x="6762350" y="2958850"/>
              <a:ext cx="110600" cy="22825"/>
            </a:xfrm>
            <a:custGeom>
              <a:rect b="b" l="l" r="r" t="t"/>
              <a:pathLst>
                <a:path extrusionOk="0" h="913" w="4424">
                  <a:moveTo>
                    <a:pt x="4399" y="825"/>
                  </a:moveTo>
                  <a:cubicBezTo>
                    <a:pt x="3874" y="376"/>
                    <a:pt x="3187" y="251"/>
                    <a:pt x="2524" y="176"/>
                  </a:cubicBezTo>
                  <a:cubicBezTo>
                    <a:pt x="1700" y="88"/>
                    <a:pt x="725" y="1"/>
                    <a:pt x="38" y="526"/>
                  </a:cubicBezTo>
                  <a:cubicBezTo>
                    <a:pt x="0" y="551"/>
                    <a:pt x="25" y="601"/>
                    <a:pt x="63" y="588"/>
                  </a:cubicBezTo>
                  <a:cubicBezTo>
                    <a:pt x="1187" y="1"/>
                    <a:pt x="3324" y="38"/>
                    <a:pt x="4324" y="875"/>
                  </a:cubicBezTo>
                  <a:cubicBezTo>
                    <a:pt x="4374" y="913"/>
                    <a:pt x="4424" y="863"/>
                    <a:pt x="4386" y="8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9" name="Google Shape;3019;p94"/>
            <p:cNvSpPr/>
            <p:nvPr/>
          </p:nvSpPr>
          <p:spPr>
            <a:xfrm>
              <a:off x="6751100" y="2969475"/>
              <a:ext cx="12200" cy="11900"/>
            </a:xfrm>
            <a:custGeom>
              <a:rect b="b" l="l" r="r" t="t"/>
              <a:pathLst>
                <a:path extrusionOk="0" h="476" w="488">
                  <a:moveTo>
                    <a:pt x="450" y="126"/>
                  </a:moveTo>
                  <a:cubicBezTo>
                    <a:pt x="488" y="213"/>
                    <a:pt x="463" y="313"/>
                    <a:pt x="400" y="388"/>
                  </a:cubicBezTo>
                  <a:cubicBezTo>
                    <a:pt x="338" y="450"/>
                    <a:pt x="238" y="475"/>
                    <a:pt x="150" y="463"/>
                  </a:cubicBezTo>
                  <a:cubicBezTo>
                    <a:pt x="125" y="450"/>
                    <a:pt x="88" y="438"/>
                    <a:pt x="63" y="425"/>
                  </a:cubicBezTo>
                  <a:cubicBezTo>
                    <a:pt x="38" y="388"/>
                    <a:pt x="25" y="350"/>
                    <a:pt x="25" y="313"/>
                  </a:cubicBezTo>
                  <a:cubicBezTo>
                    <a:pt x="0" y="188"/>
                    <a:pt x="63" y="63"/>
                    <a:pt x="175" y="13"/>
                  </a:cubicBezTo>
                  <a:cubicBezTo>
                    <a:pt x="313" y="1"/>
                    <a:pt x="425" y="101"/>
                    <a:pt x="425" y="2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0" name="Google Shape;3020;p94"/>
            <p:cNvSpPr/>
            <p:nvPr/>
          </p:nvSpPr>
          <p:spPr>
            <a:xfrm>
              <a:off x="6748600" y="2965425"/>
              <a:ext cx="17200" cy="22200"/>
            </a:xfrm>
            <a:custGeom>
              <a:rect b="b" l="l" r="r" t="t"/>
              <a:pathLst>
                <a:path extrusionOk="0" h="888" w="688">
                  <a:moveTo>
                    <a:pt x="475" y="300"/>
                  </a:moveTo>
                  <a:cubicBezTo>
                    <a:pt x="450" y="587"/>
                    <a:pt x="375" y="637"/>
                    <a:pt x="275" y="462"/>
                  </a:cubicBezTo>
                  <a:cubicBezTo>
                    <a:pt x="100" y="300"/>
                    <a:pt x="163" y="288"/>
                    <a:pt x="488" y="413"/>
                  </a:cubicBezTo>
                  <a:cubicBezTo>
                    <a:pt x="488" y="450"/>
                    <a:pt x="575" y="438"/>
                    <a:pt x="575" y="400"/>
                  </a:cubicBezTo>
                  <a:cubicBezTo>
                    <a:pt x="575" y="0"/>
                    <a:pt x="0" y="88"/>
                    <a:pt x="63" y="487"/>
                  </a:cubicBezTo>
                  <a:cubicBezTo>
                    <a:pt x="125" y="887"/>
                    <a:pt x="687" y="650"/>
                    <a:pt x="600" y="275"/>
                  </a:cubicBezTo>
                  <a:cubicBezTo>
                    <a:pt x="575" y="200"/>
                    <a:pt x="475" y="238"/>
                    <a:pt x="475" y="3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1" name="Google Shape;3021;p94"/>
            <p:cNvSpPr/>
            <p:nvPr/>
          </p:nvSpPr>
          <p:spPr>
            <a:xfrm>
              <a:off x="6927925" y="3207225"/>
              <a:ext cx="3450" cy="2850"/>
            </a:xfrm>
            <a:custGeom>
              <a:rect b="b" l="l" r="r" t="t"/>
              <a:pathLst>
                <a:path extrusionOk="0" h="114" w="138">
                  <a:moveTo>
                    <a:pt x="63" y="13"/>
                  </a:moveTo>
                  <a:lnTo>
                    <a:pt x="38" y="26"/>
                  </a:lnTo>
                  <a:cubicBezTo>
                    <a:pt x="0" y="38"/>
                    <a:pt x="0" y="76"/>
                    <a:pt x="38" y="88"/>
                  </a:cubicBezTo>
                  <a:lnTo>
                    <a:pt x="63" y="101"/>
                  </a:lnTo>
                  <a:cubicBezTo>
                    <a:pt x="125" y="113"/>
                    <a:pt x="138" y="1"/>
                    <a:pt x="63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2" name="Google Shape;3022;p94"/>
            <p:cNvSpPr/>
            <p:nvPr/>
          </p:nvSpPr>
          <p:spPr>
            <a:xfrm>
              <a:off x="6870125" y="3297525"/>
              <a:ext cx="17525" cy="42200"/>
            </a:xfrm>
            <a:custGeom>
              <a:rect b="b" l="l" r="r" t="t"/>
              <a:pathLst>
                <a:path extrusionOk="0" h="1688" w="701">
                  <a:moveTo>
                    <a:pt x="63" y="138"/>
                  </a:moveTo>
                  <a:cubicBezTo>
                    <a:pt x="313" y="225"/>
                    <a:pt x="425" y="662"/>
                    <a:pt x="475" y="887"/>
                  </a:cubicBezTo>
                  <a:cubicBezTo>
                    <a:pt x="513" y="1125"/>
                    <a:pt x="500" y="1375"/>
                    <a:pt x="463" y="1625"/>
                  </a:cubicBezTo>
                  <a:cubicBezTo>
                    <a:pt x="463" y="1675"/>
                    <a:pt x="550" y="1687"/>
                    <a:pt x="563" y="1637"/>
                  </a:cubicBezTo>
                  <a:cubicBezTo>
                    <a:pt x="700" y="1175"/>
                    <a:pt x="625" y="225"/>
                    <a:pt x="100" y="25"/>
                  </a:cubicBezTo>
                  <a:cubicBezTo>
                    <a:pt x="25" y="0"/>
                    <a:pt x="0" y="113"/>
                    <a:pt x="63" y="1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3" name="Google Shape;3023;p94"/>
            <p:cNvSpPr/>
            <p:nvPr/>
          </p:nvSpPr>
          <p:spPr>
            <a:xfrm>
              <a:off x="6865425" y="3297825"/>
              <a:ext cx="19725" cy="42200"/>
            </a:xfrm>
            <a:custGeom>
              <a:rect b="b" l="l" r="r" t="t"/>
              <a:pathLst>
                <a:path extrusionOk="0" h="1688" w="789">
                  <a:moveTo>
                    <a:pt x="751" y="1575"/>
                  </a:moveTo>
                  <a:cubicBezTo>
                    <a:pt x="376" y="1175"/>
                    <a:pt x="188" y="625"/>
                    <a:pt x="238" y="88"/>
                  </a:cubicBezTo>
                  <a:cubicBezTo>
                    <a:pt x="238" y="26"/>
                    <a:pt x="163" y="1"/>
                    <a:pt x="151" y="63"/>
                  </a:cubicBezTo>
                  <a:cubicBezTo>
                    <a:pt x="1" y="563"/>
                    <a:pt x="313" y="1288"/>
                    <a:pt x="676" y="1638"/>
                  </a:cubicBezTo>
                  <a:cubicBezTo>
                    <a:pt x="726" y="1688"/>
                    <a:pt x="788" y="1613"/>
                    <a:pt x="751" y="1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4" name="Google Shape;3024;p94"/>
            <p:cNvSpPr/>
            <p:nvPr/>
          </p:nvSpPr>
          <p:spPr>
            <a:xfrm>
              <a:off x="6831375" y="3237525"/>
              <a:ext cx="30025" cy="33150"/>
            </a:xfrm>
            <a:custGeom>
              <a:rect b="b" l="l" r="r" t="t"/>
              <a:pathLst>
                <a:path extrusionOk="0" h="1326" w="1201">
                  <a:moveTo>
                    <a:pt x="1101" y="51"/>
                  </a:moveTo>
                  <a:cubicBezTo>
                    <a:pt x="1125" y="363"/>
                    <a:pt x="951" y="613"/>
                    <a:pt x="763" y="863"/>
                  </a:cubicBezTo>
                  <a:cubicBezTo>
                    <a:pt x="588" y="1088"/>
                    <a:pt x="326" y="1225"/>
                    <a:pt x="38" y="1250"/>
                  </a:cubicBezTo>
                  <a:cubicBezTo>
                    <a:pt x="1" y="1250"/>
                    <a:pt x="13" y="1325"/>
                    <a:pt x="51" y="1325"/>
                  </a:cubicBezTo>
                  <a:cubicBezTo>
                    <a:pt x="351" y="1313"/>
                    <a:pt x="638" y="1163"/>
                    <a:pt x="813" y="913"/>
                  </a:cubicBezTo>
                  <a:cubicBezTo>
                    <a:pt x="1013" y="663"/>
                    <a:pt x="1200" y="388"/>
                    <a:pt x="1188" y="51"/>
                  </a:cubicBezTo>
                  <a:cubicBezTo>
                    <a:pt x="1188" y="1"/>
                    <a:pt x="1101" y="1"/>
                    <a:pt x="1101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5" name="Google Shape;3025;p94"/>
            <p:cNvSpPr/>
            <p:nvPr/>
          </p:nvSpPr>
          <p:spPr>
            <a:xfrm>
              <a:off x="6831700" y="3237850"/>
              <a:ext cx="29075" cy="33125"/>
            </a:xfrm>
            <a:custGeom>
              <a:rect b="b" l="l" r="r" t="t"/>
              <a:pathLst>
                <a:path extrusionOk="0" h="1325" w="1163">
                  <a:moveTo>
                    <a:pt x="75" y="1275"/>
                  </a:moveTo>
                  <a:cubicBezTo>
                    <a:pt x="150" y="1012"/>
                    <a:pt x="288" y="763"/>
                    <a:pt x="463" y="538"/>
                  </a:cubicBezTo>
                  <a:cubicBezTo>
                    <a:pt x="638" y="313"/>
                    <a:pt x="875" y="250"/>
                    <a:pt x="1112" y="113"/>
                  </a:cubicBezTo>
                  <a:cubicBezTo>
                    <a:pt x="1162" y="75"/>
                    <a:pt x="1125" y="0"/>
                    <a:pt x="1063" y="13"/>
                  </a:cubicBezTo>
                  <a:cubicBezTo>
                    <a:pt x="488" y="125"/>
                    <a:pt x="88" y="700"/>
                    <a:pt x="0" y="1262"/>
                  </a:cubicBezTo>
                  <a:cubicBezTo>
                    <a:pt x="0" y="1300"/>
                    <a:pt x="63" y="1325"/>
                    <a:pt x="75" y="12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6" name="Google Shape;3026;p94"/>
            <p:cNvSpPr/>
            <p:nvPr/>
          </p:nvSpPr>
          <p:spPr>
            <a:xfrm>
              <a:off x="6767025" y="2929475"/>
              <a:ext cx="86575" cy="38475"/>
            </a:xfrm>
            <a:custGeom>
              <a:rect b="b" l="l" r="r" t="t"/>
              <a:pathLst>
                <a:path extrusionOk="0" h="1539" w="3463">
                  <a:moveTo>
                    <a:pt x="3425" y="1451"/>
                  </a:moveTo>
                  <a:cubicBezTo>
                    <a:pt x="2437" y="713"/>
                    <a:pt x="1288" y="226"/>
                    <a:pt x="88" y="13"/>
                  </a:cubicBezTo>
                  <a:cubicBezTo>
                    <a:pt x="25" y="1"/>
                    <a:pt x="0" y="88"/>
                    <a:pt x="50" y="101"/>
                  </a:cubicBezTo>
                  <a:cubicBezTo>
                    <a:pt x="1250" y="326"/>
                    <a:pt x="2387" y="801"/>
                    <a:pt x="3387" y="1513"/>
                  </a:cubicBezTo>
                  <a:cubicBezTo>
                    <a:pt x="3425" y="1538"/>
                    <a:pt x="3462" y="1476"/>
                    <a:pt x="3425" y="14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7" name="Google Shape;3027;p94"/>
            <p:cNvSpPr/>
            <p:nvPr/>
          </p:nvSpPr>
          <p:spPr>
            <a:xfrm>
              <a:off x="6752650" y="2919175"/>
              <a:ext cx="16575" cy="17825"/>
            </a:xfrm>
            <a:custGeom>
              <a:rect b="b" l="l" r="r" t="t"/>
              <a:pathLst>
                <a:path extrusionOk="0" h="713" w="663">
                  <a:moveTo>
                    <a:pt x="525" y="463"/>
                  </a:moveTo>
                  <a:cubicBezTo>
                    <a:pt x="488" y="363"/>
                    <a:pt x="488" y="351"/>
                    <a:pt x="500" y="425"/>
                  </a:cubicBezTo>
                  <a:cubicBezTo>
                    <a:pt x="500" y="463"/>
                    <a:pt x="500" y="500"/>
                    <a:pt x="500" y="538"/>
                  </a:cubicBezTo>
                  <a:cubicBezTo>
                    <a:pt x="500" y="575"/>
                    <a:pt x="550" y="600"/>
                    <a:pt x="563" y="563"/>
                  </a:cubicBezTo>
                  <a:cubicBezTo>
                    <a:pt x="663" y="338"/>
                    <a:pt x="438" y="1"/>
                    <a:pt x="213" y="238"/>
                  </a:cubicBezTo>
                  <a:cubicBezTo>
                    <a:pt x="1" y="488"/>
                    <a:pt x="376" y="713"/>
                    <a:pt x="575" y="525"/>
                  </a:cubicBezTo>
                  <a:cubicBezTo>
                    <a:pt x="625" y="488"/>
                    <a:pt x="563" y="425"/>
                    <a:pt x="513" y="4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8" name="Google Shape;3028;p94"/>
            <p:cNvSpPr/>
            <p:nvPr/>
          </p:nvSpPr>
          <p:spPr>
            <a:xfrm>
              <a:off x="6783275" y="2974800"/>
              <a:ext cx="81875" cy="30325"/>
            </a:xfrm>
            <a:custGeom>
              <a:rect b="b" l="l" r="r" t="t"/>
              <a:pathLst>
                <a:path extrusionOk="0" h="1213" w="3275">
                  <a:moveTo>
                    <a:pt x="3212" y="137"/>
                  </a:moveTo>
                  <a:cubicBezTo>
                    <a:pt x="2112" y="0"/>
                    <a:pt x="738" y="225"/>
                    <a:pt x="13" y="1150"/>
                  </a:cubicBezTo>
                  <a:cubicBezTo>
                    <a:pt x="0" y="1187"/>
                    <a:pt x="25" y="1212"/>
                    <a:pt x="63" y="1200"/>
                  </a:cubicBezTo>
                  <a:cubicBezTo>
                    <a:pt x="1000" y="412"/>
                    <a:pt x="2000" y="87"/>
                    <a:pt x="3212" y="225"/>
                  </a:cubicBezTo>
                  <a:cubicBezTo>
                    <a:pt x="3274" y="225"/>
                    <a:pt x="3274" y="137"/>
                    <a:pt x="3212" y="1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9" name="Google Shape;3029;p94"/>
            <p:cNvSpPr/>
            <p:nvPr/>
          </p:nvSpPr>
          <p:spPr>
            <a:xfrm>
              <a:off x="6773575" y="3001650"/>
              <a:ext cx="14725" cy="13150"/>
            </a:xfrm>
            <a:custGeom>
              <a:rect b="b" l="l" r="r" t="t"/>
              <a:pathLst>
                <a:path extrusionOk="0" h="526" w="589">
                  <a:moveTo>
                    <a:pt x="338" y="426"/>
                  </a:moveTo>
                  <a:cubicBezTo>
                    <a:pt x="338" y="326"/>
                    <a:pt x="313" y="313"/>
                    <a:pt x="263" y="376"/>
                  </a:cubicBezTo>
                  <a:cubicBezTo>
                    <a:pt x="226" y="388"/>
                    <a:pt x="238" y="438"/>
                    <a:pt x="276" y="438"/>
                  </a:cubicBezTo>
                  <a:cubicBezTo>
                    <a:pt x="563" y="438"/>
                    <a:pt x="588" y="1"/>
                    <a:pt x="301" y="38"/>
                  </a:cubicBezTo>
                  <a:cubicBezTo>
                    <a:pt x="1" y="63"/>
                    <a:pt x="38" y="526"/>
                    <a:pt x="338" y="488"/>
                  </a:cubicBezTo>
                  <a:cubicBezTo>
                    <a:pt x="376" y="488"/>
                    <a:pt x="376" y="426"/>
                    <a:pt x="338" y="4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0" name="Google Shape;3030;p94"/>
            <p:cNvSpPr/>
            <p:nvPr/>
          </p:nvSpPr>
          <p:spPr>
            <a:xfrm>
              <a:off x="6888250" y="3178475"/>
              <a:ext cx="60325" cy="237475"/>
            </a:xfrm>
            <a:custGeom>
              <a:rect b="b" l="l" r="r" t="t"/>
              <a:pathLst>
                <a:path extrusionOk="0" h="9499" w="2413">
                  <a:moveTo>
                    <a:pt x="2337" y="38"/>
                  </a:moveTo>
                  <a:cubicBezTo>
                    <a:pt x="1650" y="1800"/>
                    <a:pt x="925" y="3125"/>
                    <a:pt x="738" y="5050"/>
                  </a:cubicBezTo>
                  <a:cubicBezTo>
                    <a:pt x="575" y="6762"/>
                    <a:pt x="975" y="8011"/>
                    <a:pt x="1925" y="9436"/>
                  </a:cubicBezTo>
                  <a:cubicBezTo>
                    <a:pt x="1975" y="9498"/>
                    <a:pt x="2075" y="9436"/>
                    <a:pt x="2037" y="9373"/>
                  </a:cubicBezTo>
                  <a:cubicBezTo>
                    <a:pt x="0" y="6049"/>
                    <a:pt x="1137" y="3375"/>
                    <a:pt x="2400" y="51"/>
                  </a:cubicBezTo>
                  <a:cubicBezTo>
                    <a:pt x="2412" y="13"/>
                    <a:pt x="2350" y="1"/>
                    <a:pt x="2337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1" name="Google Shape;3031;p94"/>
            <p:cNvSpPr/>
            <p:nvPr/>
          </p:nvSpPr>
          <p:spPr>
            <a:xfrm>
              <a:off x="6844200" y="2899500"/>
              <a:ext cx="49375" cy="31575"/>
            </a:xfrm>
            <a:custGeom>
              <a:rect b="b" l="l" r="r" t="t"/>
              <a:pathLst>
                <a:path extrusionOk="0" h="1263" w="1975">
                  <a:moveTo>
                    <a:pt x="1912" y="25"/>
                  </a:moveTo>
                  <a:cubicBezTo>
                    <a:pt x="1825" y="450"/>
                    <a:pt x="1612" y="838"/>
                    <a:pt x="1212" y="1025"/>
                  </a:cubicBezTo>
                  <a:cubicBezTo>
                    <a:pt x="712" y="1237"/>
                    <a:pt x="125" y="975"/>
                    <a:pt x="113" y="400"/>
                  </a:cubicBezTo>
                  <a:cubicBezTo>
                    <a:pt x="113" y="325"/>
                    <a:pt x="0" y="325"/>
                    <a:pt x="0" y="400"/>
                  </a:cubicBezTo>
                  <a:cubicBezTo>
                    <a:pt x="0" y="888"/>
                    <a:pt x="438" y="1262"/>
                    <a:pt x="925" y="1212"/>
                  </a:cubicBezTo>
                  <a:cubicBezTo>
                    <a:pt x="1525" y="1150"/>
                    <a:pt x="1875" y="613"/>
                    <a:pt x="1975" y="50"/>
                  </a:cubicBezTo>
                  <a:cubicBezTo>
                    <a:pt x="1975" y="13"/>
                    <a:pt x="1912" y="0"/>
                    <a:pt x="1912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2" name="Google Shape;3032;p94"/>
            <p:cNvSpPr/>
            <p:nvPr/>
          </p:nvSpPr>
          <p:spPr>
            <a:xfrm>
              <a:off x="6887300" y="3113825"/>
              <a:ext cx="31575" cy="62500"/>
            </a:xfrm>
            <a:custGeom>
              <a:rect b="b" l="l" r="r" t="t"/>
              <a:pathLst>
                <a:path extrusionOk="0" h="2500" w="1263">
                  <a:moveTo>
                    <a:pt x="626" y="2449"/>
                  </a:moveTo>
                  <a:cubicBezTo>
                    <a:pt x="626" y="2149"/>
                    <a:pt x="563" y="1850"/>
                    <a:pt x="426" y="1575"/>
                  </a:cubicBezTo>
                  <a:cubicBezTo>
                    <a:pt x="126" y="875"/>
                    <a:pt x="426" y="200"/>
                    <a:pt x="1225" y="88"/>
                  </a:cubicBezTo>
                  <a:cubicBezTo>
                    <a:pt x="1263" y="88"/>
                    <a:pt x="1250" y="13"/>
                    <a:pt x="1213" y="13"/>
                  </a:cubicBezTo>
                  <a:cubicBezTo>
                    <a:pt x="776" y="0"/>
                    <a:pt x="376" y="275"/>
                    <a:pt x="226" y="687"/>
                  </a:cubicBezTo>
                  <a:cubicBezTo>
                    <a:pt x="1" y="1325"/>
                    <a:pt x="563" y="1825"/>
                    <a:pt x="538" y="2449"/>
                  </a:cubicBezTo>
                  <a:cubicBezTo>
                    <a:pt x="538" y="2499"/>
                    <a:pt x="613" y="2499"/>
                    <a:pt x="626" y="244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3" name="Google Shape;3033;p94"/>
            <p:cNvSpPr/>
            <p:nvPr/>
          </p:nvSpPr>
          <p:spPr>
            <a:xfrm>
              <a:off x="6912925" y="3112575"/>
              <a:ext cx="21575" cy="30625"/>
            </a:xfrm>
            <a:custGeom>
              <a:rect b="b" l="l" r="r" t="t"/>
              <a:pathLst>
                <a:path extrusionOk="0" h="1225" w="863">
                  <a:moveTo>
                    <a:pt x="63" y="175"/>
                  </a:moveTo>
                  <a:cubicBezTo>
                    <a:pt x="588" y="0"/>
                    <a:pt x="825" y="837"/>
                    <a:pt x="575" y="1162"/>
                  </a:cubicBezTo>
                  <a:cubicBezTo>
                    <a:pt x="550" y="1200"/>
                    <a:pt x="588" y="1225"/>
                    <a:pt x="613" y="1212"/>
                  </a:cubicBezTo>
                  <a:cubicBezTo>
                    <a:pt x="863" y="1062"/>
                    <a:pt x="788" y="675"/>
                    <a:pt x="700" y="437"/>
                  </a:cubicBezTo>
                  <a:cubicBezTo>
                    <a:pt x="588" y="163"/>
                    <a:pt x="338" y="0"/>
                    <a:pt x="38" y="113"/>
                  </a:cubicBezTo>
                  <a:cubicBezTo>
                    <a:pt x="0" y="125"/>
                    <a:pt x="13" y="200"/>
                    <a:pt x="63" y="1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4" name="Google Shape;3034;p94"/>
            <p:cNvSpPr/>
            <p:nvPr/>
          </p:nvSpPr>
          <p:spPr>
            <a:xfrm>
              <a:off x="6775450" y="2872625"/>
              <a:ext cx="56575" cy="81250"/>
            </a:xfrm>
            <a:custGeom>
              <a:rect b="b" l="l" r="r" t="t"/>
              <a:pathLst>
                <a:path extrusionOk="0" h="3250" w="2263">
                  <a:moveTo>
                    <a:pt x="2213" y="3162"/>
                  </a:moveTo>
                  <a:cubicBezTo>
                    <a:pt x="1263" y="2350"/>
                    <a:pt x="201" y="1463"/>
                    <a:pt x="388" y="76"/>
                  </a:cubicBezTo>
                  <a:cubicBezTo>
                    <a:pt x="388" y="26"/>
                    <a:pt x="301" y="1"/>
                    <a:pt x="288" y="51"/>
                  </a:cubicBezTo>
                  <a:cubicBezTo>
                    <a:pt x="1" y="1450"/>
                    <a:pt x="1213" y="2425"/>
                    <a:pt x="2163" y="3212"/>
                  </a:cubicBezTo>
                  <a:cubicBezTo>
                    <a:pt x="2200" y="3250"/>
                    <a:pt x="2263" y="3187"/>
                    <a:pt x="2213" y="3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5" name="Google Shape;3035;p94"/>
            <p:cNvSpPr/>
            <p:nvPr/>
          </p:nvSpPr>
          <p:spPr>
            <a:xfrm>
              <a:off x="6867625" y="3101950"/>
              <a:ext cx="15325" cy="30950"/>
            </a:xfrm>
            <a:custGeom>
              <a:rect b="b" l="l" r="r" t="t"/>
              <a:pathLst>
                <a:path extrusionOk="0" h="1238" w="613">
                  <a:moveTo>
                    <a:pt x="588" y="1175"/>
                  </a:moveTo>
                  <a:cubicBezTo>
                    <a:pt x="613" y="950"/>
                    <a:pt x="563" y="725"/>
                    <a:pt x="450" y="525"/>
                  </a:cubicBezTo>
                  <a:cubicBezTo>
                    <a:pt x="375" y="325"/>
                    <a:pt x="250" y="150"/>
                    <a:pt x="88" y="25"/>
                  </a:cubicBezTo>
                  <a:cubicBezTo>
                    <a:pt x="50" y="0"/>
                    <a:pt x="0" y="63"/>
                    <a:pt x="38" y="100"/>
                  </a:cubicBezTo>
                  <a:cubicBezTo>
                    <a:pt x="313" y="388"/>
                    <a:pt x="488" y="775"/>
                    <a:pt x="500" y="1175"/>
                  </a:cubicBezTo>
                  <a:cubicBezTo>
                    <a:pt x="500" y="1237"/>
                    <a:pt x="588" y="1237"/>
                    <a:pt x="600" y="11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6" name="Google Shape;3036;p94"/>
            <p:cNvSpPr/>
            <p:nvPr/>
          </p:nvSpPr>
          <p:spPr>
            <a:xfrm>
              <a:off x="6861375" y="3101625"/>
              <a:ext cx="21900" cy="34075"/>
            </a:xfrm>
            <a:custGeom>
              <a:rect b="b" l="l" r="r" t="t"/>
              <a:pathLst>
                <a:path extrusionOk="0" h="1363" w="876">
                  <a:moveTo>
                    <a:pt x="238" y="51"/>
                  </a:moveTo>
                  <a:cubicBezTo>
                    <a:pt x="0" y="538"/>
                    <a:pt x="300" y="1150"/>
                    <a:pt x="775" y="1350"/>
                  </a:cubicBezTo>
                  <a:cubicBezTo>
                    <a:pt x="838" y="1363"/>
                    <a:pt x="875" y="1275"/>
                    <a:pt x="825" y="1250"/>
                  </a:cubicBezTo>
                  <a:cubicBezTo>
                    <a:pt x="413" y="1050"/>
                    <a:pt x="113" y="551"/>
                    <a:pt x="325" y="101"/>
                  </a:cubicBezTo>
                  <a:cubicBezTo>
                    <a:pt x="350" y="51"/>
                    <a:pt x="275" y="1"/>
                    <a:pt x="238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7" name="Google Shape;3037;p94"/>
            <p:cNvSpPr/>
            <p:nvPr/>
          </p:nvSpPr>
          <p:spPr>
            <a:xfrm>
              <a:off x="6864175" y="3338125"/>
              <a:ext cx="59700" cy="132175"/>
            </a:xfrm>
            <a:custGeom>
              <a:rect b="b" l="l" r="r" t="t"/>
              <a:pathLst>
                <a:path extrusionOk="0" h="5287" w="2388">
                  <a:moveTo>
                    <a:pt x="1738" y="63"/>
                  </a:moveTo>
                  <a:cubicBezTo>
                    <a:pt x="2038" y="1600"/>
                    <a:pt x="2350" y="4912"/>
                    <a:pt x="51" y="5212"/>
                  </a:cubicBezTo>
                  <a:cubicBezTo>
                    <a:pt x="1" y="5212"/>
                    <a:pt x="1" y="5287"/>
                    <a:pt x="51" y="5287"/>
                  </a:cubicBezTo>
                  <a:cubicBezTo>
                    <a:pt x="2388" y="5074"/>
                    <a:pt x="2125" y="1638"/>
                    <a:pt x="1813" y="51"/>
                  </a:cubicBezTo>
                  <a:cubicBezTo>
                    <a:pt x="1813" y="1"/>
                    <a:pt x="1738" y="26"/>
                    <a:pt x="1738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8" name="Google Shape;3038;p94"/>
            <p:cNvSpPr/>
            <p:nvPr/>
          </p:nvSpPr>
          <p:spPr>
            <a:xfrm>
              <a:off x="6826700" y="3402175"/>
              <a:ext cx="65000" cy="61250"/>
            </a:xfrm>
            <a:custGeom>
              <a:rect b="b" l="l" r="r" t="t"/>
              <a:pathLst>
                <a:path extrusionOk="0" h="2450" w="2600">
                  <a:moveTo>
                    <a:pt x="2537" y="1475"/>
                  </a:moveTo>
                  <a:cubicBezTo>
                    <a:pt x="2212" y="2100"/>
                    <a:pt x="1437" y="2362"/>
                    <a:pt x="838" y="1938"/>
                  </a:cubicBezTo>
                  <a:cubicBezTo>
                    <a:pt x="300" y="1563"/>
                    <a:pt x="138" y="588"/>
                    <a:pt x="650" y="125"/>
                  </a:cubicBezTo>
                  <a:cubicBezTo>
                    <a:pt x="700" y="76"/>
                    <a:pt x="638" y="1"/>
                    <a:pt x="575" y="51"/>
                  </a:cubicBezTo>
                  <a:cubicBezTo>
                    <a:pt x="0" y="538"/>
                    <a:pt x="200" y="1613"/>
                    <a:pt x="788" y="2012"/>
                  </a:cubicBezTo>
                  <a:cubicBezTo>
                    <a:pt x="1412" y="2450"/>
                    <a:pt x="2275" y="2200"/>
                    <a:pt x="2587" y="1500"/>
                  </a:cubicBezTo>
                  <a:cubicBezTo>
                    <a:pt x="2600" y="1475"/>
                    <a:pt x="2550" y="1438"/>
                    <a:pt x="2537" y="1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9" name="Google Shape;3039;p94"/>
            <p:cNvSpPr/>
            <p:nvPr/>
          </p:nvSpPr>
          <p:spPr>
            <a:xfrm>
              <a:off x="6837325" y="3392175"/>
              <a:ext cx="46575" cy="35950"/>
            </a:xfrm>
            <a:custGeom>
              <a:rect b="b" l="l" r="r" t="t"/>
              <a:pathLst>
                <a:path extrusionOk="0" h="1438" w="1863">
                  <a:moveTo>
                    <a:pt x="75" y="738"/>
                  </a:moveTo>
                  <a:cubicBezTo>
                    <a:pt x="263" y="326"/>
                    <a:pt x="738" y="138"/>
                    <a:pt x="1150" y="301"/>
                  </a:cubicBezTo>
                  <a:cubicBezTo>
                    <a:pt x="1587" y="488"/>
                    <a:pt x="1712" y="938"/>
                    <a:pt x="1575" y="1363"/>
                  </a:cubicBezTo>
                  <a:cubicBezTo>
                    <a:pt x="1562" y="1413"/>
                    <a:pt x="1637" y="1438"/>
                    <a:pt x="1662" y="1400"/>
                  </a:cubicBezTo>
                  <a:cubicBezTo>
                    <a:pt x="1862" y="938"/>
                    <a:pt x="1650" y="401"/>
                    <a:pt x="1200" y="201"/>
                  </a:cubicBezTo>
                  <a:cubicBezTo>
                    <a:pt x="738" y="1"/>
                    <a:pt x="200" y="226"/>
                    <a:pt x="13" y="700"/>
                  </a:cubicBezTo>
                  <a:cubicBezTo>
                    <a:pt x="0" y="738"/>
                    <a:pt x="50" y="775"/>
                    <a:pt x="75" y="7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0" name="Google Shape;3040;p94"/>
            <p:cNvSpPr/>
            <p:nvPr/>
          </p:nvSpPr>
          <p:spPr>
            <a:xfrm>
              <a:off x="6849500" y="3422475"/>
              <a:ext cx="30950" cy="17525"/>
            </a:xfrm>
            <a:custGeom>
              <a:rect b="b" l="l" r="r" t="t"/>
              <a:pathLst>
                <a:path extrusionOk="0" h="701" w="1238">
                  <a:moveTo>
                    <a:pt x="1125" y="51"/>
                  </a:moveTo>
                  <a:cubicBezTo>
                    <a:pt x="1163" y="638"/>
                    <a:pt x="13" y="701"/>
                    <a:pt x="201" y="88"/>
                  </a:cubicBezTo>
                  <a:cubicBezTo>
                    <a:pt x="226" y="26"/>
                    <a:pt x="138" y="13"/>
                    <a:pt x="113" y="63"/>
                  </a:cubicBezTo>
                  <a:cubicBezTo>
                    <a:pt x="1" y="351"/>
                    <a:pt x="263" y="626"/>
                    <a:pt x="550" y="626"/>
                  </a:cubicBezTo>
                  <a:cubicBezTo>
                    <a:pt x="838" y="626"/>
                    <a:pt x="1238" y="388"/>
                    <a:pt x="1200" y="51"/>
                  </a:cubicBezTo>
                  <a:cubicBezTo>
                    <a:pt x="1200" y="1"/>
                    <a:pt x="1125" y="1"/>
                    <a:pt x="1125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1" name="Google Shape;3041;p94"/>
            <p:cNvSpPr/>
            <p:nvPr/>
          </p:nvSpPr>
          <p:spPr>
            <a:xfrm>
              <a:off x="6819200" y="3138500"/>
              <a:ext cx="71575" cy="55325"/>
            </a:xfrm>
            <a:custGeom>
              <a:rect b="b" l="l" r="r" t="t"/>
              <a:pathLst>
                <a:path extrusionOk="0" h="2213" w="2863">
                  <a:moveTo>
                    <a:pt x="2812" y="388"/>
                  </a:moveTo>
                  <a:cubicBezTo>
                    <a:pt x="1538" y="0"/>
                    <a:pt x="100" y="788"/>
                    <a:pt x="0" y="2175"/>
                  </a:cubicBezTo>
                  <a:cubicBezTo>
                    <a:pt x="0" y="2212"/>
                    <a:pt x="50" y="2212"/>
                    <a:pt x="50" y="2187"/>
                  </a:cubicBezTo>
                  <a:cubicBezTo>
                    <a:pt x="375" y="925"/>
                    <a:pt x="1463" y="113"/>
                    <a:pt x="2787" y="463"/>
                  </a:cubicBezTo>
                  <a:cubicBezTo>
                    <a:pt x="2837" y="475"/>
                    <a:pt x="2862" y="400"/>
                    <a:pt x="2800" y="3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2" name="Google Shape;3042;p94"/>
            <p:cNvSpPr/>
            <p:nvPr/>
          </p:nvSpPr>
          <p:spPr>
            <a:xfrm>
              <a:off x="6798275" y="2819200"/>
              <a:ext cx="15325" cy="20025"/>
            </a:xfrm>
            <a:custGeom>
              <a:rect b="b" l="l" r="r" t="t"/>
              <a:pathLst>
                <a:path extrusionOk="0" h="801" w="613">
                  <a:moveTo>
                    <a:pt x="550" y="688"/>
                  </a:moveTo>
                  <a:cubicBezTo>
                    <a:pt x="325" y="538"/>
                    <a:pt x="163" y="313"/>
                    <a:pt x="100" y="51"/>
                  </a:cubicBezTo>
                  <a:cubicBezTo>
                    <a:pt x="88" y="1"/>
                    <a:pt x="0" y="1"/>
                    <a:pt x="0" y="63"/>
                  </a:cubicBezTo>
                  <a:cubicBezTo>
                    <a:pt x="50" y="363"/>
                    <a:pt x="238" y="625"/>
                    <a:pt x="513" y="775"/>
                  </a:cubicBezTo>
                  <a:cubicBezTo>
                    <a:pt x="562" y="800"/>
                    <a:pt x="612" y="713"/>
                    <a:pt x="550" y="6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3" name="Google Shape;3043;p94"/>
            <p:cNvSpPr/>
            <p:nvPr/>
          </p:nvSpPr>
          <p:spPr>
            <a:xfrm>
              <a:off x="6794825" y="2818575"/>
              <a:ext cx="5975" cy="16900"/>
            </a:xfrm>
            <a:custGeom>
              <a:rect b="b" l="l" r="r" t="t"/>
              <a:pathLst>
                <a:path extrusionOk="0" h="676" w="239">
                  <a:moveTo>
                    <a:pt x="101" y="76"/>
                  </a:moveTo>
                  <a:cubicBezTo>
                    <a:pt x="26" y="238"/>
                    <a:pt x="1" y="426"/>
                    <a:pt x="26" y="613"/>
                  </a:cubicBezTo>
                  <a:cubicBezTo>
                    <a:pt x="38" y="675"/>
                    <a:pt x="138" y="663"/>
                    <a:pt x="138" y="601"/>
                  </a:cubicBezTo>
                  <a:cubicBezTo>
                    <a:pt x="138" y="426"/>
                    <a:pt x="163" y="263"/>
                    <a:pt x="213" y="101"/>
                  </a:cubicBezTo>
                  <a:cubicBezTo>
                    <a:pt x="238" y="26"/>
                    <a:pt x="126" y="1"/>
                    <a:pt x="101" y="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4" name="Google Shape;3044;p94"/>
            <p:cNvSpPr/>
            <p:nvPr/>
          </p:nvSpPr>
          <p:spPr>
            <a:xfrm>
              <a:off x="6810775" y="2837625"/>
              <a:ext cx="7500" cy="9400"/>
            </a:xfrm>
            <a:custGeom>
              <a:rect b="b" l="l" r="r" t="t"/>
              <a:pathLst>
                <a:path extrusionOk="0" h="376" w="300">
                  <a:moveTo>
                    <a:pt x="75" y="101"/>
                  </a:moveTo>
                  <a:cubicBezTo>
                    <a:pt x="112" y="163"/>
                    <a:pt x="87" y="226"/>
                    <a:pt x="38" y="263"/>
                  </a:cubicBezTo>
                  <a:cubicBezTo>
                    <a:pt x="0" y="301"/>
                    <a:pt x="38" y="376"/>
                    <a:pt x="87" y="351"/>
                  </a:cubicBezTo>
                  <a:cubicBezTo>
                    <a:pt x="237" y="288"/>
                    <a:pt x="300" y="113"/>
                    <a:pt x="137" y="26"/>
                  </a:cubicBezTo>
                  <a:cubicBezTo>
                    <a:pt x="87" y="1"/>
                    <a:pt x="38" y="63"/>
                    <a:pt x="75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5" name="Google Shape;3045;p94"/>
            <p:cNvSpPr/>
            <p:nvPr/>
          </p:nvSpPr>
          <p:spPr>
            <a:xfrm>
              <a:off x="6797325" y="2844825"/>
              <a:ext cx="15650" cy="20325"/>
            </a:xfrm>
            <a:custGeom>
              <a:rect b="b" l="l" r="r" t="t"/>
              <a:pathLst>
                <a:path extrusionOk="0" h="813" w="626">
                  <a:moveTo>
                    <a:pt x="526" y="25"/>
                  </a:moveTo>
                  <a:cubicBezTo>
                    <a:pt x="288" y="188"/>
                    <a:pt x="1" y="450"/>
                    <a:pt x="63" y="763"/>
                  </a:cubicBezTo>
                  <a:cubicBezTo>
                    <a:pt x="76" y="813"/>
                    <a:pt x="138" y="813"/>
                    <a:pt x="151" y="763"/>
                  </a:cubicBezTo>
                  <a:cubicBezTo>
                    <a:pt x="201" y="500"/>
                    <a:pt x="363" y="263"/>
                    <a:pt x="588" y="100"/>
                  </a:cubicBezTo>
                  <a:cubicBezTo>
                    <a:pt x="625" y="63"/>
                    <a:pt x="576" y="0"/>
                    <a:pt x="526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6" name="Google Shape;3046;p94"/>
            <p:cNvSpPr/>
            <p:nvPr/>
          </p:nvSpPr>
          <p:spPr>
            <a:xfrm>
              <a:off x="6792950" y="2840450"/>
              <a:ext cx="10025" cy="24075"/>
            </a:xfrm>
            <a:custGeom>
              <a:rect b="b" l="l" r="r" t="t"/>
              <a:pathLst>
                <a:path extrusionOk="0" h="963" w="401">
                  <a:moveTo>
                    <a:pt x="288" y="850"/>
                  </a:moveTo>
                  <a:cubicBezTo>
                    <a:pt x="113" y="613"/>
                    <a:pt x="188" y="350"/>
                    <a:pt x="351" y="138"/>
                  </a:cubicBezTo>
                  <a:cubicBezTo>
                    <a:pt x="401" y="75"/>
                    <a:pt x="326" y="0"/>
                    <a:pt x="276" y="50"/>
                  </a:cubicBezTo>
                  <a:cubicBezTo>
                    <a:pt x="26" y="275"/>
                    <a:pt x="1" y="663"/>
                    <a:pt x="201" y="925"/>
                  </a:cubicBezTo>
                  <a:cubicBezTo>
                    <a:pt x="238" y="963"/>
                    <a:pt x="326" y="900"/>
                    <a:pt x="288" y="8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7" name="Google Shape;3047;p94"/>
            <p:cNvSpPr/>
            <p:nvPr/>
          </p:nvSpPr>
          <p:spPr>
            <a:xfrm>
              <a:off x="6795150" y="2829825"/>
              <a:ext cx="8150" cy="14075"/>
            </a:xfrm>
            <a:custGeom>
              <a:rect b="b" l="l" r="r" t="t"/>
              <a:pathLst>
                <a:path extrusionOk="0" h="563" w="326">
                  <a:moveTo>
                    <a:pt x="263" y="425"/>
                  </a:moveTo>
                  <a:cubicBezTo>
                    <a:pt x="175" y="325"/>
                    <a:pt x="125" y="200"/>
                    <a:pt x="113" y="63"/>
                  </a:cubicBezTo>
                  <a:cubicBezTo>
                    <a:pt x="100" y="1"/>
                    <a:pt x="13" y="26"/>
                    <a:pt x="13" y="76"/>
                  </a:cubicBezTo>
                  <a:cubicBezTo>
                    <a:pt x="0" y="238"/>
                    <a:pt x="63" y="400"/>
                    <a:pt x="188" y="500"/>
                  </a:cubicBezTo>
                  <a:cubicBezTo>
                    <a:pt x="238" y="563"/>
                    <a:pt x="325" y="475"/>
                    <a:pt x="263" y="4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8" name="Google Shape;3048;p94"/>
            <p:cNvSpPr/>
            <p:nvPr/>
          </p:nvSpPr>
          <p:spPr>
            <a:xfrm>
              <a:off x="6781075" y="2835125"/>
              <a:ext cx="12525" cy="14400"/>
            </a:xfrm>
            <a:custGeom>
              <a:rect b="b" l="l" r="r" t="t"/>
              <a:pathLst>
                <a:path extrusionOk="0" h="576" w="501">
                  <a:moveTo>
                    <a:pt x="476" y="288"/>
                  </a:moveTo>
                  <a:cubicBezTo>
                    <a:pt x="463" y="163"/>
                    <a:pt x="426" y="38"/>
                    <a:pt x="288" y="13"/>
                  </a:cubicBezTo>
                  <a:cubicBezTo>
                    <a:pt x="163" y="1"/>
                    <a:pt x="63" y="88"/>
                    <a:pt x="63" y="213"/>
                  </a:cubicBezTo>
                  <a:cubicBezTo>
                    <a:pt x="1" y="501"/>
                    <a:pt x="463" y="576"/>
                    <a:pt x="488" y="263"/>
                  </a:cubicBezTo>
                  <a:cubicBezTo>
                    <a:pt x="501" y="188"/>
                    <a:pt x="376" y="176"/>
                    <a:pt x="363" y="251"/>
                  </a:cubicBezTo>
                  <a:cubicBezTo>
                    <a:pt x="363" y="263"/>
                    <a:pt x="363" y="276"/>
                    <a:pt x="351" y="288"/>
                  </a:cubicBezTo>
                  <a:cubicBezTo>
                    <a:pt x="351" y="376"/>
                    <a:pt x="488" y="376"/>
                    <a:pt x="476" y="2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9" name="Google Shape;3049;p94"/>
            <p:cNvSpPr/>
            <p:nvPr/>
          </p:nvSpPr>
          <p:spPr>
            <a:xfrm>
              <a:off x="695500" y="2835450"/>
              <a:ext cx="104675" cy="111250"/>
            </a:xfrm>
            <a:custGeom>
              <a:rect b="b" l="l" r="r" t="t"/>
              <a:pathLst>
                <a:path extrusionOk="0" h="4450" w="4187">
                  <a:moveTo>
                    <a:pt x="288" y="2650"/>
                  </a:moveTo>
                  <a:cubicBezTo>
                    <a:pt x="100" y="1075"/>
                    <a:pt x="1912" y="0"/>
                    <a:pt x="3124" y="1125"/>
                  </a:cubicBezTo>
                  <a:cubicBezTo>
                    <a:pt x="4062" y="2000"/>
                    <a:pt x="3624" y="3475"/>
                    <a:pt x="2974" y="4374"/>
                  </a:cubicBezTo>
                  <a:cubicBezTo>
                    <a:pt x="2949" y="4412"/>
                    <a:pt x="2999" y="4449"/>
                    <a:pt x="3037" y="4424"/>
                  </a:cubicBezTo>
                  <a:cubicBezTo>
                    <a:pt x="3974" y="3412"/>
                    <a:pt x="4187" y="1475"/>
                    <a:pt x="2799" y="738"/>
                  </a:cubicBezTo>
                  <a:cubicBezTo>
                    <a:pt x="1450" y="25"/>
                    <a:pt x="0" y="1213"/>
                    <a:pt x="188" y="2650"/>
                  </a:cubicBezTo>
                  <a:cubicBezTo>
                    <a:pt x="188" y="2712"/>
                    <a:pt x="300" y="2725"/>
                    <a:pt x="288" y="2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0" name="Google Shape;3050;p94"/>
            <p:cNvSpPr/>
            <p:nvPr/>
          </p:nvSpPr>
          <p:spPr>
            <a:xfrm>
              <a:off x="628000" y="2941675"/>
              <a:ext cx="146875" cy="263700"/>
            </a:xfrm>
            <a:custGeom>
              <a:rect b="b" l="l" r="r" t="t"/>
              <a:pathLst>
                <a:path extrusionOk="0" h="10548" w="5875">
                  <a:moveTo>
                    <a:pt x="5812" y="25"/>
                  </a:moveTo>
                  <a:cubicBezTo>
                    <a:pt x="3937" y="1350"/>
                    <a:pt x="1513" y="2550"/>
                    <a:pt x="738" y="4862"/>
                  </a:cubicBezTo>
                  <a:cubicBezTo>
                    <a:pt x="151" y="6599"/>
                    <a:pt x="1" y="9073"/>
                    <a:pt x="1263" y="10523"/>
                  </a:cubicBezTo>
                  <a:cubicBezTo>
                    <a:pt x="1288" y="10548"/>
                    <a:pt x="1338" y="10510"/>
                    <a:pt x="1313" y="10485"/>
                  </a:cubicBezTo>
                  <a:cubicBezTo>
                    <a:pt x="113" y="8848"/>
                    <a:pt x="288" y="6086"/>
                    <a:pt x="1138" y="4324"/>
                  </a:cubicBezTo>
                  <a:cubicBezTo>
                    <a:pt x="2063" y="2412"/>
                    <a:pt x="4175" y="1300"/>
                    <a:pt x="5837" y="100"/>
                  </a:cubicBezTo>
                  <a:cubicBezTo>
                    <a:pt x="5874" y="63"/>
                    <a:pt x="5837" y="0"/>
                    <a:pt x="5799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1" name="Google Shape;3051;p94"/>
            <p:cNvSpPr/>
            <p:nvPr/>
          </p:nvSpPr>
          <p:spPr>
            <a:xfrm>
              <a:off x="668000" y="3137875"/>
              <a:ext cx="85000" cy="100300"/>
            </a:xfrm>
            <a:custGeom>
              <a:rect b="b" l="l" r="r" t="t"/>
              <a:pathLst>
                <a:path extrusionOk="0" h="4012" w="3400">
                  <a:moveTo>
                    <a:pt x="38" y="2925"/>
                  </a:moveTo>
                  <a:cubicBezTo>
                    <a:pt x="900" y="3424"/>
                    <a:pt x="2075" y="3624"/>
                    <a:pt x="2812" y="2787"/>
                  </a:cubicBezTo>
                  <a:cubicBezTo>
                    <a:pt x="3237" y="2312"/>
                    <a:pt x="3400" y="1175"/>
                    <a:pt x="2975" y="625"/>
                  </a:cubicBezTo>
                  <a:cubicBezTo>
                    <a:pt x="2500" y="0"/>
                    <a:pt x="1350" y="88"/>
                    <a:pt x="1025" y="825"/>
                  </a:cubicBezTo>
                  <a:cubicBezTo>
                    <a:pt x="813" y="1262"/>
                    <a:pt x="838" y="1775"/>
                    <a:pt x="1088" y="2200"/>
                  </a:cubicBezTo>
                  <a:cubicBezTo>
                    <a:pt x="1450" y="2837"/>
                    <a:pt x="2425" y="3237"/>
                    <a:pt x="2537" y="3987"/>
                  </a:cubicBezTo>
                  <a:cubicBezTo>
                    <a:pt x="2537" y="4012"/>
                    <a:pt x="2575" y="4012"/>
                    <a:pt x="2575" y="3987"/>
                  </a:cubicBezTo>
                  <a:cubicBezTo>
                    <a:pt x="2562" y="3574"/>
                    <a:pt x="2287" y="3337"/>
                    <a:pt x="2000" y="3062"/>
                  </a:cubicBezTo>
                  <a:cubicBezTo>
                    <a:pt x="1713" y="2787"/>
                    <a:pt x="1350" y="2500"/>
                    <a:pt x="1188" y="2150"/>
                  </a:cubicBezTo>
                  <a:cubicBezTo>
                    <a:pt x="825" y="1287"/>
                    <a:pt x="1075" y="288"/>
                    <a:pt x="2200" y="425"/>
                  </a:cubicBezTo>
                  <a:cubicBezTo>
                    <a:pt x="2550" y="350"/>
                    <a:pt x="2762" y="488"/>
                    <a:pt x="2837" y="838"/>
                  </a:cubicBezTo>
                  <a:cubicBezTo>
                    <a:pt x="2975" y="913"/>
                    <a:pt x="3050" y="1063"/>
                    <a:pt x="3050" y="1212"/>
                  </a:cubicBezTo>
                  <a:cubicBezTo>
                    <a:pt x="3062" y="1275"/>
                    <a:pt x="3062" y="1337"/>
                    <a:pt x="3050" y="1400"/>
                  </a:cubicBezTo>
                  <a:cubicBezTo>
                    <a:pt x="3087" y="1650"/>
                    <a:pt x="3075" y="1912"/>
                    <a:pt x="3025" y="2162"/>
                  </a:cubicBezTo>
                  <a:cubicBezTo>
                    <a:pt x="2687" y="3524"/>
                    <a:pt x="1025" y="3399"/>
                    <a:pt x="75" y="2862"/>
                  </a:cubicBezTo>
                  <a:cubicBezTo>
                    <a:pt x="38" y="2837"/>
                    <a:pt x="0" y="2900"/>
                    <a:pt x="38" y="29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2" name="Google Shape;3052;p94"/>
            <p:cNvSpPr/>
            <p:nvPr/>
          </p:nvSpPr>
          <p:spPr>
            <a:xfrm>
              <a:off x="722350" y="3245025"/>
              <a:ext cx="13775" cy="55325"/>
            </a:xfrm>
            <a:custGeom>
              <a:rect b="b" l="l" r="r" t="t"/>
              <a:pathLst>
                <a:path extrusionOk="0" h="2213" w="551">
                  <a:moveTo>
                    <a:pt x="401" y="51"/>
                  </a:moveTo>
                  <a:cubicBezTo>
                    <a:pt x="476" y="825"/>
                    <a:pt x="238" y="1438"/>
                    <a:pt x="13" y="2163"/>
                  </a:cubicBezTo>
                  <a:cubicBezTo>
                    <a:pt x="1" y="2200"/>
                    <a:pt x="51" y="2213"/>
                    <a:pt x="76" y="2188"/>
                  </a:cubicBezTo>
                  <a:cubicBezTo>
                    <a:pt x="488" y="1588"/>
                    <a:pt x="551" y="738"/>
                    <a:pt x="476" y="51"/>
                  </a:cubicBezTo>
                  <a:cubicBezTo>
                    <a:pt x="476" y="1"/>
                    <a:pt x="388" y="1"/>
                    <a:pt x="401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3" name="Google Shape;3053;p94"/>
            <p:cNvSpPr/>
            <p:nvPr/>
          </p:nvSpPr>
          <p:spPr>
            <a:xfrm>
              <a:off x="692050" y="2972300"/>
              <a:ext cx="96575" cy="82175"/>
            </a:xfrm>
            <a:custGeom>
              <a:rect b="b" l="l" r="r" t="t"/>
              <a:pathLst>
                <a:path extrusionOk="0" h="3287" w="3863">
                  <a:moveTo>
                    <a:pt x="63" y="1100"/>
                  </a:moveTo>
                  <a:cubicBezTo>
                    <a:pt x="738" y="575"/>
                    <a:pt x="1563" y="113"/>
                    <a:pt x="2450" y="350"/>
                  </a:cubicBezTo>
                  <a:cubicBezTo>
                    <a:pt x="2900" y="487"/>
                    <a:pt x="3287" y="812"/>
                    <a:pt x="3500" y="1250"/>
                  </a:cubicBezTo>
                  <a:cubicBezTo>
                    <a:pt x="3650" y="1525"/>
                    <a:pt x="3737" y="1837"/>
                    <a:pt x="3737" y="2149"/>
                  </a:cubicBezTo>
                  <a:cubicBezTo>
                    <a:pt x="3725" y="2887"/>
                    <a:pt x="3300" y="3037"/>
                    <a:pt x="2463" y="2612"/>
                  </a:cubicBezTo>
                  <a:cubicBezTo>
                    <a:pt x="2500" y="2574"/>
                    <a:pt x="2463" y="2512"/>
                    <a:pt x="2425" y="2537"/>
                  </a:cubicBezTo>
                  <a:cubicBezTo>
                    <a:pt x="2050" y="2824"/>
                    <a:pt x="2463" y="3162"/>
                    <a:pt x="2812" y="3212"/>
                  </a:cubicBezTo>
                  <a:cubicBezTo>
                    <a:pt x="3475" y="3287"/>
                    <a:pt x="3862" y="2612"/>
                    <a:pt x="3837" y="2037"/>
                  </a:cubicBezTo>
                  <a:cubicBezTo>
                    <a:pt x="3812" y="1237"/>
                    <a:pt x="3250" y="450"/>
                    <a:pt x="2475" y="250"/>
                  </a:cubicBezTo>
                  <a:cubicBezTo>
                    <a:pt x="1550" y="0"/>
                    <a:pt x="701" y="475"/>
                    <a:pt x="26" y="1050"/>
                  </a:cubicBezTo>
                  <a:cubicBezTo>
                    <a:pt x="1" y="1075"/>
                    <a:pt x="38" y="1112"/>
                    <a:pt x="63" y="1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4" name="Google Shape;3054;p94"/>
            <p:cNvSpPr/>
            <p:nvPr/>
          </p:nvSpPr>
          <p:spPr>
            <a:xfrm>
              <a:off x="720175" y="2958850"/>
              <a:ext cx="110625" cy="22825"/>
            </a:xfrm>
            <a:custGeom>
              <a:rect b="b" l="l" r="r" t="t"/>
              <a:pathLst>
                <a:path extrusionOk="0" h="913" w="4425">
                  <a:moveTo>
                    <a:pt x="100" y="875"/>
                  </a:moveTo>
                  <a:cubicBezTo>
                    <a:pt x="1100" y="38"/>
                    <a:pt x="3250" y="1"/>
                    <a:pt x="4362" y="588"/>
                  </a:cubicBezTo>
                  <a:cubicBezTo>
                    <a:pt x="4399" y="601"/>
                    <a:pt x="4424" y="551"/>
                    <a:pt x="4399" y="526"/>
                  </a:cubicBezTo>
                  <a:cubicBezTo>
                    <a:pt x="3712" y="1"/>
                    <a:pt x="2725" y="88"/>
                    <a:pt x="1912" y="176"/>
                  </a:cubicBezTo>
                  <a:cubicBezTo>
                    <a:pt x="1250" y="251"/>
                    <a:pt x="563" y="376"/>
                    <a:pt x="38" y="825"/>
                  </a:cubicBezTo>
                  <a:cubicBezTo>
                    <a:pt x="0" y="863"/>
                    <a:pt x="63" y="913"/>
                    <a:pt x="100" y="8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5" name="Google Shape;3055;p94"/>
            <p:cNvSpPr/>
            <p:nvPr/>
          </p:nvSpPr>
          <p:spPr>
            <a:xfrm>
              <a:off x="830150" y="2969475"/>
              <a:ext cx="12200" cy="11900"/>
            </a:xfrm>
            <a:custGeom>
              <a:rect b="b" l="l" r="r" t="t"/>
              <a:pathLst>
                <a:path extrusionOk="0" h="476" w="488">
                  <a:moveTo>
                    <a:pt x="50" y="126"/>
                  </a:moveTo>
                  <a:cubicBezTo>
                    <a:pt x="0" y="213"/>
                    <a:pt x="25" y="325"/>
                    <a:pt x="88" y="388"/>
                  </a:cubicBezTo>
                  <a:cubicBezTo>
                    <a:pt x="163" y="450"/>
                    <a:pt x="250" y="475"/>
                    <a:pt x="338" y="463"/>
                  </a:cubicBezTo>
                  <a:cubicBezTo>
                    <a:pt x="375" y="450"/>
                    <a:pt x="400" y="438"/>
                    <a:pt x="425" y="425"/>
                  </a:cubicBezTo>
                  <a:cubicBezTo>
                    <a:pt x="450" y="388"/>
                    <a:pt x="463" y="350"/>
                    <a:pt x="463" y="313"/>
                  </a:cubicBezTo>
                  <a:cubicBezTo>
                    <a:pt x="488" y="188"/>
                    <a:pt x="425" y="63"/>
                    <a:pt x="300" y="13"/>
                  </a:cubicBezTo>
                  <a:cubicBezTo>
                    <a:pt x="175" y="1"/>
                    <a:pt x="50" y="101"/>
                    <a:pt x="50" y="2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6" name="Google Shape;3056;p94"/>
            <p:cNvSpPr/>
            <p:nvPr/>
          </p:nvSpPr>
          <p:spPr>
            <a:xfrm>
              <a:off x="828275" y="2965425"/>
              <a:ext cx="16275" cy="17825"/>
            </a:xfrm>
            <a:custGeom>
              <a:rect b="b" l="l" r="r" t="t"/>
              <a:pathLst>
                <a:path extrusionOk="0" h="713" w="651">
                  <a:moveTo>
                    <a:pt x="63" y="275"/>
                  </a:moveTo>
                  <a:cubicBezTo>
                    <a:pt x="0" y="438"/>
                    <a:pt x="88" y="625"/>
                    <a:pt x="263" y="675"/>
                  </a:cubicBezTo>
                  <a:cubicBezTo>
                    <a:pt x="425" y="712"/>
                    <a:pt x="575" y="650"/>
                    <a:pt x="588" y="487"/>
                  </a:cubicBezTo>
                  <a:cubicBezTo>
                    <a:pt x="650" y="88"/>
                    <a:pt x="88" y="0"/>
                    <a:pt x="88" y="400"/>
                  </a:cubicBezTo>
                  <a:cubicBezTo>
                    <a:pt x="88" y="438"/>
                    <a:pt x="163" y="450"/>
                    <a:pt x="163" y="413"/>
                  </a:cubicBezTo>
                  <a:cubicBezTo>
                    <a:pt x="488" y="288"/>
                    <a:pt x="563" y="313"/>
                    <a:pt x="388" y="462"/>
                  </a:cubicBezTo>
                  <a:cubicBezTo>
                    <a:pt x="275" y="637"/>
                    <a:pt x="213" y="587"/>
                    <a:pt x="175" y="300"/>
                  </a:cubicBezTo>
                  <a:cubicBezTo>
                    <a:pt x="188" y="238"/>
                    <a:pt x="88" y="200"/>
                    <a:pt x="63" y="2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7" name="Google Shape;3057;p94"/>
            <p:cNvSpPr/>
            <p:nvPr/>
          </p:nvSpPr>
          <p:spPr>
            <a:xfrm>
              <a:off x="662375" y="3207225"/>
              <a:ext cx="3150" cy="2850"/>
            </a:xfrm>
            <a:custGeom>
              <a:rect b="b" l="l" r="r" t="t"/>
              <a:pathLst>
                <a:path extrusionOk="0" h="114" w="126">
                  <a:moveTo>
                    <a:pt x="63" y="101"/>
                  </a:moveTo>
                  <a:lnTo>
                    <a:pt x="88" y="88"/>
                  </a:lnTo>
                  <a:cubicBezTo>
                    <a:pt x="126" y="76"/>
                    <a:pt x="126" y="38"/>
                    <a:pt x="88" y="26"/>
                  </a:cubicBezTo>
                  <a:lnTo>
                    <a:pt x="63" y="13"/>
                  </a:lnTo>
                  <a:cubicBezTo>
                    <a:pt x="1" y="1"/>
                    <a:pt x="1" y="113"/>
                    <a:pt x="63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8" name="Google Shape;3058;p94"/>
            <p:cNvSpPr/>
            <p:nvPr/>
          </p:nvSpPr>
          <p:spPr>
            <a:xfrm>
              <a:off x="705800" y="3297525"/>
              <a:ext cx="17525" cy="42200"/>
            </a:xfrm>
            <a:custGeom>
              <a:rect b="b" l="l" r="r" t="t"/>
              <a:pathLst>
                <a:path extrusionOk="0" h="1688" w="701">
                  <a:moveTo>
                    <a:pt x="613" y="25"/>
                  </a:moveTo>
                  <a:cubicBezTo>
                    <a:pt x="76" y="225"/>
                    <a:pt x="1" y="1175"/>
                    <a:pt x="138" y="1637"/>
                  </a:cubicBezTo>
                  <a:cubicBezTo>
                    <a:pt x="163" y="1687"/>
                    <a:pt x="251" y="1675"/>
                    <a:pt x="238" y="1612"/>
                  </a:cubicBezTo>
                  <a:cubicBezTo>
                    <a:pt x="201" y="1375"/>
                    <a:pt x="188" y="1125"/>
                    <a:pt x="226" y="887"/>
                  </a:cubicBezTo>
                  <a:cubicBezTo>
                    <a:pt x="263" y="650"/>
                    <a:pt x="375" y="225"/>
                    <a:pt x="638" y="125"/>
                  </a:cubicBezTo>
                  <a:cubicBezTo>
                    <a:pt x="700" y="100"/>
                    <a:pt x="675" y="0"/>
                    <a:pt x="600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9" name="Google Shape;3059;p94"/>
            <p:cNvSpPr/>
            <p:nvPr/>
          </p:nvSpPr>
          <p:spPr>
            <a:xfrm>
              <a:off x="708300" y="3297825"/>
              <a:ext cx="19700" cy="42200"/>
            </a:xfrm>
            <a:custGeom>
              <a:rect b="b" l="l" r="r" t="t"/>
              <a:pathLst>
                <a:path extrusionOk="0" h="1688" w="788">
                  <a:moveTo>
                    <a:pt x="113" y="1638"/>
                  </a:moveTo>
                  <a:cubicBezTo>
                    <a:pt x="475" y="1288"/>
                    <a:pt x="788" y="563"/>
                    <a:pt x="638" y="63"/>
                  </a:cubicBezTo>
                  <a:cubicBezTo>
                    <a:pt x="625" y="1"/>
                    <a:pt x="538" y="26"/>
                    <a:pt x="550" y="88"/>
                  </a:cubicBezTo>
                  <a:cubicBezTo>
                    <a:pt x="600" y="625"/>
                    <a:pt x="413" y="1175"/>
                    <a:pt x="38" y="1575"/>
                  </a:cubicBezTo>
                  <a:cubicBezTo>
                    <a:pt x="1" y="1613"/>
                    <a:pt x="63" y="1688"/>
                    <a:pt x="113" y="16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0" name="Google Shape;3060;p94"/>
            <p:cNvSpPr/>
            <p:nvPr/>
          </p:nvSpPr>
          <p:spPr>
            <a:xfrm>
              <a:off x="732050" y="3237525"/>
              <a:ext cx="30000" cy="33150"/>
            </a:xfrm>
            <a:custGeom>
              <a:rect b="b" l="l" r="r" t="t"/>
              <a:pathLst>
                <a:path extrusionOk="0" h="1326" w="1200">
                  <a:moveTo>
                    <a:pt x="25" y="51"/>
                  </a:moveTo>
                  <a:cubicBezTo>
                    <a:pt x="0" y="388"/>
                    <a:pt x="175" y="663"/>
                    <a:pt x="388" y="913"/>
                  </a:cubicBezTo>
                  <a:cubicBezTo>
                    <a:pt x="563" y="1163"/>
                    <a:pt x="850" y="1313"/>
                    <a:pt x="1150" y="1325"/>
                  </a:cubicBezTo>
                  <a:cubicBezTo>
                    <a:pt x="1200" y="1325"/>
                    <a:pt x="1200" y="1250"/>
                    <a:pt x="1163" y="1250"/>
                  </a:cubicBezTo>
                  <a:cubicBezTo>
                    <a:pt x="875" y="1225"/>
                    <a:pt x="613" y="1088"/>
                    <a:pt x="450" y="863"/>
                  </a:cubicBezTo>
                  <a:cubicBezTo>
                    <a:pt x="263" y="613"/>
                    <a:pt x="88" y="363"/>
                    <a:pt x="100" y="51"/>
                  </a:cubicBezTo>
                  <a:cubicBezTo>
                    <a:pt x="100" y="1"/>
                    <a:pt x="25" y="1"/>
                    <a:pt x="25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1" name="Google Shape;3061;p94"/>
            <p:cNvSpPr/>
            <p:nvPr/>
          </p:nvSpPr>
          <p:spPr>
            <a:xfrm>
              <a:off x="732675" y="3237850"/>
              <a:ext cx="29375" cy="33125"/>
            </a:xfrm>
            <a:custGeom>
              <a:rect b="b" l="l" r="r" t="t"/>
              <a:pathLst>
                <a:path extrusionOk="0" h="1325" w="1175">
                  <a:moveTo>
                    <a:pt x="1163" y="1262"/>
                  </a:moveTo>
                  <a:cubicBezTo>
                    <a:pt x="1088" y="700"/>
                    <a:pt x="675" y="125"/>
                    <a:pt x="100" y="13"/>
                  </a:cubicBezTo>
                  <a:cubicBezTo>
                    <a:pt x="38" y="0"/>
                    <a:pt x="0" y="75"/>
                    <a:pt x="50" y="113"/>
                  </a:cubicBezTo>
                  <a:cubicBezTo>
                    <a:pt x="288" y="250"/>
                    <a:pt x="525" y="313"/>
                    <a:pt x="700" y="550"/>
                  </a:cubicBezTo>
                  <a:cubicBezTo>
                    <a:pt x="875" y="763"/>
                    <a:pt x="1013" y="1012"/>
                    <a:pt x="1100" y="1287"/>
                  </a:cubicBezTo>
                  <a:cubicBezTo>
                    <a:pt x="1113" y="1325"/>
                    <a:pt x="1175" y="1312"/>
                    <a:pt x="1163" y="12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2" name="Google Shape;3062;p94"/>
            <p:cNvSpPr/>
            <p:nvPr/>
          </p:nvSpPr>
          <p:spPr>
            <a:xfrm>
              <a:off x="739850" y="2929475"/>
              <a:ext cx="86875" cy="38475"/>
            </a:xfrm>
            <a:custGeom>
              <a:rect b="b" l="l" r="r" t="t"/>
              <a:pathLst>
                <a:path extrusionOk="0" h="1539" w="3475">
                  <a:moveTo>
                    <a:pt x="76" y="1513"/>
                  </a:moveTo>
                  <a:cubicBezTo>
                    <a:pt x="1075" y="801"/>
                    <a:pt x="2213" y="326"/>
                    <a:pt x="3412" y="101"/>
                  </a:cubicBezTo>
                  <a:cubicBezTo>
                    <a:pt x="3475" y="88"/>
                    <a:pt x="3450" y="1"/>
                    <a:pt x="3387" y="13"/>
                  </a:cubicBezTo>
                  <a:cubicBezTo>
                    <a:pt x="2175" y="226"/>
                    <a:pt x="1025" y="726"/>
                    <a:pt x="38" y="1451"/>
                  </a:cubicBezTo>
                  <a:cubicBezTo>
                    <a:pt x="1" y="1476"/>
                    <a:pt x="38" y="1538"/>
                    <a:pt x="76" y="15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3" name="Google Shape;3063;p94"/>
            <p:cNvSpPr/>
            <p:nvPr/>
          </p:nvSpPr>
          <p:spPr>
            <a:xfrm>
              <a:off x="824200" y="2919175"/>
              <a:ext cx="16275" cy="17825"/>
            </a:xfrm>
            <a:custGeom>
              <a:rect b="b" l="l" r="r" t="t"/>
              <a:pathLst>
                <a:path extrusionOk="0" h="713" w="651">
                  <a:moveTo>
                    <a:pt x="88" y="525"/>
                  </a:moveTo>
                  <a:cubicBezTo>
                    <a:pt x="288" y="713"/>
                    <a:pt x="651" y="475"/>
                    <a:pt x="451" y="238"/>
                  </a:cubicBezTo>
                  <a:cubicBezTo>
                    <a:pt x="238" y="1"/>
                    <a:pt x="1" y="338"/>
                    <a:pt x="101" y="563"/>
                  </a:cubicBezTo>
                  <a:cubicBezTo>
                    <a:pt x="113" y="600"/>
                    <a:pt x="176" y="575"/>
                    <a:pt x="176" y="538"/>
                  </a:cubicBezTo>
                  <a:cubicBezTo>
                    <a:pt x="163" y="500"/>
                    <a:pt x="163" y="463"/>
                    <a:pt x="176" y="425"/>
                  </a:cubicBezTo>
                  <a:cubicBezTo>
                    <a:pt x="176" y="351"/>
                    <a:pt x="176" y="351"/>
                    <a:pt x="151" y="463"/>
                  </a:cubicBezTo>
                  <a:cubicBezTo>
                    <a:pt x="101" y="425"/>
                    <a:pt x="38" y="488"/>
                    <a:pt x="88" y="5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4" name="Google Shape;3064;p94"/>
            <p:cNvSpPr/>
            <p:nvPr/>
          </p:nvSpPr>
          <p:spPr>
            <a:xfrm>
              <a:off x="728300" y="2974800"/>
              <a:ext cx="82175" cy="30625"/>
            </a:xfrm>
            <a:custGeom>
              <a:rect b="b" l="l" r="r" t="t"/>
              <a:pathLst>
                <a:path extrusionOk="0" h="1225" w="3287">
                  <a:moveTo>
                    <a:pt x="63" y="225"/>
                  </a:moveTo>
                  <a:cubicBezTo>
                    <a:pt x="1288" y="87"/>
                    <a:pt x="2287" y="425"/>
                    <a:pt x="3225" y="1200"/>
                  </a:cubicBezTo>
                  <a:cubicBezTo>
                    <a:pt x="3250" y="1225"/>
                    <a:pt x="3287" y="1187"/>
                    <a:pt x="3262" y="1150"/>
                  </a:cubicBezTo>
                  <a:cubicBezTo>
                    <a:pt x="2537" y="212"/>
                    <a:pt x="1163" y="0"/>
                    <a:pt x="63" y="137"/>
                  </a:cubicBezTo>
                  <a:cubicBezTo>
                    <a:pt x="0" y="137"/>
                    <a:pt x="0" y="237"/>
                    <a:pt x="63" y="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5" name="Google Shape;3065;p94"/>
            <p:cNvSpPr/>
            <p:nvPr/>
          </p:nvSpPr>
          <p:spPr>
            <a:xfrm>
              <a:off x="805150" y="3001975"/>
              <a:ext cx="15025" cy="12825"/>
            </a:xfrm>
            <a:custGeom>
              <a:rect b="b" l="l" r="r" t="t"/>
              <a:pathLst>
                <a:path extrusionOk="0" h="513" w="601">
                  <a:moveTo>
                    <a:pt x="250" y="475"/>
                  </a:moveTo>
                  <a:cubicBezTo>
                    <a:pt x="550" y="513"/>
                    <a:pt x="600" y="50"/>
                    <a:pt x="288" y="25"/>
                  </a:cubicBezTo>
                  <a:cubicBezTo>
                    <a:pt x="1" y="0"/>
                    <a:pt x="26" y="425"/>
                    <a:pt x="313" y="425"/>
                  </a:cubicBezTo>
                  <a:cubicBezTo>
                    <a:pt x="350" y="425"/>
                    <a:pt x="363" y="375"/>
                    <a:pt x="325" y="363"/>
                  </a:cubicBezTo>
                  <a:cubicBezTo>
                    <a:pt x="275" y="300"/>
                    <a:pt x="250" y="325"/>
                    <a:pt x="250" y="413"/>
                  </a:cubicBezTo>
                  <a:cubicBezTo>
                    <a:pt x="213" y="413"/>
                    <a:pt x="213" y="475"/>
                    <a:pt x="250" y="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6" name="Google Shape;3066;p94"/>
            <p:cNvSpPr/>
            <p:nvPr/>
          </p:nvSpPr>
          <p:spPr>
            <a:xfrm>
              <a:off x="644875" y="3178475"/>
              <a:ext cx="60325" cy="237475"/>
            </a:xfrm>
            <a:custGeom>
              <a:rect b="b" l="l" r="r" t="t"/>
              <a:pathLst>
                <a:path extrusionOk="0" h="9499" w="2413">
                  <a:moveTo>
                    <a:pt x="26" y="51"/>
                  </a:moveTo>
                  <a:cubicBezTo>
                    <a:pt x="1275" y="3362"/>
                    <a:pt x="2413" y="6049"/>
                    <a:pt x="388" y="9373"/>
                  </a:cubicBezTo>
                  <a:cubicBezTo>
                    <a:pt x="338" y="9448"/>
                    <a:pt x="451" y="9498"/>
                    <a:pt x="488" y="9436"/>
                  </a:cubicBezTo>
                  <a:cubicBezTo>
                    <a:pt x="1438" y="8024"/>
                    <a:pt x="1838" y="6749"/>
                    <a:pt x="1675" y="5050"/>
                  </a:cubicBezTo>
                  <a:cubicBezTo>
                    <a:pt x="1488" y="3113"/>
                    <a:pt x="776" y="1813"/>
                    <a:pt x="76" y="38"/>
                  </a:cubicBezTo>
                  <a:cubicBezTo>
                    <a:pt x="63" y="1"/>
                    <a:pt x="1" y="13"/>
                    <a:pt x="26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7" name="Google Shape;3067;p94"/>
            <p:cNvSpPr/>
            <p:nvPr/>
          </p:nvSpPr>
          <p:spPr>
            <a:xfrm>
              <a:off x="699875" y="2899175"/>
              <a:ext cx="49375" cy="31900"/>
            </a:xfrm>
            <a:custGeom>
              <a:rect b="b" l="l" r="r" t="t"/>
              <a:pathLst>
                <a:path extrusionOk="0" h="1276" w="1975">
                  <a:moveTo>
                    <a:pt x="13" y="63"/>
                  </a:moveTo>
                  <a:cubicBezTo>
                    <a:pt x="100" y="613"/>
                    <a:pt x="450" y="1151"/>
                    <a:pt x="1062" y="1213"/>
                  </a:cubicBezTo>
                  <a:cubicBezTo>
                    <a:pt x="1550" y="1275"/>
                    <a:pt x="1975" y="888"/>
                    <a:pt x="1975" y="401"/>
                  </a:cubicBezTo>
                  <a:cubicBezTo>
                    <a:pt x="1975" y="326"/>
                    <a:pt x="1862" y="326"/>
                    <a:pt x="1862" y="401"/>
                  </a:cubicBezTo>
                  <a:cubicBezTo>
                    <a:pt x="1850" y="976"/>
                    <a:pt x="1275" y="1263"/>
                    <a:pt x="775" y="1026"/>
                  </a:cubicBezTo>
                  <a:cubicBezTo>
                    <a:pt x="363" y="838"/>
                    <a:pt x="163" y="463"/>
                    <a:pt x="75" y="38"/>
                  </a:cubicBezTo>
                  <a:cubicBezTo>
                    <a:pt x="63" y="1"/>
                    <a:pt x="0" y="13"/>
                    <a:pt x="13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8" name="Google Shape;3068;p94"/>
            <p:cNvSpPr/>
            <p:nvPr/>
          </p:nvSpPr>
          <p:spPr>
            <a:xfrm>
              <a:off x="674550" y="3113825"/>
              <a:ext cx="31600" cy="62800"/>
            </a:xfrm>
            <a:custGeom>
              <a:rect b="b" l="l" r="r" t="t"/>
              <a:pathLst>
                <a:path extrusionOk="0" h="2512" w="1264">
                  <a:moveTo>
                    <a:pt x="726" y="2449"/>
                  </a:moveTo>
                  <a:cubicBezTo>
                    <a:pt x="713" y="1825"/>
                    <a:pt x="1263" y="1325"/>
                    <a:pt x="1038" y="687"/>
                  </a:cubicBezTo>
                  <a:cubicBezTo>
                    <a:pt x="888" y="275"/>
                    <a:pt x="488" y="0"/>
                    <a:pt x="51" y="13"/>
                  </a:cubicBezTo>
                  <a:cubicBezTo>
                    <a:pt x="13" y="13"/>
                    <a:pt x="1" y="75"/>
                    <a:pt x="38" y="88"/>
                  </a:cubicBezTo>
                  <a:cubicBezTo>
                    <a:pt x="838" y="200"/>
                    <a:pt x="1138" y="875"/>
                    <a:pt x="838" y="1575"/>
                  </a:cubicBezTo>
                  <a:cubicBezTo>
                    <a:pt x="701" y="1850"/>
                    <a:pt x="638" y="2149"/>
                    <a:pt x="651" y="2449"/>
                  </a:cubicBezTo>
                  <a:cubicBezTo>
                    <a:pt x="651" y="2499"/>
                    <a:pt x="726" y="2512"/>
                    <a:pt x="726" y="244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9" name="Google Shape;3069;p94"/>
            <p:cNvSpPr/>
            <p:nvPr/>
          </p:nvSpPr>
          <p:spPr>
            <a:xfrm>
              <a:off x="658950" y="3112575"/>
              <a:ext cx="21575" cy="30625"/>
            </a:xfrm>
            <a:custGeom>
              <a:rect b="b" l="l" r="r" t="t"/>
              <a:pathLst>
                <a:path extrusionOk="0" h="1225" w="863">
                  <a:moveTo>
                    <a:pt x="825" y="113"/>
                  </a:moveTo>
                  <a:cubicBezTo>
                    <a:pt x="525" y="0"/>
                    <a:pt x="275" y="163"/>
                    <a:pt x="163" y="437"/>
                  </a:cubicBezTo>
                  <a:cubicBezTo>
                    <a:pt x="75" y="675"/>
                    <a:pt x="0" y="1062"/>
                    <a:pt x="250" y="1212"/>
                  </a:cubicBezTo>
                  <a:cubicBezTo>
                    <a:pt x="275" y="1225"/>
                    <a:pt x="313" y="1200"/>
                    <a:pt x="300" y="1162"/>
                  </a:cubicBezTo>
                  <a:cubicBezTo>
                    <a:pt x="50" y="837"/>
                    <a:pt x="275" y="0"/>
                    <a:pt x="800" y="175"/>
                  </a:cubicBezTo>
                  <a:cubicBezTo>
                    <a:pt x="850" y="200"/>
                    <a:pt x="862" y="125"/>
                    <a:pt x="825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0" name="Google Shape;3070;p94"/>
            <p:cNvSpPr/>
            <p:nvPr/>
          </p:nvSpPr>
          <p:spPr>
            <a:xfrm>
              <a:off x="762050" y="2872625"/>
              <a:ext cx="56250" cy="81250"/>
            </a:xfrm>
            <a:custGeom>
              <a:rect b="b" l="l" r="r" t="t"/>
              <a:pathLst>
                <a:path extrusionOk="0" h="3250" w="2250">
                  <a:moveTo>
                    <a:pt x="87" y="3212"/>
                  </a:moveTo>
                  <a:cubicBezTo>
                    <a:pt x="1037" y="2425"/>
                    <a:pt x="2249" y="1450"/>
                    <a:pt x="1962" y="51"/>
                  </a:cubicBezTo>
                  <a:cubicBezTo>
                    <a:pt x="1949" y="1"/>
                    <a:pt x="1862" y="26"/>
                    <a:pt x="1875" y="76"/>
                  </a:cubicBezTo>
                  <a:cubicBezTo>
                    <a:pt x="2062" y="1463"/>
                    <a:pt x="987" y="2350"/>
                    <a:pt x="37" y="3162"/>
                  </a:cubicBezTo>
                  <a:cubicBezTo>
                    <a:pt x="0" y="3187"/>
                    <a:pt x="62" y="3250"/>
                    <a:pt x="100" y="32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1" name="Google Shape;3071;p94"/>
            <p:cNvSpPr/>
            <p:nvPr/>
          </p:nvSpPr>
          <p:spPr>
            <a:xfrm>
              <a:off x="710800" y="3101950"/>
              <a:ext cx="15325" cy="30950"/>
            </a:xfrm>
            <a:custGeom>
              <a:rect b="b" l="l" r="r" t="t"/>
              <a:pathLst>
                <a:path extrusionOk="0" h="1238" w="613">
                  <a:moveTo>
                    <a:pt x="101" y="1175"/>
                  </a:moveTo>
                  <a:cubicBezTo>
                    <a:pt x="126" y="775"/>
                    <a:pt x="288" y="388"/>
                    <a:pt x="575" y="100"/>
                  </a:cubicBezTo>
                  <a:cubicBezTo>
                    <a:pt x="613" y="63"/>
                    <a:pt x="563" y="0"/>
                    <a:pt x="525" y="25"/>
                  </a:cubicBezTo>
                  <a:cubicBezTo>
                    <a:pt x="350" y="150"/>
                    <a:pt x="225" y="325"/>
                    <a:pt x="163" y="525"/>
                  </a:cubicBezTo>
                  <a:cubicBezTo>
                    <a:pt x="51" y="725"/>
                    <a:pt x="1" y="950"/>
                    <a:pt x="13" y="1175"/>
                  </a:cubicBezTo>
                  <a:cubicBezTo>
                    <a:pt x="13" y="1237"/>
                    <a:pt x="113" y="1237"/>
                    <a:pt x="113" y="11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2" name="Google Shape;3072;p94"/>
            <p:cNvSpPr/>
            <p:nvPr/>
          </p:nvSpPr>
          <p:spPr>
            <a:xfrm>
              <a:off x="710175" y="3101625"/>
              <a:ext cx="21900" cy="34400"/>
            </a:xfrm>
            <a:custGeom>
              <a:rect b="b" l="l" r="r" t="t"/>
              <a:pathLst>
                <a:path extrusionOk="0" h="1376" w="876">
                  <a:moveTo>
                    <a:pt x="550" y="101"/>
                  </a:moveTo>
                  <a:cubicBezTo>
                    <a:pt x="763" y="538"/>
                    <a:pt x="475" y="1050"/>
                    <a:pt x="51" y="1250"/>
                  </a:cubicBezTo>
                  <a:cubicBezTo>
                    <a:pt x="1" y="1275"/>
                    <a:pt x="38" y="1375"/>
                    <a:pt x="101" y="1350"/>
                  </a:cubicBezTo>
                  <a:cubicBezTo>
                    <a:pt x="575" y="1138"/>
                    <a:pt x="875" y="538"/>
                    <a:pt x="638" y="51"/>
                  </a:cubicBezTo>
                  <a:cubicBezTo>
                    <a:pt x="613" y="1"/>
                    <a:pt x="525" y="51"/>
                    <a:pt x="550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3" name="Google Shape;3073;p94"/>
            <p:cNvSpPr/>
            <p:nvPr/>
          </p:nvSpPr>
          <p:spPr>
            <a:xfrm>
              <a:off x="669550" y="3338125"/>
              <a:ext cx="60025" cy="132175"/>
            </a:xfrm>
            <a:custGeom>
              <a:rect b="b" l="l" r="r" t="t"/>
              <a:pathLst>
                <a:path extrusionOk="0" h="5287" w="2401">
                  <a:moveTo>
                    <a:pt x="576" y="51"/>
                  </a:moveTo>
                  <a:cubicBezTo>
                    <a:pt x="263" y="1638"/>
                    <a:pt x="1" y="5074"/>
                    <a:pt x="2350" y="5287"/>
                  </a:cubicBezTo>
                  <a:cubicBezTo>
                    <a:pt x="2400" y="5287"/>
                    <a:pt x="2388" y="5224"/>
                    <a:pt x="2350" y="5212"/>
                  </a:cubicBezTo>
                  <a:cubicBezTo>
                    <a:pt x="63" y="4912"/>
                    <a:pt x="363" y="1600"/>
                    <a:pt x="651" y="63"/>
                  </a:cubicBezTo>
                  <a:cubicBezTo>
                    <a:pt x="663" y="13"/>
                    <a:pt x="588" y="1"/>
                    <a:pt x="576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4" name="Google Shape;3074;p94"/>
            <p:cNvSpPr/>
            <p:nvPr/>
          </p:nvSpPr>
          <p:spPr>
            <a:xfrm>
              <a:off x="701750" y="3402175"/>
              <a:ext cx="65000" cy="61575"/>
            </a:xfrm>
            <a:custGeom>
              <a:rect b="b" l="l" r="r" t="t"/>
              <a:pathLst>
                <a:path extrusionOk="0" h="2463" w="2600">
                  <a:moveTo>
                    <a:pt x="13" y="1500"/>
                  </a:moveTo>
                  <a:cubicBezTo>
                    <a:pt x="350" y="2175"/>
                    <a:pt x="1175" y="2462"/>
                    <a:pt x="1825" y="2012"/>
                  </a:cubicBezTo>
                  <a:cubicBezTo>
                    <a:pt x="2400" y="1600"/>
                    <a:pt x="2599" y="538"/>
                    <a:pt x="2025" y="38"/>
                  </a:cubicBezTo>
                  <a:cubicBezTo>
                    <a:pt x="1975" y="1"/>
                    <a:pt x="1900" y="76"/>
                    <a:pt x="1950" y="113"/>
                  </a:cubicBezTo>
                  <a:cubicBezTo>
                    <a:pt x="2462" y="588"/>
                    <a:pt x="2300" y="1563"/>
                    <a:pt x="1762" y="1938"/>
                  </a:cubicBezTo>
                  <a:cubicBezTo>
                    <a:pt x="1150" y="2350"/>
                    <a:pt x="400" y="2112"/>
                    <a:pt x="75" y="1463"/>
                  </a:cubicBezTo>
                  <a:cubicBezTo>
                    <a:pt x="50" y="1425"/>
                    <a:pt x="0" y="1463"/>
                    <a:pt x="13" y="1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5" name="Google Shape;3075;p94"/>
            <p:cNvSpPr/>
            <p:nvPr/>
          </p:nvSpPr>
          <p:spPr>
            <a:xfrm>
              <a:off x="709550" y="3392175"/>
              <a:ext cx="46575" cy="35950"/>
            </a:xfrm>
            <a:custGeom>
              <a:rect b="b" l="l" r="r" t="t"/>
              <a:pathLst>
                <a:path extrusionOk="0" h="1438" w="1863">
                  <a:moveTo>
                    <a:pt x="1850" y="700"/>
                  </a:moveTo>
                  <a:cubicBezTo>
                    <a:pt x="1663" y="226"/>
                    <a:pt x="1125" y="1"/>
                    <a:pt x="663" y="201"/>
                  </a:cubicBezTo>
                  <a:cubicBezTo>
                    <a:pt x="200" y="401"/>
                    <a:pt x="1" y="938"/>
                    <a:pt x="200" y="1400"/>
                  </a:cubicBezTo>
                  <a:cubicBezTo>
                    <a:pt x="225" y="1438"/>
                    <a:pt x="300" y="1413"/>
                    <a:pt x="288" y="1363"/>
                  </a:cubicBezTo>
                  <a:cubicBezTo>
                    <a:pt x="163" y="938"/>
                    <a:pt x="275" y="488"/>
                    <a:pt x="713" y="301"/>
                  </a:cubicBezTo>
                  <a:cubicBezTo>
                    <a:pt x="1125" y="138"/>
                    <a:pt x="1600" y="326"/>
                    <a:pt x="1788" y="738"/>
                  </a:cubicBezTo>
                  <a:cubicBezTo>
                    <a:pt x="1800" y="775"/>
                    <a:pt x="1863" y="738"/>
                    <a:pt x="1838" y="7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6" name="Google Shape;3076;p94"/>
            <p:cNvSpPr/>
            <p:nvPr/>
          </p:nvSpPr>
          <p:spPr>
            <a:xfrm>
              <a:off x="713300" y="3422475"/>
              <a:ext cx="30950" cy="17225"/>
            </a:xfrm>
            <a:custGeom>
              <a:rect b="b" l="l" r="r" t="t"/>
              <a:pathLst>
                <a:path extrusionOk="0" h="689" w="1238">
                  <a:moveTo>
                    <a:pt x="26" y="51"/>
                  </a:moveTo>
                  <a:cubicBezTo>
                    <a:pt x="1" y="388"/>
                    <a:pt x="375" y="638"/>
                    <a:pt x="688" y="626"/>
                  </a:cubicBezTo>
                  <a:cubicBezTo>
                    <a:pt x="1000" y="626"/>
                    <a:pt x="1238" y="351"/>
                    <a:pt x="1113" y="63"/>
                  </a:cubicBezTo>
                  <a:cubicBezTo>
                    <a:pt x="1100" y="13"/>
                    <a:pt x="1013" y="26"/>
                    <a:pt x="1025" y="88"/>
                  </a:cubicBezTo>
                  <a:cubicBezTo>
                    <a:pt x="1213" y="688"/>
                    <a:pt x="75" y="638"/>
                    <a:pt x="100" y="51"/>
                  </a:cubicBezTo>
                  <a:cubicBezTo>
                    <a:pt x="100" y="1"/>
                    <a:pt x="38" y="1"/>
                    <a:pt x="26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7" name="Google Shape;3077;p94"/>
            <p:cNvSpPr/>
            <p:nvPr/>
          </p:nvSpPr>
          <p:spPr>
            <a:xfrm>
              <a:off x="702675" y="3138500"/>
              <a:ext cx="71875" cy="55325"/>
            </a:xfrm>
            <a:custGeom>
              <a:rect b="b" l="l" r="r" t="t"/>
              <a:pathLst>
                <a:path extrusionOk="0" h="2213" w="2875">
                  <a:moveTo>
                    <a:pt x="88" y="463"/>
                  </a:moveTo>
                  <a:cubicBezTo>
                    <a:pt x="1400" y="113"/>
                    <a:pt x="2487" y="925"/>
                    <a:pt x="2812" y="2187"/>
                  </a:cubicBezTo>
                  <a:cubicBezTo>
                    <a:pt x="2812" y="2212"/>
                    <a:pt x="2875" y="2212"/>
                    <a:pt x="2862" y="2175"/>
                  </a:cubicBezTo>
                  <a:cubicBezTo>
                    <a:pt x="2762" y="788"/>
                    <a:pt x="1325" y="0"/>
                    <a:pt x="51" y="388"/>
                  </a:cubicBezTo>
                  <a:cubicBezTo>
                    <a:pt x="1" y="400"/>
                    <a:pt x="26" y="475"/>
                    <a:pt x="76" y="4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8" name="Google Shape;3078;p94"/>
            <p:cNvSpPr/>
            <p:nvPr/>
          </p:nvSpPr>
          <p:spPr>
            <a:xfrm>
              <a:off x="695500" y="2739850"/>
              <a:ext cx="104675" cy="111550"/>
            </a:xfrm>
            <a:custGeom>
              <a:rect b="b" l="l" r="r" t="t"/>
              <a:pathLst>
                <a:path extrusionOk="0" h="4462" w="4187">
                  <a:moveTo>
                    <a:pt x="188" y="1800"/>
                  </a:moveTo>
                  <a:cubicBezTo>
                    <a:pt x="0" y="3250"/>
                    <a:pt x="1450" y="4424"/>
                    <a:pt x="2799" y="3712"/>
                  </a:cubicBezTo>
                  <a:cubicBezTo>
                    <a:pt x="4187" y="2975"/>
                    <a:pt x="3962" y="1038"/>
                    <a:pt x="3024" y="25"/>
                  </a:cubicBezTo>
                  <a:cubicBezTo>
                    <a:pt x="2999" y="0"/>
                    <a:pt x="2949" y="38"/>
                    <a:pt x="2974" y="75"/>
                  </a:cubicBezTo>
                  <a:cubicBezTo>
                    <a:pt x="3624" y="975"/>
                    <a:pt x="4074" y="2450"/>
                    <a:pt x="3124" y="3325"/>
                  </a:cubicBezTo>
                  <a:cubicBezTo>
                    <a:pt x="1912" y="4462"/>
                    <a:pt x="100" y="3375"/>
                    <a:pt x="288" y="1800"/>
                  </a:cubicBezTo>
                  <a:cubicBezTo>
                    <a:pt x="300" y="1738"/>
                    <a:pt x="188" y="1738"/>
                    <a:pt x="175" y="1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9" name="Google Shape;3079;p94"/>
            <p:cNvSpPr/>
            <p:nvPr/>
          </p:nvSpPr>
          <p:spPr>
            <a:xfrm>
              <a:off x="628325" y="2481475"/>
              <a:ext cx="146850" cy="263400"/>
            </a:xfrm>
            <a:custGeom>
              <a:rect b="b" l="l" r="r" t="t"/>
              <a:pathLst>
                <a:path extrusionOk="0" h="10536" w="5874">
                  <a:moveTo>
                    <a:pt x="5836" y="10448"/>
                  </a:moveTo>
                  <a:cubicBezTo>
                    <a:pt x="4162" y="9236"/>
                    <a:pt x="2050" y="8124"/>
                    <a:pt x="1125" y="6224"/>
                  </a:cubicBezTo>
                  <a:cubicBezTo>
                    <a:pt x="275" y="4462"/>
                    <a:pt x="100" y="1688"/>
                    <a:pt x="1300" y="63"/>
                  </a:cubicBezTo>
                  <a:cubicBezTo>
                    <a:pt x="1325" y="38"/>
                    <a:pt x="1275" y="1"/>
                    <a:pt x="1250" y="26"/>
                  </a:cubicBezTo>
                  <a:cubicBezTo>
                    <a:pt x="0" y="1463"/>
                    <a:pt x="138" y="3950"/>
                    <a:pt x="725" y="5674"/>
                  </a:cubicBezTo>
                  <a:cubicBezTo>
                    <a:pt x="1513" y="7986"/>
                    <a:pt x="3912" y="9186"/>
                    <a:pt x="5799" y="10510"/>
                  </a:cubicBezTo>
                  <a:cubicBezTo>
                    <a:pt x="5836" y="10535"/>
                    <a:pt x="5874" y="10473"/>
                    <a:pt x="5836" y="1044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0" name="Google Shape;3080;p94"/>
            <p:cNvSpPr/>
            <p:nvPr/>
          </p:nvSpPr>
          <p:spPr>
            <a:xfrm>
              <a:off x="667675" y="2448375"/>
              <a:ext cx="84700" cy="100925"/>
            </a:xfrm>
            <a:custGeom>
              <a:rect b="b" l="l" r="r" t="t"/>
              <a:pathLst>
                <a:path extrusionOk="0" h="4037" w="3388">
                  <a:moveTo>
                    <a:pt x="88" y="1150"/>
                  </a:moveTo>
                  <a:cubicBezTo>
                    <a:pt x="1026" y="625"/>
                    <a:pt x="2413" y="500"/>
                    <a:pt x="2950" y="1662"/>
                  </a:cubicBezTo>
                  <a:cubicBezTo>
                    <a:pt x="3075" y="1937"/>
                    <a:pt x="3113" y="2249"/>
                    <a:pt x="3075" y="2549"/>
                  </a:cubicBezTo>
                  <a:cubicBezTo>
                    <a:pt x="3063" y="2624"/>
                    <a:pt x="3075" y="2712"/>
                    <a:pt x="3075" y="2774"/>
                  </a:cubicBezTo>
                  <a:cubicBezTo>
                    <a:pt x="2938" y="3549"/>
                    <a:pt x="2738" y="3524"/>
                    <a:pt x="2213" y="3587"/>
                  </a:cubicBezTo>
                  <a:cubicBezTo>
                    <a:pt x="1313" y="3699"/>
                    <a:pt x="976" y="3087"/>
                    <a:pt x="1113" y="2312"/>
                  </a:cubicBezTo>
                  <a:cubicBezTo>
                    <a:pt x="1226" y="1737"/>
                    <a:pt x="1526" y="1425"/>
                    <a:pt x="1938" y="1037"/>
                  </a:cubicBezTo>
                  <a:cubicBezTo>
                    <a:pt x="2250" y="737"/>
                    <a:pt x="2575" y="487"/>
                    <a:pt x="2588" y="25"/>
                  </a:cubicBezTo>
                  <a:cubicBezTo>
                    <a:pt x="2588" y="0"/>
                    <a:pt x="2550" y="0"/>
                    <a:pt x="2538" y="25"/>
                  </a:cubicBezTo>
                  <a:cubicBezTo>
                    <a:pt x="2438" y="750"/>
                    <a:pt x="1538" y="1137"/>
                    <a:pt x="1163" y="1725"/>
                  </a:cubicBezTo>
                  <a:cubicBezTo>
                    <a:pt x="863" y="2149"/>
                    <a:pt x="813" y="2712"/>
                    <a:pt x="1026" y="3187"/>
                  </a:cubicBezTo>
                  <a:cubicBezTo>
                    <a:pt x="1363" y="3912"/>
                    <a:pt x="2500" y="4036"/>
                    <a:pt x="2988" y="3387"/>
                  </a:cubicBezTo>
                  <a:cubicBezTo>
                    <a:pt x="3388" y="2874"/>
                    <a:pt x="3263" y="1800"/>
                    <a:pt x="2900" y="1312"/>
                  </a:cubicBezTo>
                  <a:cubicBezTo>
                    <a:pt x="2200" y="387"/>
                    <a:pt x="938" y="575"/>
                    <a:pt x="51" y="1087"/>
                  </a:cubicBezTo>
                  <a:cubicBezTo>
                    <a:pt x="1" y="1112"/>
                    <a:pt x="51" y="1187"/>
                    <a:pt x="88" y="1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1" name="Google Shape;3081;p94"/>
            <p:cNvSpPr/>
            <p:nvPr/>
          </p:nvSpPr>
          <p:spPr>
            <a:xfrm>
              <a:off x="722350" y="2386200"/>
              <a:ext cx="13775" cy="55325"/>
            </a:xfrm>
            <a:custGeom>
              <a:rect b="b" l="l" r="r" t="t"/>
              <a:pathLst>
                <a:path extrusionOk="0" h="2213" w="551">
                  <a:moveTo>
                    <a:pt x="476" y="2162"/>
                  </a:moveTo>
                  <a:cubicBezTo>
                    <a:pt x="551" y="1475"/>
                    <a:pt x="488" y="625"/>
                    <a:pt x="76" y="25"/>
                  </a:cubicBezTo>
                  <a:cubicBezTo>
                    <a:pt x="51" y="0"/>
                    <a:pt x="1" y="13"/>
                    <a:pt x="13" y="50"/>
                  </a:cubicBezTo>
                  <a:cubicBezTo>
                    <a:pt x="251" y="775"/>
                    <a:pt x="476" y="1387"/>
                    <a:pt x="401" y="2162"/>
                  </a:cubicBezTo>
                  <a:cubicBezTo>
                    <a:pt x="401" y="2212"/>
                    <a:pt x="476" y="2212"/>
                    <a:pt x="476" y="2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2" name="Google Shape;3082;p94"/>
            <p:cNvSpPr/>
            <p:nvPr/>
          </p:nvSpPr>
          <p:spPr>
            <a:xfrm>
              <a:off x="691750" y="2632075"/>
              <a:ext cx="96875" cy="81550"/>
            </a:xfrm>
            <a:custGeom>
              <a:rect b="b" l="l" r="r" t="t"/>
              <a:pathLst>
                <a:path extrusionOk="0" h="3262" w="3875">
                  <a:moveTo>
                    <a:pt x="38" y="2237"/>
                  </a:moveTo>
                  <a:cubicBezTo>
                    <a:pt x="688" y="2787"/>
                    <a:pt x="1500" y="3262"/>
                    <a:pt x="2375" y="3074"/>
                  </a:cubicBezTo>
                  <a:cubicBezTo>
                    <a:pt x="3212" y="2887"/>
                    <a:pt x="3812" y="2087"/>
                    <a:pt x="3849" y="1250"/>
                  </a:cubicBezTo>
                  <a:cubicBezTo>
                    <a:pt x="3874" y="675"/>
                    <a:pt x="3487" y="0"/>
                    <a:pt x="2824" y="75"/>
                  </a:cubicBezTo>
                  <a:cubicBezTo>
                    <a:pt x="2475" y="113"/>
                    <a:pt x="2062" y="463"/>
                    <a:pt x="2437" y="750"/>
                  </a:cubicBezTo>
                  <a:cubicBezTo>
                    <a:pt x="2475" y="775"/>
                    <a:pt x="2512" y="712"/>
                    <a:pt x="2475" y="675"/>
                  </a:cubicBezTo>
                  <a:cubicBezTo>
                    <a:pt x="3299" y="250"/>
                    <a:pt x="3724" y="400"/>
                    <a:pt x="3749" y="1137"/>
                  </a:cubicBezTo>
                  <a:cubicBezTo>
                    <a:pt x="3737" y="1450"/>
                    <a:pt x="3662" y="1762"/>
                    <a:pt x="3499" y="2037"/>
                  </a:cubicBezTo>
                  <a:cubicBezTo>
                    <a:pt x="3299" y="2474"/>
                    <a:pt x="2912" y="2799"/>
                    <a:pt x="2450" y="2937"/>
                  </a:cubicBezTo>
                  <a:cubicBezTo>
                    <a:pt x="1562" y="3174"/>
                    <a:pt x="750" y="2712"/>
                    <a:pt x="75" y="2187"/>
                  </a:cubicBezTo>
                  <a:cubicBezTo>
                    <a:pt x="50" y="2162"/>
                    <a:pt x="0" y="2212"/>
                    <a:pt x="38" y="22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3" name="Google Shape;3083;p94"/>
            <p:cNvSpPr/>
            <p:nvPr/>
          </p:nvSpPr>
          <p:spPr>
            <a:xfrm>
              <a:off x="720475" y="2704850"/>
              <a:ext cx="110625" cy="22850"/>
            </a:xfrm>
            <a:custGeom>
              <a:rect b="b" l="l" r="r" t="t"/>
              <a:pathLst>
                <a:path extrusionOk="0" h="914" w="4425">
                  <a:moveTo>
                    <a:pt x="38" y="88"/>
                  </a:moveTo>
                  <a:cubicBezTo>
                    <a:pt x="551" y="538"/>
                    <a:pt x="1238" y="663"/>
                    <a:pt x="1913" y="738"/>
                  </a:cubicBezTo>
                  <a:cubicBezTo>
                    <a:pt x="2725" y="826"/>
                    <a:pt x="3712" y="913"/>
                    <a:pt x="4400" y="388"/>
                  </a:cubicBezTo>
                  <a:cubicBezTo>
                    <a:pt x="4425" y="363"/>
                    <a:pt x="4400" y="313"/>
                    <a:pt x="4362" y="326"/>
                  </a:cubicBezTo>
                  <a:cubicBezTo>
                    <a:pt x="3238" y="913"/>
                    <a:pt x="1101" y="876"/>
                    <a:pt x="101" y="26"/>
                  </a:cubicBezTo>
                  <a:cubicBezTo>
                    <a:pt x="63" y="1"/>
                    <a:pt x="1" y="51"/>
                    <a:pt x="38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4" name="Google Shape;3084;p94"/>
            <p:cNvSpPr/>
            <p:nvPr/>
          </p:nvSpPr>
          <p:spPr>
            <a:xfrm>
              <a:off x="830150" y="2705175"/>
              <a:ext cx="12200" cy="11900"/>
            </a:xfrm>
            <a:custGeom>
              <a:rect b="b" l="l" r="r" t="t"/>
              <a:pathLst>
                <a:path extrusionOk="0" h="476" w="488">
                  <a:moveTo>
                    <a:pt x="50" y="350"/>
                  </a:moveTo>
                  <a:cubicBezTo>
                    <a:pt x="0" y="263"/>
                    <a:pt x="25" y="150"/>
                    <a:pt x="88" y="88"/>
                  </a:cubicBezTo>
                  <a:cubicBezTo>
                    <a:pt x="163" y="25"/>
                    <a:pt x="250" y="0"/>
                    <a:pt x="338" y="13"/>
                  </a:cubicBezTo>
                  <a:cubicBezTo>
                    <a:pt x="375" y="13"/>
                    <a:pt x="400" y="25"/>
                    <a:pt x="425" y="50"/>
                  </a:cubicBezTo>
                  <a:cubicBezTo>
                    <a:pt x="450" y="88"/>
                    <a:pt x="463" y="125"/>
                    <a:pt x="463" y="163"/>
                  </a:cubicBezTo>
                  <a:cubicBezTo>
                    <a:pt x="488" y="288"/>
                    <a:pt x="425" y="413"/>
                    <a:pt x="300" y="463"/>
                  </a:cubicBezTo>
                  <a:cubicBezTo>
                    <a:pt x="175" y="475"/>
                    <a:pt x="50" y="375"/>
                    <a:pt x="50" y="2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5" name="Google Shape;3085;p94"/>
            <p:cNvSpPr/>
            <p:nvPr/>
          </p:nvSpPr>
          <p:spPr>
            <a:xfrm>
              <a:off x="827325" y="2698925"/>
              <a:ext cx="17225" cy="22200"/>
            </a:xfrm>
            <a:custGeom>
              <a:rect b="b" l="l" r="r" t="t"/>
              <a:pathLst>
                <a:path extrusionOk="0" h="888" w="689">
                  <a:moveTo>
                    <a:pt x="213" y="588"/>
                  </a:moveTo>
                  <a:cubicBezTo>
                    <a:pt x="251" y="300"/>
                    <a:pt x="313" y="250"/>
                    <a:pt x="426" y="425"/>
                  </a:cubicBezTo>
                  <a:cubicBezTo>
                    <a:pt x="601" y="575"/>
                    <a:pt x="526" y="588"/>
                    <a:pt x="201" y="475"/>
                  </a:cubicBezTo>
                  <a:cubicBezTo>
                    <a:pt x="201" y="438"/>
                    <a:pt x="126" y="450"/>
                    <a:pt x="126" y="488"/>
                  </a:cubicBezTo>
                  <a:cubicBezTo>
                    <a:pt x="126" y="888"/>
                    <a:pt x="688" y="800"/>
                    <a:pt x="626" y="400"/>
                  </a:cubicBezTo>
                  <a:cubicBezTo>
                    <a:pt x="576" y="0"/>
                    <a:pt x="1" y="238"/>
                    <a:pt x="101" y="613"/>
                  </a:cubicBezTo>
                  <a:cubicBezTo>
                    <a:pt x="113" y="700"/>
                    <a:pt x="238" y="663"/>
                    <a:pt x="213" y="5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6" name="Google Shape;3086;p94"/>
            <p:cNvSpPr/>
            <p:nvPr/>
          </p:nvSpPr>
          <p:spPr>
            <a:xfrm>
              <a:off x="662375" y="2476475"/>
              <a:ext cx="3150" cy="3150"/>
            </a:xfrm>
            <a:custGeom>
              <a:rect b="b" l="l" r="r" t="t"/>
              <a:pathLst>
                <a:path extrusionOk="0" h="126" w="126">
                  <a:moveTo>
                    <a:pt x="63" y="88"/>
                  </a:moveTo>
                  <a:lnTo>
                    <a:pt x="88" y="88"/>
                  </a:lnTo>
                  <a:cubicBezTo>
                    <a:pt x="126" y="88"/>
                    <a:pt x="126" y="38"/>
                    <a:pt x="88" y="26"/>
                  </a:cubicBezTo>
                  <a:lnTo>
                    <a:pt x="63" y="26"/>
                  </a:lnTo>
                  <a:cubicBezTo>
                    <a:pt x="1" y="1"/>
                    <a:pt x="1" y="126"/>
                    <a:pt x="63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7" name="Google Shape;3087;p94"/>
            <p:cNvSpPr/>
            <p:nvPr/>
          </p:nvSpPr>
          <p:spPr>
            <a:xfrm>
              <a:off x="705800" y="2346825"/>
              <a:ext cx="17525" cy="42200"/>
            </a:xfrm>
            <a:custGeom>
              <a:rect b="b" l="l" r="r" t="t"/>
              <a:pathLst>
                <a:path extrusionOk="0" h="1688" w="701">
                  <a:moveTo>
                    <a:pt x="638" y="1550"/>
                  </a:moveTo>
                  <a:cubicBezTo>
                    <a:pt x="388" y="1463"/>
                    <a:pt x="276" y="1025"/>
                    <a:pt x="226" y="800"/>
                  </a:cubicBezTo>
                  <a:cubicBezTo>
                    <a:pt x="188" y="563"/>
                    <a:pt x="201" y="313"/>
                    <a:pt x="238" y="63"/>
                  </a:cubicBezTo>
                  <a:cubicBezTo>
                    <a:pt x="238" y="13"/>
                    <a:pt x="163" y="1"/>
                    <a:pt x="138" y="51"/>
                  </a:cubicBezTo>
                  <a:cubicBezTo>
                    <a:pt x="1" y="513"/>
                    <a:pt x="76" y="1463"/>
                    <a:pt x="613" y="1663"/>
                  </a:cubicBezTo>
                  <a:cubicBezTo>
                    <a:pt x="675" y="1688"/>
                    <a:pt x="700" y="1575"/>
                    <a:pt x="638" y="15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8" name="Google Shape;3088;p94"/>
            <p:cNvSpPr/>
            <p:nvPr/>
          </p:nvSpPr>
          <p:spPr>
            <a:xfrm>
              <a:off x="708300" y="2346525"/>
              <a:ext cx="19700" cy="42200"/>
            </a:xfrm>
            <a:custGeom>
              <a:rect b="b" l="l" r="r" t="t"/>
              <a:pathLst>
                <a:path extrusionOk="0" h="1688" w="788">
                  <a:moveTo>
                    <a:pt x="38" y="113"/>
                  </a:moveTo>
                  <a:cubicBezTo>
                    <a:pt x="413" y="513"/>
                    <a:pt x="600" y="1062"/>
                    <a:pt x="550" y="1600"/>
                  </a:cubicBezTo>
                  <a:cubicBezTo>
                    <a:pt x="550" y="1662"/>
                    <a:pt x="625" y="1687"/>
                    <a:pt x="638" y="1625"/>
                  </a:cubicBezTo>
                  <a:cubicBezTo>
                    <a:pt x="788" y="1125"/>
                    <a:pt x="475" y="400"/>
                    <a:pt x="113" y="50"/>
                  </a:cubicBezTo>
                  <a:cubicBezTo>
                    <a:pt x="63" y="0"/>
                    <a:pt x="1" y="63"/>
                    <a:pt x="38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9" name="Google Shape;3089;p94"/>
            <p:cNvSpPr/>
            <p:nvPr/>
          </p:nvSpPr>
          <p:spPr>
            <a:xfrm>
              <a:off x="732050" y="2415875"/>
              <a:ext cx="30000" cy="33150"/>
            </a:xfrm>
            <a:custGeom>
              <a:rect b="b" l="l" r="r" t="t"/>
              <a:pathLst>
                <a:path extrusionOk="0" h="1326" w="1200">
                  <a:moveTo>
                    <a:pt x="100" y="1275"/>
                  </a:moveTo>
                  <a:cubicBezTo>
                    <a:pt x="88" y="963"/>
                    <a:pt x="250" y="713"/>
                    <a:pt x="450" y="463"/>
                  </a:cubicBezTo>
                  <a:cubicBezTo>
                    <a:pt x="613" y="238"/>
                    <a:pt x="875" y="100"/>
                    <a:pt x="1163" y="75"/>
                  </a:cubicBezTo>
                  <a:cubicBezTo>
                    <a:pt x="1200" y="75"/>
                    <a:pt x="1200" y="0"/>
                    <a:pt x="1150" y="0"/>
                  </a:cubicBezTo>
                  <a:cubicBezTo>
                    <a:pt x="850" y="13"/>
                    <a:pt x="563" y="163"/>
                    <a:pt x="388" y="413"/>
                  </a:cubicBezTo>
                  <a:cubicBezTo>
                    <a:pt x="188" y="663"/>
                    <a:pt x="0" y="938"/>
                    <a:pt x="25" y="1275"/>
                  </a:cubicBezTo>
                  <a:cubicBezTo>
                    <a:pt x="25" y="1325"/>
                    <a:pt x="100" y="1325"/>
                    <a:pt x="100" y="12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0" name="Google Shape;3090;p94"/>
            <p:cNvSpPr/>
            <p:nvPr/>
          </p:nvSpPr>
          <p:spPr>
            <a:xfrm>
              <a:off x="732675" y="2415550"/>
              <a:ext cx="29075" cy="33475"/>
            </a:xfrm>
            <a:custGeom>
              <a:rect b="b" l="l" r="r" t="t"/>
              <a:pathLst>
                <a:path extrusionOk="0" h="1339" w="1163">
                  <a:moveTo>
                    <a:pt x="1100" y="51"/>
                  </a:moveTo>
                  <a:cubicBezTo>
                    <a:pt x="1013" y="313"/>
                    <a:pt x="875" y="563"/>
                    <a:pt x="700" y="788"/>
                  </a:cubicBezTo>
                  <a:cubicBezTo>
                    <a:pt x="525" y="1013"/>
                    <a:pt x="288" y="1076"/>
                    <a:pt x="50" y="1213"/>
                  </a:cubicBezTo>
                  <a:cubicBezTo>
                    <a:pt x="0" y="1251"/>
                    <a:pt x="38" y="1338"/>
                    <a:pt x="100" y="1313"/>
                  </a:cubicBezTo>
                  <a:cubicBezTo>
                    <a:pt x="675" y="1201"/>
                    <a:pt x="1088" y="626"/>
                    <a:pt x="1163" y="63"/>
                  </a:cubicBezTo>
                  <a:cubicBezTo>
                    <a:pt x="1163" y="26"/>
                    <a:pt x="1113" y="1"/>
                    <a:pt x="1100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1" name="Google Shape;3091;p94"/>
            <p:cNvSpPr/>
            <p:nvPr/>
          </p:nvSpPr>
          <p:spPr>
            <a:xfrm>
              <a:off x="739850" y="2718600"/>
              <a:ext cx="86875" cy="38450"/>
            </a:xfrm>
            <a:custGeom>
              <a:rect b="b" l="l" r="r" t="t"/>
              <a:pathLst>
                <a:path extrusionOk="0" h="1538" w="3475">
                  <a:moveTo>
                    <a:pt x="38" y="88"/>
                  </a:moveTo>
                  <a:cubicBezTo>
                    <a:pt x="1025" y="813"/>
                    <a:pt x="2175" y="1313"/>
                    <a:pt x="3387" y="1525"/>
                  </a:cubicBezTo>
                  <a:cubicBezTo>
                    <a:pt x="3450" y="1538"/>
                    <a:pt x="3475" y="1450"/>
                    <a:pt x="3412" y="1438"/>
                  </a:cubicBezTo>
                  <a:cubicBezTo>
                    <a:pt x="2213" y="1213"/>
                    <a:pt x="1075" y="738"/>
                    <a:pt x="76" y="26"/>
                  </a:cubicBezTo>
                  <a:cubicBezTo>
                    <a:pt x="38" y="1"/>
                    <a:pt x="1" y="63"/>
                    <a:pt x="38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2" name="Google Shape;3092;p94"/>
            <p:cNvSpPr/>
            <p:nvPr/>
          </p:nvSpPr>
          <p:spPr>
            <a:xfrm>
              <a:off x="824200" y="2749525"/>
              <a:ext cx="16600" cy="17850"/>
            </a:xfrm>
            <a:custGeom>
              <a:rect b="b" l="l" r="r" t="t"/>
              <a:pathLst>
                <a:path extrusionOk="0" h="714" w="664">
                  <a:moveTo>
                    <a:pt x="151" y="251"/>
                  </a:moveTo>
                  <a:cubicBezTo>
                    <a:pt x="176" y="351"/>
                    <a:pt x="188" y="363"/>
                    <a:pt x="176" y="288"/>
                  </a:cubicBezTo>
                  <a:cubicBezTo>
                    <a:pt x="163" y="251"/>
                    <a:pt x="163" y="213"/>
                    <a:pt x="176" y="176"/>
                  </a:cubicBezTo>
                  <a:cubicBezTo>
                    <a:pt x="176" y="138"/>
                    <a:pt x="113" y="113"/>
                    <a:pt x="101" y="151"/>
                  </a:cubicBezTo>
                  <a:cubicBezTo>
                    <a:pt x="1" y="376"/>
                    <a:pt x="238" y="713"/>
                    <a:pt x="451" y="463"/>
                  </a:cubicBezTo>
                  <a:cubicBezTo>
                    <a:pt x="663" y="213"/>
                    <a:pt x="288" y="1"/>
                    <a:pt x="88" y="176"/>
                  </a:cubicBezTo>
                  <a:cubicBezTo>
                    <a:pt x="38" y="213"/>
                    <a:pt x="101" y="276"/>
                    <a:pt x="151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3" name="Google Shape;3093;p94"/>
            <p:cNvSpPr/>
            <p:nvPr/>
          </p:nvSpPr>
          <p:spPr>
            <a:xfrm>
              <a:off x="728300" y="2681125"/>
              <a:ext cx="82175" cy="30625"/>
            </a:xfrm>
            <a:custGeom>
              <a:rect b="b" l="l" r="r" t="t"/>
              <a:pathLst>
                <a:path extrusionOk="0" h="1225" w="3287">
                  <a:moveTo>
                    <a:pt x="63" y="1087"/>
                  </a:moveTo>
                  <a:cubicBezTo>
                    <a:pt x="1163" y="1225"/>
                    <a:pt x="2537" y="1000"/>
                    <a:pt x="3262" y="75"/>
                  </a:cubicBezTo>
                  <a:cubicBezTo>
                    <a:pt x="3287" y="38"/>
                    <a:pt x="3250" y="0"/>
                    <a:pt x="3225" y="25"/>
                  </a:cubicBezTo>
                  <a:cubicBezTo>
                    <a:pt x="2287" y="812"/>
                    <a:pt x="1288" y="1137"/>
                    <a:pt x="63" y="1000"/>
                  </a:cubicBezTo>
                  <a:cubicBezTo>
                    <a:pt x="0" y="987"/>
                    <a:pt x="0" y="1087"/>
                    <a:pt x="63" y="10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4" name="Google Shape;3094;p94"/>
            <p:cNvSpPr/>
            <p:nvPr/>
          </p:nvSpPr>
          <p:spPr>
            <a:xfrm>
              <a:off x="805150" y="2671750"/>
              <a:ext cx="15025" cy="12825"/>
            </a:xfrm>
            <a:custGeom>
              <a:rect b="b" l="l" r="r" t="t"/>
              <a:pathLst>
                <a:path extrusionOk="0" h="513" w="601">
                  <a:moveTo>
                    <a:pt x="250" y="100"/>
                  </a:moveTo>
                  <a:cubicBezTo>
                    <a:pt x="250" y="188"/>
                    <a:pt x="275" y="213"/>
                    <a:pt x="325" y="150"/>
                  </a:cubicBezTo>
                  <a:cubicBezTo>
                    <a:pt x="363" y="138"/>
                    <a:pt x="350" y="88"/>
                    <a:pt x="313" y="88"/>
                  </a:cubicBezTo>
                  <a:cubicBezTo>
                    <a:pt x="26" y="88"/>
                    <a:pt x="1" y="513"/>
                    <a:pt x="288" y="488"/>
                  </a:cubicBezTo>
                  <a:cubicBezTo>
                    <a:pt x="600" y="450"/>
                    <a:pt x="550" y="0"/>
                    <a:pt x="250" y="25"/>
                  </a:cubicBezTo>
                  <a:cubicBezTo>
                    <a:pt x="213" y="25"/>
                    <a:pt x="213" y="100"/>
                    <a:pt x="250" y="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5" name="Google Shape;3095;p94"/>
            <p:cNvSpPr/>
            <p:nvPr/>
          </p:nvSpPr>
          <p:spPr>
            <a:xfrm>
              <a:off x="644875" y="2270600"/>
              <a:ext cx="60325" cy="237450"/>
            </a:xfrm>
            <a:custGeom>
              <a:rect b="b" l="l" r="r" t="t"/>
              <a:pathLst>
                <a:path extrusionOk="0" h="9498" w="2413">
                  <a:moveTo>
                    <a:pt x="76" y="9473"/>
                  </a:moveTo>
                  <a:cubicBezTo>
                    <a:pt x="776" y="7698"/>
                    <a:pt x="1488" y="6374"/>
                    <a:pt x="1675" y="4462"/>
                  </a:cubicBezTo>
                  <a:cubicBezTo>
                    <a:pt x="1838" y="2737"/>
                    <a:pt x="1438" y="1488"/>
                    <a:pt x="488" y="63"/>
                  </a:cubicBezTo>
                  <a:cubicBezTo>
                    <a:pt x="451" y="0"/>
                    <a:pt x="338" y="63"/>
                    <a:pt x="388" y="125"/>
                  </a:cubicBezTo>
                  <a:cubicBezTo>
                    <a:pt x="2413" y="3450"/>
                    <a:pt x="1275" y="6124"/>
                    <a:pt x="26" y="9448"/>
                  </a:cubicBezTo>
                  <a:cubicBezTo>
                    <a:pt x="1" y="9485"/>
                    <a:pt x="63" y="9498"/>
                    <a:pt x="76" y="947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6" name="Google Shape;3096;p94"/>
            <p:cNvSpPr/>
            <p:nvPr/>
          </p:nvSpPr>
          <p:spPr>
            <a:xfrm>
              <a:off x="699875" y="2755475"/>
              <a:ext cx="49375" cy="31875"/>
            </a:xfrm>
            <a:custGeom>
              <a:rect b="b" l="l" r="r" t="t"/>
              <a:pathLst>
                <a:path extrusionOk="0" h="1275" w="1975">
                  <a:moveTo>
                    <a:pt x="75" y="1238"/>
                  </a:moveTo>
                  <a:cubicBezTo>
                    <a:pt x="163" y="813"/>
                    <a:pt x="363" y="425"/>
                    <a:pt x="775" y="238"/>
                  </a:cubicBezTo>
                  <a:cubicBezTo>
                    <a:pt x="1262" y="25"/>
                    <a:pt x="1850" y="288"/>
                    <a:pt x="1862" y="863"/>
                  </a:cubicBezTo>
                  <a:cubicBezTo>
                    <a:pt x="1862" y="938"/>
                    <a:pt x="1975" y="938"/>
                    <a:pt x="1975" y="863"/>
                  </a:cubicBezTo>
                  <a:cubicBezTo>
                    <a:pt x="1975" y="375"/>
                    <a:pt x="1550" y="0"/>
                    <a:pt x="1062" y="50"/>
                  </a:cubicBezTo>
                  <a:cubicBezTo>
                    <a:pt x="450" y="113"/>
                    <a:pt x="100" y="663"/>
                    <a:pt x="13" y="1213"/>
                  </a:cubicBezTo>
                  <a:cubicBezTo>
                    <a:pt x="0" y="1250"/>
                    <a:pt x="63" y="1275"/>
                    <a:pt x="75" y="1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7" name="Google Shape;3097;p94"/>
            <p:cNvSpPr/>
            <p:nvPr/>
          </p:nvSpPr>
          <p:spPr>
            <a:xfrm>
              <a:off x="674550" y="2510225"/>
              <a:ext cx="31600" cy="62500"/>
            </a:xfrm>
            <a:custGeom>
              <a:rect b="b" l="l" r="r" t="t"/>
              <a:pathLst>
                <a:path extrusionOk="0" h="2500" w="1264">
                  <a:moveTo>
                    <a:pt x="651" y="50"/>
                  </a:moveTo>
                  <a:cubicBezTo>
                    <a:pt x="638" y="350"/>
                    <a:pt x="701" y="650"/>
                    <a:pt x="838" y="925"/>
                  </a:cubicBezTo>
                  <a:cubicBezTo>
                    <a:pt x="1138" y="1625"/>
                    <a:pt x="838" y="2312"/>
                    <a:pt x="38" y="2412"/>
                  </a:cubicBezTo>
                  <a:cubicBezTo>
                    <a:pt x="1" y="2412"/>
                    <a:pt x="13" y="2487"/>
                    <a:pt x="51" y="2487"/>
                  </a:cubicBezTo>
                  <a:cubicBezTo>
                    <a:pt x="488" y="2500"/>
                    <a:pt x="888" y="2225"/>
                    <a:pt x="1038" y="1812"/>
                  </a:cubicBezTo>
                  <a:cubicBezTo>
                    <a:pt x="1263" y="1175"/>
                    <a:pt x="713" y="675"/>
                    <a:pt x="726" y="50"/>
                  </a:cubicBezTo>
                  <a:cubicBezTo>
                    <a:pt x="726" y="0"/>
                    <a:pt x="651" y="0"/>
                    <a:pt x="651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8" name="Google Shape;3098;p94"/>
            <p:cNvSpPr/>
            <p:nvPr/>
          </p:nvSpPr>
          <p:spPr>
            <a:xfrm>
              <a:off x="658950" y="2543350"/>
              <a:ext cx="21575" cy="30625"/>
            </a:xfrm>
            <a:custGeom>
              <a:rect b="b" l="l" r="r" t="t"/>
              <a:pathLst>
                <a:path extrusionOk="0" h="1225" w="863">
                  <a:moveTo>
                    <a:pt x="800" y="1050"/>
                  </a:moveTo>
                  <a:cubicBezTo>
                    <a:pt x="288" y="1225"/>
                    <a:pt x="38" y="387"/>
                    <a:pt x="300" y="63"/>
                  </a:cubicBezTo>
                  <a:cubicBezTo>
                    <a:pt x="313" y="25"/>
                    <a:pt x="275" y="0"/>
                    <a:pt x="250" y="13"/>
                  </a:cubicBezTo>
                  <a:cubicBezTo>
                    <a:pt x="0" y="163"/>
                    <a:pt x="75" y="550"/>
                    <a:pt x="163" y="775"/>
                  </a:cubicBezTo>
                  <a:cubicBezTo>
                    <a:pt x="275" y="1062"/>
                    <a:pt x="525" y="1225"/>
                    <a:pt x="825" y="1112"/>
                  </a:cubicBezTo>
                  <a:cubicBezTo>
                    <a:pt x="862" y="1100"/>
                    <a:pt x="850" y="1025"/>
                    <a:pt x="800" y="10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9" name="Google Shape;3099;p94"/>
            <p:cNvSpPr/>
            <p:nvPr/>
          </p:nvSpPr>
          <p:spPr>
            <a:xfrm>
              <a:off x="761725" y="2732675"/>
              <a:ext cx="56575" cy="81250"/>
            </a:xfrm>
            <a:custGeom>
              <a:rect b="b" l="l" r="r" t="t"/>
              <a:pathLst>
                <a:path extrusionOk="0" h="3250" w="2263">
                  <a:moveTo>
                    <a:pt x="50" y="88"/>
                  </a:moveTo>
                  <a:cubicBezTo>
                    <a:pt x="988" y="900"/>
                    <a:pt x="2062" y="1787"/>
                    <a:pt x="1875" y="3174"/>
                  </a:cubicBezTo>
                  <a:cubicBezTo>
                    <a:pt x="1875" y="3224"/>
                    <a:pt x="1950" y="3249"/>
                    <a:pt x="1962" y="3199"/>
                  </a:cubicBezTo>
                  <a:cubicBezTo>
                    <a:pt x="2262" y="1800"/>
                    <a:pt x="1050" y="825"/>
                    <a:pt x="88" y="38"/>
                  </a:cubicBezTo>
                  <a:cubicBezTo>
                    <a:pt x="50" y="0"/>
                    <a:pt x="1" y="63"/>
                    <a:pt x="38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0" name="Google Shape;3100;p94"/>
            <p:cNvSpPr/>
            <p:nvPr/>
          </p:nvSpPr>
          <p:spPr>
            <a:xfrm>
              <a:off x="710500" y="2553650"/>
              <a:ext cx="15325" cy="30950"/>
            </a:xfrm>
            <a:custGeom>
              <a:rect b="b" l="l" r="r" t="t"/>
              <a:pathLst>
                <a:path extrusionOk="0" h="1238" w="613">
                  <a:moveTo>
                    <a:pt x="25" y="63"/>
                  </a:moveTo>
                  <a:cubicBezTo>
                    <a:pt x="0" y="288"/>
                    <a:pt x="50" y="513"/>
                    <a:pt x="162" y="713"/>
                  </a:cubicBezTo>
                  <a:cubicBezTo>
                    <a:pt x="237" y="900"/>
                    <a:pt x="362" y="1075"/>
                    <a:pt x="525" y="1213"/>
                  </a:cubicBezTo>
                  <a:cubicBezTo>
                    <a:pt x="575" y="1238"/>
                    <a:pt x="612" y="1175"/>
                    <a:pt x="587" y="1138"/>
                  </a:cubicBezTo>
                  <a:cubicBezTo>
                    <a:pt x="300" y="850"/>
                    <a:pt x="125" y="463"/>
                    <a:pt x="113" y="63"/>
                  </a:cubicBezTo>
                  <a:cubicBezTo>
                    <a:pt x="113" y="0"/>
                    <a:pt x="25" y="0"/>
                    <a:pt x="25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1" name="Google Shape;3101;p94"/>
            <p:cNvSpPr/>
            <p:nvPr/>
          </p:nvSpPr>
          <p:spPr>
            <a:xfrm>
              <a:off x="710175" y="2550525"/>
              <a:ext cx="21900" cy="34400"/>
            </a:xfrm>
            <a:custGeom>
              <a:rect b="b" l="l" r="r" t="t"/>
              <a:pathLst>
                <a:path extrusionOk="0" h="1376" w="876">
                  <a:moveTo>
                    <a:pt x="638" y="1325"/>
                  </a:moveTo>
                  <a:cubicBezTo>
                    <a:pt x="875" y="838"/>
                    <a:pt x="575" y="225"/>
                    <a:pt x="101" y="25"/>
                  </a:cubicBezTo>
                  <a:cubicBezTo>
                    <a:pt x="38" y="0"/>
                    <a:pt x="1" y="100"/>
                    <a:pt x="51" y="125"/>
                  </a:cubicBezTo>
                  <a:cubicBezTo>
                    <a:pt x="475" y="313"/>
                    <a:pt x="763" y="825"/>
                    <a:pt x="550" y="1275"/>
                  </a:cubicBezTo>
                  <a:cubicBezTo>
                    <a:pt x="525" y="1325"/>
                    <a:pt x="613" y="1375"/>
                    <a:pt x="638" y="13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2" name="Google Shape;3102;p94"/>
            <p:cNvSpPr/>
            <p:nvPr/>
          </p:nvSpPr>
          <p:spPr>
            <a:xfrm>
              <a:off x="669550" y="2216250"/>
              <a:ext cx="59700" cy="132175"/>
            </a:xfrm>
            <a:custGeom>
              <a:rect b="b" l="l" r="r" t="t"/>
              <a:pathLst>
                <a:path extrusionOk="0" h="5287" w="2388">
                  <a:moveTo>
                    <a:pt x="651" y="5211"/>
                  </a:moveTo>
                  <a:cubicBezTo>
                    <a:pt x="363" y="3674"/>
                    <a:pt x="51" y="375"/>
                    <a:pt x="2338" y="75"/>
                  </a:cubicBezTo>
                  <a:cubicBezTo>
                    <a:pt x="2388" y="75"/>
                    <a:pt x="2388" y="0"/>
                    <a:pt x="2338" y="0"/>
                  </a:cubicBezTo>
                  <a:cubicBezTo>
                    <a:pt x="1" y="212"/>
                    <a:pt x="263" y="3649"/>
                    <a:pt x="576" y="5236"/>
                  </a:cubicBezTo>
                  <a:cubicBezTo>
                    <a:pt x="588" y="5286"/>
                    <a:pt x="663" y="5261"/>
                    <a:pt x="651" y="52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3" name="Google Shape;3103;p94"/>
            <p:cNvSpPr/>
            <p:nvPr/>
          </p:nvSpPr>
          <p:spPr>
            <a:xfrm>
              <a:off x="701750" y="2223100"/>
              <a:ext cx="65000" cy="61275"/>
            </a:xfrm>
            <a:custGeom>
              <a:rect b="b" l="l" r="r" t="t"/>
              <a:pathLst>
                <a:path extrusionOk="0" h="2451" w="2600">
                  <a:moveTo>
                    <a:pt x="75" y="976"/>
                  </a:moveTo>
                  <a:cubicBezTo>
                    <a:pt x="400" y="351"/>
                    <a:pt x="1162" y="88"/>
                    <a:pt x="1762" y="513"/>
                  </a:cubicBezTo>
                  <a:cubicBezTo>
                    <a:pt x="2300" y="888"/>
                    <a:pt x="2474" y="1863"/>
                    <a:pt x="1950" y="2325"/>
                  </a:cubicBezTo>
                  <a:cubicBezTo>
                    <a:pt x="1900" y="2375"/>
                    <a:pt x="1975" y="2450"/>
                    <a:pt x="2025" y="2400"/>
                  </a:cubicBezTo>
                  <a:cubicBezTo>
                    <a:pt x="2599" y="1913"/>
                    <a:pt x="2412" y="838"/>
                    <a:pt x="1825" y="438"/>
                  </a:cubicBezTo>
                  <a:cubicBezTo>
                    <a:pt x="1187" y="1"/>
                    <a:pt x="325" y="251"/>
                    <a:pt x="13" y="938"/>
                  </a:cubicBezTo>
                  <a:cubicBezTo>
                    <a:pt x="0" y="976"/>
                    <a:pt x="50" y="1013"/>
                    <a:pt x="75" y="9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4" name="Google Shape;3104;p94"/>
            <p:cNvSpPr/>
            <p:nvPr/>
          </p:nvSpPr>
          <p:spPr>
            <a:xfrm>
              <a:off x="709550" y="2258100"/>
              <a:ext cx="46900" cy="35950"/>
            </a:xfrm>
            <a:custGeom>
              <a:rect b="b" l="l" r="r" t="t"/>
              <a:pathLst>
                <a:path extrusionOk="0" h="1438" w="1876">
                  <a:moveTo>
                    <a:pt x="1788" y="713"/>
                  </a:moveTo>
                  <a:cubicBezTo>
                    <a:pt x="1600" y="1125"/>
                    <a:pt x="1138" y="1313"/>
                    <a:pt x="725" y="1150"/>
                  </a:cubicBezTo>
                  <a:cubicBezTo>
                    <a:pt x="288" y="963"/>
                    <a:pt x="163" y="513"/>
                    <a:pt x="288" y="88"/>
                  </a:cubicBezTo>
                  <a:cubicBezTo>
                    <a:pt x="300" y="38"/>
                    <a:pt x="225" y="1"/>
                    <a:pt x="213" y="51"/>
                  </a:cubicBezTo>
                  <a:cubicBezTo>
                    <a:pt x="1" y="513"/>
                    <a:pt x="213" y="1050"/>
                    <a:pt x="675" y="1250"/>
                  </a:cubicBezTo>
                  <a:cubicBezTo>
                    <a:pt x="1138" y="1438"/>
                    <a:pt x="1675" y="1225"/>
                    <a:pt x="1850" y="750"/>
                  </a:cubicBezTo>
                  <a:cubicBezTo>
                    <a:pt x="1875" y="713"/>
                    <a:pt x="1813" y="675"/>
                    <a:pt x="1800" y="7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5" name="Google Shape;3105;p94"/>
            <p:cNvSpPr/>
            <p:nvPr/>
          </p:nvSpPr>
          <p:spPr>
            <a:xfrm>
              <a:off x="713300" y="2246550"/>
              <a:ext cx="30950" cy="17500"/>
            </a:xfrm>
            <a:custGeom>
              <a:rect b="b" l="l" r="r" t="t"/>
              <a:pathLst>
                <a:path extrusionOk="0" h="700" w="1238">
                  <a:moveTo>
                    <a:pt x="100" y="650"/>
                  </a:moveTo>
                  <a:cubicBezTo>
                    <a:pt x="75" y="63"/>
                    <a:pt x="1213" y="0"/>
                    <a:pt x="1025" y="613"/>
                  </a:cubicBezTo>
                  <a:cubicBezTo>
                    <a:pt x="1013" y="675"/>
                    <a:pt x="1100" y="688"/>
                    <a:pt x="1113" y="638"/>
                  </a:cubicBezTo>
                  <a:cubicBezTo>
                    <a:pt x="1238" y="350"/>
                    <a:pt x="975" y="75"/>
                    <a:pt x="688" y="75"/>
                  </a:cubicBezTo>
                  <a:cubicBezTo>
                    <a:pt x="388" y="75"/>
                    <a:pt x="1" y="313"/>
                    <a:pt x="26" y="650"/>
                  </a:cubicBezTo>
                  <a:cubicBezTo>
                    <a:pt x="26" y="700"/>
                    <a:pt x="113" y="700"/>
                    <a:pt x="100" y="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6" name="Google Shape;3106;p94"/>
            <p:cNvSpPr/>
            <p:nvPr/>
          </p:nvSpPr>
          <p:spPr>
            <a:xfrm>
              <a:off x="703000" y="2492725"/>
              <a:ext cx="71550" cy="55325"/>
            </a:xfrm>
            <a:custGeom>
              <a:rect b="b" l="l" r="r" t="t"/>
              <a:pathLst>
                <a:path extrusionOk="0" h="2213" w="2862">
                  <a:moveTo>
                    <a:pt x="50" y="1838"/>
                  </a:moveTo>
                  <a:cubicBezTo>
                    <a:pt x="1312" y="2213"/>
                    <a:pt x="2749" y="1438"/>
                    <a:pt x="2862" y="38"/>
                  </a:cubicBezTo>
                  <a:cubicBezTo>
                    <a:pt x="2862" y="13"/>
                    <a:pt x="2812" y="1"/>
                    <a:pt x="2799" y="38"/>
                  </a:cubicBezTo>
                  <a:cubicBezTo>
                    <a:pt x="2474" y="1300"/>
                    <a:pt x="1400" y="2113"/>
                    <a:pt x="75" y="1763"/>
                  </a:cubicBezTo>
                  <a:cubicBezTo>
                    <a:pt x="25" y="1750"/>
                    <a:pt x="0" y="1825"/>
                    <a:pt x="50" y="18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7" name="Google Shape;3107;p94"/>
            <p:cNvSpPr/>
            <p:nvPr/>
          </p:nvSpPr>
          <p:spPr>
            <a:xfrm>
              <a:off x="779850" y="2847325"/>
              <a:ext cx="15325" cy="20025"/>
            </a:xfrm>
            <a:custGeom>
              <a:rect b="b" l="l" r="r" t="t"/>
              <a:pathLst>
                <a:path extrusionOk="0" h="801" w="613">
                  <a:moveTo>
                    <a:pt x="63" y="113"/>
                  </a:moveTo>
                  <a:cubicBezTo>
                    <a:pt x="288" y="263"/>
                    <a:pt x="450" y="488"/>
                    <a:pt x="513" y="750"/>
                  </a:cubicBezTo>
                  <a:cubicBezTo>
                    <a:pt x="525" y="800"/>
                    <a:pt x="613" y="800"/>
                    <a:pt x="613" y="738"/>
                  </a:cubicBezTo>
                  <a:cubicBezTo>
                    <a:pt x="575" y="438"/>
                    <a:pt x="388" y="163"/>
                    <a:pt x="113" y="25"/>
                  </a:cubicBezTo>
                  <a:cubicBezTo>
                    <a:pt x="50" y="0"/>
                    <a:pt x="0" y="88"/>
                    <a:pt x="63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8" name="Google Shape;3108;p94"/>
            <p:cNvSpPr/>
            <p:nvPr/>
          </p:nvSpPr>
          <p:spPr>
            <a:xfrm>
              <a:off x="792975" y="2850750"/>
              <a:ext cx="5950" cy="16900"/>
            </a:xfrm>
            <a:custGeom>
              <a:rect b="b" l="l" r="r" t="t"/>
              <a:pathLst>
                <a:path extrusionOk="0" h="676" w="238">
                  <a:moveTo>
                    <a:pt x="125" y="613"/>
                  </a:moveTo>
                  <a:cubicBezTo>
                    <a:pt x="200" y="451"/>
                    <a:pt x="238" y="251"/>
                    <a:pt x="200" y="76"/>
                  </a:cubicBezTo>
                  <a:cubicBezTo>
                    <a:pt x="188" y="1"/>
                    <a:pt x="100" y="26"/>
                    <a:pt x="88" y="88"/>
                  </a:cubicBezTo>
                  <a:cubicBezTo>
                    <a:pt x="100" y="251"/>
                    <a:pt x="63" y="426"/>
                    <a:pt x="13" y="588"/>
                  </a:cubicBezTo>
                  <a:cubicBezTo>
                    <a:pt x="0" y="651"/>
                    <a:pt x="100" y="676"/>
                    <a:pt x="125" y="6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9" name="Google Shape;3109;p94"/>
            <p:cNvSpPr/>
            <p:nvPr/>
          </p:nvSpPr>
          <p:spPr>
            <a:xfrm>
              <a:off x="775150" y="2839500"/>
              <a:ext cx="7525" cy="9400"/>
            </a:xfrm>
            <a:custGeom>
              <a:rect b="b" l="l" r="r" t="t"/>
              <a:pathLst>
                <a:path extrusionOk="0" h="376" w="301">
                  <a:moveTo>
                    <a:pt x="226" y="276"/>
                  </a:moveTo>
                  <a:cubicBezTo>
                    <a:pt x="201" y="213"/>
                    <a:pt x="213" y="151"/>
                    <a:pt x="263" y="113"/>
                  </a:cubicBezTo>
                  <a:cubicBezTo>
                    <a:pt x="301" y="76"/>
                    <a:pt x="263" y="1"/>
                    <a:pt x="213" y="26"/>
                  </a:cubicBezTo>
                  <a:cubicBezTo>
                    <a:pt x="76" y="76"/>
                    <a:pt x="1" y="263"/>
                    <a:pt x="163" y="351"/>
                  </a:cubicBezTo>
                  <a:cubicBezTo>
                    <a:pt x="213" y="376"/>
                    <a:pt x="276" y="313"/>
                    <a:pt x="226" y="2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0" name="Google Shape;3110;p94"/>
            <p:cNvSpPr/>
            <p:nvPr/>
          </p:nvSpPr>
          <p:spPr>
            <a:xfrm>
              <a:off x="780775" y="2821400"/>
              <a:ext cx="15650" cy="20325"/>
            </a:xfrm>
            <a:custGeom>
              <a:rect b="b" l="l" r="r" t="t"/>
              <a:pathLst>
                <a:path extrusionOk="0" h="813" w="626">
                  <a:moveTo>
                    <a:pt x="88" y="787"/>
                  </a:moveTo>
                  <a:cubicBezTo>
                    <a:pt x="338" y="625"/>
                    <a:pt x="626" y="363"/>
                    <a:pt x="563" y="50"/>
                  </a:cubicBezTo>
                  <a:cubicBezTo>
                    <a:pt x="538" y="0"/>
                    <a:pt x="488" y="0"/>
                    <a:pt x="463" y="50"/>
                  </a:cubicBezTo>
                  <a:cubicBezTo>
                    <a:pt x="413" y="313"/>
                    <a:pt x="263" y="550"/>
                    <a:pt x="38" y="712"/>
                  </a:cubicBezTo>
                  <a:cubicBezTo>
                    <a:pt x="1" y="750"/>
                    <a:pt x="51" y="812"/>
                    <a:pt x="88" y="7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1" name="Google Shape;3111;p94"/>
            <p:cNvSpPr/>
            <p:nvPr/>
          </p:nvSpPr>
          <p:spPr>
            <a:xfrm>
              <a:off x="790475" y="2821700"/>
              <a:ext cx="10325" cy="24400"/>
            </a:xfrm>
            <a:custGeom>
              <a:rect b="b" l="l" r="r" t="t"/>
              <a:pathLst>
                <a:path extrusionOk="0" h="976" w="413">
                  <a:moveTo>
                    <a:pt x="113" y="126"/>
                  </a:moveTo>
                  <a:cubicBezTo>
                    <a:pt x="288" y="363"/>
                    <a:pt x="225" y="625"/>
                    <a:pt x="50" y="838"/>
                  </a:cubicBezTo>
                  <a:cubicBezTo>
                    <a:pt x="0" y="900"/>
                    <a:pt x="75" y="975"/>
                    <a:pt x="138" y="925"/>
                  </a:cubicBezTo>
                  <a:cubicBezTo>
                    <a:pt x="375" y="700"/>
                    <a:pt x="413" y="313"/>
                    <a:pt x="200" y="51"/>
                  </a:cubicBezTo>
                  <a:cubicBezTo>
                    <a:pt x="163" y="1"/>
                    <a:pt x="75" y="76"/>
                    <a:pt x="113" y="1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2" name="Google Shape;3112;p94"/>
            <p:cNvSpPr/>
            <p:nvPr/>
          </p:nvSpPr>
          <p:spPr>
            <a:xfrm>
              <a:off x="790150" y="2842625"/>
              <a:ext cx="8150" cy="14100"/>
            </a:xfrm>
            <a:custGeom>
              <a:rect b="b" l="l" r="r" t="t"/>
              <a:pathLst>
                <a:path extrusionOk="0" h="564" w="326">
                  <a:moveTo>
                    <a:pt x="63" y="138"/>
                  </a:moveTo>
                  <a:cubicBezTo>
                    <a:pt x="151" y="238"/>
                    <a:pt x="201" y="363"/>
                    <a:pt x="213" y="501"/>
                  </a:cubicBezTo>
                  <a:cubicBezTo>
                    <a:pt x="226" y="563"/>
                    <a:pt x="313" y="538"/>
                    <a:pt x="313" y="488"/>
                  </a:cubicBezTo>
                  <a:cubicBezTo>
                    <a:pt x="326" y="326"/>
                    <a:pt x="263" y="163"/>
                    <a:pt x="138" y="63"/>
                  </a:cubicBezTo>
                  <a:cubicBezTo>
                    <a:pt x="88" y="1"/>
                    <a:pt x="1" y="88"/>
                    <a:pt x="63" y="1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3" name="Google Shape;3113;p94"/>
            <p:cNvSpPr/>
            <p:nvPr/>
          </p:nvSpPr>
          <p:spPr>
            <a:xfrm>
              <a:off x="799850" y="2837000"/>
              <a:ext cx="12500" cy="14400"/>
            </a:xfrm>
            <a:custGeom>
              <a:rect b="b" l="l" r="r" t="t"/>
              <a:pathLst>
                <a:path extrusionOk="0" h="576" w="500">
                  <a:moveTo>
                    <a:pt x="25" y="288"/>
                  </a:moveTo>
                  <a:cubicBezTo>
                    <a:pt x="38" y="413"/>
                    <a:pt x="75" y="538"/>
                    <a:pt x="225" y="563"/>
                  </a:cubicBezTo>
                  <a:cubicBezTo>
                    <a:pt x="338" y="576"/>
                    <a:pt x="437" y="488"/>
                    <a:pt x="437" y="363"/>
                  </a:cubicBezTo>
                  <a:cubicBezTo>
                    <a:pt x="500" y="63"/>
                    <a:pt x="38" y="1"/>
                    <a:pt x="13" y="313"/>
                  </a:cubicBezTo>
                  <a:cubicBezTo>
                    <a:pt x="0" y="388"/>
                    <a:pt x="125" y="401"/>
                    <a:pt x="150" y="326"/>
                  </a:cubicBezTo>
                  <a:cubicBezTo>
                    <a:pt x="150" y="313"/>
                    <a:pt x="150" y="301"/>
                    <a:pt x="163" y="288"/>
                  </a:cubicBezTo>
                  <a:cubicBezTo>
                    <a:pt x="163" y="201"/>
                    <a:pt x="25" y="201"/>
                    <a:pt x="25" y="2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7" name="Shape 3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8" name="Google Shape;3118;p95"/>
          <p:cNvSpPr txBox="1"/>
          <p:nvPr>
            <p:ph type="title"/>
          </p:nvPr>
        </p:nvSpPr>
        <p:spPr>
          <a:xfrm>
            <a:off x="1144550" y="597425"/>
            <a:ext cx="6855300" cy="131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35240A"/>
                </a:solidFill>
                <a:highlight>
                  <a:srgbClr val="DED6C2"/>
                </a:highlight>
              </a:rPr>
              <a:t>Conceptul de Ideal Educațional</a:t>
            </a:r>
            <a:endParaRPr b="1" sz="3300">
              <a:solidFill>
                <a:srgbClr val="35240A"/>
              </a:solidFill>
              <a:highlight>
                <a:srgbClr val="DED6C2"/>
              </a:highlight>
            </a:endParaRPr>
          </a:p>
          <a:p>
            <a:pPr indent="0" lvl="0" marL="0" rtl="0" algn="ctr">
              <a:spcBef>
                <a:spcPts val="2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9" name="Google Shape;3119;p95"/>
          <p:cNvSpPr txBox="1"/>
          <p:nvPr>
            <p:ph idx="1" type="subTitle"/>
          </p:nvPr>
        </p:nvSpPr>
        <p:spPr>
          <a:xfrm>
            <a:off x="5680649" y="2070950"/>
            <a:ext cx="1710300" cy="189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0" name="Google Shape;3120;p95"/>
          <p:cNvSpPr txBox="1"/>
          <p:nvPr>
            <p:ph idx="2" type="subTitle"/>
          </p:nvPr>
        </p:nvSpPr>
        <p:spPr>
          <a:xfrm>
            <a:off x="1144550" y="1915025"/>
            <a:ext cx="3399900" cy="25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950">
                <a:solidFill>
                  <a:srgbClr val="35240A"/>
                </a:solidFill>
              </a:rPr>
              <a:t>"Idealul educațional reprezintă modelul de personalitate pe care o societate tinde să îl formeze membrilor săi, reflectând valorile, nevoile și aspirațiile unei epoci istorice specifice."</a:t>
            </a:r>
            <a:endParaRPr/>
          </a:p>
        </p:txBody>
      </p:sp>
      <p:pic>
        <p:nvPicPr>
          <p:cNvPr descr="Peste 114.800 fotografii de stoc, fotografii și imagini scutite de redevențe cu Tocă De Absolvire - iStock" id="3121" name="Google Shape;3121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53150" y="1691675"/>
            <a:ext cx="2565299" cy="2565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5" name="Shape 3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6" name="Google Shape;3126;p96"/>
          <p:cNvSpPr txBox="1"/>
          <p:nvPr>
            <p:ph type="title"/>
          </p:nvPr>
        </p:nvSpPr>
        <p:spPr>
          <a:xfrm>
            <a:off x="1144550" y="597425"/>
            <a:ext cx="6855300" cy="131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35240A"/>
                </a:solidFill>
                <a:highlight>
                  <a:srgbClr val="DED6C2"/>
                </a:highlight>
              </a:rPr>
              <a:t>Conceptul de Ideal Educațional</a:t>
            </a:r>
            <a:endParaRPr b="1" sz="3300">
              <a:solidFill>
                <a:srgbClr val="35240A"/>
              </a:solidFill>
              <a:highlight>
                <a:srgbClr val="DED6C2"/>
              </a:highlight>
            </a:endParaRPr>
          </a:p>
          <a:p>
            <a:pPr indent="0" lvl="0" marL="0" rtl="0" algn="ctr">
              <a:spcBef>
                <a:spcPts val="2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7" name="Google Shape;3127;p96"/>
          <p:cNvSpPr txBox="1"/>
          <p:nvPr>
            <p:ph idx="1" type="subTitle"/>
          </p:nvPr>
        </p:nvSpPr>
        <p:spPr>
          <a:xfrm>
            <a:off x="4825664" y="2070950"/>
            <a:ext cx="3174000" cy="189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650">
                <a:solidFill>
                  <a:srgbClr val="35240A"/>
                </a:solidFill>
                <a:highlight>
                  <a:srgbClr val="DED6C2"/>
                </a:highlight>
              </a:rPr>
              <a:t>Educația nu este un fenomen izolat, ci o oglindă a civilizației. Fiecare epocă istorică a definit "omul perfect" în funcție de structura sa politică, religioasă și socială.</a:t>
            </a:r>
            <a:endParaRPr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/>
          </a:p>
        </p:txBody>
      </p:sp>
      <p:sp>
        <p:nvSpPr>
          <p:cNvPr id="3128" name="Google Shape;3128;p96"/>
          <p:cNvSpPr txBox="1"/>
          <p:nvPr>
            <p:ph idx="2" type="subTitle"/>
          </p:nvPr>
        </p:nvSpPr>
        <p:spPr>
          <a:xfrm>
            <a:off x="1144550" y="2070950"/>
            <a:ext cx="3174000" cy="25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3375" lvl="0" marL="457200" rtl="0" algn="l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Clr>
                <a:srgbClr val="35240A"/>
              </a:buClr>
              <a:buSzPts val="1650"/>
              <a:buChar char="■"/>
            </a:pPr>
            <a:r>
              <a:rPr lang="en" sz="1650">
                <a:solidFill>
                  <a:srgbClr val="35240A"/>
                </a:solidFill>
              </a:rPr>
              <a:t>Determină scopurile pedagogice</a:t>
            </a:r>
            <a:endParaRPr sz="1650">
              <a:solidFill>
                <a:srgbClr val="35240A"/>
              </a:solidFill>
            </a:endParaRPr>
          </a:p>
          <a:p>
            <a:pPr indent="-333375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5240A"/>
              </a:buClr>
              <a:buSzPts val="1650"/>
              <a:buChar char="■"/>
            </a:pPr>
            <a:r>
              <a:rPr lang="en" sz="1650">
                <a:solidFill>
                  <a:srgbClr val="35240A"/>
                </a:solidFill>
              </a:rPr>
              <a:t>Influențează conținutul învățării</a:t>
            </a:r>
            <a:endParaRPr sz="1650">
              <a:solidFill>
                <a:srgbClr val="35240A"/>
              </a:solidFill>
            </a:endParaRPr>
          </a:p>
          <a:p>
            <a:pPr indent="-333375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5240A"/>
              </a:buClr>
              <a:buSzPts val="1650"/>
              <a:buChar char="■"/>
            </a:pPr>
            <a:r>
              <a:rPr lang="en" sz="1650">
                <a:solidFill>
                  <a:srgbClr val="35240A"/>
                </a:solidFill>
              </a:rPr>
              <a:t>Reflectă viziunea despre lume a epocii</a:t>
            </a:r>
            <a:endParaRPr sz="1650">
              <a:solidFill>
                <a:srgbClr val="35240A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i="1" sz="1950">
              <a:solidFill>
                <a:srgbClr val="35240A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2" name="Shape 3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3" name="Google Shape;3133;p97"/>
          <p:cNvSpPr txBox="1"/>
          <p:nvPr>
            <p:ph type="title"/>
          </p:nvPr>
        </p:nvSpPr>
        <p:spPr>
          <a:xfrm>
            <a:off x="2477400" y="2167355"/>
            <a:ext cx="4189200" cy="961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Grecia antică</a:t>
            </a:r>
            <a:endParaRPr/>
          </a:p>
        </p:txBody>
      </p:sp>
      <p:sp>
        <p:nvSpPr>
          <p:cNvPr id="3134" name="Google Shape;3134;p97"/>
          <p:cNvSpPr txBox="1"/>
          <p:nvPr>
            <p:ph idx="2" type="title"/>
          </p:nvPr>
        </p:nvSpPr>
        <p:spPr>
          <a:xfrm>
            <a:off x="3745950" y="1111621"/>
            <a:ext cx="1652100" cy="91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135" name="Google Shape;3135;p97"/>
          <p:cNvSpPr txBox="1"/>
          <p:nvPr>
            <p:ph idx="1" type="subTitle"/>
          </p:nvPr>
        </p:nvSpPr>
        <p:spPr>
          <a:xfrm>
            <a:off x="1749999" y="3355500"/>
            <a:ext cx="5891400" cy="6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Kalokagathia: armonia perfectă între minte educată și corp atletic</a:t>
            </a:r>
            <a:endParaRPr i="1"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grpSp>
        <p:nvGrpSpPr>
          <p:cNvPr id="3136" name="Google Shape;3136;p97"/>
          <p:cNvGrpSpPr/>
          <p:nvPr/>
        </p:nvGrpSpPr>
        <p:grpSpPr>
          <a:xfrm>
            <a:off x="2428045" y="3291364"/>
            <a:ext cx="4354637" cy="589250"/>
            <a:chOff x="2361225" y="3521900"/>
            <a:chExt cx="4421400" cy="589250"/>
          </a:xfrm>
        </p:grpSpPr>
        <p:cxnSp>
          <p:nvCxnSpPr>
            <p:cNvPr id="3137" name="Google Shape;3137;p97"/>
            <p:cNvCxnSpPr/>
            <p:nvPr/>
          </p:nvCxnSpPr>
          <p:spPr>
            <a:xfrm>
              <a:off x="2361225" y="3521900"/>
              <a:ext cx="4421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38" name="Google Shape;3138;p97"/>
            <p:cNvCxnSpPr/>
            <p:nvPr/>
          </p:nvCxnSpPr>
          <p:spPr>
            <a:xfrm>
              <a:off x="2361225" y="4111150"/>
              <a:ext cx="4421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139" name="Google Shape;3139;p97"/>
          <p:cNvGrpSpPr/>
          <p:nvPr/>
        </p:nvGrpSpPr>
        <p:grpSpPr>
          <a:xfrm>
            <a:off x="565056" y="519563"/>
            <a:ext cx="8012737" cy="4104778"/>
            <a:chOff x="585525" y="1202450"/>
            <a:chExt cx="6436450" cy="3297275"/>
          </a:xfrm>
        </p:grpSpPr>
        <p:sp>
          <p:nvSpPr>
            <p:cNvPr id="3140" name="Google Shape;3140;p97"/>
            <p:cNvSpPr/>
            <p:nvPr/>
          </p:nvSpPr>
          <p:spPr>
            <a:xfrm>
              <a:off x="839525" y="1202450"/>
              <a:ext cx="551125" cy="190275"/>
            </a:xfrm>
            <a:custGeom>
              <a:rect b="b" l="l" r="r" t="t"/>
              <a:pathLst>
                <a:path extrusionOk="0" h="7611" w="22045">
                  <a:moveTo>
                    <a:pt x="21819" y="2949"/>
                  </a:moveTo>
                  <a:cubicBezTo>
                    <a:pt x="16996" y="7611"/>
                    <a:pt x="10597" y="0"/>
                    <a:pt x="4949" y="1300"/>
                  </a:cubicBezTo>
                  <a:cubicBezTo>
                    <a:pt x="1962" y="2000"/>
                    <a:pt x="0" y="4312"/>
                    <a:pt x="100" y="7373"/>
                  </a:cubicBezTo>
                  <a:cubicBezTo>
                    <a:pt x="113" y="7461"/>
                    <a:pt x="225" y="7461"/>
                    <a:pt x="238" y="7373"/>
                  </a:cubicBezTo>
                  <a:cubicBezTo>
                    <a:pt x="513" y="1100"/>
                    <a:pt x="7511" y="887"/>
                    <a:pt x="11872" y="2724"/>
                  </a:cubicBezTo>
                  <a:cubicBezTo>
                    <a:pt x="13597" y="3449"/>
                    <a:pt x="15309" y="4437"/>
                    <a:pt x="17208" y="4661"/>
                  </a:cubicBezTo>
                  <a:cubicBezTo>
                    <a:pt x="19108" y="4886"/>
                    <a:pt x="20620" y="4387"/>
                    <a:pt x="21957" y="3087"/>
                  </a:cubicBezTo>
                  <a:cubicBezTo>
                    <a:pt x="22044" y="2999"/>
                    <a:pt x="21919" y="2874"/>
                    <a:pt x="21832" y="294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1" name="Google Shape;3141;p97"/>
            <p:cNvSpPr/>
            <p:nvPr/>
          </p:nvSpPr>
          <p:spPr>
            <a:xfrm>
              <a:off x="844200" y="1369575"/>
              <a:ext cx="180925" cy="121575"/>
            </a:xfrm>
            <a:custGeom>
              <a:rect b="b" l="l" r="r" t="t"/>
              <a:pathLst>
                <a:path extrusionOk="0" h="4863" w="7237">
                  <a:moveTo>
                    <a:pt x="13" y="1688"/>
                  </a:moveTo>
                  <a:cubicBezTo>
                    <a:pt x="151" y="3700"/>
                    <a:pt x="2612" y="4862"/>
                    <a:pt x="4412" y="4325"/>
                  </a:cubicBezTo>
                  <a:cubicBezTo>
                    <a:pt x="5924" y="3875"/>
                    <a:pt x="7236" y="1338"/>
                    <a:pt x="5849" y="88"/>
                  </a:cubicBezTo>
                  <a:cubicBezTo>
                    <a:pt x="5774" y="1"/>
                    <a:pt x="5649" y="126"/>
                    <a:pt x="5737" y="201"/>
                  </a:cubicBezTo>
                  <a:cubicBezTo>
                    <a:pt x="7124" y="1725"/>
                    <a:pt x="5474" y="4025"/>
                    <a:pt x="3837" y="4225"/>
                  </a:cubicBezTo>
                  <a:cubicBezTo>
                    <a:pt x="2288" y="4425"/>
                    <a:pt x="326" y="3413"/>
                    <a:pt x="201" y="1688"/>
                  </a:cubicBezTo>
                  <a:cubicBezTo>
                    <a:pt x="201" y="1563"/>
                    <a:pt x="1" y="1563"/>
                    <a:pt x="13" y="16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2" name="Google Shape;3142;p97"/>
            <p:cNvSpPr/>
            <p:nvPr/>
          </p:nvSpPr>
          <p:spPr>
            <a:xfrm>
              <a:off x="898575" y="1348025"/>
              <a:ext cx="73125" cy="77200"/>
            </a:xfrm>
            <a:custGeom>
              <a:rect b="b" l="l" r="r" t="t"/>
              <a:pathLst>
                <a:path extrusionOk="0" h="3088" w="2925">
                  <a:moveTo>
                    <a:pt x="2849" y="488"/>
                  </a:moveTo>
                  <a:cubicBezTo>
                    <a:pt x="2025" y="1"/>
                    <a:pt x="800" y="351"/>
                    <a:pt x="387" y="1238"/>
                  </a:cubicBezTo>
                  <a:cubicBezTo>
                    <a:pt x="0" y="2063"/>
                    <a:pt x="612" y="2987"/>
                    <a:pt x="1487" y="3075"/>
                  </a:cubicBezTo>
                  <a:cubicBezTo>
                    <a:pt x="1600" y="3087"/>
                    <a:pt x="1625" y="2900"/>
                    <a:pt x="1512" y="2887"/>
                  </a:cubicBezTo>
                  <a:cubicBezTo>
                    <a:pt x="700" y="2737"/>
                    <a:pt x="200" y="1913"/>
                    <a:pt x="675" y="1163"/>
                  </a:cubicBezTo>
                  <a:cubicBezTo>
                    <a:pt x="1137" y="476"/>
                    <a:pt x="2037" y="251"/>
                    <a:pt x="2774" y="625"/>
                  </a:cubicBezTo>
                  <a:cubicBezTo>
                    <a:pt x="2862" y="663"/>
                    <a:pt x="2924" y="551"/>
                    <a:pt x="2849" y="4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3" name="Google Shape;3143;p97"/>
            <p:cNvSpPr/>
            <p:nvPr/>
          </p:nvSpPr>
          <p:spPr>
            <a:xfrm>
              <a:off x="944800" y="1418950"/>
              <a:ext cx="25" cy="325"/>
            </a:xfrm>
            <a:custGeom>
              <a:rect b="b" l="l" r="r" t="t"/>
              <a:pathLst>
                <a:path extrusionOk="0" h="13" w="1">
                  <a:moveTo>
                    <a:pt x="1" y="13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4" name="Google Shape;3144;p97"/>
            <p:cNvSpPr/>
            <p:nvPr/>
          </p:nvSpPr>
          <p:spPr>
            <a:xfrm>
              <a:off x="752350" y="1240875"/>
              <a:ext cx="206850" cy="104050"/>
            </a:xfrm>
            <a:custGeom>
              <a:rect b="b" l="l" r="r" t="t"/>
              <a:pathLst>
                <a:path extrusionOk="0" h="4162" w="8274">
                  <a:moveTo>
                    <a:pt x="8123" y="25"/>
                  </a:moveTo>
                  <a:cubicBezTo>
                    <a:pt x="6999" y="263"/>
                    <a:pt x="5937" y="725"/>
                    <a:pt x="4987" y="1375"/>
                  </a:cubicBezTo>
                  <a:cubicBezTo>
                    <a:pt x="3537" y="2387"/>
                    <a:pt x="2063" y="4162"/>
                    <a:pt x="176" y="2875"/>
                  </a:cubicBezTo>
                  <a:cubicBezTo>
                    <a:pt x="101" y="2825"/>
                    <a:pt x="1" y="2950"/>
                    <a:pt x="76" y="3012"/>
                  </a:cubicBezTo>
                  <a:cubicBezTo>
                    <a:pt x="825" y="3699"/>
                    <a:pt x="1775" y="3699"/>
                    <a:pt x="2700" y="3299"/>
                  </a:cubicBezTo>
                  <a:cubicBezTo>
                    <a:pt x="3375" y="2999"/>
                    <a:pt x="3912" y="2475"/>
                    <a:pt x="4474" y="2025"/>
                  </a:cubicBezTo>
                  <a:cubicBezTo>
                    <a:pt x="5549" y="1137"/>
                    <a:pt x="6811" y="500"/>
                    <a:pt x="8173" y="175"/>
                  </a:cubicBezTo>
                  <a:cubicBezTo>
                    <a:pt x="8273" y="150"/>
                    <a:pt x="8223" y="0"/>
                    <a:pt x="8123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5" name="Google Shape;3145;p97"/>
            <p:cNvSpPr/>
            <p:nvPr/>
          </p:nvSpPr>
          <p:spPr>
            <a:xfrm>
              <a:off x="1012600" y="1245875"/>
              <a:ext cx="88750" cy="80000"/>
            </a:xfrm>
            <a:custGeom>
              <a:rect b="b" l="l" r="r" t="t"/>
              <a:pathLst>
                <a:path extrusionOk="0" h="3200" w="3550">
                  <a:moveTo>
                    <a:pt x="3437" y="313"/>
                  </a:moveTo>
                  <a:cubicBezTo>
                    <a:pt x="2562" y="113"/>
                    <a:pt x="1700" y="0"/>
                    <a:pt x="900" y="488"/>
                  </a:cubicBezTo>
                  <a:cubicBezTo>
                    <a:pt x="363" y="813"/>
                    <a:pt x="0" y="1325"/>
                    <a:pt x="100" y="1975"/>
                  </a:cubicBezTo>
                  <a:cubicBezTo>
                    <a:pt x="200" y="2587"/>
                    <a:pt x="700" y="3062"/>
                    <a:pt x="1325" y="3137"/>
                  </a:cubicBezTo>
                  <a:cubicBezTo>
                    <a:pt x="1787" y="3187"/>
                    <a:pt x="2462" y="3024"/>
                    <a:pt x="2512" y="2475"/>
                  </a:cubicBezTo>
                  <a:cubicBezTo>
                    <a:pt x="2525" y="2387"/>
                    <a:pt x="2400" y="2387"/>
                    <a:pt x="2387" y="2475"/>
                  </a:cubicBezTo>
                  <a:cubicBezTo>
                    <a:pt x="2312" y="3199"/>
                    <a:pt x="1100" y="2937"/>
                    <a:pt x="788" y="2712"/>
                  </a:cubicBezTo>
                  <a:cubicBezTo>
                    <a:pt x="300" y="2362"/>
                    <a:pt x="150" y="1700"/>
                    <a:pt x="450" y="1175"/>
                  </a:cubicBezTo>
                  <a:cubicBezTo>
                    <a:pt x="1063" y="163"/>
                    <a:pt x="2412" y="263"/>
                    <a:pt x="3387" y="488"/>
                  </a:cubicBezTo>
                  <a:cubicBezTo>
                    <a:pt x="3499" y="513"/>
                    <a:pt x="3549" y="338"/>
                    <a:pt x="3437" y="3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6" name="Google Shape;3146;p97"/>
            <p:cNvSpPr/>
            <p:nvPr/>
          </p:nvSpPr>
          <p:spPr>
            <a:xfrm>
              <a:off x="1123500" y="1272100"/>
              <a:ext cx="33450" cy="43775"/>
            </a:xfrm>
            <a:custGeom>
              <a:rect b="b" l="l" r="r" t="t"/>
              <a:pathLst>
                <a:path extrusionOk="0" h="1751" w="1338">
                  <a:moveTo>
                    <a:pt x="1238" y="188"/>
                  </a:moveTo>
                  <a:cubicBezTo>
                    <a:pt x="688" y="1"/>
                    <a:pt x="1" y="326"/>
                    <a:pt x="76" y="976"/>
                  </a:cubicBezTo>
                  <a:cubicBezTo>
                    <a:pt x="126" y="1413"/>
                    <a:pt x="825" y="1750"/>
                    <a:pt x="1088" y="1326"/>
                  </a:cubicBezTo>
                  <a:cubicBezTo>
                    <a:pt x="1163" y="1213"/>
                    <a:pt x="975" y="1101"/>
                    <a:pt x="900" y="1213"/>
                  </a:cubicBezTo>
                  <a:cubicBezTo>
                    <a:pt x="788" y="1288"/>
                    <a:pt x="651" y="1301"/>
                    <a:pt x="538" y="1263"/>
                  </a:cubicBezTo>
                  <a:cubicBezTo>
                    <a:pt x="263" y="1026"/>
                    <a:pt x="213" y="813"/>
                    <a:pt x="388" y="613"/>
                  </a:cubicBezTo>
                  <a:cubicBezTo>
                    <a:pt x="551" y="301"/>
                    <a:pt x="888" y="263"/>
                    <a:pt x="1188" y="351"/>
                  </a:cubicBezTo>
                  <a:cubicBezTo>
                    <a:pt x="1288" y="376"/>
                    <a:pt x="1338" y="226"/>
                    <a:pt x="1238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7" name="Google Shape;3147;p97"/>
            <p:cNvSpPr/>
            <p:nvPr/>
          </p:nvSpPr>
          <p:spPr>
            <a:xfrm>
              <a:off x="732975" y="1292100"/>
              <a:ext cx="31900" cy="31900"/>
            </a:xfrm>
            <a:custGeom>
              <a:rect b="b" l="l" r="r" t="t"/>
              <a:pathLst>
                <a:path extrusionOk="0" h="1276" w="1276">
                  <a:moveTo>
                    <a:pt x="951" y="925"/>
                  </a:moveTo>
                  <a:cubicBezTo>
                    <a:pt x="1275" y="563"/>
                    <a:pt x="826" y="1"/>
                    <a:pt x="413" y="326"/>
                  </a:cubicBezTo>
                  <a:cubicBezTo>
                    <a:pt x="1" y="651"/>
                    <a:pt x="476" y="1275"/>
                    <a:pt x="888" y="975"/>
                  </a:cubicBezTo>
                  <a:cubicBezTo>
                    <a:pt x="963" y="925"/>
                    <a:pt x="913" y="813"/>
                    <a:pt x="826" y="826"/>
                  </a:cubicBezTo>
                  <a:lnTo>
                    <a:pt x="826" y="826"/>
                  </a:lnTo>
                  <a:cubicBezTo>
                    <a:pt x="788" y="901"/>
                    <a:pt x="888" y="1000"/>
                    <a:pt x="951" y="9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8" name="Google Shape;3148;p97"/>
            <p:cNvSpPr/>
            <p:nvPr/>
          </p:nvSpPr>
          <p:spPr>
            <a:xfrm>
              <a:off x="809225" y="1274925"/>
              <a:ext cx="77800" cy="113125"/>
            </a:xfrm>
            <a:custGeom>
              <a:rect b="b" l="l" r="r" t="t"/>
              <a:pathLst>
                <a:path extrusionOk="0" h="4525" w="3112">
                  <a:moveTo>
                    <a:pt x="2949" y="63"/>
                  </a:moveTo>
                  <a:cubicBezTo>
                    <a:pt x="1550" y="1163"/>
                    <a:pt x="525" y="2675"/>
                    <a:pt x="25" y="4374"/>
                  </a:cubicBezTo>
                  <a:cubicBezTo>
                    <a:pt x="0" y="4462"/>
                    <a:pt x="125" y="4524"/>
                    <a:pt x="175" y="4437"/>
                  </a:cubicBezTo>
                  <a:cubicBezTo>
                    <a:pt x="925" y="2825"/>
                    <a:pt x="1687" y="1338"/>
                    <a:pt x="3049" y="150"/>
                  </a:cubicBezTo>
                  <a:cubicBezTo>
                    <a:pt x="3112" y="100"/>
                    <a:pt x="3012" y="0"/>
                    <a:pt x="2949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9" name="Google Shape;3149;p97"/>
            <p:cNvSpPr/>
            <p:nvPr/>
          </p:nvSpPr>
          <p:spPr>
            <a:xfrm>
              <a:off x="792650" y="1376150"/>
              <a:ext cx="30650" cy="32525"/>
            </a:xfrm>
            <a:custGeom>
              <a:rect b="b" l="l" r="r" t="t"/>
              <a:pathLst>
                <a:path extrusionOk="0" h="1301" w="1226">
                  <a:moveTo>
                    <a:pt x="725" y="500"/>
                  </a:moveTo>
                  <a:lnTo>
                    <a:pt x="725" y="563"/>
                  </a:lnTo>
                  <a:cubicBezTo>
                    <a:pt x="800" y="638"/>
                    <a:pt x="913" y="550"/>
                    <a:pt x="875" y="450"/>
                  </a:cubicBezTo>
                  <a:cubicBezTo>
                    <a:pt x="626" y="0"/>
                    <a:pt x="1" y="550"/>
                    <a:pt x="338" y="925"/>
                  </a:cubicBezTo>
                  <a:cubicBezTo>
                    <a:pt x="688" y="1300"/>
                    <a:pt x="1225" y="750"/>
                    <a:pt x="838" y="388"/>
                  </a:cubicBezTo>
                  <a:cubicBezTo>
                    <a:pt x="763" y="325"/>
                    <a:pt x="663" y="425"/>
                    <a:pt x="725" y="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0" name="Google Shape;3150;p97"/>
            <p:cNvSpPr/>
            <p:nvPr/>
          </p:nvSpPr>
          <p:spPr>
            <a:xfrm>
              <a:off x="841400" y="1393325"/>
              <a:ext cx="5650" cy="9725"/>
            </a:xfrm>
            <a:custGeom>
              <a:rect b="b" l="l" r="r" t="t"/>
              <a:pathLst>
                <a:path extrusionOk="0" h="389" w="226">
                  <a:moveTo>
                    <a:pt x="13" y="126"/>
                  </a:moveTo>
                  <a:cubicBezTo>
                    <a:pt x="0" y="201"/>
                    <a:pt x="13" y="276"/>
                    <a:pt x="63" y="326"/>
                  </a:cubicBezTo>
                  <a:cubicBezTo>
                    <a:pt x="100" y="388"/>
                    <a:pt x="225" y="376"/>
                    <a:pt x="225" y="288"/>
                  </a:cubicBezTo>
                  <a:cubicBezTo>
                    <a:pt x="213" y="238"/>
                    <a:pt x="213" y="176"/>
                    <a:pt x="213" y="126"/>
                  </a:cubicBezTo>
                  <a:cubicBezTo>
                    <a:pt x="200" y="1"/>
                    <a:pt x="13" y="1"/>
                    <a:pt x="13" y="1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1" name="Google Shape;3151;p97"/>
            <p:cNvSpPr/>
            <p:nvPr/>
          </p:nvSpPr>
          <p:spPr>
            <a:xfrm>
              <a:off x="973550" y="1363650"/>
              <a:ext cx="9700" cy="6900"/>
            </a:xfrm>
            <a:custGeom>
              <a:rect b="b" l="l" r="r" t="t"/>
              <a:pathLst>
                <a:path extrusionOk="0" h="276" w="388">
                  <a:moveTo>
                    <a:pt x="75" y="188"/>
                  </a:moveTo>
                  <a:cubicBezTo>
                    <a:pt x="138" y="225"/>
                    <a:pt x="213" y="250"/>
                    <a:pt x="288" y="263"/>
                  </a:cubicBezTo>
                  <a:cubicBezTo>
                    <a:pt x="350" y="275"/>
                    <a:pt x="388" y="213"/>
                    <a:pt x="350" y="163"/>
                  </a:cubicBezTo>
                  <a:cubicBezTo>
                    <a:pt x="300" y="100"/>
                    <a:pt x="225" y="50"/>
                    <a:pt x="138" y="25"/>
                  </a:cubicBezTo>
                  <a:cubicBezTo>
                    <a:pt x="50" y="0"/>
                    <a:pt x="0" y="138"/>
                    <a:pt x="75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2" name="Google Shape;3152;p97"/>
            <p:cNvSpPr/>
            <p:nvPr/>
          </p:nvSpPr>
          <p:spPr>
            <a:xfrm>
              <a:off x="832025" y="1234000"/>
              <a:ext cx="156850" cy="27525"/>
            </a:xfrm>
            <a:custGeom>
              <a:rect b="b" l="l" r="r" t="t"/>
              <a:pathLst>
                <a:path extrusionOk="0" h="1101" w="6274">
                  <a:moveTo>
                    <a:pt x="6174" y="13"/>
                  </a:moveTo>
                  <a:cubicBezTo>
                    <a:pt x="5324" y="0"/>
                    <a:pt x="4462" y="75"/>
                    <a:pt x="3624" y="250"/>
                  </a:cubicBezTo>
                  <a:cubicBezTo>
                    <a:pt x="2475" y="488"/>
                    <a:pt x="1350" y="925"/>
                    <a:pt x="163" y="613"/>
                  </a:cubicBezTo>
                  <a:cubicBezTo>
                    <a:pt x="50" y="575"/>
                    <a:pt x="0" y="763"/>
                    <a:pt x="113" y="788"/>
                  </a:cubicBezTo>
                  <a:cubicBezTo>
                    <a:pt x="913" y="1100"/>
                    <a:pt x="1625" y="950"/>
                    <a:pt x="2450" y="775"/>
                  </a:cubicBezTo>
                  <a:cubicBezTo>
                    <a:pt x="3687" y="500"/>
                    <a:pt x="4899" y="250"/>
                    <a:pt x="6174" y="188"/>
                  </a:cubicBezTo>
                  <a:cubicBezTo>
                    <a:pt x="6274" y="175"/>
                    <a:pt x="6274" y="25"/>
                    <a:pt x="6174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3" name="Google Shape;3153;p97"/>
            <p:cNvSpPr/>
            <p:nvPr/>
          </p:nvSpPr>
          <p:spPr>
            <a:xfrm>
              <a:off x="810775" y="1233675"/>
              <a:ext cx="33150" cy="30975"/>
            </a:xfrm>
            <a:custGeom>
              <a:rect b="b" l="l" r="r" t="t"/>
              <a:pathLst>
                <a:path extrusionOk="0" h="1239" w="1326">
                  <a:moveTo>
                    <a:pt x="875" y="688"/>
                  </a:moveTo>
                  <a:lnTo>
                    <a:pt x="763" y="651"/>
                  </a:lnTo>
                  <a:cubicBezTo>
                    <a:pt x="700" y="726"/>
                    <a:pt x="763" y="826"/>
                    <a:pt x="850" y="813"/>
                  </a:cubicBezTo>
                  <a:cubicBezTo>
                    <a:pt x="1325" y="651"/>
                    <a:pt x="850" y="1"/>
                    <a:pt x="463" y="226"/>
                  </a:cubicBezTo>
                  <a:cubicBezTo>
                    <a:pt x="0" y="526"/>
                    <a:pt x="550" y="1238"/>
                    <a:pt x="975" y="801"/>
                  </a:cubicBezTo>
                  <a:cubicBezTo>
                    <a:pt x="1038" y="738"/>
                    <a:pt x="950" y="638"/>
                    <a:pt x="875" y="6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4" name="Google Shape;3154;p97"/>
            <p:cNvSpPr/>
            <p:nvPr/>
          </p:nvSpPr>
          <p:spPr>
            <a:xfrm>
              <a:off x="766400" y="1291175"/>
              <a:ext cx="73150" cy="22525"/>
            </a:xfrm>
            <a:custGeom>
              <a:rect b="b" l="l" r="r" t="t"/>
              <a:pathLst>
                <a:path extrusionOk="0" h="901" w="2926">
                  <a:moveTo>
                    <a:pt x="2813" y="638"/>
                  </a:moveTo>
                  <a:cubicBezTo>
                    <a:pt x="2500" y="338"/>
                    <a:pt x="2113" y="150"/>
                    <a:pt x="1688" y="100"/>
                  </a:cubicBezTo>
                  <a:cubicBezTo>
                    <a:pt x="1226" y="38"/>
                    <a:pt x="526" y="0"/>
                    <a:pt x="113" y="263"/>
                  </a:cubicBezTo>
                  <a:cubicBezTo>
                    <a:pt x="1" y="325"/>
                    <a:pt x="76" y="488"/>
                    <a:pt x="201" y="463"/>
                  </a:cubicBezTo>
                  <a:cubicBezTo>
                    <a:pt x="976" y="263"/>
                    <a:pt x="2025" y="213"/>
                    <a:pt x="2650" y="800"/>
                  </a:cubicBezTo>
                  <a:cubicBezTo>
                    <a:pt x="2763" y="900"/>
                    <a:pt x="2925" y="738"/>
                    <a:pt x="2813" y="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5" name="Google Shape;3155;p97"/>
            <p:cNvSpPr/>
            <p:nvPr/>
          </p:nvSpPr>
          <p:spPr>
            <a:xfrm>
              <a:off x="767350" y="1296800"/>
              <a:ext cx="70625" cy="23450"/>
            </a:xfrm>
            <a:custGeom>
              <a:rect b="b" l="l" r="r" t="t"/>
              <a:pathLst>
                <a:path extrusionOk="0" h="938" w="2825">
                  <a:moveTo>
                    <a:pt x="63" y="200"/>
                  </a:moveTo>
                  <a:cubicBezTo>
                    <a:pt x="575" y="887"/>
                    <a:pt x="2012" y="937"/>
                    <a:pt x="2712" y="575"/>
                  </a:cubicBezTo>
                  <a:cubicBezTo>
                    <a:pt x="2825" y="513"/>
                    <a:pt x="2737" y="375"/>
                    <a:pt x="2637" y="388"/>
                  </a:cubicBezTo>
                  <a:cubicBezTo>
                    <a:pt x="1925" y="500"/>
                    <a:pt x="763" y="762"/>
                    <a:pt x="213" y="88"/>
                  </a:cubicBezTo>
                  <a:cubicBezTo>
                    <a:pt x="150" y="0"/>
                    <a:pt x="0" y="113"/>
                    <a:pt x="63" y="2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6" name="Google Shape;3156;p97"/>
            <p:cNvSpPr/>
            <p:nvPr/>
          </p:nvSpPr>
          <p:spPr>
            <a:xfrm>
              <a:off x="919500" y="1249000"/>
              <a:ext cx="18150" cy="56875"/>
            </a:xfrm>
            <a:custGeom>
              <a:rect b="b" l="l" r="r" t="t"/>
              <a:pathLst>
                <a:path extrusionOk="0" h="2275" w="726">
                  <a:moveTo>
                    <a:pt x="325" y="163"/>
                  </a:moveTo>
                  <a:cubicBezTo>
                    <a:pt x="488" y="800"/>
                    <a:pt x="400" y="1475"/>
                    <a:pt x="75" y="2037"/>
                  </a:cubicBezTo>
                  <a:cubicBezTo>
                    <a:pt x="0" y="2162"/>
                    <a:pt x="188" y="2275"/>
                    <a:pt x="263" y="2150"/>
                  </a:cubicBezTo>
                  <a:cubicBezTo>
                    <a:pt x="638" y="1537"/>
                    <a:pt x="725" y="800"/>
                    <a:pt x="500" y="113"/>
                  </a:cubicBezTo>
                  <a:cubicBezTo>
                    <a:pt x="463" y="0"/>
                    <a:pt x="288" y="50"/>
                    <a:pt x="325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7" name="Google Shape;3157;p97"/>
            <p:cNvSpPr/>
            <p:nvPr/>
          </p:nvSpPr>
          <p:spPr>
            <a:xfrm>
              <a:off x="914500" y="1250875"/>
              <a:ext cx="16275" cy="54375"/>
            </a:xfrm>
            <a:custGeom>
              <a:rect b="b" l="l" r="r" t="t"/>
              <a:pathLst>
                <a:path extrusionOk="0" h="2175" w="651">
                  <a:moveTo>
                    <a:pt x="463" y="1987"/>
                  </a:moveTo>
                  <a:cubicBezTo>
                    <a:pt x="338" y="1625"/>
                    <a:pt x="288" y="1225"/>
                    <a:pt x="350" y="850"/>
                  </a:cubicBezTo>
                  <a:cubicBezTo>
                    <a:pt x="400" y="563"/>
                    <a:pt x="538" y="388"/>
                    <a:pt x="638" y="150"/>
                  </a:cubicBezTo>
                  <a:cubicBezTo>
                    <a:pt x="650" y="100"/>
                    <a:pt x="625" y="63"/>
                    <a:pt x="588" y="50"/>
                  </a:cubicBezTo>
                  <a:cubicBezTo>
                    <a:pt x="288" y="0"/>
                    <a:pt x="188" y="325"/>
                    <a:pt x="113" y="563"/>
                  </a:cubicBezTo>
                  <a:cubicBezTo>
                    <a:pt x="0" y="1062"/>
                    <a:pt x="50" y="1575"/>
                    <a:pt x="250" y="2050"/>
                  </a:cubicBezTo>
                  <a:cubicBezTo>
                    <a:pt x="300" y="2175"/>
                    <a:pt x="500" y="2125"/>
                    <a:pt x="463" y="19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8" name="Google Shape;3158;p97"/>
            <p:cNvSpPr/>
            <p:nvPr/>
          </p:nvSpPr>
          <p:spPr>
            <a:xfrm>
              <a:off x="1186925" y="1310225"/>
              <a:ext cx="83125" cy="26900"/>
            </a:xfrm>
            <a:custGeom>
              <a:rect b="b" l="l" r="r" t="t"/>
              <a:pathLst>
                <a:path extrusionOk="0" h="1076" w="3325">
                  <a:moveTo>
                    <a:pt x="3200" y="151"/>
                  </a:moveTo>
                  <a:cubicBezTo>
                    <a:pt x="2187" y="1"/>
                    <a:pt x="813" y="151"/>
                    <a:pt x="63" y="913"/>
                  </a:cubicBezTo>
                  <a:cubicBezTo>
                    <a:pt x="1" y="963"/>
                    <a:pt x="63" y="1075"/>
                    <a:pt x="138" y="1050"/>
                  </a:cubicBezTo>
                  <a:cubicBezTo>
                    <a:pt x="613" y="888"/>
                    <a:pt x="1013" y="600"/>
                    <a:pt x="1500" y="475"/>
                  </a:cubicBezTo>
                  <a:cubicBezTo>
                    <a:pt x="2050" y="338"/>
                    <a:pt x="2612" y="300"/>
                    <a:pt x="3162" y="363"/>
                  </a:cubicBezTo>
                  <a:cubicBezTo>
                    <a:pt x="3287" y="375"/>
                    <a:pt x="3325" y="163"/>
                    <a:pt x="3200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9" name="Google Shape;3159;p97"/>
            <p:cNvSpPr/>
            <p:nvPr/>
          </p:nvSpPr>
          <p:spPr>
            <a:xfrm>
              <a:off x="1187250" y="1314900"/>
              <a:ext cx="100600" cy="30975"/>
            </a:xfrm>
            <a:custGeom>
              <a:rect b="b" l="l" r="r" t="t"/>
              <a:pathLst>
                <a:path extrusionOk="0" h="1239" w="4024">
                  <a:moveTo>
                    <a:pt x="138" y="1001"/>
                  </a:moveTo>
                  <a:cubicBezTo>
                    <a:pt x="762" y="1113"/>
                    <a:pt x="1412" y="1238"/>
                    <a:pt x="2049" y="1151"/>
                  </a:cubicBezTo>
                  <a:cubicBezTo>
                    <a:pt x="2724" y="1038"/>
                    <a:pt x="3312" y="688"/>
                    <a:pt x="3887" y="313"/>
                  </a:cubicBezTo>
                  <a:cubicBezTo>
                    <a:pt x="4024" y="226"/>
                    <a:pt x="3887" y="1"/>
                    <a:pt x="3749" y="88"/>
                  </a:cubicBezTo>
                  <a:cubicBezTo>
                    <a:pt x="3287" y="401"/>
                    <a:pt x="2787" y="713"/>
                    <a:pt x="2237" y="851"/>
                  </a:cubicBezTo>
                  <a:cubicBezTo>
                    <a:pt x="1575" y="1013"/>
                    <a:pt x="862" y="901"/>
                    <a:pt x="187" y="788"/>
                  </a:cubicBezTo>
                  <a:cubicBezTo>
                    <a:pt x="50" y="776"/>
                    <a:pt x="0" y="976"/>
                    <a:pt x="138" y="10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0" name="Google Shape;3160;p97"/>
            <p:cNvSpPr/>
            <p:nvPr/>
          </p:nvSpPr>
          <p:spPr>
            <a:xfrm>
              <a:off x="585525" y="1460800"/>
              <a:ext cx="199975" cy="551150"/>
            </a:xfrm>
            <a:custGeom>
              <a:rect b="b" l="l" r="r" t="t"/>
              <a:pathLst>
                <a:path extrusionOk="0" h="22046" w="7999">
                  <a:moveTo>
                    <a:pt x="3487" y="21958"/>
                  </a:moveTo>
                  <a:cubicBezTo>
                    <a:pt x="4799" y="20621"/>
                    <a:pt x="5299" y="19108"/>
                    <a:pt x="5074" y="17209"/>
                  </a:cubicBezTo>
                  <a:cubicBezTo>
                    <a:pt x="4912" y="15809"/>
                    <a:pt x="4287" y="14560"/>
                    <a:pt x="3749" y="13285"/>
                  </a:cubicBezTo>
                  <a:cubicBezTo>
                    <a:pt x="1875" y="8811"/>
                    <a:pt x="0" y="576"/>
                    <a:pt x="7786" y="238"/>
                  </a:cubicBezTo>
                  <a:cubicBezTo>
                    <a:pt x="7861" y="238"/>
                    <a:pt x="7861" y="113"/>
                    <a:pt x="7786" y="101"/>
                  </a:cubicBezTo>
                  <a:cubicBezTo>
                    <a:pt x="4737" y="1"/>
                    <a:pt x="2400" y="1975"/>
                    <a:pt x="1712" y="4962"/>
                  </a:cubicBezTo>
                  <a:cubicBezTo>
                    <a:pt x="400" y="10611"/>
                    <a:pt x="7998" y="17034"/>
                    <a:pt x="3362" y="21833"/>
                  </a:cubicBezTo>
                  <a:cubicBezTo>
                    <a:pt x="3274" y="21908"/>
                    <a:pt x="3412" y="22045"/>
                    <a:pt x="3487" y="219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1" name="Google Shape;3161;p97"/>
            <p:cNvSpPr/>
            <p:nvPr/>
          </p:nvSpPr>
          <p:spPr>
            <a:xfrm>
              <a:off x="762975" y="1465800"/>
              <a:ext cx="121550" cy="180925"/>
            </a:xfrm>
            <a:custGeom>
              <a:rect b="b" l="l" r="r" t="t"/>
              <a:pathLst>
                <a:path extrusionOk="0" h="7237" w="4862">
                  <a:moveTo>
                    <a:pt x="1688" y="201"/>
                  </a:moveTo>
                  <a:cubicBezTo>
                    <a:pt x="3412" y="326"/>
                    <a:pt x="4424" y="2288"/>
                    <a:pt x="4224" y="3837"/>
                  </a:cubicBezTo>
                  <a:cubicBezTo>
                    <a:pt x="4024" y="5462"/>
                    <a:pt x="1725" y="7124"/>
                    <a:pt x="200" y="5724"/>
                  </a:cubicBezTo>
                  <a:cubicBezTo>
                    <a:pt x="125" y="5649"/>
                    <a:pt x="0" y="5774"/>
                    <a:pt x="88" y="5849"/>
                  </a:cubicBezTo>
                  <a:cubicBezTo>
                    <a:pt x="1338" y="7237"/>
                    <a:pt x="3874" y="5924"/>
                    <a:pt x="4324" y="4412"/>
                  </a:cubicBezTo>
                  <a:cubicBezTo>
                    <a:pt x="4862" y="2600"/>
                    <a:pt x="3700" y="151"/>
                    <a:pt x="1688" y="13"/>
                  </a:cubicBezTo>
                  <a:cubicBezTo>
                    <a:pt x="1563" y="1"/>
                    <a:pt x="1563" y="201"/>
                    <a:pt x="1688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2" name="Google Shape;3162;p97"/>
            <p:cNvSpPr/>
            <p:nvPr/>
          </p:nvSpPr>
          <p:spPr>
            <a:xfrm>
              <a:off x="741425" y="1520175"/>
              <a:ext cx="77175" cy="73125"/>
            </a:xfrm>
            <a:custGeom>
              <a:rect b="b" l="l" r="r" t="t"/>
              <a:pathLst>
                <a:path extrusionOk="0" h="2925" w="3087">
                  <a:moveTo>
                    <a:pt x="625" y="2775"/>
                  </a:moveTo>
                  <a:cubicBezTo>
                    <a:pt x="250" y="2037"/>
                    <a:pt x="475" y="1138"/>
                    <a:pt x="1162" y="675"/>
                  </a:cubicBezTo>
                  <a:cubicBezTo>
                    <a:pt x="1900" y="188"/>
                    <a:pt x="2737" y="713"/>
                    <a:pt x="2874" y="1512"/>
                  </a:cubicBezTo>
                  <a:cubicBezTo>
                    <a:pt x="2899" y="1625"/>
                    <a:pt x="3087" y="1600"/>
                    <a:pt x="3074" y="1487"/>
                  </a:cubicBezTo>
                  <a:cubicBezTo>
                    <a:pt x="2987" y="613"/>
                    <a:pt x="2062" y="0"/>
                    <a:pt x="1237" y="388"/>
                  </a:cubicBezTo>
                  <a:cubicBezTo>
                    <a:pt x="350" y="800"/>
                    <a:pt x="0" y="2025"/>
                    <a:pt x="488" y="2850"/>
                  </a:cubicBezTo>
                  <a:cubicBezTo>
                    <a:pt x="538" y="2925"/>
                    <a:pt x="663" y="2862"/>
                    <a:pt x="625" y="27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3" name="Google Shape;3163;p97"/>
            <p:cNvSpPr/>
            <p:nvPr/>
          </p:nvSpPr>
          <p:spPr>
            <a:xfrm>
              <a:off x="812325" y="1566400"/>
              <a:ext cx="25" cy="350"/>
            </a:xfrm>
            <a:custGeom>
              <a:rect b="b" l="l" r="r" t="t"/>
              <a:pathLst>
                <a:path extrusionOk="0" h="14" w="1">
                  <a:moveTo>
                    <a:pt x="1" y="13"/>
                  </a:moveTo>
                  <a:lnTo>
                    <a:pt x="1" y="1"/>
                  </a:lnTo>
                  <a:cubicBezTo>
                    <a:pt x="1" y="1"/>
                    <a:pt x="1" y="13"/>
                    <a:pt x="1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4" name="Google Shape;3164;p97"/>
            <p:cNvSpPr/>
            <p:nvPr/>
          </p:nvSpPr>
          <p:spPr>
            <a:xfrm>
              <a:off x="633950" y="1373950"/>
              <a:ext cx="104050" cy="206550"/>
            </a:xfrm>
            <a:custGeom>
              <a:rect b="b" l="l" r="r" t="t"/>
              <a:pathLst>
                <a:path extrusionOk="0" h="8262" w="4162">
                  <a:moveTo>
                    <a:pt x="175" y="8174"/>
                  </a:moveTo>
                  <a:cubicBezTo>
                    <a:pt x="463" y="6974"/>
                    <a:pt x="988" y="5862"/>
                    <a:pt x="1725" y="4887"/>
                  </a:cubicBezTo>
                  <a:cubicBezTo>
                    <a:pt x="2250" y="4187"/>
                    <a:pt x="2937" y="3525"/>
                    <a:pt x="3312" y="2700"/>
                  </a:cubicBezTo>
                  <a:cubicBezTo>
                    <a:pt x="3712" y="1788"/>
                    <a:pt x="3699" y="826"/>
                    <a:pt x="3025" y="76"/>
                  </a:cubicBezTo>
                  <a:cubicBezTo>
                    <a:pt x="2962" y="1"/>
                    <a:pt x="2837" y="88"/>
                    <a:pt x="2887" y="176"/>
                  </a:cubicBezTo>
                  <a:cubicBezTo>
                    <a:pt x="4162" y="2050"/>
                    <a:pt x="2400" y="3537"/>
                    <a:pt x="1387" y="4987"/>
                  </a:cubicBezTo>
                  <a:cubicBezTo>
                    <a:pt x="738" y="5937"/>
                    <a:pt x="275" y="6999"/>
                    <a:pt x="25" y="8124"/>
                  </a:cubicBezTo>
                  <a:cubicBezTo>
                    <a:pt x="0" y="8224"/>
                    <a:pt x="150" y="8261"/>
                    <a:pt x="188" y="8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5" name="Google Shape;3165;p97"/>
            <p:cNvSpPr/>
            <p:nvPr/>
          </p:nvSpPr>
          <p:spPr>
            <a:xfrm>
              <a:off x="638950" y="1634200"/>
              <a:ext cx="81550" cy="88450"/>
            </a:xfrm>
            <a:custGeom>
              <a:rect b="b" l="l" r="r" t="t"/>
              <a:pathLst>
                <a:path extrusionOk="0" h="3538" w="3262">
                  <a:moveTo>
                    <a:pt x="488" y="3387"/>
                  </a:moveTo>
                  <a:cubicBezTo>
                    <a:pt x="275" y="2413"/>
                    <a:pt x="175" y="1050"/>
                    <a:pt x="1187" y="438"/>
                  </a:cubicBezTo>
                  <a:cubicBezTo>
                    <a:pt x="1650" y="176"/>
                    <a:pt x="2250" y="263"/>
                    <a:pt x="2625" y="650"/>
                  </a:cubicBezTo>
                  <a:cubicBezTo>
                    <a:pt x="2937" y="975"/>
                    <a:pt x="3262" y="2300"/>
                    <a:pt x="2475" y="2388"/>
                  </a:cubicBezTo>
                  <a:cubicBezTo>
                    <a:pt x="2400" y="2388"/>
                    <a:pt x="2400" y="2525"/>
                    <a:pt x="2475" y="2512"/>
                  </a:cubicBezTo>
                  <a:cubicBezTo>
                    <a:pt x="3024" y="2462"/>
                    <a:pt x="3199" y="1788"/>
                    <a:pt x="3137" y="1313"/>
                  </a:cubicBezTo>
                  <a:cubicBezTo>
                    <a:pt x="3074" y="700"/>
                    <a:pt x="2600" y="201"/>
                    <a:pt x="1975" y="101"/>
                  </a:cubicBezTo>
                  <a:cubicBezTo>
                    <a:pt x="1337" y="1"/>
                    <a:pt x="825" y="363"/>
                    <a:pt x="500" y="900"/>
                  </a:cubicBezTo>
                  <a:cubicBezTo>
                    <a:pt x="0" y="1700"/>
                    <a:pt x="125" y="2562"/>
                    <a:pt x="325" y="3425"/>
                  </a:cubicBezTo>
                  <a:cubicBezTo>
                    <a:pt x="350" y="3537"/>
                    <a:pt x="525" y="3500"/>
                    <a:pt x="488" y="33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6" name="Google Shape;3166;p97"/>
            <p:cNvSpPr/>
            <p:nvPr/>
          </p:nvSpPr>
          <p:spPr>
            <a:xfrm>
              <a:off x="665200" y="1745425"/>
              <a:ext cx="44075" cy="33150"/>
            </a:xfrm>
            <a:custGeom>
              <a:rect b="b" l="l" r="r" t="t"/>
              <a:pathLst>
                <a:path extrusionOk="0" h="1326" w="1763">
                  <a:moveTo>
                    <a:pt x="350" y="1175"/>
                  </a:moveTo>
                  <a:cubicBezTo>
                    <a:pt x="262" y="863"/>
                    <a:pt x="312" y="538"/>
                    <a:pt x="625" y="363"/>
                  </a:cubicBezTo>
                  <a:cubicBezTo>
                    <a:pt x="825" y="188"/>
                    <a:pt x="1037" y="238"/>
                    <a:pt x="1262" y="525"/>
                  </a:cubicBezTo>
                  <a:cubicBezTo>
                    <a:pt x="1312" y="650"/>
                    <a:pt x="1300" y="788"/>
                    <a:pt x="1225" y="900"/>
                  </a:cubicBezTo>
                  <a:cubicBezTo>
                    <a:pt x="1112" y="975"/>
                    <a:pt x="1212" y="1150"/>
                    <a:pt x="1325" y="1075"/>
                  </a:cubicBezTo>
                  <a:cubicBezTo>
                    <a:pt x="1762" y="813"/>
                    <a:pt x="1412" y="113"/>
                    <a:pt x="987" y="63"/>
                  </a:cubicBezTo>
                  <a:cubicBezTo>
                    <a:pt x="325" y="0"/>
                    <a:pt x="0" y="688"/>
                    <a:pt x="200" y="1225"/>
                  </a:cubicBezTo>
                  <a:cubicBezTo>
                    <a:pt x="237" y="1325"/>
                    <a:pt x="387" y="1288"/>
                    <a:pt x="350" y="1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7" name="Google Shape;3167;p97"/>
            <p:cNvSpPr/>
            <p:nvPr/>
          </p:nvSpPr>
          <p:spPr>
            <a:xfrm>
              <a:off x="685175" y="1354600"/>
              <a:ext cx="32200" cy="31875"/>
            </a:xfrm>
            <a:custGeom>
              <a:rect b="b" l="l" r="r" t="t"/>
              <a:pathLst>
                <a:path extrusionOk="0" h="1275" w="1288">
                  <a:moveTo>
                    <a:pt x="838" y="825"/>
                  </a:moveTo>
                  <a:lnTo>
                    <a:pt x="838" y="825"/>
                  </a:lnTo>
                  <a:cubicBezTo>
                    <a:pt x="826" y="900"/>
                    <a:pt x="926" y="950"/>
                    <a:pt x="988" y="887"/>
                  </a:cubicBezTo>
                  <a:cubicBezTo>
                    <a:pt x="1288" y="475"/>
                    <a:pt x="663" y="0"/>
                    <a:pt x="326" y="412"/>
                  </a:cubicBezTo>
                  <a:cubicBezTo>
                    <a:pt x="1" y="825"/>
                    <a:pt x="563" y="1275"/>
                    <a:pt x="938" y="950"/>
                  </a:cubicBezTo>
                  <a:cubicBezTo>
                    <a:pt x="1001" y="887"/>
                    <a:pt x="913" y="775"/>
                    <a:pt x="838" y="8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8" name="Google Shape;3168;p97"/>
            <p:cNvSpPr/>
            <p:nvPr/>
          </p:nvSpPr>
          <p:spPr>
            <a:xfrm>
              <a:off x="668300" y="1430500"/>
              <a:ext cx="113125" cy="77500"/>
            </a:xfrm>
            <a:custGeom>
              <a:rect b="b" l="l" r="r" t="t"/>
              <a:pathLst>
                <a:path extrusionOk="0" h="3100" w="4525">
                  <a:moveTo>
                    <a:pt x="151" y="3050"/>
                  </a:moveTo>
                  <a:cubicBezTo>
                    <a:pt x="1338" y="1688"/>
                    <a:pt x="2813" y="926"/>
                    <a:pt x="4437" y="176"/>
                  </a:cubicBezTo>
                  <a:cubicBezTo>
                    <a:pt x="4525" y="138"/>
                    <a:pt x="4462" y="1"/>
                    <a:pt x="4375" y="26"/>
                  </a:cubicBezTo>
                  <a:cubicBezTo>
                    <a:pt x="2663" y="538"/>
                    <a:pt x="1163" y="1550"/>
                    <a:pt x="51" y="2950"/>
                  </a:cubicBezTo>
                  <a:cubicBezTo>
                    <a:pt x="1" y="3012"/>
                    <a:pt x="88" y="3100"/>
                    <a:pt x="151" y="30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9" name="Google Shape;3169;p97"/>
            <p:cNvSpPr/>
            <p:nvPr/>
          </p:nvSpPr>
          <p:spPr>
            <a:xfrm>
              <a:off x="769525" y="1413950"/>
              <a:ext cx="32525" cy="30950"/>
            </a:xfrm>
            <a:custGeom>
              <a:rect b="b" l="l" r="r" t="t"/>
              <a:pathLst>
                <a:path extrusionOk="0" h="1238" w="1301">
                  <a:moveTo>
                    <a:pt x="388" y="850"/>
                  </a:moveTo>
                  <a:cubicBezTo>
                    <a:pt x="751" y="1238"/>
                    <a:pt x="1301" y="700"/>
                    <a:pt x="926" y="350"/>
                  </a:cubicBezTo>
                  <a:cubicBezTo>
                    <a:pt x="551" y="0"/>
                    <a:pt x="1" y="638"/>
                    <a:pt x="451" y="888"/>
                  </a:cubicBezTo>
                  <a:cubicBezTo>
                    <a:pt x="538" y="925"/>
                    <a:pt x="626" y="813"/>
                    <a:pt x="563" y="738"/>
                  </a:cubicBezTo>
                  <a:lnTo>
                    <a:pt x="501" y="738"/>
                  </a:lnTo>
                  <a:cubicBezTo>
                    <a:pt x="426" y="675"/>
                    <a:pt x="326" y="775"/>
                    <a:pt x="388" y="8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0" name="Google Shape;3170;p97"/>
            <p:cNvSpPr/>
            <p:nvPr/>
          </p:nvSpPr>
          <p:spPr>
            <a:xfrm>
              <a:off x="786400" y="1462675"/>
              <a:ext cx="10025" cy="5975"/>
            </a:xfrm>
            <a:custGeom>
              <a:rect b="b" l="l" r="r" t="t"/>
              <a:pathLst>
                <a:path extrusionOk="0" h="239" w="401">
                  <a:moveTo>
                    <a:pt x="126" y="213"/>
                  </a:moveTo>
                  <a:cubicBezTo>
                    <a:pt x="188" y="213"/>
                    <a:pt x="238" y="213"/>
                    <a:pt x="301" y="226"/>
                  </a:cubicBezTo>
                  <a:cubicBezTo>
                    <a:pt x="388" y="238"/>
                    <a:pt x="401" y="113"/>
                    <a:pt x="338" y="76"/>
                  </a:cubicBezTo>
                  <a:cubicBezTo>
                    <a:pt x="276" y="26"/>
                    <a:pt x="201" y="1"/>
                    <a:pt x="126" y="13"/>
                  </a:cubicBezTo>
                  <a:cubicBezTo>
                    <a:pt x="1" y="13"/>
                    <a:pt x="1" y="201"/>
                    <a:pt x="126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1" name="Google Shape;3171;p97"/>
            <p:cNvSpPr/>
            <p:nvPr/>
          </p:nvSpPr>
          <p:spPr>
            <a:xfrm>
              <a:off x="756725" y="1594850"/>
              <a:ext cx="7200" cy="10000"/>
            </a:xfrm>
            <a:custGeom>
              <a:rect b="b" l="l" r="r" t="t"/>
              <a:pathLst>
                <a:path extrusionOk="0" h="400" w="288">
                  <a:moveTo>
                    <a:pt x="38" y="150"/>
                  </a:moveTo>
                  <a:cubicBezTo>
                    <a:pt x="63" y="237"/>
                    <a:pt x="101" y="312"/>
                    <a:pt x="176" y="362"/>
                  </a:cubicBezTo>
                  <a:cubicBezTo>
                    <a:pt x="213" y="400"/>
                    <a:pt x="288" y="362"/>
                    <a:pt x="275" y="300"/>
                  </a:cubicBezTo>
                  <a:cubicBezTo>
                    <a:pt x="263" y="225"/>
                    <a:pt x="238" y="150"/>
                    <a:pt x="188" y="88"/>
                  </a:cubicBezTo>
                  <a:cubicBezTo>
                    <a:pt x="151" y="0"/>
                    <a:pt x="1" y="63"/>
                    <a:pt x="38" y="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2" name="Google Shape;3172;p97"/>
            <p:cNvSpPr/>
            <p:nvPr/>
          </p:nvSpPr>
          <p:spPr>
            <a:xfrm>
              <a:off x="627075" y="1453625"/>
              <a:ext cx="27825" cy="156850"/>
            </a:xfrm>
            <a:custGeom>
              <a:rect b="b" l="l" r="r" t="t"/>
              <a:pathLst>
                <a:path extrusionOk="0" h="6274" w="1113">
                  <a:moveTo>
                    <a:pt x="188" y="6174"/>
                  </a:moveTo>
                  <a:cubicBezTo>
                    <a:pt x="250" y="4899"/>
                    <a:pt x="500" y="3675"/>
                    <a:pt x="775" y="2437"/>
                  </a:cubicBezTo>
                  <a:cubicBezTo>
                    <a:pt x="950" y="1625"/>
                    <a:pt x="1113" y="913"/>
                    <a:pt x="788" y="113"/>
                  </a:cubicBezTo>
                  <a:cubicBezTo>
                    <a:pt x="750" y="1"/>
                    <a:pt x="588" y="51"/>
                    <a:pt x="613" y="163"/>
                  </a:cubicBezTo>
                  <a:cubicBezTo>
                    <a:pt x="925" y="1338"/>
                    <a:pt x="488" y="2462"/>
                    <a:pt x="250" y="3625"/>
                  </a:cubicBezTo>
                  <a:cubicBezTo>
                    <a:pt x="75" y="4462"/>
                    <a:pt x="0" y="5312"/>
                    <a:pt x="0" y="6174"/>
                  </a:cubicBezTo>
                  <a:cubicBezTo>
                    <a:pt x="25" y="6274"/>
                    <a:pt x="175" y="6274"/>
                    <a:pt x="188" y="6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3" name="Google Shape;3173;p97"/>
            <p:cNvSpPr/>
            <p:nvPr/>
          </p:nvSpPr>
          <p:spPr>
            <a:xfrm>
              <a:off x="627075" y="1432375"/>
              <a:ext cx="30950" cy="33150"/>
            </a:xfrm>
            <a:custGeom>
              <a:rect b="b" l="l" r="r" t="t"/>
              <a:pathLst>
                <a:path extrusionOk="0" h="1326" w="1238">
                  <a:moveTo>
                    <a:pt x="800" y="976"/>
                  </a:moveTo>
                  <a:cubicBezTo>
                    <a:pt x="1238" y="551"/>
                    <a:pt x="513" y="1"/>
                    <a:pt x="225" y="476"/>
                  </a:cubicBezTo>
                  <a:cubicBezTo>
                    <a:pt x="0" y="851"/>
                    <a:pt x="663" y="1325"/>
                    <a:pt x="813" y="851"/>
                  </a:cubicBezTo>
                  <a:cubicBezTo>
                    <a:pt x="825" y="763"/>
                    <a:pt x="725" y="701"/>
                    <a:pt x="650" y="763"/>
                  </a:cubicBezTo>
                  <a:cubicBezTo>
                    <a:pt x="663" y="801"/>
                    <a:pt x="675" y="838"/>
                    <a:pt x="688" y="876"/>
                  </a:cubicBezTo>
                  <a:cubicBezTo>
                    <a:pt x="638" y="963"/>
                    <a:pt x="738" y="1038"/>
                    <a:pt x="813" y="9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4" name="Google Shape;3174;p97"/>
            <p:cNvSpPr/>
            <p:nvPr/>
          </p:nvSpPr>
          <p:spPr>
            <a:xfrm>
              <a:off x="684550" y="1388025"/>
              <a:ext cx="22525" cy="72800"/>
            </a:xfrm>
            <a:custGeom>
              <a:rect b="b" l="l" r="r" t="t"/>
              <a:pathLst>
                <a:path extrusionOk="0" h="2912" w="901">
                  <a:moveTo>
                    <a:pt x="801" y="2650"/>
                  </a:moveTo>
                  <a:cubicBezTo>
                    <a:pt x="213" y="2012"/>
                    <a:pt x="263" y="975"/>
                    <a:pt x="451" y="188"/>
                  </a:cubicBezTo>
                  <a:cubicBezTo>
                    <a:pt x="488" y="63"/>
                    <a:pt x="326" y="0"/>
                    <a:pt x="251" y="113"/>
                  </a:cubicBezTo>
                  <a:cubicBezTo>
                    <a:pt x="1" y="525"/>
                    <a:pt x="26" y="1225"/>
                    <a:pt x="101" y="1687"/>
                  </a:cubicBezTo>
                  <a:cubicBezTo>
                    <a:pt x="151" y="2112"/>
                    <a:pt x="338" y="2500"/>
                    <a:pt x="638" y="2812"/>
                  </a:cubicBezTo>
                  <a:cubicBezTo>
                    <a:pt x="738" y="2912"/>
                    <a:pt x="901" y="2750"/>
                    <a:pt x="788" y="2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5" name="Google Shape;3175;p97"/>
            <p:cNvSpPr/>
            <p:nvPr/>
          </p:nvSpPr>
          <p:spPr>
            <a:xfrm>
              <a:off x="690175" y="1388950"/>
              <a:ext cx="23775" cy="70625"/>
            </a:xfrm>
            <a:custGeom>
              <a:rect b="b" l="l" r="r" t="t"/>
              <a:pathLst>
                <a:path extrusionOk="0" h="2825" w="951">
                  <a:moveTo>
                    <a:pt x="88" y="213"/>
                  </a:moveTo>
                  <a:cubicBezTo>
                    <a:pt x="763" y="763"/>
                    <a:pt x="501" y="1938"/>
                    <a:pt x="401" y="2650"/>
                  </a:cubicBezTo>
                  <a:cubicBezTo>
                    <a:pt x="376" y="2750"/>
                    <a:pt x="513" y="2825"/>
                    <a:pt x="576" y="2725"/>
                  </a:cubicBezTo>
                  <a:cubicBezTo>
                    <a:pt x="951" y="2013"/>
                    <a:pt x="888" y="588"/>
                    <a:pt x="201" y="63"/>
                  </a:cubicBezTo>
                  <a:cubicBezTo>
                    <a:pt x="113" y="1"/>
                    <a:pt x="1" y="138"/>
                    <a:pt x="88" y="2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6" name="Google Shape;3176;p97"/>
            <p:cNvSpPr/>
            <p:nvPr/>
          </p:nvSpPr>
          <p:spPr>
            <a:xfrm>
              <a:off x="642075" y="1541100"/>
              <a:ext cx="56875" cy="18150"/>
            </a:xfrm>
            <a:custGeom>
              <a:rect b="b" l="l" r="r" t="t"/>
              <a:pathLst>
                <a:path extrusionOk="0" h="726" w="2275">
                  <a:moveTo>
                    <a:pt x="113" y="500"/>
                  </a:moveTo>
                  <a:cubicBezTo>
                    <a:pt x="800" y="725"/>
                    <a:pt x="1537" y="638"/>
                    <a:pt x="2150" y="251"/>
                  </a:cubicBezTo>
                  <a:cubicBezTo>
                    <a:pt x="2275" y="188"/>
                    <a:pt x="2162" y="1"/>
                    <a:pt x="2037" y="63"/>
                  </a:cubicBezTo>
                  <a:cubicBezTo>
                    <a:pt x="1475" y="401"/>
                    <a:pt x="800" y="488"/>
                    <a:pt x="163" y="313"/>
                  </a:cubicBezTo>
                  <a:cubicBezTo>
                    <a:pt x="50" y="288"/>
                    <a:pt x="0" y="463"/>
                    <a:pt x="113" y="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7" name="Google Shape;3177;p97"/>
            <p:cNvSpPr/>
            <p:nvPr/>
          </p:nvSpPr>
          <p:spPr>
            <a:xfrm>
              <a:off x="642375" y="1531100"/>
              <a:ext cx="55950" cy="20950"/>
            </a:xfrm>
            <a:custGeom>
              <a:rect b="b" l="l" r="r" t="t"/>
              <a:pathLst>
                <a:path extrusionOk="0" h="838" w="2238">
                  <a:moveTo>
                    <a:pt x="2113" y="438"/>
                  </a:moveTo>
                  <a:cubicBezTo>
                    <a:pt x="1763" y="313"/>
                    <a:pt x="1" y="1"/>
                    <a:pt x="113" y="776"/>
                  </a:cubicBezTo>
                  <a:cubicBezTo>
                    <a:pt x="126" y="813"/>
                    <a:pt x="176" y="838"/>
                    <a:pt x="213" y="826"/>
                  </a:cubicBezTo>
                  <a:cubicBezTo>
                    <a:pt x="463" y="738"/>
                    <a:pt x="626" y="588"/>
                    <a:pt x="913" y="538"/>
                  </a:cubicBezTo>
                  <a:cubicBezTo>
                    <a:pt x="1300" y="488"/>
                    <a:pt x="1688" y="526"/>
                    <a:pt x="2050" y="663"/>
                  </a:cubicBezTo>
                  <a:cubicBezTo>
                    <a:pt x="2188" y="701"/>
                    <a:pt x="2238" y="501"/>
                    <a:pt x="2113" y="4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8" name="Google Shape;3178;p97"/>
            <p:cNvSpPr/>
            <p:nvPr/>
          </p:nvSpPr>
          <p:spPr>
            <a:xfrm>
              <a:off x="703625" y="1808525"/>
              <a:ext cx="26875" cy="82825"/>
            </a:xfrm>
            <a:custGeom>
              <a:rect b="b" l="l" r="r" t="t"/>
              <a:pathLst>
                <a:path extrusionOk="0" h="3313" w="1075">
                  <a:moveTo>
                    <a:pt x="350" y="3162"/>
                  </a:moveTo>
                  <a:cubicBezTo>
                    <a:pt x="288" y="2600"/>
                    <a:pt x="325" y="2038"/>
                    <a:pt x="462" y="1500"/>
                  </a:cubicBezTo>
                  <a:cubicBezTo>
                    <a:pt x="600" y="1013"/>
                    <a:pt x="887" y="613"/>
                    <a:pt x="1050" y="138"/>
                  </a:cubicBezTo>
                  <a:cubicBezTo>
                    <a:pt x="1075" y="63"/>
                    <a:pt x="962" y="1"/>
                    <a:pt x="912" y="63"/>
                  </a:cubicBezTo>
                  <a:cubicBezTo>
                    <a:pt x="138" y="813"/>
                    <a:pt x="0" y="2175"/>
                    <a:pt x="138" y="3187"/>
                  </a:cubicBezTo>
                  <a:cubicBezTo>
                    <a:pt x="163" y="3312"/>
                    <a:pt x="363" y="3287"/>
                    <a:pt x="350" y="3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9" name="Google Shape;3179;p97"/>
            <p:cNvSpPr/>
            <p:nvPr/>
          </p:nvSpPr>
          <p:spPr>
            <a:xfrm>
              <a:off x="708300" y="1808525"/>
              <a:ext cx="30950" cy="100950"/>
            </a:xfrm>
            <a:custGeom>
              <a:rect b="b" l="l" r="r" t="t"/>
              <a:pathLst>
                <a:path extrusionOk="0" h="4038" w="1238">
                  <a:moveTo>
                    <a:pt x="788" y="201"/>
                  </a:moveTo>
                  <a:cubicBezTo>
                    <a:pt x="900" y="876"/>
                    <a:pt x="1000" y="1575"/>
                    <a:pt x="850" y="2250"/>
                  </a:cubicBezTo>
                  <a:cubicBezTo>
                    <a:pt x="713" y="2800"/>
                    <a:pt x="400" y="3287"/>
                    <a:pt x="88" y="3762"/>
                  </a:cubicBezTo>
                  <a:cubicBezTo>
                    <a:pt x="1" y="3900"/>
                    <a:pt x="226" y="4037"/>
                    <a:pt x="313" y="3887"/>
                  </a:cubicBezTo>
                  <a:cubicBezTo>
                    <a:pt x="688" y="3325"/>
                    <a:pt x="1038" y="2738"/>
                    <a:pt x="1138" y="2050"/>
                  </a:cubicBezTo>
                  <a:cubicBezTo>
                    <a:pt x="1238" y="1425"/>
                    <a:pt x="1113" y="763"/>
                    <a:pt x="1000" y="138"/>
                  </a:cubicBezTo>
                  <a:cubicBezTo>
                    <a:pt x="975" y="1"/>
                    <a:pt x="763" y="63"/>
                    <a:pt x="788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0" name="Google Shape;3180;p97"/>
            <p:cNvSpPr/>
            <p:nvPr/>
          </p:nvSpPr>
          <p:spPr>
            <a:xfrm>
              <a:off x="887000" y="1496125"/>
              <a:ext cx="8475" cy="8125"/>
            </a:xfrm>
            <a:custGeom>
              <a:rect b="b" l="l" r="r" t="t"/>
              <a:pathLst>
                <a:path extrusionOk="0" h="325" w="339">
                  <a:moveTo>
                    <a:pt x="251" y="13"/>
                  </a:moveTo>
                  <a:cubicBezTo>
                    <a:pt x="163" y="0"/>
                    <a:pt x="76" y="38"/>
                    <a:pt x="38" y="113"/>
                  </a:cubicBezTo>
                  <a:cubicBezTo>
                    <a:pt x="13" y="125"/>
                    <a:pt x="1" y="163"/>
                    <a:pt x="13" y="188"/>
                  </a:cubicBezTo>
                  <a:cubicBezTo>
                    <a:pt x="26" y="213"/>
                    <a:pt x="26" y="250"/>
                    <a:pt x="38" y="275"/>
                  </a:cubicBezTo>
                  <a:cubicBezTo>
                    <a:pt x="51" y="300"/>
                    <a:pt x="113" y="325"/>
                    <a:pt x="138" y="288"/>
                  </a:cubicBezTo>
                  <a:lnTo>
                    <a:pt x="276" y="150"/>
                  </a:lnTo>
                  <a:cubicBezTo>
                    <a:pt x="338" y="125"/>
                    <a:pt x="338" y="0"/>
                    <a:pt x="251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1" name="Google Shape;3181;p97"/>
            <p:cNvSpPr/>
            <p:nvPr/>
          </p:nvSpPr>
          <p:spPr>
            <a:xfrm>
              <a:off x="893575" y="1496125"/>
              <a:ext cx="58750" cy="15000"/>
            </a:xfrm>
            <a:custGeom>
              <a:rect b="b" l="l" r="r" t="t"/>
              <a:pathLst>
                <a:path extrusionOk="0" h="600" w="2350">
                  <a:moveTo>
                    <a:pt x="50" y="125"/>
                  </a:moveTo>
                  <a:cubicBezTo>
                    <a:pt x="725" y="462"/>
                    <a:pt x="1525" y="600"/>
                    <a:pt x="2262" y="375"/>
                  </a:cubicBezTo>
                  <a:cubicBezTo>
                    <a:pt x="2350" y="350"/>
                    <a:pt x="2337" y="188"/>
                    <a:pt x="2237" y="200"/>
                  </a:cubicBezTo>
                  <a:cubicBezTo>
                    <a:pt x="1487" y="288"/>
                    <a:pt x="812" y="288"/>
                    <a:pt x="100" y="25"/>
                  </a:cubicBezTo>
                  <a:cubicBezTo>
                    <a:pt x="38" y="0"/>
                    <a:pt x="0" y="100"/>
                    <a:pt x="50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2" name="Google Shape;3182;p97"/>
            <p:cNvSpPr/>
            <p:nvPr/>
          </p:nvSpPr>
          <p:spPr>
            <a:xfrm>
              <a:off x="927000" y="1501125"/>
              <a:ext cx="25325" cy="17200"/>
            </a:xfrm>
            <a:custGeom>
              <a:rect b="b" l="l" r="r" t="t"/>
              <a:pathLst>
                <a:path extrusionOk="0" h="688" w="1013">
                  <a:moveTo>
                    <a:pt x="825" y="75"/>
                  </a:moveTo>
                  <a:cubicBezTo>
                    <a:pt x="613" y="337"/>
                    <a:pt x="375" y="412"/>
                    <a:pt x="75" y="525"/>
                  </a:cubicBezTo>
                  <a:cubicBezTo>
                    <a:pt x="0" y="562"/>
                    <a:pt x="0" y="687"/>
                    <a:pt x="100" y="675"/>
                  </a:cubicBezTo>
                  <a:cubicBezTo>
                    <a:pt x="450" y="662"/>
                    <a:pt x="763" y="475"/>
                    <a:pt x="963" y="187"/>
                  </a:cubicBezTo>
                  <a:cubicBezTo>
                    <a:pt x="1013" y="100"/>
                    <a:pt x="888" y="0"/>
                    <a:pt x="825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3" name="Google Shape;3183;p97"/>
            <p:cNvSpPr/>
            <p:nvPr/>
          </p:nvSpPr>
          <p:spPr>
            <a:xfrm>
              <a:off x="886700" y="1501125"/>
              <a:ext cx="26575" cy="55300"/>
            </a:xfrm>
            <a:custGeom>
              <a:rect b="b" l="l" r="r" t="t"/>
              <a:pathLst>
                <a:path extrusionOk="0" h="2212" w="1063">
                  <a:moveTo>
                    <a:pt x="38" y="138"/>
                  </a:moveTo>
                  <a:cubicBezTo>
                    <a:pt x="213" y="437"/>
                    <a:pt x="363" y="750"/>
                    <a:pt x="488" y="1087"/>
                  </a:cubicBezTo>
                  <a:cubicBezTo>
                    <a:pt x="600" y="1437"/>
                    <a:pt x="525" y="1737"/>
                    <a:pt x="488" y="2099"/>
                  </a:cubicBezTo>
                  <a:cubicBezTo>
                    <a:pt x="475" y="2187"/>
                    <a:pt x="600" y="2212"/>
                    <a:pt x="638" y="2137"/>
                  </a:cubicBezTo>
                  <a:cubicBezTo>
                    <a:pt x="1062" y="1437"/>
                    <a:pt x="600" y="600"/>
                    <a:pt x="125" y="50"/>
                  </a:cubicBezTo>
                  <a:cubicBezTo>
                    <a:pt x="75" y="0"/>
                    <a:pt x="0" y="75"/>
                    <a:pt x="25" y="1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4" name="Google Shape;3184;p97"/>
            <p:cNvSpPr/>
            <p:nvPr/>
          </p:nvSpPr>
          <p:spPr>
            <a:xfrm>
              <a:off x="897000" y="1522975"/>
              <a:ext cx="17200" cy="34700"/>
            </a:xfrm>
            <a:custGeom>
              <a:rect b="b" l="l" r="r" t="t"/>
              <a:pathLst>
                <a:path extrusionOk="0" h="1388" w="688">
                  <a:moveTo>
                    <a:pt x="301" y="1263"/>
                  </a:moveTo>
                  <a:cubicBezTo>
                    <a:pt x="563" y="938"/>
                    <a:pt x="688" y="513"/>
                    <a:pt x="638" y="101"/>
                  </a:cubicBezTo>
                  <a:cubicBezTo>
                    <a:pt x="613" y="1"/>
                    <a:pt x="463" y="38"/>
                    <a:pt x="463" y="126"/>
                  </a:cubicBezTo>
                  <a:cubicBezTo>
                    <a:pt x="438" y="513"/>
                    <a:pt x="375" y="813"/>
                    <a:pt x="113" y="1101"/>
                  </a:cubicBezTo>
                  <a:cubicBezTo>
                    <a:pt x="1" y="1238"/>
                    <a:pt x="201" y="1388"/>
                    <a:pt x="301" y="1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5" name="Google Shape;3185;p97"/>
            <p:cNvSpPr/>
            <p:nvPr/>
          </p:nvSpPr>
          <p:spPr>
            <a:xfrm>
              <a:off x="907925" y="1521425"/>
              <a:ext cx="22850" cy="11275"/>
            </a:xfrm>
            <a:custGeom>
              <a:rect b="b" l="l" r="r" t="t"/>
              <a:pathLst>
                <a:path extrusionOk="0" h="451" w="914">
                  <a:moveTo>
                    <a:pt x="126" y="213"/>
                  </a:moveTo>
                  <a:cubicBezTo>
                    <a:pt x="351" y="275"/>
                    <a:pt x="551" y="388"/>
                    <a:pt x="776" y="425"/>
                  </a:cubicBezTo>
                  <a:cubicBezTo>
                    <a:pt x="863" y="450"/>
                    <a:pt x="913" y="338"/>
                    <a:pt x="838" y="288"/>
                  </a:cubicBezTo>
                  <a:cubicBezTo>
                    <a:pt x="638" y="163"/>
                    <a:pt x="413" y="75"/>
                    <a:pt x="176" y="38"/>
                  </a:cubicBezTo>
                  <a:cubicBezTo>
                    <a:pt x="51" y="0"/>
                    <a:pt x="1" y="175"/>
                    <a:pt x="126" y="2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6" name="Google Shape;3186;p97"/>
            <p:cNvSpPr/>
            <p:nvPr/>
          </p:nvSpPr>
          <p:spPr>
            <a:xfrm>
              <a:off x="915425" y="1512975"/>
              <a:ext cx="16275" cy="19725"/>
            </a:xfrm>
            <a:custGeom>
              <a:rect b="b" l="l" r="r" t="t"/>
              <a:pathLst>
                <a:path extrusionOk="0" h="789" w="651">
                  <a:moveTo>
                    <a:pt x="588" y="563"/>
                  </a:moveTo>
                  <a:cubicBezTo>
                    <a:pt x="501" y="376"/>
                    <a:pt x="376" y="201"/>
                    <a:pt x="213" y="63"/>
                  </a:cubicBezTo>
                  <a:cubicBezTo>
                    <a:pt x="138" y="1"/>
                    <a:pt x="1" y="88"/>
                    <a:pt x="63" y="176"/>
                  </a:cubicBezTo>
                  <a:cubicBezTo>
                    <a:pt x="176" y="351"/>
                    <a:pt x="288" y="501"/>
                    <a:pt x="401" y="663"/>
                  </a:cubicBezTo>
                  <a:cubicBezTo>
                    <a:pt x="476" y="788"/>
                    <a:pt x="651" y="688"/>
                    <a:pt x="588" y="5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7" name="Google Shape;3187;p97"/>
            <p:cNvSpPr/>
            <p:nvPr/>
          </p:nvSpPr>
          <p:spPr>
            <a:xfrm>
              <a:off x="917300" y="1513300"/>
              <a:ext cx="17225" cy="6900"/>
            </a:xfrm>
            <a:custGeom>
              <a:rect b="b" l="l" r="r" t="t"/>
              <a:pathLst>
                <a:path extrusionOk="0" h="276" w="689">
                  <a:moveTo>
                    <a:pt x="126" y="225"/>
                  </a:moveTo>
                  <a:cubicBezTo>
                    <a:pt x="288" y="275"/>
                    <a:pt x="463" y="250"/>
                    <a:pt x="613" y="163"/>
                  </a:cubicBezTo>
                  <a:cubicBezTo>
                    <a:pt x="688" y="113"/>
                    <a:pt x="626" y="0"/>
                    <a:pt x="551" y="25"/>
                  </a:cubicBezTo>
                  <a:lnTo>
                    <a:pt x="176" y="38"/>
                  </a:lnTo>
                  <a:cubicBezTo>
                    <a:pt x="51" y="13"/>
                    <a:pt x="1" y="188"/>
                    <a:pt x="126" y="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8" name="Google Shape;3188;p97"/>
            <p:cNvSpPr/>
            <p:nvPr/>
          </p:nvSpPr>
          <p:spPr>
            <a:xfrm>
              <a:off x="926050" y="1528925"/>
              <a:ext cx="28775" cy="23450"/>
            </a:xfrm>
            <a:custGeom>
              <a:rect b="b" l="l" r="r" t="t"/>
              <a:pathLst>
                <a:path extrusionOk="0" h="938" w="1151">
                  <a:moveTo>
                    <a:pt x="501" y="163"/>
                  </a:moveTo>
                  <a:cubicBezTo>
                    <a:pt x="1" y="263"/>
                    <a:pt x="276" y="937"/>
                    <a:pt x="713" y="838"/>
                  </a:cubicBezTo>
                  <a:cubicBezTo>
                    <a:pt x="1150" y="750"/>
                    <a:pt x="1013" y="0"/>
                    <a:pt x="513" y="150"/>
                  </a:cubicBezTo>
                  <a:cubicBezTo>
                    <a:pt x="401" y="188"/>
                    <a:pt x="426" y="350"/>
                    <a:pt x="538" y="350"/>
                  </a:cubicBezTo>
                  <a:cubicBezTo>
                    <a:pt x="538" y="350"/>
                    <a:pt x="538" y="325"/>
                    <a:pt x="551" y="325"/>
                  </a:cubicBezTo>
                  <a:cubicBezTo>
                    <a:pt x="663" y="288"/>
                    <a:pt x="613" y="125"/>
                    <a:pt x="501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9" name="Google Shape;3189;p97"/>
            <p:cNvSpPr/>
            <p:nvPr/>
          </p:nvSpPr>
          <p:spPr>
            <a:xfrm>
              <a:off x="6209675" y="1202450"/>
              <a:ext cx="551125" cy="190275"/>
            </a:xfrm>
            <a:custGeom>
              <a:rect b="b" l="l" r="r" t="t"/>
              <a:pathLst>
                <a:path extrusionOk="0" h="7611" w="22045">
                  <a:moveTo>
                    <a:pt x="225" y="2949"/>
                  </a:moveTo>
                  <a:cubicBezTo>
                    <a:pt x="5049" y="7611"/>
                    <a:pt x="11447" y="0"/>
                    <a:pt x="17096" y="1300"/>
                  </a:cubicBezTo>
                  <a:cubicBezTo>
                    <a:pt x="20083" y="2000"/>
                    <a:pt x="22045" y="4312"/>
                    <a:pt x="21945" y="7373"/>
                  </a:cubicBezTo>
                  <a:cubicBezTo>
                    <a:pt x="21932" y="7461"/>
                    <a:pt x="21820" y="7461"/>
                    <a:pt x="21807" y="7373"/>
                  </a:cubicBezTo>
                  <a:cubicBezTo>
                    <a:pt x="21532" y="1100"/>
                    <a:pt x="14534" y="887"/>
                    <a:pt x="10173" y="2724"/>
                  </a:cubicBezTo>
                  <a:cubicBezTo>
                    <a:pt x="8448" y="3449"/>
                    <a:pt x="6736" y="4437"/>
                    <a:pt x="4837" y="4661"/>
                  </a:cubicBezTo>
                  <a:cubicBezTo>
                    <a:pt x="2937" y="4886"/>
                    <a:pt x="1425" y="4387"/>
                    <a:pt x="88" y="3087"/>
                  </a:cubicBezTo>
                  <a:cubicBezTo>
                    <a:pt x="0" y="2999"/>
                    <a:pt x="125" y="2874"/>
                    <a:pt x="213" y="294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0" name="Google Shape;3190;p97"/>
            <p:cNvSpPr/>
            <p:nvPr/>
          </p:nvSpPr>
          <p:spPr>
            <a:xfrm>
              <a:off x="6575200" y="1369575"/>
              <a:ext cx="180925" cy="121575"/>
            </a:xfrm>
            <a:custGeom>
              <a:rect b="b" l="l" r="r" t="t"/>
              <a:pathLst>
                <a:path extrusionOk="0" h="4863" w="7237">
                  <a:moveTo>
                    <a:pt x="7224" y="1688"/>
                  </a:moveTo>
                  <a:cubicBezTo>
                    <a:pt x="7086" y="3700"/>
                    <a:pt x="4624" y="4862"/>
                    <a:pt x="2825" y="4325"/>
                  </a:cubicBezTo>
                  <a:cubicBezTo>
                    <a:pt x="1313" y="3875"/>
                    <a:pt x="0" y="1338"/>
                    <a:pt x="1388" y="88"/>
                  </a:cubicBezTo>
                  <a:cubicBezTo>
                    <a:pt x="1463" y="1"/>
                    <a:pt x="1588" y="126"/>
                    <a:pt x="1500" y="201"/>
                  </a:cubicBezTo>
                  <a:cubicBezTo>
                    <a:pt x="113" y="1725"/>
                    <a:pt x="1775" y="4025"/>
                    <a:pt x="3400" y="4225"/>
                  </a:cubicBezTo>
                  <a:cubicBezTo>
                    <a:pt x="4949" y="4425"/>
                    <a:pt x="6911" y="3413"/>
                    <a:pt x="7024" y="1688"/>
                  </a:cubicBezTo>
                  <a:cubicBezTo>
                    <a:pt x="7036" y="1563"/>
                    <a:pt x="7236" y="1563"/>
                    <a:pt x="7224" y="16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1" name="Google Shape;3191;p97"/>
            <p:cNvSpPr/>
            <p:nvPr/>
          </p:nvSpPr>
          <p:spPr>
            <a:xfrm>
              <a:off x="6628300" y="1348025"/>
              <a:ext cx="73450" cy="77200"/>
            </a:xfrm>
            <a:custGeom>
              <a:rect b="b" l="l" r="r" t="t"/>
              <a:pathLst>
                <a:path extrusionOk="0" h="3088" w="2938">
                  <a:moveTo>
                    <a:pt x="88" y="488"/>
                  </a:moveTo>
                  <a:cubicBezTo>
                    <a:pt x="913" y="1"/>
                    <a:pt x="2138" y="351"/>
                    <a:pt x="2550" y="1238"/>
                  </a:cubicBezTo>
                  <a:cubicBezTo>
                    <a:pt x="2938" y="2063"/>
                    <a:pt x="2325" y="2987"/>
                    <a:pt x="1451" y="3075"/>
                  </a:cubicBezTo>
                  <a:cubicBezTo>
                    <a:pt x="1338" y="3087"/>
                    <a:pt x="1313" y="2900"/>
                    <a:pt x="1426" y="2887"/>
                  </a:cubicBezTo>
                  <a:cubicBezTo>
                    <a:pt x="2238" y="2737"/>
                    <a:pt x="2738" y="1913"/>
                    <a:pt x="2275" y="1163"/>
                  </a:cubicBezTo>
                  <a:cubicBezTo>
                    <a:pt x="1800" y="476"/>
                    <a:pt x="901" y="251"/>
                    <a:pt x="163" y="625"/>
                  </a:cubicBezTo>
                  <a:cubicBezTo>
                    <a:pt x="76" y="675"/>
                    <a:pt x="1" y="538"/>
                    <a:pt x="88" y="4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2" name="Google Shape;3192;p97"/>
            <p:cNvSpPr/>
            <p:nvPr/>
          </p:nvSpPr>
          <p:spPr>
            <a:xfrm>
              <a:off x="6655500" y="1418950"/>
              <a:ext cx="25" cy="325"/>
            </a:xfrm>
            <a:custGeom>
              <a:rect b="b" l="l" r="r" t="t"/>
              <a:pathLst>
                <a:path extrusionOk="0" h="13" w="1">
                  <a:moveTo>
                    <a:pt x="0" y="1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3" name="Google Shape;3193;p97"/>
            <p:cNvSpPr/>
            <p:nvPr/>
          </p:nvSpPr>
          <p:spPr>
            <a:xfrm>
              <a:off x="6641425" y="1240875"/>
              <a:ext cx="206550" cy="104050"/>
            </a:xfrm>
            <a:custGeom>
              <a:rect b="b" l="l" r="r" t="t"/>
              <a:pathLst>
                <a:path extrusionOk="0" h="4162" w="8262">
                  <a:moveTo>
                    <a:pt x="138" y="25"/>
                  </a:moveTo>
                  <a:cubicBezTo>
                    <a:pt x="1263" y="263"/>
                    <a:pt x="2325" y="725"/>
                    <a:pt x="3275" y="1375"/>
                  </a:cubicBezTo>
                  <a:cubicBezTo>
                    <a:pt x="4725" y="2387"/>
                    <a:pt x="6199" y="4162"/>
                    <a:pt x="8086" y="2875"/>
                  </a:cubicBezTo>
                  <a:cubicBezTo>
                    <a:pt x="8161" y="2825"/>
                    <a:pt x="8261" y="2950"/>
                    <a:pt x="8186" y="3012"/>
                  </a:cubicBezTo>
                  <a:cubicBezTo>
                    <a:pt x="7436" y="3699"/>
                    <a:pt x="6487" y="3699"/>
                    <a:pt x="5562" y="3299"/>
                  </a:cubicBezTo>
                  <a:cubicBezTo>
                    <a:pt x="4887" y="2999"/>
                    <a:pt x="4362" y="2475"/>
                    <a:pt x="3787" y="2025"/>
                  </a:cubicBezTo>
                  <a:cubicBezTo>
                    <a:pt x="2713" y="1137"/>
                    <a:pt x="1450" y="500"/>
                    <a:pt x="88" y="175"/>
                  </a:cubicBezTo>
                  <a:cubicBezTo>
                    <a:pt x="1" y="150"/>
                    <a:pt x="38" y="0"/>
                    <a:pt x="138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4" name="Google Shape;3194;p97"/>
            <p:cNvSpPr/>
            <p:nvPr/>
          </p:nvSpPr>
          <p:spPr>
            <a:xfrm>
              <a:off x="6499275" y="1245875"/>
              <a:ext cx="88450" cy="80000"/>
            </a:xfrm>
            <a:custGeom>
              <a:rect b="b" l="l" r="r" t="t"/>
              <a:pathLst>
                <a:path extrusionOk="0" h="3200" w="3538">
                  <a:moveTo>
                    <a:pt x="101" y="313"/>
                  </a:moveTo>
                  <a:cubicBezTo>
                    <a:pt x="988" y="113"/>
                    <a:pt x="1838" y="0"/>
                    <a:pt x="2638" y="488"/>
                  </a:cubicBezTo>
                  <a:cubicBezTo>
                    <a:pt x="3175" y="813"/>
                    <a:pt x="3537" y="1325"/>
                    <a:pt x="3437" y="1975"/>
                  </a:cubicBezTo>
                  <a:cubicBezTo>
                    <a:pt x="3337" y="2587"/>
                    <a:pt x="2838" y="3062"/>
                    <a:pt x="2225" y="3137"/>
                  </a:cubicBezTo>
                  <a:cubicBezTo>
                    <a:pt x="1750" y="3187"/>
                    <a:pt x="1075" y="3024"/>
                    <a:pt x="1026" y="2475"/>
                  </a:cubicBezTo>
                  <a:cubicBezTo>
                    <a:pt x="1013" y="2387"/>
                    <a:pt x="1150" y="2387"/>
                    <a:pt x="1150" y="2475"/>
                  </a:cubicBezTo>
                  <a:cubicBezTo>
                    <a:pt x="1225" y="3199"/>
                    <a:pt x="2438" y="2937"/>
                    <a:pt x="2750" y="2712"/>
                  </a:cubicBezTo>
                  <a:cubicBezTo>
                    <a:pt x="3237" y="2362"/>
                    <a:pt x="3387" y="1700"/>
                    <a:pt x="3087" y="1175"/>
                  </a:cubicBezTo>
                  <a:cubicBezTo>
                    <a:pt x="2475" y="163"/>
                    <a:pt x="1125" y="263"/>
                    <a:pt x="151" y="488"/>
                  </a:cubicBezTo>
                  <a:cubicBezTo>
                    <a:pt x="38" y="513"/>
                    <a:pt x="1" y="338"/>
                    <a:pt x="101" y="3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5" name="Google Shape;3195;p97"/>
            <p:cNvSpPr/>
            <p:nvPr/>
          </p:nvSpPr>
          <p:spPr>
            <a:xfrm>
              <a:off x="6443675" y="1272100"/>
              <a:ext cx="33125" cy="43775"/>
            </a:xfrm>
            <a:custGeom>
              <a:rect b="b" l="l" r="r" t="t"/>
              <a:pathLst>
                <a:path extrusionOk="0" h="1751" w="1325">
                  <a:moveTo>
                    <a:pt x="88" y="188"/>
                  </a:moveTo>
                  <a:cubicBezTo>
                    <a:pt x="638" y="1"/>
                    <a:pt x="1325" y="326"/>
                    <a:pt x="1250" y="976"/>
                  </a:cubicBezTo>
                  <a:cubicBezTo>
                    <a:pt x="1200" y="1413"/>
                    <a:pt x="500" y="1750"/>
                    <a:pt x="238" y="1326"/>
                  </a:cubicBezTo>
                  <a:cubicBezTo>
                    <a:pt x="175" y="1213"/>
                    <a:pt x="350" y="1101"/>
                    <a:pt x="425" y="1213"/>
                  </a:cubicBezTo>
                  <a:cubicBezTo>
                    <a:pt x="538" y="1288"/>
                    <a:pt x="675" y="1301"/>
                    <a:pt x="800" y="1263"/>
                  </a:cubicBezTo>
                  <a:cubicBezTo>
                    <a:pt x="1075" y="1026"/>
                    <a:pt x="1125" y="813"/>
                    <a:pt x="950" y="613"/>
                  </a:cubicBezTo>
                  <a:cubicBezTo>
                    <a:pt x="788" y="301"/>
                    <a:pt x="450" y="263"/>
                    <a:pt x="138" y="351"/>
                  </a:cubicBezTo>
                  <a:cubicBezTo>
                    <a:pt x="38" y="376"/>
                    <a:pt x="0" y="226"/>
                    <a:pt x="100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6" name="Google Shape;3196;p97"/>
            <p:cNvSpPr/>
            <p:nvPr/>
          </p:nvSpPr>
          <p:spPr>
            <a:xfrm>
              <a:off x="6835450" y="1292100"/>
              <a:ext cx="31875" cy="31900"/>
            </a:xfrm>
            <a:custGeom>
              <a:rect b="b" l="l" r="r" t="t"/>
              <a:pathLst>
                <a:path extrusionOk="0" h="1276" w="1275">
                  <a:moveTo>
                    <a:pt x="325" y="925"/>
                  </a:moveTo>
                  <a:cubicBezTo>
                    <a:pt x="0" y="563"/>
                    <a:pt x="450" y="1"/>
                    <a:pt x="863" y="326"/>
                  </a:cubicBezTo>
                  <a:cubicBezTo>
                    <a:pt x="1275" y="651"/>
                    <a:pt x="800" y="1275"/>
                    <a:pt x="388" y="975"/>
                  </a:cubicBezTo>
                  <a:cubicBezTo>
                    <a:pt x="325" y="925"/>
                    <a:pt x="375" y="813"/>
                    <a:pt x="463" y="826"/>
                  </a:cubicBezTo>
                  <a:lnTo>
                    <a:pt x="463" y="826"/>
                  </a:lnTo>
                  <a:cubicBezTo>
                    <a:pt x="500" y="901"/>
                    <a:pt x="400" y="1000"/>
                    <a:pt x="338" y="9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7" name="Google Shape;3197;p97"/>
            <p:cNvSpPr/>
            <p:nvPr/>
          </p:nvSpPr>
          <p:spPr>
            <a:xfrm>
              <a:off x="6713600" y="1274925"/>
              <a:ext cx="77825" cy="113125"/>
            </a:xfrm>
            <a:custGeom>
              <a:rect b="b" l="l" r="r" t="t"/>
              <a:pathLst>
                <a:path extrusionOk="0" h="4525" w="3113">
                  <a:moveTo>
                    <a:pt x="163" y="63"/>
                  </a:moveTo>
                  <a:cubicBezTo>
                    <a:pt x="1550" y="1163"/>
                    <a:pt x="2575" y="2675"/>
                    <a:pt x="3087" y="4374"/>
                  </a:cubicBezTo>
                  <a:cubicBezTo>
                    <a:pt x="3112" y="4462"/>
                    <a:pt x="2975" y="4524"/>
                    <a:pt x="2925" y="4437"/>
                  </a:cubicBezTo>
                  <a:cubicBezTo>
                    <a:pt x="2175" y="2825"/>
                    <a:pt x="1413" y="1338"/>
                    <a:pt x="63" y="150"/>
                  </a:cubicBezTo>
                  <a:cubicBezTo>
                    <a:pt x="1" y="100"/>
                    <a:pt x="88" y="0"/>
                    <a:pt x="150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8" name="Google Shape;3198;p97"/>
            <p:cNvSpPr/>
            <p:nvPr/>
          </p:nvSpPr>
          <p:spPr>
            <a:xfrm>
              <a:off x="6777025" y="1376150"/>
              <a:ext cx="30650" cy="32525"/>
            </a:xfrm>
            <a:custGeom>
              <a:rect b="b" l="l" r="r" t="t"/>
              <a:pathLst>
                <a:path extrusionOk="0" h="1301" w="1226">
                  <a:moveTo>
                    <a:pt x="500" y="500"/>
                  </a:moveTo>
                  <a:lnTo>
                    <a:pt x="500" y="563"/>
                  </a:lnTo>
                  <a:cubicBezTo>
                    <a:pt x="425" y="638"/>
                    <a:pt x="313" y="550"/>
                    <a:pt x="350" y="450"/>
                  </a:cubicBezTo>
                  <a:cubicBezTo>
                    <a:pt x="600" y="0"/>
                    <a:pt x="1225" y="550"/>
                    <a:pt x="888" y="925"/>
                  </a:cubicBezTo>
                  <a:cubicBezTo>
                    <a:pt x="550" y="1300"/>
                    <a:pt x="0" y="750"/>
                    <a:pt x="388" y="388"/>
                  </a:cubicBezTo>
                  <a:cubicBezTo>
                    <a:pt x="463" y="325"/>
                    <a:pt x="563" y="425"/>
                    <a:pt x="500" y="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9" name="Google Shape;3199;p97"/>
            <p:cNvSpPr/>
            <p:nvPr/>
          </p:nvSpPr>
          <p:spPr>
            <a:xfrm>
              <a:off x="6753275" y="1393325"/>
              <a:ext cx="5650" cy="9725"/>
            </a:xfrm>
            <a:custGeom>
              <a:rect b="b" l="l" r="r" t="t"/>
              <a:pathLst>
                <a:path extrusionOk="0" h="389" w="226">
                  <a:moveTo>
                    <a:pt x="213" y="126"/>
                  </a:moveTo>
                  <a:cubicBezTo>
                    <a:pt x="226" y="201"/>
                    <a:pt x="213" y="276"/>
                    <a:pt x="163" y="326"/>
                  </a:cubicBezTo>
                  <a:cubicBezTo>
                    <a:pt x="126" y="388"/>
                    <a:pt x="1" y="376"/>
                    <a:pt x="1" y="288"/>
                  </a:cubicBezTo>
                  <a:cubicBezTo>
                    <a:pt x="13" y="238"/>
                    <a:pt x="13" y="176"/>
                    <a:pt x="26" y="126"/>
                  </a:cubicBezTo>
                  <a:cubicBezTo>
                    <a:pt x="26" y="1"/>
                    <a:pt x="213" y="1"/>
                    <a:pt x="213" y="1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0" name="Google Shape;3200;p97"/>
            <p:cNvSpPr/>
            <p:nvPr/>
          </p:nvSpPr>
          <p:spPr>
            <a:xfrm>
              <a:off x="6617075" y="1363650"/>
              <a:ext cx="10000" cy="6900"/>
            </a:xfrm>
            <a:custGeom>
              <a:rect b="b" l="l" r="r" t="t"/>
              <a:pathLst>
                <a:path extrusionOk="0" h="276" w="400">
                  <a:moveTo>
                    <a:pt x="312" y="188"/>
                  </a:moveTo>
                  <a:cubicBezTo>
                    <a:pt x="250" y="225"/>
                    <a:pt x="175" y="250"/>
                    <a:pt x="100" y="263"/>
                  </a:cubicBezTo>
                  <a:cubicBezTo>
                    <a:pt x="38" y="275"/>
                    <a:pt x="0" y="213"/>
                    <a:pt x="38" y="163"/>
                  </a:cubicBezTo>
                  <a:cubicBezTo>
                    <a:pt x="88" y="100"/>
                    <a:pt x="163" y="50"/>
                    <a:pt x="250" y="25"/>
                  </a:cubicBezTo>
                  <a:cubicBezTo>
                    <a:pt x="337" y="0"/>
                    <a:pt x="400" y="138"/>
                    <a:pt x="312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1" name="Google Shape;3201;p97"/>
            <p:cNvSpPr/>
            <p:nvPr/>
          </p:nvSpPr>
          <p:spPr>
            <a:xfrm>
              <a:off x="6611450" y="1234000"/>
              <a:ext cx="156850" cy="27525"/>
            </a:xfrm>
            <a:custGeom>
              <a:rect b="b" l="l" r="r" t="t"/>
              <a:pathLst>
                <a:path extrusionOk="0" h="1101" w="6274">
                  <a:moveTo>
                    <a:pt x="100" y="13"/>
                  </a:moveTo>
                  <a:cubicBezTo>
                    <a:pt x="950" y="0"/>
                    <a:pt x="1812" y="75"/>
                    <a:pt x="2649" y="250"/>
                  </a:cubicBezTo>
                  <a:cubicBezTo>
                    <a:pt x="3812" y="488"/>
                    <a:pt x="4924" y="925"/>
                    <a:pt x="6111" y="613"/>
                  </a:cubicBezTo>
                  <a:cubicBezTo>
                    <a:pt x="6223" y="575"/>
                    <a:pt x="6273" y="763"/>
                    <a:pt x="6161" y="788"/>
                  </a:cubicBezTo>
                  <a:cubicBezTo>
                    <a:pt x="5361" y="1100"/>
                    <a:pt x="4636" y="950"/>
                    <a:pt x="3824" y="775"/>
                  </a:cubicBezTo>
                  <a:cubicBezTo>
                    <a:pt x="2587" y="500"/>
                    <a:pt x="1375" y="250"/>
                    <a:pt x="100" y="188"/>
                  </a:cubicBezTo>
                  <a:cubicBezTo>
                    <a:pt x="0" y="175"/>
                    <a:pt x="0" y="25"/>
                    <a:pt x="100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2" name="Google Shape;3202;p97"/>
            <p:cNvSpPr/>
            <p:nvPr/>
          </p:nvSpPr>
          <p:spPr>
            <a:xfrm>
              <a:off x="6756400" y="1233675"/>
              <a:ext cx="33150" cy="30975"/>
            </a:xfrm>
            <a:custGeom>
              <a:rect b="b" l="l" r="r" t="t"/>
              <a:pathLst>
                <a:path extrusionOk="0" h="1239" w="1326">
                  <a:moveTo>
                    <a:pt x="450" y="688"/>
                  </a:moveTo>
                  <a:lnTo>
                    <a:pt x="563" y="651"/>
                  </a:lnTo>
                  <a:cubicBezTo>
                    <a:pt x="625" y="726"/>
                    <a:pt x="563" y="826"/>
                    <a:pt x="475" y="813"/>
                  </a:cubicBezTo>
                  <a:cubicBezTo>
                    <a:pt x="1" y="651"/>
                    <a:pt x="475" y="1"/>
                    <a:pt x="863" y="226"/>
                  </a:cubicBezTo>
                  <a:cubicBezTo>
                    <a:pt x="1325" y="526"/>
                    <a:pt x="788" y="1238"/>
                    <a:pt x="350" y="801"/>
                  </a:cubicBezTo>
                  <a:cubicBezTo>
                    <a:pt x="301" y="738"/>
                    <a:pt x="375" y="638"/>
                    <a:pt x="450" y="6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3" name="Google Shape;3203;p97"/>
            <p:cNvSpPr/>
            <p:nvPr/>
          </p:nvSpPr>
          <p:spPr>
            <a:xfrm>
              <a:off x="6761100" y="1291175"/>
              <a:ext cx="72800" cy="22525"/>
            </a:xfrm>
            <a:custGeom>
              <a:rect b="b" l="l" r="r" t="t"/>
              <a:pathLst>
                <a:path extrusionOk="0" h="901" w="2912">
                  <a:moveTo>
                    <a:pt x="100" y="638"/>
                  </a:moveTo>
                  <a:cubicBezTo>
                    <a:pt x="412" y="338"/>
                    <a:pt x="800" y="150"/>
                    <a:pt x="1225" y="100"/>
                  </a:cubicBezTo>
                  <a:cubicBezTo>
                    <a:pt x="1700" y="38"/>
                    <a:pt x="2387" y="0"/>
                    <a:pt x="2799" y="263"/>
                  </a:cubicBezTo>
                  <a:cubicBezTo>
                    <a:pt x="2912" y="325"/>
                    <a:pt x="2837" y="488"/>
                    <a:pt x="2724" y="463"/>
                  </a:cubicBezTo>
                  <a:cubicBezTo>
                    <a:pt x="1937" y="263"/>
                    <a:pt x="900" y="213"/>
                    <a:pt x="262" y="800"/>
                  </a:cubicBezTo>
                  <a:cubicBezTo>
                    <a:pt x="150" y="900"/>
                    <a:pt x="0" y="738"/>
                    <a:pt x="113" y="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4" name="Google Shape;3204;p97"/>
            <p:cNvSpPr/>
            <p:nvPr/>
          </p:nvSpPr>
          <p:spPr>
            <a:xfrm>
              <a:off x="6762650" y="1296800"/>
              <a:ext cx="70325" cy="23450"/>
            </a:xfrm>
            <a:custGeom>
              <a:rect b="b" l="l" r="r" t="t"/>
              <a:pathLst>
                <a:path extrusionOk="0" h="938" w="2813">
                  <a:moveTo>
                    <a:pt x="2750" y="200"/>
                  </a:moveTo>
                  <a:cubicBezTo>
                    <a:pt x="2237" y="887"/>
                    <a:pt x="800" y="937"/>
                    <a:pt x="100" y="575"/>
                  </a:cubicBezTo>
                  <a:cubicBezTo>
                    <a:pt x="1" y="513"/>
                    <a:pt x="75" y="375"/>
                    <a:pt x="175" y="388"/>
                  </a:cubicBezTo>
                  <a:cubicBezTo>
                    <a:pt x="888" y="500"/>
                    <a:pt x="2050" y="762"/>
                    <a:pt x="2600" y="88"/>
                  </a:cubicBezTo>
                  <a:cubicBezTo>
                    <a:pt x="2675" y="0"/>
                    <a:pt x="2812" y="113"/>
                    <a:pt x="2762" y="2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5" name="Google Shape;3205;p97"/>
            <p:cNvSpPr/>
            <p:nvPr/>
          </p:nvSpPr>
          <p:spPr>
            <a:xfrm>
              <a:off x="6662675" y="1249000"/>
              <a:ext cx="18150" cy="56875"/>
            </a:xfrm>
            <a:custGeom>
              <a:rect b="b" l="l" r="r" t="t"/>
              <a:pathLst>
                <a:path extrusionOk="0" h="2275" w="726">
                  <a:moveTo>
                    <a:pt x="413" y="163"/>
                  </a:moveTo>
                  <a:cubicBezTo>
                    <a:pt x="238" y="800"/>
                    <a:pt x="325" y="1475"/>
                    <a:pt x="650" y="2037"/>
                  </a:cubicBezTo>
                  <a:cubicBezTo>
                    <a:pt x="725" y="2162"/>
                    <a:pt x="538" y="2275"/>
                    <a:pt x="463" y="2150"/>
                  </a:cubicBezTo>
                  <a:cubicBezTo>
                    <a:pt x="88" y="1537"/>
                    <a:pt x="1" y="800"/>
                    <a:pt x="226" y="113"/>
                  </a:cubicBezTo>
                  <a:cubicBezTo>
                    <a:pt x="263" y="0"/>
                    <a:pt x="438" y="50"/>
                    <a:pt x="413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6" name="Google Shape;3206;p97"/>
            <p:cNvSpPr/>
            <p:nvPr/>
          </p:nvSpPr>
          <p:spPr>
            <a:xfrm>
              <a:off x="6669850" y="1250875"/>
              <a:ext cx="15975" cy="54375"/>
            </a:xfrm>
            <a:custGeom>
              <a:rect b="b" l="l" r="r" t="t"/>
              <a:pathLst>
                <a:path extrusionOk="0" h="2175" w="639">
                  <a:moveTo>
                    <a:pt x="176" y="1987"/>
                  </a:moveTo>
                  <a:cubicBezTo>
                    <a:pt x="313" y="1625"/>
                    <a:pt x="351" y="1225"/>
                    <a:pt x="301" y="850"/>
                  </a:cubicBezTo>
                  <a:cubicBezTo>
                    <a:pt x="251" y="563"/>
                    <a:pt x="101" y="388"/>
                    <a:pt x="13" y="150"/>
                  </a:cubicBezTo>
                  <a:cubicBezTo>
                    <a:pt x="1" y="100"/>
                    <a:pt x="26" y="63"/>
                    <a:pt x="63" y="50"/>
                  </a:cubicBezTo>
                  <a:cubicBezTo>
                    <a:pt x="363" y="0"/>
                    <a:pt x="463" y="325"/>
                    <a:pt x="526" y="563"/>
                  </a:cubicBezTo>
                  <a:cubicBezTo>
                    <a:pt x="638" y="1062"/>
                    <a:pt x="588" y="1575"/>
                    <a:pt x="401" y="2050"/>
                  </a:cubicBezTo>
                  <a:cubicBezTo>
                    <a:pt x="351" y="2175"/>
                    <a:pt x="138" y="2125"/>
                    <a:pt x="188" y="19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7" name="Google Shape;3207;p97"/>
            <p:cNvSpPr/>
            <p:nvPr/>
          </p:nvSpPr>
          <p:spPr>
            <a:xfrm>
              <a:off x="6330275" y="1310225"/>
              <a:ext cx="82800" cy="26900"/>
            </a:xfrm>
            <a:custGeom>
              <a:rect b="b" l="l" r="r" t="t"/>
              <a:pathLst>
                <a:path extrusionOk="0" h="1076" w="3312">
                  <a:moveTo>
                    <a:pt x="138" y="151"/>
                  </a:moveTo>
                  <a:cubicBezTo>
                    <a:pt x="1150" y="1"/>
                    <a:pt x="2512" y="151"/>
                    <a:pt x="3262" y="913"/>
                  </a:cubicBezTo>
                  <a:cubicBezTo>
                    <a:pt x="3312" y="963"/>
                    <a:pt x="3262" y="1075"/>
                    <a:pt x="3174" y="1050"/>
                  </a:cubicBezTo>
                  <a:cubicBezTo>
                    <a:pt x="2712" y="888"/>
                    <a:pt x="2299" y="600"/>
                    <a:pt x="1812" y="475"/>
                  </a:cubicBezTo>
                  <a:cubicBezTo>
                    <a:pt x="1275" y="338"/>
                    <a:pt x="712" y="300"/>
                    <a:pt x="150" y="363"/>
                  </a:cubicBezTo>
                  <a:cubicBezTo>
                    <a:pt x="38" y="375"/>
                    <a:pt x="0" y="163"/>
                    <a:pt x="125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8" name="Google Shape;3208;p97"/>
            <p:cNvSpPr/>
            <p:nvPr/>
          </p:nvSpPr>
          <p:spPr>
            <a:xfrm>
              <a:off x="6312450" y="1314900"/>
              <a:ext cx="100625" cy="30975"/>
            </a:xfrm>
            <a:custGeom>
              <a:rect b="b" l="l" r="r" t="t"/>
              <a:pathLst>
                <a:path extrusionOk="0" h="1239" w="4025">
                  <a:moveTo>
                    <a:pt x="3900" y="1001"/>
                  </a:moveTo>
                  <a:cubicBezTo>
                    <a:pt x="3275" y="1113"/>
                    <a:pt x="2613" y="1238"/>
                    <a:pt x="1975" y="1151"/>
                  </a:cubicBezTo>
                  <a:cubicBezTo>
                    <a:pt x="1300" y="1038"/>
                    <a:pt x="713" y="688"/>
                    <a:pt x="151" y="313"/>
                  </a:cubicBezTo>
                  <a:cubicBezTo>
                    <a:pt x="1" y="226"/>
                    <a:pt x="138" y="1"/>
                    <a:pt x="276" y="88"/>
                  </a:cubicBezTo>
                  <a:cubicBezTo>
                    <a:pt x="751" y="401"/>
                    <a:pt x="1238" y="713"/>
                    <a:pt x="1788" y="851"/>
                  </a:cubicBezTo>
                  <a:cubicBezTo>
                    <a:pt x="2463" y="1013"/>
                    <a:pt x="3175" y="901"/>
                    <a:pt x="3837" y="788"/>
                  </a:cubicBezTo>
                  <a:cubicBezTo>
                    <a:pt x="3975" y="776"/>
                    <a:pt x="4025" y="976"/>
                    <a:pt x="3900" y="10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9" name="Google Shape;3209;p97"/>
            <p:cNvSpPr/>
            <p:nvPr/>
          </p:nvSpPr>
          <p:spPr>
            <a:xfrm>
              <a:off x="6814825" y="1460800"/>
              <a:ext cx="199975" cy="551150"/>
            </a:xfrm>
            <a:custGeom>
              <a:rect b="b" l="l" r="r" t="t"/>
              <a:pathLst>
                <a:path extrusionOk="0" h="22046" w="7999">
                  <a:moveTo>
                    <a:pt x="4512" y="21958"/>
                  </a:moveTo>
                  <a:cubicBezTo>
                    <a:pt x="3200" y="20621"/>
                    <a:pt x="2700" y="19108"/>
                    <a:pt x="2925" y="17209"/>
                  </a:cubicBezTo>
                  <a:cubicBezTo>
                    <a:pt x="3087" y="15809"/>
                    <a:pt x="3712" y="14560"/>
                    <a:pt x="4249" y="13285"/>
                  </a:cubicBezTo>
                  <a:cubicBezTo>
                    <a:pt x="6124" y="8811"/>
                    <a:pt x="7998" y="576"/>
                    <a:pt x="213" y="238"/>
                  </a:cubicBezTo>
                  <a:cubicBezTo>
                    <a:pt x="138" y="238"/>
                    <a:pt x="138" y="113"/>
                    <a:pt x="213" y="101"/>
                  </a:cubicBezTo>
                  <a:cubicBezTo>
                    <a:pt x="3262" y="1"/>
                    <a:pt x="5599" y="1975"/>
                    <a:pt x="6286" y="4962"/>
                  </a:cubicBezTo>
                  <a:cubicBezTo>
                    <a:pt x="7598" y="10611"/>
                    <a:pt x="0" y="17034"/>
                    <a:pt x="4637" y="21833"/>
                  </a:cubicBezTo>
                  <a:cubicBezTo>
                    <a:pt x="4724" y="21908"/>
                    <a:pt x="4599" y="22045"/>
                    <a:pt x="4512" y="219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0" name="Google Shape;3210;p97"/>
            <p:cNvSpPr/>
            <p:nvPr/>
          </p:nvSpPr>
          <p:spPr>
            <a:xfrm>
              <a:off x="6715800" y="1465800"/>
              <a:ext cx="121550" cy="180925"/>
            </a:xfrm>
            <a:custGeom>
              <a:rect b="b" l="l" r="r" t="t"/>
              <a:pathLst>
                <a:path extrusionOk="0" h="7237" w="4862">
                  <a:moveTo>
                    <a:pt x="3187" y="201"/>
                  </a:moveTo>
                  <a:cubicBezTo>
                    <a:pt x="1450" y="326"/>
                    <a:pt x="450" y="2288"/>
                    <a:pt x="637" y="3837"/>
                  </a:cubicBezTo>
                  <a:cubicBezTo>
                    <a:pt x="850" y="5462"/>
                    <a:pt x="3137" y="7124"/>
                    <a:pt x="4661" y="5724"/>
                  </a:cubicBezTo>
                  <a:cubicBezTo>
                    <a:pt x="4736" y="5649"/>
                    <a:pt x="4861" y="5774"/>
                    <a:pt x="4786" y="5849"/>
                  </a:cubicBezTo>
                  <a:cubicBezTo>
                    <a:pt x="3537" y="7237"/>
                    <a:pt x="987" y="5924"/>
                    <a:pt x="537" y="4412"/>
                  </a:cubicBezTo>
                  <a:cubicBezTo>
                    <a:pt x="0" y="2600"/>
                    <a:pt x="1162" y="151"/>
                    <a:pt x="3187" y="13"/>
                  </a:cubicBezTo>
                  <a:cubicBezTo>
                    <a:pt x="3312" y="1"/>
                    <a:pt x="3312" y="201"/>
                    <a:pt x="3187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1" name="Google Shape;3211;p97"/>
            <p:cNvSpPr/>
            <p:nvPr/>
          </p:nvSpPr>
          <p:spPr>
            <a:xfrm>
              <a:off x="6781700" y="1520175"/>
              <a:ext cx="77200" cy="73125"/>
            </a:xfrm>
            <a:custGeom>
              <a:rect b="b" l="l" r="r" t="t"/>
              <a:pathLst>
                <a:path extrusionOk="0" h="2925" w="3088">
                  <a:moveTo>
                    <a:pt x="2463" y="2775"/>
                  </a:moveTo>
                  <a:cubicBezTo>
                    <a:pt x="2838" y="2037"/>
                    <a:pt x="2613" y="1138"/>
                    <a:pt x="1925" y="675"/>
                  </a:cubicBezTo>
                  <a:cubicBezTo>
                    <a:pt x="1188" y="188"/>
                    <a:pt x="351" y="713"/>
                    <a:pt x="213" y="1512"/>
                  </a:cubicBezTo>
                  <a:cubicBezTo>
                    <a:pt x="188" y="1625"/>
                    <a:pt x="1" y="1600"/>
                    <a:pt x="13" y="1487"/>
                  </a:cubicBezTo>
                  <a:cubicBezTo>
                    <a:pt x="101" y="613"/>
                    <a:pt x="1026" y="0"/>
                    <a:pt x="1850" y="388"/>
                  </a:cubicBezTo>
                  <a:cubicBezTo>
                    <a:pt x="2738" y="800"/>
                    <a:pt x="3088" y="2025"/>
                    <a:pt x="2600" y="2850"/>
                  </a:cubicBezTo>
                  <a:cubicBezTo>
                    <a:pt x="2550" y="2925"/>
                    <a:pt x="2425" y="2862"/>
                    <a:pt x="2463" y="27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2" name="Google Shape;3212;p97"/>
            <p:cNvSpPr/>
            <p:nvPr/>
          </p:nvSpPr>
          <p:spPr>
            <a:xfrm>
              <a:off x="6787950" y="1566400"/>
              <a:ext cx="25" cy="350"/>
            </a:xfrm>
            <a:custGeom>
              <a:rect b="b" l="l" r="r" t="t"/>
              <a:pathLst>
                <a:path extrusionOk="0" h="14" w="1">
                  <a:moveTo>
                    <a:pt x="1" y="13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3" name="Google Shape;3213;p97"/>
            <p:cNvSpPr/>
            <p:nvPr/>
          </p:nvSpPr>
          <p:spPr>
            <a:xfrm>
              <a:off x="6862300" y="1373950"/>
              <a:ext cx="104075" cy="206550"/>
            </a:xfrm>
            <a:custGeom>
              <a:rect b="b" l="l" r="r" t="t"/>
              <a:pathLst>
                <a:path extrusionOk="0" h="8262" w="4163">
                  <a:moveTo>
                    <a:pt x="3987" y="8174"/>
                  </a:moveTo>
                  <a:cubicBezTo>
                    <a:pt x="3700" y="6974"/>
                    <a:pt x="3175" y="5862"/>
                    <a:pt x="2438" y="4887"/>
                  </a:cubicBezTo>
                  <a:cubicBezTo>
                    <a:pt x="1913" y="4187"/>
                    <a:pt x="1226" y="3525"/>
                    <a:pt x="851" y="2700"/>
                  </a:cubicBezTo>
                  <a:cubicBezTo>
                    <a:pt x="451" y="1788"/>
                    <a:pt x="463" y="826"/>
                    <a:pt x="1138" y="76"/>
                  </a:cubicBezTo>
                  <a:cubicBezTo>
                    <a:pt x="1201" y="1"/>
                    <a:pt x="1338" y="88"/>
                    <a:pt x="1276" y="176"/>
                  </a:cubicBezTo>
                  <a:cubicBezTo>
                    <a:pt x="1" y="2050"/>
                    <a:pt x="1763" y="3537"/>
                    <a:pt x="2775" y="4987"/>
                  </a:cubicBezTo>
                  <a:cubicBezTo>
                    <a:pt x="3425" y="5937"/>
                    <a:pt x="3887" y="6999"/>
                    <a:pt x="4137" y="8124"/>
                  </a:cubicBezTo>
                  <a:cubicBezTo>
                    <a:pt x="4162" y="8224"/>
                    <a:pt x="4012" y="8261"/>
                    <a:pt x="3975" y="8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4" name="Google Shape;3214;p97"/>
            <p:cNvSpPr/>
            <p:nvPr/>
          </p:nvSpPr>
          <p:spPr>
            <a:xfrm>
              <a:off x="6879800" y="1634200"/>
              <a:ext cx="81575" cy="88450"/>
            </a:xfrm>
            <a:custGeom>
              <a:rect b="b" l="l" r="r" t="t"/>
              <a:pathLst>
                <a:path extrusionOk="0" h="3538" w="3263">
                  <a:moveTo>
                    <a:pt x="2775" y="3387"/>
                  </a:moveTo>
                  <a:cubicBezTo>
                    <a:pt x="2988" y="2413"/>
                    <a:pt x="3087" y="1050"/>
                    <a:pt x="2088" y="438"/>
                  </a:cubicBezTo>
                  <a:cubicBezTo>
                    <a:pt x="1613" y="176"/>
                    <a:pt x="1013" y="263"/>
                    <a:pt x="638" y="650"/>
                  </a:cubicBezTo>
                  <a:cubicBezTo>
                    <a:pt x="338" y="975"/>
                    <a:pt x="1" y="2300"/>
                    <a:pt x="788" y="2388"/>
                  </a:cubicBezTo>
                  <a:cubicBezTo>
                    <a:pt x="876" y="2388"/>
                    <a:pt x="876" y="2525"/>
                    <a:pt x="788" y="2512"/>
                  </a:cubicBezTo>
                  <a:cubicBezTo>
                    <a:pt x="251" y="2462"/>
                    <a:pt x="76" y="1788"/>
                    <a:pt x="126" y="1313"/>
                  </a:cubicBezTo>
                  <a:cubicBezTo>
                    <a:pt x="201" y="700"/>
                    <a:pt x="676" y="201"/>
                    <a:pt x="1288" y="101"/>
                  </a:cubicBezTo>
                  <a:cubicBezTo>
                    <a:pt x="1938" y="1"/>
                    <a:pt x="2450" y="363"/>
                    <a:pt x="2775" y="900"/>
                  </a:cubicBezTo>
                  <a:cubicBezTo>
                    <a:pt x="3262" y="1700"/>
                    <a:pt x="3150" y="2562"/>
                    <a:pt x="2950" y="3425"/>
                  </a:cubicBezTo>
                  <a:cubicBezTo>
                    <a:pt x="2925" y="3537"/>
                    <a:pt x="2750" y="3500"/>
                    <a:pt x="2775" y="33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5" name="Google Shape;3215;p97"/>
            <p:cNvSpPr/>
            <p:nvPr/>
          </p:nvSpPr>
          <p:spPr>
            <a:xfrm>
              <a:off x="6891050" y="1745425"/>
              <a:ext cx="44075" cy="33150"/>
            </a:xfrm>
            <a:custGeom>
              <a:rect b="b" l="l" r="r" t="t"/>
              <a:pathLst>
                <a:path extrusionOk="0" h="1326" w="1763">
                  <a:moveTo>
                    <a:pt x="1413" y="1175"/>
                  </a:moveTo>
                  <a:cubicBezTo>
                    <a:pt x="1500" y="863"/>
                    <a:pt x="1450" y="538"/>
                    <a:pt x="1150" y="363"/>
                  </a:cubicBezTo>
                  <a:cubicBezTo>
                    <a:pt x="938" y="188"/>
                    <a:pt x="725" y="238"/>
                    <a:pt x="501" y="525"/>
                  </a:cubicBezTo>
                  <a:cubicBezTo>
                    <a:pt x="451" y="650"/>
                    <a:pt x="463" y="788"/>
                    <a:pt x="538" y="900"/>
                  </a:cubicBezTo>
                  <a:cubicBezTo>
                    <a:pt x="650" y="975"/>
                    <a:pt x="551" y="1150"/>
                    <a:pt x="438" y="1075"/>
                  </a:cubicBezTo>
                  <a:cubicBezTo>
                    <a:pt x="1" y="813"/>
                    <a:pt x="351" y="113"/>
                    <a:pt x="775" y="63"/>
                  </a:cubicBezTo>
                  <a:cubicBezTo>
                    <a:pt x="1438" y="0"/>
                    <a:pt x="1763" y="688"/>
                    <a:pt x="1563" y="1225"/>
                  </a:cubicBezTo>
                  <a:cubicBezTo>
                    <a:pt x="1525" y="1325"/>
                    <a:pt x="1375" y="1288"/>
                    <a:pt x="1400" y="1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6" name="Google Shape;3216;p97"/>
            <p:cNvSpPr/>
            <p:nvPr/>
          </p:nvSpPr>
          <p:spPr>
            <a:xfrm>
              <a:off x="6882925" y="1354600"/>
              <a:ext cx="32200" cy="31875"/>
            </a:xfrm>
            <a:custGeom>
              <a:rect b="b" l="l" r="r" t="t"/>
              <a:pathLst>
                <a:path extrusionOk="0" h="1275" w="1288">
                  <a:moveTo>
                    <a:pt x="463" y="825"/>
                  </a:moveTo>
                  <a:lnTo>
                    <a:pt x="463" y="825"/>
                  </a:lnTo>
                  <a:cubicBezTo>
                    <a:pt x="463" y="900"/>
                    <a:pt x="363" y="950"/>
                    <a:pt x="301" y="887"/>
                  </a:cubicBezTo>
                  <a:cubicBezTo>
                    <a:pt x="1" y="475"/>
                    <a:pt x="638" y="0"/>
                    <a:pt x="963" y="412"/>
                  </a:cubicBezTo>
                  <a:cubicBezTo>
                    <a:pt x="1288" y="825"/>
                    <a:pt x="726" y="1275"/>
                    <a:pt x="363" y="950"/>
                  </a:cubicBezTo>
                  <a:cubicBezTo>
                    <a:pt x="288" y="887"/>
                    <a:pt x="376" y="775"/>
                    <a:pt x="463" y="8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7" name="Google Shape;3217;p97"/>
            <p:cNvSpPr/>
            <p:nvPr/>
          </p:nvSpPr>
          <p:spPr>
            <a:xfrm>
              <a:off x="6819200" y="1430500"/>
              <a:ext cx="113125" cy="77500"/>
            </a:xfrm>
            <a:custGeom>
              <a:rect b="b" l="l" r="r" t="t"/>
              <a:pathLst>
                <a:path extrusionOk="0" h="3100" w="4525">
                  <a:moveTo>
                    <a:pt x="4374" y="3050"/>
                  </a:moveTo>
                  <a:cubicBezTo>
                    <a:pt x="3187" y="1688"/>
                    <a:pt x="1700" y="926"/>
                    <a:pt x="88" y="176"/>
                  </a:cubicBezTo>
                  <a:cubicBezTo>
                    <a:pt x="0" y="138"/>
                    <a:pt x="63" y="1"/>
                    <a:pt x="150" y="26"/>
                  </a:cubicBezTo>
                  <a:cubicBezTo>
                    <a:pt x="1850" y="538"/>
                    <a:pt x="3362" y="1550"/>
                    <a:pt x="4462" y="2950"/>
                  </a:cubicBezTo>
                  <a:cubicBezTo>
                    <a:pt x="4524" y="3012"/>
                    <a:pt x="4424" y="3100"/>
                    <a:pt x="4374" y="30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8" name="Google Shape;3218;p97"/>
            <p:cNvSpPr/>
            <p:nvPr/>
          </p:nvSpPr>
          <p:spPr>
            <a:xfrm>
              <a:off x="6798275" y="1413950"/>
              <a:ext cx="32500" cy="30950"/>
            </a:xfrm>
            <a:custGeom>
              <a:rect b="b" l="l" r="r" t="t"/>
              <a:pathLst>
                <a:path extrusionOk="0" h="1238" w="1300">
                  <a:moveTo>
                    <a:pt x="912" y="850"/>
                  </a:moveTo>
                  <a:cubicBezTo>
                    <a:pt x="550" y="1238"/>
                    <a:pt x="0" y="700"/>
                    <a:pt x="375" y="350"/>
                  </a:cubicBezTo>
                  <a:cubicBezTo>
                    <a:pt x="750" y="0"/>
                    <a:pt x="1300" y="638"/>
                    <a:pt x="850" y="888"/>
                  </a:cubicBezTo>
                  <a:cubicBezTo>
                    <a:pt x="762" y="925"/>
                    <a:pt x="675" y="813"/>
                    <a:pt x="737" y="738"/>
                  </a:cubicBezTo>
                  <a:lnTo>
                    <a:pt x="800" y="738"/>
                  </a:lnTo>
                  <a:cubicBezTo>
                    <a:pt x="875" y="675"/>
                    <a:pt x="975" y="775"/>
                    <a:pt x="912" y="8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9" name="Google Shape;3219;p97"/>
            <p:cNvSpPr/>
            <p:nvPr/>
          </p:nvSpPr>
          <p:spPr>
            <a:xfrm>
              <a:off x="6803900" y="1462675"/>
              <a:ext cx="10000" cy="5975"/>
            </a:xfrm>
            <a:custGeom>
              <a:rect b="b" l="l" r="r" t="t"/>
              <a:pathLst>
                <a:path extrusionOk="0" h="239" w="400">
                  <a:moveTo>
                    <a:pt x="275" y="213"/>
                  </a:moveTo>
                  <a:cubicBezTo>
                    <a:pt x="213" y="213"/>
                    <a:pt x="163" y="213"/>
                    <a:pt x="100" y="226"/>
                  </a:cubicBezTo>
                  <a:cubicBezTo>
                    <a:pt x="25" y="238"/>
                    <a:pt x="0" y="113"/>
                    <a:pt x="63" y="76"/>
                  </a:cubicBezTo>
                  <a:cubicBezTo>
                    <a:pt x="125" y="26"/>
                    <a:pt x="200" y="1"/>
                    <a:pt x="275" y="13"/>
                  </a:cubicBezTo>
                  <a:cubicBezTo>
                    <a:pt x="400" y="13"/>
                    <a:pt x="400" y="201"/>
                    <a:pt x="275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0" name="Google Shape;3220;p97"/>
            <p:cNvSpPr/>
            <p:nvPr/>
          </p:nvSpPr>
          <p:spPr>
            <a:xfrm>
              <a:off x="6836375" y="1594850"/>
              <a:ext cx="7225" cy="10000"/>
            </a:xfrm>
            <a:custGeom>
              <a:rect b="b" l="l" r="r" t="t"/>
              <a:pathLst>
                <a:path extrusionOk="0" h="400" w="289">
                  <a:moveTo>
                    <a:pt x="251" y="150"/>
                  </a:moveTo>
                  <a:cubicBezTo>
                    <a:pt x="226" y="237"/>
                    <a:pt x="176" y="312"/>
                    <a:pt x="113" y="362"/>
                  </a:cubicBezTo>
                  <a:cubicBezTo>
                    <a:pt x="76" y="400"/>
                    <a:pt x="1" y="362"/>
                    <a:pt x="13" y="300"/>
                  </a:cubicBezTo>
                  <a:cubicBezTo>
                    <a:pt x="26" y="225"/>
                    <a:pt x="51" y="150"/>
                    <a:pt x="101" y="88"/>
                  </a:cubicBezTo>
                  <a:cubicBezTo>
                    <a:pt x="138" y="0"/>
                    <a:pt x="288" y="63"/>
                    <a:pt x="251" y="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1" name="Google Shape;3221;p97"/>
            <p:cNvSpPr/>
            <p:nvPr/>
          </p:nvSpPr>
          <p:spPr>
            <a:xfrm>
              <a:off x="6945425" y="1453625"/>
              <a:ext cx="27825" cy="156850"/>
            </a:xfrm>
            <a:custGeom>
              <a:rect b="b" l="l" r="r" t="t"/>
              <a:pathLst>
                <a:path extrusionOk="0" h="6274" w="1113">
                  <a:moveTo>
                    <a:pt x="925" y="6174"/>
                  </a:moveTo>
                  <a:cubicBezTo>
                    <a:pt x="862" y="4899"/>
                    <a:pt x="612" y="3675"/>
                    <a:pt x="338" y="2437"/>
                  </a:cubicBezTo>
                  <a:cubicBezTo>
                    <a:pt x="163" y="1625"/>
                    <a:pt x="0" y="913"/>
                    <a:pt x="325" y="113"/>
                  </a:cubicBezTo>
                  <a:cubicBezTo>
                    <a:pt x="350" y="1"/>
                    <a:pt x="537" y="51"/>
                    <a:pt x="500" y="163"/>
                  </a:cubicBezTo>
                  <a:cubicBezTo>
                    <a:pt x="188" y="1338"/>
                    <a:pt x="637" y="2462"/>
                    <a:pt x="862" y="3625"/>
                  </a:cubicBezTo>
                  <a:cubicBezTo>
                    <a:pt x="1037" y="4462"/>
                    <a:pt x="1112" y="5312"/>
                    <a:pt x="1112" y="6174"/>
                  </a:cubicBezTo>
                  <a:cubicBezTo>
                    <a:pt x="1087" y="6274"/>
                    <a:pt x="937" y="6274"/>
                    <a:pt x="925" y="6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2" name="Google Shape;3222;p97"/>
            <p:cNvSpPr/>
            <p:nvPr/>
          </p:nvSpPr>
          <p:spPr>
            <a:xfrm>
              <a:off x="6942300" y="1432375"/>
              <a:ext cx="30950" cy="33150"/>
            </a:xfrm>
            <a:custGeom>
              <a:rect b="b" l="l" r="r" t="t"/>
              <a:pathLst>
                <a:path extrusionOk="0" h="1326" w="1238">
                  <a:moveTo>
                    <a:pt x="438" y="976"/>
                  </a:moveTo>
                  <a:cubicBezTo>
                    <a:pt x="0" y="551"/>
                    <a:pt x="725" y="1"/>
                    <a:pt x="1012" y="476"/>
                  </a:cubicBezTo>
                  <a:cubicBezTo>
                    <a:pt x="1237" y="851"/>
                    <a:pt x="575" y="1325"/>
                    <a:pt x="425" y="851"/>
                  </a:cubicBezTo>
                  <a:cubicBezTo>
                    <a:pt x="413" y="763"/>
                    <a:pt x="512" y="701"/>
                    <a:pt x="587" y="763"/>
                  </a:cubicBezTo>
                  <a:cubicBezTo>
                    <a:pt x="575" y="801"/>
                    <a:pt x="562" y="838"/>
                    <a:pt x="550" y="876"/>
                  </a:cubicBezTo>
                  <a:cubicBezTo>
                    <a:pt x="600" y="963"/>
                    <a:pt x="500" y="1038"/>
                    <a:pt x="425" y="9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3" name="Google Shape;3223;p97"/>
            <p:cNvSpPr/>
            <p:nvPr/>
          </p:nvSpPr>
          <p:spPr>
            <a:xfrm>
              <a:off x="6893250" y="1388025"/>
              <a:ext cx="22500" cy="72800"/>
            </a:xfrm>
            <a:custGeom>
              <a:rect b="b" l="l" r="r" t="t"/>
              <a:pathLst>
                <a:path extrusionOk="0" h="2912" w="900">
                  <a:moveTo>
                    <a:pt x="100" y="2650"/>
                  </a:moveTo>
                  <a:cubicBezTo>
                    <a:pt x="687" y="2012"/>
                    <a:pt x="637" y="975"/>
                    <a:pt x="450" y="188"/>
                  </a:cubicBezTo>
                  <a:cubicBezTo>
                    <a:pt x="413" y="63"/>
                    <a:pt x="575" y="0"/>
                    <a:pt x="650" y="113"/>
                  </a:cubicBezTo>
                  <a:cubicBezTo>
                    <a:pt x="900" y="525"/>
                    <a:pt x="875" y="1225"/>
                    <a:pt x="800" y="1687"/>
                  </a:cubicBezTo>
                  <a:cubicBezTo>
                    <a:pt x="750" y="2112"/>
                    <a:pt x="562" y="2500"/>
                    <a:pt x="263" y="2812"/>
                  </a:cubicBezTo>
                  <a:cubicBezTo>
                    <a:pt x="163" y="2912"/>
                    <a:pt x="0" y="2750"/>
                    <a:pt x="113" y="2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4" name="Google Shape;3224;p97"/>
            <p:cNvSpPr/>
            <p:nvPr/>
          </p:nvSpPr>
          <p:spPr>
            <a:xfrm>
              <a:off x="6886375" y="1388950"/>
              <a:ext cx="23450" cy="70625"/>
            </a:xfrm>
            <a:custGeom>
              <a:rect b="b" l="l" r="r" t="t"/>
              <a:pathLst>
                <a:path extrusionOk="0" h="2825" w="938">
                  <a:moveTo>
                    <a:pt x="875" y="213"/>
                  </a:moveTo>
                  <a:cubicBezTo>
                    <a:pt x="188" y="763"/>
                    <a:pt x="450" y="1938"/>
                    <a:pt x="563" y="2650"/>
                  </a:cubicBezTo>
                  <a:cubicBezTo>
                    <a:pt x="575" y="2750"/>
                    <a:pt x="438" y="2825"/>
                    <a:pt x="375" y="2725"/>
                  </a:cubicBezTo>
                  <a:cubicBezTo>
                    <a:pt x="0" y="2013"/>
                    <a:pt x="63" y="588"/>
                    <a:pt x="750" y="63"/>
                  </a:cubicBezTo>
                  <a:cubicBezTo>
                    <a:pt x="825" y="1"/>
                    <a:pt x="937" y="138"/>
                    <a:pt x="862" y="2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5" name="Google Shape;3225;p97"/>
            <p:cNvSpPr/>
            <p:nvPr/>
          </p:nvSpPr>
          <p:spPr>
            <a:xfrm>
              <a:off x="6901375" y="1541100"/>
              <a:ext cx="56875" cy="18150"/>
            </a:xfrm>
            <a:custGeom>
              <a:rect b="b" l="l" r="r" t="t"/>
              <a:pathLst>
                <a:path extrusionOk="0" h="726" w="2275">
                  <a:moveTo>
                    <a:pt x="2149" y="500"/>
                  </a:moveTo>
                  <a:cubicBezTo>
                    <a:pt x="1475" y="725"/>
                    <a:pt x="725" y="638"/>
                    <a:pt x="125" y="251"/>
                  </a:cubicBezTo>
                  <a:cubicBezTo>
                    <a:pt x="0" y="188"/>
                    <a:pt x="113" y="1"/>
                    <a:pt x="237" y="63"/>
                  </a:cubicBezTo>
                  <a:cubicBezTo>
                    <a:pt x="800" y="401"/>
                    <a:pt x="1475" y="488"/>
                    <a:pt x="2112" y="313"/>
                  </a:cubicBezTo>
                  <a:cubicBezTo>
                    <a:pt x="2224" y="288"/>
                    <a:pt x="2274" y="463"/>
                    <a:pt x="2149" y="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6" name="Google Shape;3226;p97"/>
            <p:cNvSpPr/>
            <p:nvPr/>
          </p:nvSpPr>
          <p:spPr>
            <a:xfrm>
              <a:off x="6901675" y="1530800"/>
              <a:ext cx="56250" cy="21250"/>
            </a:xfrm>
            <a:custGeom>
              <a:rect b="b" l="l" r="r" t="t"/>
              <a:pathLst>
                <a:path extrusionOk="0" h="850" w="2250">
                  <a:moveTo>
                    <a:pt x="138" y="450"/>
                  </a:moveTo>
                  <a:cubicBezTo>
                    <a:pt x="488" y="313"/>
                    <a:pt x="2250" y="0"/>
                    <a:pt x="2137" y="788"/>
                  </a:cubicBezTo>
                  <a:cubicBezTo>
                    <a:pt x="2125" y="825"/>
                    <a:pt x="2075" y="850"/>
                    <a:pt x="2038" y="838"/>
                  </a:cubicBezTo>
                  <a:cubicBezTo>
                    <a:pt x="1788" y="738"/>
                    <a:pt x="1613" y="600"/>
                    <a:pt x="1338" y="550"/>
                  </a:cubicBezTo>
                  <a:cubicBezTo>
                    <a:pt x="950" y="488"/>
                    <a:pt x="563" y="538"/>
                    <a:pt x="188" y="663"/>
                  </a:cubicBezTo>
                  <a:cubicBezTo>
                    <a:pt x="63" y="713"/>
                    <a:pt x="1" y="513"/>
                    <a:pt x="138" y="4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7" name="Google Shape;3227;p97"/>
            <p:cNvSpPr/>
            <p:nvPr/>
          </p:nvSpPr>
          <p:spPr>
            <a:xfrm>
              <a:off x="6869800" y="1808525"/>
              <a:ext cx="26900" cy="82825"/>
            </a:xfrm>
            <a:custGeom>
              <a:rect b="b" l="l" r="r" t="t"/>
              <a:pathLst>
                <a:path extrusionOk="0" h="3313" w="1076">
                  <a:moveTo>
                    <a:pt x="726" y="3162"/>
                  </a:moveTo>
                  <a:cubicBezTo>
                    <a:pt x="788" y="2600"/>
                    <a:pt x="751" y="2038"/>
                    <a:pt x="613" y="1500"/>
                  </a:cubicBezTo>
                  <a:cubicBezTo>
                    <a:pt x="476" y="1013"/>
                    <a:pt x="188" y="613"/>
                    <a:pt x="38" y="138"/>
                  </a:cubicBezTo>
                  <a:cubicBezTo>
                    <a:pt x="1" y="63"/>
                    <a:pt x="113" y="1"/>
                    <a:pt x="176" y="63"/>
                  </a:cubicBezTo>
                  <a:cubicBezTo>
                    <a:pt x="951" y="813"/>
                    <a:pt x="1076" y="2175"/>
                    <a:pt x="938" y="3187"/>
                  </a:cubicBezTo>
                  <a:cubicBezTo>
                    <a:pt x="913" y="3312"/>
                    <a:pt x="713" y="3287"/>
                    <a:pt x="726" y="3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8" name="Google Shape;3228;p97"/>
            <p:cNvSpPr/>
            <p:nvPr/>
          </p:nvSpPr>
          <p:spPr>
            <a:xfrm>
              <a:off x="6861050" y="1808525"/>
              <a:ext cx="30975" cy="100950"/>
            </a:xfrm>
            <a:custGeom>
              <a:rect b="b" l="l" r="r" t="t"/>
              <a:pathLst>
                <a:path extrusionOk="0" h="4038" w="1239">
                  <a:moveTo>
                    <a:pt x="451" y="201"/>
                  </a:moveTo>
                  <a:cubicBezTo>
                    <a:pt x="351" y="876"/>
                    <a:pt x="238" y="1575"/>
                    <a:pt x="401" y="2250"/>
                  </a:cubicBezTo>
                  <a:cubicBezTo>
                    <a:pt x="526" y="2800"/>
                    <a:pt x="838" y="3287"/>
                    <a:pt x="1151" y="3762"/>
                  </a:cubicBezTo>
                  <a:cubicBezTo>
                    <a:pt x="1238" y="3900"/>
                    <a:pt x="1013" y="4037"/>
                    <a:pt x="926" y="3887"/>
                  </a:cubicBezTo>
                  <a:cubicBezTo>
                    <a:pt x="551" y="3325"/>
                    <a:pt x="201" y="2738"/>
                    <a:pt x="101" y="2050"/>
                  </a:cubicBezTo>
                  <a:cubicBezTo>
                    <a:pt x="1" y="1425"/>
                    <a:pt x="126" y="763"/>
                    <a:pt x="251" y="138"/>
                  </a:cubicBezTo>
                  <a:cubicBezTo>
                    <a:pt x="276" y="1"/>
                    <a:pt x="476" y="63"/>
                    <a:pt x="451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9" name="Google Shape;3229;p97"/>
            <p:cNvSpPr/>
            <p:nvPr/>
          </p:nvSpPr>
          <p:spPr>
            <a:xfrm>
              <a:off x="6704850" y="1496125"/>
              <a:ext cx="8475" cy="8125"/>
            </a:xfrm>
            <a:custGeom>
              <a:rect b="b" l="l" r="r" t="t"/>
              <a:pathLst>
                <a:path extrusionOk="0" h="325" w="339">
                  <a:moveTo>
                    <a:pt x="88" y="13"/>
                  </a:moveTo>
                  <a:cubicBezTo>
                    <a:pt x="176" y="0"/>
                    <a:pt x="263" y="38"/>
                    <a:pt x="301" y="113"/>
                  </a:cubicBezTo>
                  <a:cubicBezTo>
                    <a:pt x="326" y="125"/>
                    <a:pt x="338" y="163"/>
                    <a:pt x="326" y="188"/>
                  </a:cubicBezTo>
                  <a:lnTo>
                    <a:pt x="301" y="275"/>
                  </a:lnTo>
                  <a:cubicBezTo>
                    <a:pt x="288" y="313"/>
                    <a:pt x="226" y="325"/>
                    <a:pt x="213" y="288"/>
                  </a:cubicBezTo>
                  <a:lnTo>
                    <a:pt x="76" y="150"/>
                  </a:lnTo>
                  <a:cubicBezTo>
                    <a:pt x="1" y="125"/>
                    <a:pt x="13" y="0"/>
                    <a:pt x="88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0" name="Google Shape;3230;p97"/>
            <p:cNvSpPr/>
            <p:nvPr/>
          </p:nvSpPr>
          <p:spPr>
            <a:xfrm>
              <a:off x="6648000" y="1496125"/>
              <a:ext cx="59075" cy="15000"/>
            </a:xfrm>
            <a:custGeom>
              <a:rect b="b" l="l" r="r" t="t"/>
              <a:pathLst>
                <a:path extrusionOk="0" h="600" w="2363">
                  <a:moveTo>
                    <a:pt x="2300" y="125"/>
                  </a:moveTo>
                  <a:cubicBezTo>
                    <a:pt x="1625" y="462"/>
                    <a:pt x="825" y="600"/>
                    <a:pt x="100" y="375"/>
                  </a:cubicBezTo>
                  <a:cubicBezTo>
                    <a:pt x="0" y="350"/>
                    <a:pt x="13" y="188"/>
                    <a:pt x="125" y="200"/>
                  </a:cubicBezTo>
                  <a:cubicBezTo>
                    <a:pt x="862" y="288"/>
                    <a:pt x="1537" y="288"/>
                    <a:pt x="2262" y="25"/>
                  </a:cubicBezTo>
                  <a:cubicBezTo>
                    <a:pt x="2325" y="0"/>
                    <a:pt x="2362" y="88"/>
                    <a:pt x="2300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1" name="Google Shape;3231;p97"/>
            <p:cNvSpPr/>
            <p:nvPr/>
          </p:nvSpPr>
          <p:spPr>
            <a:xfrm>
              <a:off x="6648000" y="1501125"/>
              <a:ext cx="25325" cy="17200"/>
            </a:xfrm>
            <a:custGeom>
              <a:rect b="b" l="l" r="r" t="t"/>
              <a:pathLst>
                <a:path extrusionOk="0" h="688" w="1013">
                  <a:moveTo>
                    <a:pt x="188" y="75"/>
                  </a:moveTo>
                  <a:cubicBezTo>
                    <a:pt x="400" y="337"/>
                    <a:pt x="638" y="412"/>
                    <a:pt x="937" y="525"/>
                  </a:cubicBezTo>
                  <a:cubicBezTo>
                    <a:pt x="1012" y="562"/>
                    <a:pt x="1012" y="687"/>
                    <a:pt x="925" y="675"/>
                  </a:cubicBezTo>
                  <a:cubicBezTo>
                    <a:pt x="563" y="662"/>
                    <a:pt x="250" y="475"/>
                    <a:pt x="63" y="187"/>
                  </a:cubicBezTo>
                  <a:cubicBezTo>
                    <a:pt x="0" y="100"/>
                    <a:pt x="125" y="0"/>
                    <a:pt x="188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2" name="Google Shape;3232;p97"/>
            <p:cNvSpPr/>
            <p:nvPr/>
          </p:nvSpPr>
          <p:spPr>
            <a:xfrm>
              <a:off x="6687050" y="1501125"/>
              <a:ext cx="26575" cy="55300"/>
            </a:xfrm>
            <a:custGeom>
              <a:rect b="b" l="l" r="r" t="t"/>
              <a:pathLst>
                <a:path extrusionOk="0" h="2212" w="1063">
                  <a:moveTo>
                    <a:pt x="1025" y="138"/>
                  </a:moveTo>
                  <a:cubicBezTo>
                    <a:pt x="850" y="437"/>
                    <a:pt x="700" y="750"/>
                    <a:pt x="575" y="1087"/>
                  </a:cubicBezTo>
                  <a:cubicBezTo>
                    <a:pt x="475" y="1437"/>
                    <a:pt x="538" y="1737"/>
                    <a:pt x="575" y="2099"/>
                  </a:cubicBezTo>
                  <a:cubicBezTo>
                    <a:pt x="588" y="2187"/>
                    <a:pt x="463" y="2212"/>
                    <a:pt x="425" y="2137"/>
                  </a:cubicBezTo>
                  <a:cubicBezTo>
                    <a:pt x="0" y="1437"/>
                    <a:pt x="475" y="600"/>
                    <a:pt x="938" y="50"/>
                  </a:cubicBezTo>
                  <a:cubicBezTo>
                    <a:pt x="988" y="0"/>
                    <a:pt x="1063" y="75"/>
                    <a:pt x="1038" y="1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3" name="Google Shape;3233;p97"/>
            <p:cNvSpPr/>
            <p:nvPr/>
          </p:nvSpPr>
          <p:spPr>
            <a:xfrm>
              <a:off x="6686100" y="1522975"/>
              <a:ext cx="17225" cy="34700"/>
            </a:xfrm>
            <a:custGeom>
              <a:rect b="b" l="l" r="r" t="t"/>
              <a:pathLst>
                <a:path extrusionOk="0" h="1388" w="689">
                  <a:moveTo>
                    <a:pt x="388" y="1263"/>
                  </a:moveTo>
                  <a:cubicBezTo>
                    <a:pt x="126" y="938"/>
                    <a:pt x="1" y="513"/>
                    <a:pt x="63" y="101"/>
                  </a:cubicBezTo>
                  <a:cubicBezTo>
                    <a:pt x="76" y="1"/>
                    <a:pt x="226" y="38"/>
                    <a:pt x="226" y="126"/>
                  </a:cubicBezTo>
                  <a:cubicBezTo>
                    <a:pt x="251" y="513"/>
                    <a:pt x="313" y="813"/>
                    <a:pt x="576" y="1101"/>
                  </a:cubicBezTo>
                  <a:cubicBezTo>
                    <a:pt x="688" y="1238"/>
                    <a:pt x="488" y="1388"/>
                    <a:pt x="388" y="1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4" name="Google Shape;3234;p97"/>
            <p:cNvSpPr/>
            <p:nvPr/>
          </p:nvSpPr>
          <p:spPr>
            <a:xfrm>
              <a:off x="6669850" y="1521425"/>
              <a:ext cx="22525" cy="11275"/>
            </a:xfrm>
            <a:custGeom>
              <a:rect b="b" l="l" r="r" t="t"/>
              <a:pathLst>
                <a:path extrusionOk="0" h="451" w="901">
                  <a:moveTo>
                    <a:pt x="776" y="213"/>
                  </a:moveTo>
                  <a:cubicBezTo>
                    <a:pt x="563" y="275"/>
                    <a:pt x="351" y="388"/>
                    <a:pt x="126" y="425"/>
                  </a:cubicBezTo>
                  <a:cubicBezTo>
                    <a:pt x="51" y="450"/>
                    <a:pt x="1" y="338"/>
                    <a:pt x="63" y="288"/>
                  </a:cubicBezTo>
                  <a:cubicBezTo>
                    <a:pt x="263" y="163"/>
                    <a:pt x="488" y="75"/>
                    <a:pt x="726" y="38"/>
                  </a:cubicBezTo>
                  <a:cubicBezTo>
                    <a:pt x="851" y="0"/>
                    <a:pt x="901" y="175"/>
                    <a:pt x="776" y="2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5" name="Google Shape;3235;p97"/>
            <p:cNvSpPr/>
            <p:nvPr/>
          </p:nvSpPr>
          <p:spPr>
            <a:xfrm>
              <a:off x="6668925" y="1512975"/>
              <a:ext cx="15650" cy="19100"/>
            </a:xfrm>
            <a:custGeom>
              <a:rect b="b" l="l" r="r" t="t"/>
              <a:pathLst>
                <a:path extrusionOk="0" h="764" w="626">
                  <a:moveTo>
                    <a:pt x="50" y="563"/>
                  </a:moveTo>
                  <a:cubicBezTo>
                    <a:pt x="138" y="376"/>
                    <a:pt x="263" y="201"/>
                    <a:pt x="425" y="63"/>
                  </a:cubicBezTo>
                  <a:cubicBezTo>
                    <a:pt x="500" y="1"/>
                    <a:pt x="625" y="88"/>
                    <a:pt x="575" y="176"/>
                  </a:cubicBezTo>
                  <a:cubicBezTo>
                    <a:pt x="463" y="351"/>
                    <a:pt x="338" y="501"/>
                    <a:pt x="238" y="663"/>
                  </a:cubicBezTo>
                  <a:cubicBezTo>
                    <a:pt x="163" y="763"/>
                    <a:pt x="1" y="676"/>
                    <a:pt x="50" y="5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6" name="Google Shape;3236;p97"/>
            <p:cNvSpPr/>
            <p:nvPr/>
          </p:nvSpPr>
          <p:spPr>
            <a:xfrm>
              <a:off x="6665800" y="1513300"/>
              <a:ext cx="17525" cy="6900"/>
            </a:xfrm>
            <a:custGeom>
              <a:rect b="b" l="l" r="r" t="t"/>
              <a:pathLst>
                <a:path extrusionOk="0" h="276" w="701">
                  <a:moveTo>
                    <a:pt x="575" y="225"/>
                  </a:moveTo>
                  <a:cubicBezTo>
                    <a:pt x="400" y="275"/>
                    <a:pt x="225" y="250"/>
                    <a:pt x="76" y="163"/>
                  </a:cubicBezTo>
                  <a:cubicBezTo>
                    <a:pt x="1" y="113"/>
                    <a:pt x="63" y="0"/>
                    <a:pt x="138" y="25"/>
                  </a:cubicBezTo>
                  <a:lnTo>
                    <a:pt x="513" y="38"/>
                  </a:lnTo>
                  <a:cubicBezTo>
                    <a:pt x="638" y="13"/>
                    <a:pt x="700" y="188"/>
                    <a:pt x="575" y="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7" name="Google Shape;3237;p97"/>
            <p:cNvSpPr/>
            <p:nvPr/>
          </p:nvSpPr>
          <p:spPr>
            <a:xfrm>
              <a:off x="6645800" y="1528925"/>
              <a:ext cx="28775" cy="23450"/>
            </a:xfrm>
            <a:custGeom>
              <a:rect b="b" l="l" r="r" t="t"/>
              <a:pathLst>
                <a:path extrusionOk="0" h="938" w="1151">
                  <a:moveTo>
                    <a:pt x="638" y="163"/>
                  </a:moveTo>
                  <a:cubicBezTo>
                    <a:pt x="1150" y="263"/>
                    <a:pt x="863" y="937"/>
                    <a:pt x="426" y="838"/>
                  </a:cubicBezTo>
                  <a:cubicBezTo>
                    <a:pt x="1" y="750"/>
                    <a:pt x="126" y="0"/>
                    <a:pt x="626" y="150"/>
                  </a:cubicBezTo>
                  <a:cubicBezTo>
                    <a:pt x="738" y="188"/>
                    <a:pt x="713" y="350"/>
                    <a:pt x="601" y="350"/>
                  </a:cubicBezTo>
                  <a:lnTo>
                    <a:pt x="601" y="325"/>
                  </a:lnTo>
                  <a:cubicBezTo>
                    <a:pt x="501" y="288"/>
                    <a:pt x="538" y="138"/>
                    <a:pt x="651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8" name="Google Shape;3238;p97"/>
            <p:cNvSpPr/>
            <p:nvPr/>
          </p:nvSpPr>
          <p:spPr>
            <a:xfrm>
              <a:off x="6217175" y="4309125"/>
              <a:ext cx="551125" cy="190600"/>
            </a:xfrm>
            <a:custGeom>
              <a:rect b="b" l="l" r="r" t="t"/>
              <a:pathLst>
                <a:path extrusionOk="0" h="7624" w="22045">
                  <a:moveTo>
                    <a:pt x="213" y="4662"/>
                  </a:moveTo>
                  <a:cubicBezTo>
                    <a:pt x="5036" y="0"/>
                    <a:pt x="11447" y="7623"/>
                    <a:pt x="17083" y="6311"/>
                  </a:cubicBezTo>
                  <a:cubicBezTo>
                    <a:pt x="20070" y="5611"/>
                    <a:pt x="22044" y="3300"/>
                    <a:pt x="21932" y="238"/>
                  </a:cubicBezTo>
                  <a:cubicBezTo>
                    <a:pt x="21932" y="150"/>
                    <a:pt x="21795" y="150"/>
                    <a:pt x="21795" y="238"/>
                  </a:cubicBezTo>
                  <a:cubicBezTo>
                    <a:pt x="21532" y="6511"/>
                    <a:pt x="14521" y="6724"/>
                    <a:pt x="10160" y="4887"/>
                  </a:cubicBezTo>
                  <a:cubicBezTo>
                    <a:pt x="8448" y="4162"/>
                    <a:pt x="6723" y="3175"/>
                    <a:pt x="4824" y="2950"/>
                  </a:cubicBezTo>
                  <a:cubicBezTo>
                    <a:pt x="2924" y="2725"/>
                    <a:pt x="1425" y="3225"/>
                    <a:pt x="88" y="4537"/>
                  </a:cubicBezTo>
                  <a:cubicBezTo>
                    <a:pt x="0" y="4612"/>
                    <a:pt x="125" y="4737"/>
                    <a:pt x="213" y="46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9" name="Google Shape;3239;p97"/>
            <p:cNvSpPr/>
            <p:nvPr/>
          </p:nvSpPr>
          <p:spPr>
            <a:xfrm>
              <a:off x="6582375" y="4210725"/>
              <a:ext cx="180925" cy="121225"/>
            </a:xfrm>
            <a:custGeom>
              <a:rect b="b" l="l" r="r" t="t"/>
              <a:pathLst>
                <a:path extrusionOk="0" h="4849" w="7237">
                  <a:moveTo>
                    <a:pt x="7224" y="3174"/>
                  </a:moveTo>
                  <a:cubicBezTo>
                    <a:pt x="7087" y="1162"/>
                    <a:pt x="4637" y="0"/>
                    <a:pt x="2825" y="537"/>
                  </a:cubicBezTo>
                  <a:cubicBezTo>
                    <a:pt x="1326" y="987"/>
                    <a:pt x="1" y="3524"/>
                    <a:pt x="1388" y="4774"/>
                  </a:cubicBezTo>
                  <a:cubicBezTo>
                    <a:pt x="1463" y="4849"/>
                    <a:pt x="1575" y="4736"/>
                    <a:pt x="1513" y="4661"/>
                  </a:cubicBezTo>
                  <a:cubicBezTo>
                    <a:pt x="113" y="3137"/>
                    <a:pt x="1775" y="837"/>
                    <a:pt x="3400" y="637"/>
                  </a:cubicBezTo>
                  <a:cubicBezTo>
                    <a:pt x="4950" y="437"/>
                    <a:pt x="6912" y="1450"/>
                    <a:pt x="7037" y="3174"/>
                  </a:cubicBezTo>
                  <a:cubicBezTo>
                    <a:pt x="7037" y="3299"/>
                    <a:pt x="7237" y="3299"/>
                    <a:pt x="7224" y="3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0" name="Google Shape;3240;p97"/>
            <p:cNvSpPr/>
            <p:nvPr/>
          </p:nvSpPr>
          <p:spPr>
            <a:xfrm>
              <a:off x="6636125" y="4276625"/>
              <a:ext cx="72825" cy="77200"/>
            </a:xfrm>
            <a:custGeom>
              <a:rect b="b" l="l" r="r" t="t"/>
              <a:pathLst>
                <a:path extrusionOk="0" h="3088" w="2913">
                  <a:moveTo>
                    <a:pt x="63" y="2600"/>
                  </a:moveTo>
                  <a:cubicBezTo>
                    <a:pt x="888" y="3087"/>
                    <a:pt x="2112" y="2738"/>
                    <a:pt x="2537" y="1850"/>
                  </a:cubicBezTo>
                  <a:cubicBezTo>
                    <a:pt x="2912" y="1026"/>
                    <a:pt x="2300" y="101"/>
                    <a:pt x="1437" y="13"/>
                  </a:cubicBezTo>
                  <a:cubicBezTo>
                    <a:pt x="1325" y="1"/>
                    <a:pt x="1300" y="188"/>
                    <a:pt x="1412" y="213"/>
                  </a:cubicBezTo>
                  <a:cubicBezTo>
                    <a:pt x="2225" y="351"/>
                    <a:pt x="2725" y="1176"/>
                    <a:pt x="2250" y="1925"/>
                  </a:cubicBezTo>
                  <a:cubicBezTo>
                    <a:pt x="1787" y="2613"/>
                    <a:pt x="888" y="2838"/>
                    <a:pt x="150" y="2463"/>
                  </a:cubicBezTo>
                  <a:cubicBezTo>
                    <a:pt x="63" y="2425"/>
                    <a:pt x="0" y="2538"/>
                    <a:pt x="75" y="26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1" name="Google Shape;3241;p97"/>
            <p:cNvSpPr/>
            <p:nvPr/>
          </p:nvSpPr>
          <p:spPr>
            <a:xfrm>
              <a:off x="6662675" y="4282575"/>
              <a:ext cx="25" cy="325"/>
            </a:xfrm>
            <a:custGeom>
              <a:rect b="b" l="l" r="r" t="t"/>
              <a:pathLst>
                <a:path extrusionOk="0" h="13" w="1">
                  <a:moveTo>
                    <a:pt x="1" y="0"/>
                  </a:moveTo>
                  <a:lnTo>
                    <a:pt x="1" y="1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2" name="Google Shape;3242;p97"/>
            <p:cNvSpPr/>
            <p:nvPr/>
          </p:nvSpPr>
          <p:spPr>
            <a:xfrm>
              <a:off x="6648925" y="4357225"/>
              <a:ext cx="206550" cy="103750"/>
            </a:xfrm>
            <a:custGeom>
              <a:rect b="b" l="l" r="r" t="t"/>
              <a:pathLst>
                <a:path extrusionOk="0" h="4150" w="8262">
                  <a:moveTo>
                    <a:pt x="126" y="4137"/>
                  </a:moveTo>
                  <a:cubicBezTo>
                    <a:pt x="1250" y="3887"/>
                    <a:pt x="2325" y="3425"/>
                    <a:pt x="3275" y="2775"/>
                  </a:cubicBezTo>
                  <a:cubicBezTo>
                    <a:pt x="4724" y="1763"/>
                    <a:pt x="6199" y="1"/>
                    <a:pt x="8074" y="1276"/>
                  </a:cubicBezTo>
                  <a:cubicBezTo>
                    <a:pt x="8161" y="1326"/>
                    <a:pt x="8261" y="1201"/>
                    <a:pt x="8186" y="1138"/>
                  </a:cubicBezTo>
                  <a:cubicBezTo>
                    <a:pt x="7424" y="451"/>
                    <a:pt x="6474" y="451"/>
                    <a:pt x="5549" y="851"/>
                  </a:cubicBezTo>
                  <a:cubicBezTo>
                    <a:pt x="4887" y="1151"/>
                    <a:pt x="4350" y="1676"/>
                    <a:pt x="3787" y="2125"/>
                  </a:cubicBezTo>
                  <a:cubicBezTo>
                    <a:pt x="2700" y="3013"/>
                    <a:pt x="1450" y="3650"/>
                    <a:pt x="88" y="3987"/>
                  </a:cubicBezTo>
                  <a:cubicBezTo>
                    <a:pt x="1" y="4000"/>
                    <a:pt x="38" y="4150"/>
                    <a:pt x="138" y="41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3" name="Google Shape;3243;p97"/>
            <p:cNvSpPr/>
            <p:nvPr/>
          </p:nvSpPr>
          <p:spPr>
            <a:xfrm>
              <a:off x="6506475" y="4375975"/>
              <a:ext cx="88425" cy="80000"/>
            </a:xfrm>
            <a:custGeom>
              <a:rect b="b" l="l" r="r" t="t"/>
              <a:pathLst>
                <a:path extrusionOk="0" h="3200" w="3537">
                  <a:moveTo>
                    <a:pt x="113" y="2888"/>
                  </a:moveTo>
                  <a:cubicBezTo>
                    <a:pt x="987" y="3087"/>
                    <a:pt x="1837" y="3200"/>
                    <a:pt x="2650" y="2713"/>
                  </a:cubicBezTo>
                  <a:cubicBezTo>
                    <a:pt x="3174" y="2388"/>
                    <a:pt x="3537" y="1875"/>
                    <a:pt x="3437" y="1225"/>
                  </a:cubicBezTo>
                  <a:cubicBezTo>
                    <a:pt x="3349" y="613"/>
                    <a:pt x="2849" y="138"/>
                    <a:pt x="2225" y="63"/>
                  </a:cubicBezTo>
                  <a:cubicBezTo>
                    <a:pt x="1750" y="13"/>
                    <a:pt x="1075" y="176"/>
                    <a:pt x="1025" y="726"/>
                  </a:cubicBezTo>
                  <a:cubicBezTo>
                    <a:pt x="1025" y="813"/>
                    <a:pt x="1150" y="813"/>
                    <a:pt x="1150" y="726"/>
                  </a:cubicBezTo>
                  <a:cubicBezTo>
                    <a:pt x="1225" y="1"/>
                    <a:pt x="2437" y="263"/>
                    <a:pt x="2762" y="488"/>
                  </a:cubicBezTo>
                  <a:cubicBezTo>
                    <a:pt x="3249" y="838"/>
                    <a:pt x="3387" y="1500"/>
                    <a:pt x="3099" y="2025"/>
                  </a:cubicBezTo>
                  <a:cubicBezTo>
                    <a:pt x="2475" y="3037"/>
                    <a:pt x="1125" y="2937"/>
                    <a:pt x="150" y="2713"/>
                  </a:cubicBezTo>
                  <a:cubicBezTo>
                    <a:pt x="38" y="2688"/>
                    <a:pt x="0" y="2863"/>
                    <a:pt x="113" y="28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4" name="Google Shape;3244;p97"/>
            <p:cNvSpPr/>
            <p:nvPr/>
          </p:nvSpPr>
          <p:spPr>
            <a:xfrm>
              <a:off x="6450850" y="4386300"/>
              <a:ext cx="33150" cy="43450"/>
            </a:xfrm>
            <a:custGeom>
              <a:rect b="b" l="l" r="r" t="t"/>
              <a:pathLst>
                <a:path extrusionOk="0" h="1738" w="1326">
                  <a:moveTo>
                    <a:pt x="101" y="1550"/>
                  </a:moveTo>
                  <a:cubicBezTo>
                    <a:pt x="638" y="1737"/>
                    <a:pt x="1325" y="1412"/>
                    <a:pt x="1263" y="762"/>
                  </a:cubicBezTo>
                  <a:cubicBezTo>
                    <a:pt x="1213" y="338"/>
                    <a:pt x="513" y="0"/>
                    <a:pt x="251" y="425"/>
                  </a:cubicBezTo>
                  <a:cubicBezTo>
                    <a:pt x="176" y="538"/>
                    <a:pt x="351" y="637"/>
                    <a:pt x="426" y="525"/>
                  </a:cubicBezTo>
                  <a:cubicBezTo>
                    <a:pt x="538" y="463"/>
                    <a:pt x="676" y="438"/>
                    <a:pt x="801" y="488"/>
                  </a:cubicBezTo>
                  <a:cubicBezTo>
                    <a:pt x="1076" y="712"/>
                    <a:pt x="1125" y="937"/>
                    <a:pt x="951" y="1137"/>
                  </a:cubicBezTo>
                  <a:cubicBezTo>
                    <a:pt x="776" y="1450"/>
                    <a:pt x="451" y="1487"/>
                    <a:pt x="138" y="1400"/>
                  </a:cubicBezTo>
                  <a:cubicBezTo>
                    <a:pt x="38" y="1362"/>
                    <a:pt x="1" y="1525"/>
                    <a:pt x="101" y="15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5" name="Google Shape;3245;p97"/>
            <p:cNvSpPr/>
            <p:nvPr/>
          </p:nvSpPr>
          <p:spPr>
            <a:xfrm>
              <a:off x="6842625" y="4377850"/>
              <a:ext cx="31900" cy="31900"/>
            </a:xfrm>
            <a:custGeom>
              <a:rect b="b" l="l" r="r" t="t"/>
              <a:pathLst>
                <a:path extrusionOk="0" h="1276" w="1276">
                  <a:moveTo>
                    <a:pt x="326" y="351"/>
                  </a:moveTo>
                  <a:cubicBezTo>
                    <a:pt x="1" y="713"/>
                    <a:pt x="451" y="1275"/>
                    <a:pt x="863" y="950"/>
                  </a:cubicBezTo>
                  <a:cubicBezTo>
                    <a:pt x="1275" y="626"/>
                    <a:pt x="800" y="1"/>
                    <a:pt x="401" y="301"/>
                  </a:cubicBezTo>
                  <a:cubicBezTo>
                    <a:pt x="326" y="351"/>
                    <a:pt x="376" y="463"/>
                    <a:pt x="463" y="451"/>
                  </a:cubicBezTo>
                  <a:lnTo>
                    <a:pt x="463" y="451"/>
                  </a:lnTo>
                  <a:cubicBezTo>
                    <a:pt x="501" y="376"/>
                    <a:pt x="401" y="276"/>
                    <a:pt x="338" y="3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6" name="Google Shape;3246;p97"/>
            <p:cNvSpPr/>
            <p:nvPr/>
          </p:nvSpPr>
          <p:spPr>
            <a:xfrm>
              <a:off x="6720775" y="4313800"/>
              <a:ext cx="77825" cy="113125"/>
            </a:xfrm>
            <a:custGeom>
              <a:rect b="b" l="l" r="r" t="t"/>
              <a:pathLst>
                <a:path extrusionOk="0" h="4525" w="3113">
                  <a:moveTo>
                    <a:pt x="163" y="4462"/>
                  </a:moveTo>
                  <a:cubicBezTo>
                    <a:pt x="1551" y="3363"/>
                    <a:pt x="2575" y="1850"/>
                    <a:pt x="3088" y="151"/>
                  </a:cubicBezTo>
                  <a:cubicBezTo>
                    <a:pt x="3113" y="63"/>
                    <a:pt x="2975" y="1"/>
                    <a:pt x="2925" y="88"/>
                  </a:cubicBezTo>
                  <a:cubicBezTo>
                    <a:pt x="2188" y="1700"/>
                    <a:pt x="1413" y="3188"/>
                    <a:pt x="63" y="4375"/>
                  </a:cubicBezTo>
                  <a:cubicBezTo>
                    <a:pt x="1" y="4437"/>
                    <a:pt x="88" y="4525"/>
                    <a:pt x="163" y="44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7" name="Google Shape;3247;p97"/>
            <p:cNvSpPr/>
            <p:nvPr/>
          </p:nvSpPr>
          <p:spPr>
            <a:xfrm>
              <a:off x="6784200" y="4293200"/>
              <a:ext cx="30650" cy="32500"/>
            </a:xfrm>
            <a:custGeom>
              <a:rect b="b" l="l" r="r" t="t"/>
              <a:pathLst>
                <a:path extrusionOk="0" h="1300" w="1226">
                  <a:moveTo>
                    <a:pt x="501" y="800"/>
                  </a:moveTo>
                  <a:lnTo>
                    <a:pt x="501" y="737"/>
                  </a:lnTo>
                  <a:cubicBezTo>
                    <a:pt x="426" y="662"/>
                    <a:pt x="313" y="750"/>
                    <a:pt x="363" y="850"/>
                  </a:cubicBezTo>
                  <a:cubicBezTo>
                    <a:pt x="601" y="1300"/>
                    <a:pt x="1225" y="750"/>
                    <a:pt x="888" y="375"/>
                  </a:cubicBezTo>
                  <a:cubicBezTo>
                    <a:pt x="551" y="0"/>
                    <a:pt x="1" y="550"/>
                    <a:pt x="388" y="912"/>
                  </a:cubicBezTo>
                  <a:cubicBezTo>
                    <a:pt x="463" y="975"/>
                    <a:pt x="563" y="875"/>
                    <a:pt x="501" y="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8" name="Google Shape;3248;p97"/>
            <p:cNvSpPr/>
            <p:nvPr/>
          </p:nvSpPr>
          <p:spPr>
            <a:xfrm>
              <a:off x="6760775" y="4298825"/>
              <a:ext cx="5650" cy="9375"/>
            </a:xfrm>
            <a:custGeom>
              <a:rect b="b" l="l" r="r" t="t"/>
              <a:pathLst>
                <a:path extrusionOk="0" h="375" w="226">
                  <a:moveTo>
                    <a:pt x="213" y="263"/>
                  </a:moveTo>
                  <a:cubicBezTo>
                    <a:pt x="225" y="188"/>
                    <a:pt x="200" y="113"/>
                    <a:pt x="150" y="63"/>
                  </a:cubicBezTo>
                  <a:cubicBezTo>
                    <a:pt x="113" y="0"/>
                    <a:pt x="1" y="13"/>
                    <a:pt x="1" y="100"/>
                  </a:cubicBezTo>
                  <a:cubicBezTo>
                    <a:pt x="1" y="150"/>
                    <a:pt x="13" y="213"/>
                    <a:pt x="13" y="263"/>
                  </a:cubicBezTo>
                  <a:cubicBezTo>
                    <a:pt x="26" y="375"/>
                    <a:pt x="188" y="375"/>
                    <a:pt x="200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9" name="Google Shape;3249;p97"/>
            <p:cNvSpPr/>
            <p:nvPr/>
          </p:nvSpPr>
          <p:spPr>
            <a:xfrm>
              <a:off x="6624250" y="4331300"/>
              <a:ext cx="10025" cy="6900"/>
            </a:xfrm>
            <a:custGeom>
              <a:rect b="b" l="l" r="r" t="t"/>
              <a:pathLst>
                <a:path extrusionOk="0" h="276" w="401">
                  <a:moveTo>
                    <a:pt x="313" y="88"/>
                  </a:moveTo>
                  <a:cubicBezTo>
                    <a:pt x="250" y="51"/>
                    <a:pt x="175" y="26"/>
                    <a:pt x="100" y="13"/>
                  </a:cubicBezTo>
                  <a:cubicBezTo>
                    <a:pt x="38" y="1"/>
                    <a:pt x="0" y="63"/>
                    <a:pt x="50" y="113"/>
                  </a:cubicBezTo>
                  <a:cubicBezTo>
                    <a:pt x="100" y="176"/>
                    <a:pt x="163" y="226"/>
                    <a:pt x="250" y="251"/>
                  </a:cubicBezTo>
                  <a:cubicBezTo>
                    <a:pt x="338" y="276"/>
                    <a:pt x="400" y="138"/>
                    <a:pt x="313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0" name="Google Shape;3250;p97"/>
            <p:cNvSpPr/>
            <p:nvPr/>
          </p:nvSpPr>
          <p:spPr>
            <a:xfrm>
              <a:off x="6618625" y="4440350"/>
              <a:ext cx="156850" cy="27825"/>
            </a:xfrm>
            <a:custGeom>
              <a:rect b="b" l="l" r="r" t="t"/>
              <a:pathLst>
                <a:path extrusionOk="0" h="1113" w="6274">
                  <a:moveTo>
                    <a:pt x="101" y="1100"/>
                  </a:moveTo>
                  <a:cubicBezTo>
                    <a:pt x="963" y="1112"/>
                    <a:pt x="1813" y="1025"/>
                    <a:pt x="2662" y="850"/>
                  </a:cubicBezTo>
                  <a:cubicBezTo>
                    <a:pt x="3812" y="625"/>
                    <a:pt x="4937" y="175"/>
                    <a:pt x="6111" y="500"/>
                  </a:cubicBezTo>
                  <a:cubicBezTo>
                    <a:pt x="6224" y="525"/>
                    <a:pt x="6274" y="362"/>
                    <a:pt x="6161" y="313"/>
                  </a:cubicBezTo>
                  <a:cubicBezTo>
                    <a:pt x="5362" y="0"/>
                    <a:pt x="4649" y="163"/>
                    <a:pt x="3837" y="337"/>
                  </a:cubicBezTo>
                  <a:cubicBezTo>
                    <a:pt x="2587" y="612"/>
                    <a:pt x="1375" y="862"/>
                    <a:pt x="101" y="925"/>
                  </a:cubicBezTo>
                  <a:cubicBezTo>
                    <a:pt x="1" y="937"/>
                    <a:pt x="1" y="1087"/>
                    <a:pt x="101" y="1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1" name="Google Shape;3251;p97"/>
            <p:cNvSpPr/>
            <p:nvPr/>
          </p:nvSpPr>
          <p:spPr>
            <a:xfrm>
              <a:off x="6763900" y="4437225"/>
              <a:ext cx="32825" cy="31250"/>
            </a:xfrm>
            <a:custGeom>
              <a:rect b="b" l="l" r="r" t="t"/>
              <a:pathLst>
                <a:path extrusionOk="0" h="1250" w="1313">
                  <a:moveTo>
                    <a:pt x="450" y="550"/>
                  </a:moveTo>
                  <a:lnTo>
                    <a:pt x="563" y="587"/>
                  </a:lnTo>
                  <a:cubicBezTo>
                    <a:pt x="613" y="512"/>
                    <a:pt x="550" y="413"/>
                    <a:pt x="463" y="425"/>
                  </a:cubicBezTo>
                  <a:cubicBezTo>
                    <a:pt x="1" y="587"/>
                    <a:pt x="463" y="1250"/>
                    <a:pt x="850" y="1012"/>
                  </a:cubicBezTo>
                  <a:cubicBezTo>
                    <a:pt x="1313" y="712"/>
                    <a:pt x="775" y="0"/>
                    <a:pt x="350" y="438"/>
                  </a:cubicBezTo>
                  <a:cubicBezTo>
                    <a:pt x="288" y="500"/>
                    <a:pt x="363" y="600"/>
                    <a:pt x="450" y="5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2" name="Google Shape;3252;p97"/>
            <p:cNvSpPr/>
            <p:nvPr/>
          </p:nvSpPr>
          <p:spPr>
            <a:xfrm>
              <a:off x="6768275" y="4388175"/>
              <a:ext cx="72825" cy="22500"/>
            </a:xfrm>
            <a:custGeom>
              <a:rect b="b" l="l" r="r" t="t"/>
              <a:pathLst>
                <a:path extrusionOk="0" h="900" w="2913">
                  <a:moveTo>
                    <a:pt x="100" y="263"/>
                  </a:moveTo>
                  <a:cubicBezTo>
                    <a:pt x="413" y="562"/>
                    <a:pt x="813" y="750"/>
                    <a:pt x="1225" y="800"/>
                  </a:cubicBezTo>
                  <a:cubicBezTo>
                    <a:pt x="1700" y="862"/>
                    <a:pt x="2400" y="900"/>
                    <a:pt x="2812" y="637"/>
                  </a:cubicBezTo>
                  <a:cubicBezTo>
                    <a:pt x="2912" y="575"/>
                    <a:pt x="2850" y="413"/>
                    <a:pt x="2725" y="438"/>
                  </a:cubicBezTo>
                  <a:cubicBezTo>
                    <a:pt x="1937" y="637"/>
                    <a:pt x="900" y="687"/>
                    <a:pt x="263" y="100"/>
                  </a:cubicBezTo>
                  <a:cubicBezTo>
                    <a:pt x="163" y="0"/>
                    <a:pt x="0" y="163"/>
                    <a:pt x="113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3" name="Google Shape;3253;p97"/>
            <p:cNvSpPr/>
            <p:nvPr/>
          </p:nvSpPr>
          <p:spPr>
            <a:xfrm>
              <a:off x="6769525" y="4381600"/>
              <a:ext cx="70625" cy="23450"/>
            </a:xfrm>
            <a:custGeom>
              <a:rect b="b" l="l" r="r" t="t"/>
              <a:pathLst>
                <a:path extrusionOk="0" h="938" w="2825">
                  <a:moveTo>
                    <a:pt x="2762" y="738"/>
                  </a:moveTo>
                  <a:cubicBezTo>
                    <a:pt x="2250" y="51"/>
                    <a:pt x="813" y="1"/>
                    <a:pt x="113" y="376"/>
                  </a:cubicBezTo>
                  <a:cubicBezTo>
                    <a:pt x="0" y="426"/>
                    <a:pt x="88" y="563"/>
                    <a:pt x="188" y="551"/>
                  </a:cubicBezTo>
                  <a:cubicBezTo>
                    <a:pt x="900" y="438"/>
                    <a:pt x="2062" y="176"/>
                    <a:pt x="2612" y="850"/>
                  </a:cubicBezTo>
                  <a:cubicBezTo>
                    <a:pt x="2687" y="938"/>
                    <a:pt x="2825" y="825"/>
                    <a:pt x="2775" y="7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4" name="Google Shape;3254;p97"/>
            <p:cNvSpPr/>
            <p:nvPr/>
          </p:nvSpPr>
          <p:spPr>
            <a:xfrm>
              <a:off x="6669850" y="4396600"/>
              <a:ext cx="17850" cy="55950"/>
            </a:xfrm>
            <a:custGeom>
              <a:rect b="b" l="l" r="r" t="t"/>
              <a:pathLst>
                <a:path extrusionOk="0" h="2238" w="714">
                  <a:moveTo>
                    <a:pt x="413" y="2087"/>
                  </a:moveTo>
                  <a:cubicBezTo>
                    <a:pt x="238" y="1450"/>
                    <a:pt x="326" y="775"/>
                    <a:pt x="663" y="213"/>
                  </a:cubicBezTo>
                  <a:cubicBezTo>
                    <a:pt x="713" y="101"/>
                    <a:pt x="551" y="1"/>
                    <a:pt x="476" y="101"/>
                  </a:cubicBezTo>
                  <a:cubicBezTo>
                    <a:pt x="88" y="713"/>
                    <a:pt x="1" y="1450"/>
                    <a:pt x="238" y="2137"/>
                  </a:cubicBezTo>
                  <a:cubicBezTo>
                    <a:pt x="276" y="2237"/>
                    <a:pt x="426" y="2200"/>
                    <a:pt x="413" y="20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5" name="Google Shape;3255;p97"/>
            <p:cNvSpPr/>
            <p:nvPr/>
          </p:nvSpPr>
          <p:spPr>
            <a:xfrm>
              <a:off x="6677050" y="4396600"/>
              <a:ext cx="16275" cy="54375"/>
            </a:xfrm>
            <a:custGeom>
              <a:rect b="b" l="l" r="r" t="t"/>
              <a:pathLst>
                <a:path extrusionOk="0" h="2175" w="651">
                  <a:moveTo>
                    <a:pt x="188" y="188"/>
                  </a:moveTo>
                  <a:cubicBezTo>
                    <a:pt x="313" y="550"/>
                    <a:pt x="363" y="950"/>
                    <a:pt x="300" y="1338"/>
                  </a:cubicBezTo>
                  <a:cubicBezTo>
                    <a:pt x="250" y="1613"/>
                    <a:pt x="113" y="1788"/>
                    <a:pt x="13" y="2038"/>
                  </a:cubicBezTo>
                  <a:cubicBezTo>
                    <a:pt x="0" y="2075"/>
                    <a:pt x="25" y="2112"/>
                    <a:pt x="63" y="2125"/>
                  </a:cubicBezTo>
                  <a:cubicBezTo>
                    <a:pt x="363" y="2175"/>
                    <a:pt x="463" y="1850"/>
                    <a:pt x="538" y="1613"/>
                  </a:cubicBezTo>
                  <a:cubicBezTo>
                    <a:pt x="650" y="1113"/>
                    <a:pt x="600" y="600"/>
                    <a:pt x="400" y="126"/>
                  </a:cubicBezTo>
                  <a:cubicBezTo>
                    <a:pt x="350" y="1"/>
                    <a:pt x="150" y="51"/>
                    <a:pt x="188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6" name="Google Shape;3256;p97"/>
            <p:cNvSpPr/>
            <p:nvPr/>
          </p:nvSpPr>
          <p:spPr>
            <a:xfrm>
              <a:off x="6337750" y="4364725"/>
              <a:ext cx="82825" cy="26900"/>
            </a:xfrm>
            <a:custGeom>
              <a:rect b="b" l="l" r="r" t="t"/>
              <a:pathLst>
                <a:path extrusionOk="0" h="1076" w="3313">
                  <a:moveTo>
                    <a:pt x="126" y="926"/>
                  </a:moveTo>
                  <a:cubicBezTo>
                    <a:pt x="1138" y="1076"/>
                    <a:pt x="2500" y="926"/>
                    <a:pt x="3263" y="163"/>
                  </a:cubicBezTo>
                  <a:cubicBezTo>
                    <a:pt x="3313" y="113"/>
                    <a:pt x="3263" y="1"/>
                    <a:pt x="3175" y="26"/>
                  </a:cubicBezTo>
                  <a:cubicBezTo>
                    <a:pt x="2713" y="188"/>
                    <a:pt x="2300" y="476"/>
                    <a:pt x="1813" y="601"/>
                  </a:cubicBezTo>
                  <a:cubicBezTo>
                    <a:pt x="1276" y="738"/>
                    <a:pt x="713" y="776"/>
                    <a:pt x="151" y="713"/>
                  </a:cubicBezTo>
                  <a:cubicBezTo>
                    <a:pt x="38" y="701"/>
                    <a:pt x="1" y="913"/>
                    <a:pt x="126" y="9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7" name="Google Shape;3257;p97"/>
            <p:cNvSpPr/>
            <p:nvPr/>
          </p:nvSpPr>
          <p:spPr>
            <a:xfrm>
              <a:off x="6319650" y="4355975"/>
              <a:ext cx="100625" cy="30975"/>
            </a:xfrm>
            <a:custGeom>
              <a:rect b="b" l="l" r="r" t="t"/>
              <a:pathLst>
                <a:path extrusionOk="0" h="1239" w="4025">
                  <a:moveTo>
                    <a:pt x="3887" y="238"/>
                  </a:moveTo>
                  <a:cubicBezTo>
                    <a:pt x="3262" y="126"/>
                    <a:pt x="2612" y="1"/>
                    <a:pt x="1975" y="101"/>
                  </a:cubicBezTo>
                  <a:cubicBezTo>
                    <a:pt x="1300" y="201"/>
                    <a:pt x="712" y="551"/>
                    <a:pt x="138" y="926"/>
                  </a:cubicBezTo>
                  <a:cubicBezTo>
                    <a:pt x="0" y="1013"/>
                    <a:pt x="138" y="1238"/>
                    <a:pt x="275" y="1151"/>
                  </a:cubicBezTo>
                  <a:cubicBezTo>
                    <a:pt x="737" y="838"/>
                    <a:pt x="1225" y="526"/>
                    <a:pt x="1787" y="388"/>
                  </a:cubicBezTo>
                  <a:cubicBezTo>
                    <a:pt x="2450" y="226"/>
                    <a:pt x="3162" y="338"/>
                    <a:pt x="3837" y="451"/>
                  </a:cubicBezTo>
                  <a:cubicBezTo>
                    <a:pt x="3962" y="463"/>
                    <a:pt x="4024" y="263"/>
                    <a:pt x="3887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8" name="Google Shape;3258;p97"/>
            <p:cNvSpPr/>
            <p:nvPr/>
          </p:nvSpPr>
          <p:spPr>
            <a:xfrm>
              <a:off x="6822325" y="3689900"/>
              <a:ext cx="199650" cy="551150"/>
            </a:xfrm>
            <a:custGeom>
              <a:rect b="b" l="l" r="r" t="t"/>
              <a:pathLst>
                <a:path extrusionOk="0" h="22046" w="7986">
                  <a:moveTo>
                    <a:pt x="4499" y="88"/>
                  </a:moveTo>
                  <a:cubicBezTo>
                    <a:pt x="3187" y="1426"/>
                    <a:pt x="2700" y="2938"/>
                    <a:pt x="2912" y="4837"/>
                  </a:cubicBezTo>
                  <a:cubicBezTo>
                    <a:pt x="3087" y="6237"/>
                    <a:pt x="3699" y="7487"/>
                    <a:pt x="4237" y="8761"/>
                  </a:cubicBezTo>
                  <a:cubicBezTo>
                    <a:pt x="6111" y="13235"/>
                    <a:pt x="7986" y="21470"/>
                    <a:pt x="213" y="21808"/>
                  </a:cubicBezTo>
                  <a:cubicBezTo>
                    <a:pt x="125" y="21808"/>
                    <a:pt x="125" y="21933"/>
                    <a:pt x="213" y="21945"/>
                  </a:cubicBezTo>
                  <a:cubicBezTo>
                    <a:pt x="3250" y="22045"/>
                    <a:pt x="5586" y="20071"/>
                    <a:pt x="6274" y="17084"/>
                  </a:cubicBezTo>
                  <a:cubicBezTo>
                    <a:pt x="7598" y="11435"/>
                    <a:pt x="0" y="5012"/>
                    <a:pt x="4637" y="213"/>
                  </a:cubicBezTo>
                  <a:cubicBezTo>
                    <a:pt x="4712" y="138"/>
                    <a:pt x="4587" y="1"/>
                    <a:pt x="4499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9" name="Google Shape;3259;p97"/>
            <p:cNvSpPr/>
            <p:nvPr/>
          </p:nvSpPr>
          <p:spPr>
            <a:xfrm>
              <a:off x="6723275" y="4055125"/>
              <a:ext cx="121250" cy="180925"/>
            </a:xfrm>
            <a:custGeom>
              <a:rect b="b" l="l" r="r" t="t"/>
              <a:pathLst>
                <a:path extrusionOk="0" h="7237" w="4850">
                  <a:moveTo>
                    <a:pt x="3175" y="7036"/>
                  </a:moveTo>
                  <a:cubicBezTo>
                    <a:pt x="1438" y="6911"/>
                    <a:pt x="438" y="4949"/>
                    <a:pt x="626" y="3400"/>
                  </a:cubicBezTo>
                  <a:cubicBezTo>
                    <a:pt x="838" y="1775"/>
                    <a:pt x="3138" y="113"/>
                    <a:pt x="4650" y="1513"/>
                  </a:cubicBezTo>
                  <a:cubicBezTo>
                    <a:pt x="4737" y="1588"/>
                    <a:pt x="4850" y="1463"/>
                    <a:pt x="4775" y="1388"/>
                  </a:cubicBezTo>
                  <a:cubicBezTo>
                    <a:pt x="3525" y="1"/>
                    <a:pt x="988" y="1313"/>
                    <a:pt x="538" y="2825"/>
                  </a:cubicBezTo>
                  <a:cubicBezTo>
                    <a:pt x="1" y="4637"/>
                    <a:pt x="1163" y="7086"/>
                    <a:pt x="3175" y="7224"/>
                  </a:cubicBezTo>
                  <a:cubicBezTo>
                    <a:pt x="3300" y="7236"/>
                    <a:pt x="3300" y="7049"/>
                    <a:pt x="3175" y="70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0" name="Google Shape;3260;p97"/>
            <p:cNvSpPr/>
            <p:nvPr/>
          </p:nvSpPr>
          <p:spPr>
            <a:xfrm>
              <a:off x="6789200" y="4108250"/>
              <a:ext cx="77200" cy="73425"/>
            </a:xfrm>
            <a:custGeom>
              <a:rect b="b" l="l" r="r" t="t"/>
              <a:pathLst>
                <a:path extrusionOk="0" h="2937" w="3088">
                  <a:moveTo>
                    <a:pt x="2463" y="163"/>
                  </a:moveTo>
                  <a:cubicBezTo>
                    <a:pt x="2837" y="900"/>
                    <a:pt x="2600" y="1800"/>
                    <a:pt x="1925" y="2274"/>
                  </a:cubicBezTo>
                  <a:cubicBezTo>
                    <a:pt x="1175" y="2749"/>
                    <a:pt x="338" y="2237"/>
                    <a:pt x="201" y="1425"/>
                  </a:cubicBezTo>
                  <a:cubicBezTo>
                    <a:pt x="188" y="1312"/>
                    <a:pt x="1" y="1337"/>
                    <a:pt x="13" y="1450"/>
                  </a:cubicBezTo>
                  <a:cubicBezTo>
                    <a:pt x="88" y="2324"/>
                    <a:pt x="1013" y="2937"/>
                    <a:pt x="1838" y="2549"/>
                  </a:cubicBezTo>
                  <a:cubicBezTo>
                    <a:pt x="2738" y="2137"/>
                    <a:pt x="3087" y="900"/>
                    <a:pt x="2588" y="75"/>
                  </a:cubicBezTo>
                  <a:cubicBezTo>
                    <a:pt x="2538" y="0"/>
                    <a:pt x="2425" y="75"/>
                    <a:pt x="2463" y="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1" name="Google Shape;3261;p97"/>
            <p:cNvSpPr/>
            <p:nvPr/>
          </p:nvSpPr>
          <p:spPr>
            <a:xfrm>
              <a:off x="6795150" y="4135100"/>
              <a:ext cx="325" cy="350"/>
            </a:xfrm>
            <a:custGeom>
              <a:rect b="b" l="l" r="r" t="t"/>
              <a:pathLst>
                <a:path extrusionOk="0" h="14" w="13">
                  <a:moveTo>
                    <a:pt x="0" y="1"/>
                  </a:moveTo>
                  <a:lnTo>
                    <a:pt x="0" y="13"/>
                  </a:lnTo>
                  <a:cubicBezTo>
                    <a:pt x="0" y="13"/>
                    <a:pt x="13" y="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2" name="Google Shape;3262;p97"/>
            <p:cNvSpPr/>
            <p:nvPr/>
          </p:nvSpPr>
          <p:spPr>
            <a:xfrm>
              <a:off x="6869500" y="4121350"/>
              <a:ext cx="104050" cy="206550"/>
            </a:xfrm>
            <a:custGeom>
              <a:rect b="b" l="l" r="r" t="t"/>
              <a:pathLst>
                <a:path extrusionOk="0" h="8262" w="4162">
                  <a:moveTo>
                    <a:pt x="3987" y="101"/>
                  </a:moveTo>
                  <a:cubicBezTo>
                    <a:pt x="3712" y="1288"/>
                    <a:pt x="3175" y="2400"/>
                    <a:pt x="2450" y="3375"/>
                  </a:cubicBezTo>
                  <a:cubicBezTo>
                    <a:pt x="1925" y="4087"/>
                    <a:pt x="1225" y="4737"/>
                    <a:pt x="863" y="5562"/>
                  </a:cubicBezTo>
                  <a:cubicBezTo>
                    <a:pt x="450" y="6474"/>
                    <a:pt x="463" y="7436"/>
                    <a:pt x="1150" y="8199"/>
                  </a:cubicBezTo>
                  <a:cubicBezTo>
                    <a:pt x="1213" y="8261"/>
                    <a:pt x="1338" y="8174"/>
                    <a:pt x="1275" y="8086"/>
                  </a:cubicBezTo>
                  <a:cubicBezTo>
                    <a:pt x="0" y="6212"/>
                    <a:pt x="1762" y="4725"/>
                    <a:pt x="2775" y="3275"/>
                  </a:cubicBezTo>
                  <a:cubicBezTo>
                    <a:pt x="3437" y="2325"/>
                    <a:pt x="3899" y="1263"/>
                    <a:pt x="4137" y="138"/>
                  </a:cubicBezTo>
                  <a:cubicBezTo>
                    <a:pt x="4162" y="38"/>
                    <a:pt x="4012" y="1"/>
                    <a:pt x="3987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3" name="Google Shape;3263;p97"/>
            <p:cNvSpPr/>
            <p:nvPr/>
          </p:nvSpPr>
          <p:spPr>
            <a:xfrm>
              <a:off x="6887000" y="3978900"/>
              <a:ext cx="81875" cy="88750"/>
            </a:xfrm>
            <a:custGeom>
              <a:rect b="b" l="l" r="r" t="t"/>
              <a:pathLst>
                <a:path extrusionOk="0" h="3550" w="3275">
                  <a:moveTo>
                    <a:pt x="2774" y="163"/>
                  </a:moveTo>
                  <a:cubicBezTo>
                    <a:pt x="2987" y="1138"/>
                    <a:pt x="3099" y="2500"/>
                    <a:pt x="2087" y="3112"/>
                  </a:cubicBezTo>
                  <a:cubicBezTo>
                    <a:pt x="1612" y="3375"/>
                    <a:pt x="1025" y="3287"/>
                    <a:pt x="638" y="2900"/>
                  </a:cubicBezTo>
                  <a:cubicBezTo>
                    <a:pt x="338" y="2575"/>
                    <a:pt x="0" y="1250"/>
                    <a:pt x="800" y="1163"/>
                  </a:cubicBezTo>
                  <a:cubicBezTo>
                    <a:pt x="875" y="1163"/>
                    <a:pt x="875" y="1025"/>
                    <a:pt x="800" y="1038"/>
                  </a:cubicBezTo>
                  <a:cubicBezTo>
                    <a:pt x="250" y="1088"/>
                    <a:pt x="75" y="1762"/>
                    <a:pt x="138" y="2237"/>
                  </a:cubicBezTo>
                  <a:cubicBezTo>
                    <a:pt x="200" y="2850"/>
                    <a:pt x="675" y="3350"/>
                    <a:pt x="1300" y="3450"/>
                  </a:cubicBezTo>
                  <a:cubicBezTo>
                    <a:pt x="1937" y="3550"/>
                    <a:pt x="2450" y="3187"/>
                    <a:pt x="2774" y="2650"/>
                  </a:cubicBezTo>
                  <a:cubicBezTo>
                    <a:pt x="3274" y="1850"/>
                    <a:pt x="3149" y="988"/>
                    <a:pt x="2949" y="113"/>
                  </a:cubicBezTo>
                  <a:cubicBezTo>
                    <a:pt x="2924" y="0"/>
                    <a:pt x="2762" y="50"/>
                    <a:pt x="2787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4" name="Google Shape;3264;p97"/>
            <p:cNvSpPr/>
            <p:nvPr/>
          </p:nvSpPr>
          <p:spPr>
            <a:xfrm>
              <a:off x="6898550" y="3923300"/>
              <a:ext cx="43775" cy="33450"/>
            </a:xfrm>
            <a:custGeom>
              <a:rect b="b" l="l" r="r" t="t"/>
              <a:pathLst>
                <a:path extrusionOk="0" h="1338" w="1751">
                  <a:moveTo>
                    <a:pt x="1400" y="150"/>
                  </a:moveTo>
                  <a:cubicBezTo>
                    <a:pt x="1488" y="462"/>
                    <a:pt x="1450" y="787"/>
                    <a:pt x="1138" y="962"/>
                  </a:cubicBezTo>
                  <a:cubicBezTo>
                    <a:pt x="938" y="1137"/>
                    <a:pt x="713" y="1087"/>
                    <a:pt x="488" y="800"/>
                  </a:cubicBezTo>
                  <a:cubicBezTo>
                    <a:pt x="438" y="675"/>
                    <a:pt x="463" y="537"/>
                    <a:pt x="525" y="425"/>
                  </a:cubicBezTo>
                  <a:cubicBezTo>
                    <a:pt x="638" y="350"/>
                    <a:pt x="538" y="175"/>
                    <a:pt x="425" y="250"/>
                  </a:cubicBezTo>
                  <a:cubicBezTo>
                    <a:pt x="1" y="512"/>
                    <a:pt x="338" y="1212"/>
                    <a:pt x="763" y="1262"/>
                  </a:cubicBezTo>
                  <a:cubicBezTo>
                    <a:pt x="1425" y="1337"/>
                    <a:pt x="1750" y="637"/>
                    <a:pt x="1550" y="100"/>
                  </a:cubicBezTo>
                  <a:cubicBezTo>
                    <a:pt x="1513" y="0"/>
                    <a:pt x="1375" y="38"/>
                    <a:pt x="1388" y="1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5" name="Google Shape;3265;p97"/>
            <p:cNvSpPr/>
            <p:nvPr/>
          </p:nvSpPr>
          <p:spPr>
            <a:xfrm>
              <a:off x="6890425" y="4315375"/>
              <a:ext cx="31900" cy="31900"/>
            </a:xfrm>
            <a:custGeom>
              <a:rect b="b" l="l" r="r" t="t"/>
              <a:pathLst>
                <a:path extrusionOk="0" h="1276" w="1276">
                  <a:moveTo>
                    <a:pt x="451" y="463"/>
                  </a:moveTo>
                  <a:lnTo>
                    <a:pt x="451" y="463"/>
                  </a:lnTo>
                  <a:cubicBezTo>
                    <a:pt x="463" y="375"/>
                    <a:pt x="351" y="325"/>
                    <a:pt x="288" y="388"/>
                  </a:cubicBezTo>
                  <a:cubicBezTo>
                    <a:pt x="1" y="800"/>
                    <a:pt x="626" y="1275"/>
                    <a:pt x="950" y="863"/>
                  </a:cubicBezTo>
                  <a:cubicBezTo>
                    <a:pt x="1275" y="438"/>
                    <a:pt x="713" y="0"/>
                    <a:pt x="351" y="325"/>
                  </a:cubicBezTo>
                  <a:cubicBezTo>
                    <a:pt x="276" y="388"/>
                    <a:pt x="376" y="488"/>
                    <a:pt x="451" y="4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6" name="Google Shape;3266;p97"/>
            <p:cNvSpPr/>
            <p:nvPr/>
          </p:nvSpPr>
          <p:spPr>
            <a:xfrm>
              <a:off x="6826375" y="4193850"/>
              <a:ext cx="112825" cy="77500"/>
            </a:xfrm>
            <a:custGeom>
              <a:rect b="b" l="l" r="r" t="t"/>
              <a:pathLst>
                <a:path extrusionOk="0" h="3100" w="4513">
                  <a:moveTo>
                    <a:pt x="4375" y="50"/>
                  </a:moveTo>
                  <a:cubicBezTo>
                    <a:pt x="3175" y="1412"/>
                    <a:pt x="1700" y="2175"/>
                    <a:pt x="88" y="2924"/>
                  </a:cubicBezTo>
                  <a:cubicBezTo>
                    <a:pt x="1" y="2962"/>
                    <a:pt x="63" y="3099"/>
                    <a:pt x="151" y="3074"/>
                  </a:cubicBezTo>
                  <a:cubicBezTo>
                    <a:pt x="1850" y="2562"/>
                    <a:pt x="3362" y="1550"/>
                    <a:pt x="4462" y="150"/>
                  </a:cubicBezTo>
                  <a:cubicBezTo>
                    <a:pt x="4512" y="88"/>
                    <a:pt x="4425" y="0"/>
                    <a:pt x="4375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7" name="Google Shape;3267;p97"/>
            <p:cNvSpPr/>
            <p:nvPr/>
          </p:nvSpPr>
          <p:spPr>
            <a:xfrm>
              <a:off x="6805775" y="4256950"/>
              <a:ext cx="32500" cy="30950"/>
            </a:xfrm>
            <a:custGeom>
              <a:rect b="b" l="l" r="r" t="t"/>
              <a:pathLst>
                <a:path extrusionOk="0" h="1238" w="1300">
                  <a:moveTo>
                    <a:pt x="912" y="388"/>
                  </a:moveTo>
                  <a:cubicBezTo>
                    <a:pt x="550" y="1"/>
                    <a:pt x="0" y="538"/>
                    <a:pt x="375" y="888"/>
                  </a:cubicBezTo>
                  <a:cubicBezTo>
                    <a:pt x="750" y="1238"/>
                    <a:pt x="1300" y="600"/>
                    <a:pt x="837" y="350"/>
                  </a:cubicBezTo>
                  <a:cubicBezTo>
                    <a:pt x="750" y="313"/>
                    <a:pt x="662" y="425"/>
                    <a:pt x="725" y="500"/>
                  </a:cubicBezTo>
                  <a:lnTo>
                    <a:pt x="800" y="500"/>
                  </a:lnTo>
                  <a:cubicBezTo>
                    <a:pt x="875" y="563"/>
                    <a:pt x="962" y="463"/>
                    <a:pt x="912" y="3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8" name="Google Shape;3268;p97"/>
            <p:cNvSpPr/>
            <p:nvPr/>
          </p:nvSpPr>
          <p:spPr>
            <a:xfrm>
              <a:off x="6811400" y="4233200"/>
              <a:ext cx="9700" cy="5975"/>
            </a:xfrm>
            <a:custGeom>
              <a:rect b="b" l="l" r="r" t="t"/>
              <a:pathLst>
                <a:path extrusionOk="0" h="239" w="388">
                  <a:moveTo>
                    <a:pt x="262" y="26"/>
                  </a:moveTo>
                  <a:cubicBezTo>
                    <a:pt x="212" y="26"/>
                    <a:pt x="150" y="26"/>
                    <a:pt x="100" y="13"/>
                  </a:cubicBezTo>
                  <a:cubicBezTo>
                    <a:pt x="13" y="1"/>
                    <a:pt x="0" y="126"/>
                    <a:pt x="50" y="176"/>
                  </a:cubicBezTo>
                  <a:cubicBezTo>
                    <a:pt x="112" y="213"/>
                    <a:pt x="187" y="238"/>
                    <a:pt x="262" y="226"/>
                  </a:cubicBezTo>
                  <a:cubicBezTo>
                    <a:pt x="387" y="226"/>
                    <a:pt x="387" y="38"/>
                    <a:pt x="262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9" name="Google Shape;3269;p97"/>
            <p:cNvSpPr/>
            <p:nvPr/>
          </p:nvSpPr>
          <p:spPr>
            <a:xfrm>
              <a:off x="6843875" y="4097000"/>
              <a:ext cx="6900" cy="10025"/>
            </a:xfrm>
            <a:custGeom>
              <a:rect b="b" l="l" r="r" t="t"/>
              <a:pathLst>
                <a:path extrusionOk="0" h="401" w="276">
                  <a:moveTo>
                    <a:pt x="238" y="250"/>
                  </a:moveTo>
                  <a:cubicBezTo>
                    <a:pt x="226" y="163"/>
                    <a:pt x="176" y="88"/>
                    <a:pt x="101" y="38"/>
                  </a:cubicBezTo>
                  <a:cubicBezTo>
                    <a:pt x="63" y="0"/>
                    <a:pt x="1" y="38"/>
                    <a:pt x="13" y="100"/>
                  </a:cubicBezTo>
                  <a:cubicBezTo>
                    <a:pt x="26" y="175"/>
                    <a:pt x="51" y="250"/>
                    <a:pt x="88" y="313"/>
                  </a:cubicBezTo>
                  <a:cubicBezTo>
                    <a:pt x="138" y="400"/>
                    <a:pt x="276" y="338"/>
                    <a:pt x="251" y="2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0" name="Google Shape;3270;p97"/>
            <p:cNvSpPr/>
            <p:nvPr/>
          </p:nvSpPr>
          <p:spPr>
            <a:xfrm>
              <a:off x="6952925" y="4091375"/>
              <a:ext cx="27500" cy="156850"/>
            </a:xfrm>
            <a:custGeom>
              <a:rect b="b" l="l" r="r" t="t"/>
              <a:pathLst>
                <a:path extrusionOk="0" h="6274" w="1100">
                  <a:moveTo>
                    <a:pt x="925" y="100"/>
                  </a:moveTo>
                  <a:cubicBezTo>
                    <a:pt x="850" y="1375"/>
                    <a:pt x="612" y="2600"/>
                    <a:pt x="337" y="3837"/>
                  </a:cubicBezTo>
                  <a:cubicBezTo>
                    <a:pt x="150" y="4649"/>
                    <a:pt x="0" y="5361"/>
                    <a:pt x="312" y="6161"/>
                  </a:cubicBezTo>
                  <a:cubicBezTo>
                    <a:pt x="362" y="6274"/>
                    <a:pt x="525" y="6236"/>
                    <a:pt x="487" y="6111"/>
                  </a:cubicBezTo>
                  <a:cubicBezTo>
                    <a:pt x="175" y="4936"/>
                    <a:pt x="625" y="3812"/>
                    <a:pt x="850" y="2650"/>
                  </a:cubicBezTo>
                  <a:cubicBezTo>
                    <a:pt x="1025" y="1812"/>
                    <a:pt x="1100" y="963"/>
                    <a:pt x="1100" y="100"/>
                  </a:cubicBezTo>
                  <a:cubicBezTo>
                    <a:pt x="1087" y="0"/>
                    <a:pt x="937" y="0"/>
                    <a:pt x="925" y="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1" name="Google Shape;3271;p97"/>
            <p:cNvSpPr/>
            <p:nvPr/>
          </p:nvSpPr>
          <p:spPr>
            <a:xfrm>
              <a:off x="6949475" y="4236325"/>
              <a:ext cx="31275" cy="33150"/>
            </a:xfrm>
            <a:custGeom>
              <a:rect b="b" l="l" r="r" t="t"/>
              <a:pathLst>
                <a:path extrusionOk="0" h="1326" w="1251">
                  <a:moveTo>
                    <a:pt x="438" y="351"/>
                  </a:moveTo>
                  <a:cubicBezTo>
                    <a:pt x="1" y="776"/>
                    <a:pt x="725" y="1325"/>
                    <a:pt x="1013" y="851"/>
                  </a:cubicBezTo>
                  <a:cubicBezTo>
                    <a:pt x="1250" y="476"/>
                    <a:pt x="588" y="1"/>
                    <a:pt x="438" y="476"/>
                  </a:cubicBezTo>
                  <a:cubicBezTo>
                    <a:pt x="413" y="563"/>
                    <a:pt x="525" y="626"/>
                    <a:pt x="588" y="563"/>
                  </a:cubicBezTo>
                  <a:lnTo>
                    <a:pt x="563" y="451"/>
                  </a:lnTo>
                  <a:cubicBezTo>
                    <a:pt x="613" y="363"/>
                    <a:pt x="500" y="276"/>
                    <a:pt x="438" y="3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2" name="Google Shape;3272;p97"/>
            <p:cNvSpPr/>
            <p:nvPr/>
          </p:nvSpPr>
          <p:spPr>
            <a:xfrm>
              <a:off x="6900425" y="4241025"/>
              <a:ext cx="22525" cy="72800"/>
            </a:xfrm>
            <a:custGeom>
              <a:rect b="b" l="l" r="r" t="t"/>
              <a:pathLst>
                <a:path extrusionOk="0" h="2912" w="901">
                  <a:moveTo>
                    <a:pt x="113" y="263"/>
                  </a:moveTo>
                  <a:cubicBezTo>
                    <a:pt x="688" y="900"/>
                    <a:pt x="650" y="1937"/>
                    <a:pt x="450" y="2724"/>
                  </a:cubicBezTo>
                  <a:cubicBezTo>
                    <a:pt x="425" y="2837"/>
                    <a:pt x="588" y="2912"/>
                    <a:pt x="650" y="2812"/>
                  </a:cubicBezTo>
                  <a:cubicBezTo>
                    <a:pt x="900" y="2387"/>
                    <a:pt x="875" y="1687"/>
                    <a:pt x="800" y="1225"/>
                  </a:cubicBezTo>
                  <a:cubicBezTo>
                    <a:pt x="750" y="800"/>
                    <a:pt x="563" y="413"/>
                    <a:pt x="263" y="100"/>
                  </a:cubicBezTo>
                  <a:cubicBezTo>
                    <a:pt x="163" y="0"/>
                    <a:pt x="1" y="163"/>
                    <a:pt x="113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3" name="Google Shape;3273;p97"/>
            <p:cNvSpPr/>
            <p:nvPr/>
          </p:nvSpPr>
          <p:spPr>
            <a:xfrm>
              <a:off x="6893875" y="4242575"/>
              <a:ext cx="23450" cy="70625"/>
            </a:xfrm>
            <a:custGeom>
              <a:rect b="b" l="l" r="r" t="t"/>
              <a:pathLst>
                <a:path extrusionOk="0" h="2825" w="938">
                  <a:moveTo>
                    <a:pt x="862" y="2612"/>
                  </a:moveTo>
                  <a:cubicBezTo>
                    <a:pt x="188" y="2063"/>
                    <a:pt x="450" y="888"/>
                    <a:pt x="550" y="176"/>
                  </a:cubicBezTo>
                  <a:cubicBezTo>
                    <a:pt x="562" y="76"/>
                    <a:pt x="425" y="1"/>
                    <a:pt x="375" y="101"/>
                  </a:cubicBezTo>
                  <a:cubicBezTo>
                    <a:pt x="0" y="800"/>
                    <a:pt x="63" y="2238"/>
                    <a:pt x="737" y="2750"/>
                  </a:cubicBezTo>
                  <a:cubicBezTo>
                    <a:pt x="825" y="2825"/>
                    <a:pt x="937" y="2675"/>
                    <a:pt x="850" y="26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4" name="Google Shape;3274;p97"/>
            <p:cNvSpPr/>
            <p:nvPr/>
          </p:nvSpPr>
          <p:spPr>
            <a:xfrm>
              <a:off x="6908850" y="4142600"/>
              <a:ext cx="56575" cy="17850"/>
            </a:xfrm>
            <a:custGeom>
              <a:rect b="b" l="l" r="r" t="t"/>
              <a:pathLst>
                <a:path extrusionOk="0" h="714" w="2263">
                  <a:moveTo>
                    <a:pt x="2150" y="238"/>
                  </a:moveTo>
                  <a:cubicBezTo>
                    <a:pt x="1463" y="1"/>
                    <a:pt x="726" y="88"/>
                    <a:pt x="113" y="476"/>
                  </a:cubicBezTo>
                  <a:cubicBezTo>
                    <a:pt x="1" y="551"/>
                    <a:pt x="101" y="713"/>
                    <a:pt x="226" y="663"/>
                  </a:cubicBezTo>
                  <a:cubicBezTo>
                    <a:pt x="788" y="326"/>
                    <a:pt x="1463" y="238"/>
                    <a:pt x="2100" y="413"/>
                  </a:cubicBezTo>
                  <a:cubicBezTo>
                    <a:pt x="2213" y="438"/>
                    <a:pt x="2263" y="263"/>
                    <a:pt x="2150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5" name="Google Shape;3275;p97"/>
            <p:cNvSpPr/>
            <p:nvPr/>
          </p:nvSpPr>
          <p:spPr>
            <a:xfrm>
              <a:off x="6909175" y="4149800"/>
              <a:ext cx="56250" cy="21250"/>
            </a:xfrm>
            <a:custGeom>
              <a:rect b="b" l="l" r="r" t="t"/>
              <a:pathLst>
                <a:path extrusionOk="0" h="850" w="2250">
                  <a:moveTo>
                    <a:pt x="125" y="400"/>
                  </a:moveTo>
                  <a:cubicBezTo>
                    <a:pt x="475" y="538"/>
                    <a:pt x="2250" y="850"/>
                    <a:pt x="2125" y="63"/>
                  </a:cubicBezTo>
                  <a:cubicBezTo>
                    <a:pt x="2112" y="25"/>
                    <a:pt x="2075" y="0"/>
                    <a:pt x="2037" y="13"/>
                  </a:cubicBezTo>
                  <a:cubicBezTo>
                    <a:pt x="1788" y="113"/>
                    <a:pt x="1613" y="250"/>
                    <a:pt x="1338" y="300"/>
                  </a:cubicBezTo>
                  <a:cubicBezTo>
                    <a:pt x="950" y="363"/>
                    <a:pt x="550" y="313"/>
                    <a:pt x="188" y="188"/>
                  </a:cubicBezTo>
                  <a:cubicBezTo>
                    <a:pt x="50" y="138"/>
                    <a:pt x="0" y="338"/>
                    <a:pt x="125" y="4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6" name="Google Shape;3276;p97"/>
            <p:cNvSpPr/>
            <p:nvPr/>
          </p:nvSpPr>
          <p:spPr>
            <a:xfrm>
              <a:off x="6877300" y="3810500"/>
              <a:ext cx="26600" cy="82825"/>
            </a:xfrm>
            <a:custGeom>
              <a:rect b="b" l="l" r="r" t="t"/>
              <a:pathLst>
                <a:path extrusionOk="0" h="3313" w="1064">
                  <a:moveTo>
                    <a:pt x="713" y="151"/>
                  </a:moveTo>
                  <a:cubicBezTo>
                    <a:pt x="776" y="713"/>
                    <a:pt x="738" y="1275"/>
                    <a:pt x="601" y="1813"/>
                  </a:cubicBezTo>
                  <a:cubicBezTo>
                    <a:pt x="463" y="2300"/>
                    <a:pt x="188" y="2713"/>
                    <a:pt x="26" y="3175"/>
                  </a:cubicBezTo>
                  <a:cubicBezTo>
                    <a:pt x="1" y="3262"/>
                    <a:pt x="101" y="3312"/>
                    <a:pt x="163" y="3262"/>
                  </a:cubicBezTo>
                  <a:cubicBezTo>
                    <a:pt x="938" y="2500"/>
                    <a:pt x="1063" y="1138"/>
                    <a:pt x="926" y="126"/>
                  </a:cubicBezTo>
                  <a:cubicBezTo>
                    <a:pt x="913" y="1"/>
                    <a:pt x="701" y="26"/>
                    <a:pt x="713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7" name="Google Shape;3277;p97"/>
            <p:cNvSpPr/>
            <p:nvPr/>
          </p:nvSpPr>
          <p:spPr>
            <a:xfrm>
              <a:off x="6868550" y="3792700"/>
              <a:ext cx="30975" cy="100625"/>
            </a:xfrm>
            <a:custGeom>
              <a:rect b="b" l="l" r="r" t="t"/>
              <a:pathLst>
                <a:path extrusionOk="0" h="4025" w="1239">
                  <a:moveTo>
                    <a:pt x="438" y="3824"/>
                  </a:moveTo>
                  <a:cubicBezTo>
                    <a:pt x="338" y="3150"/>
                    <a:pt x="226" y="2450"/>
                    <a:pt x="388" y="1775"/>
                  </a:cubicBezTo>
                  <a:cubicBezTo>
                    <a:pt x="513" y="1225"/>
                    <a:pt x="838" y="738"/>
                    <a:pt x="1138" y="263"/>
                  </a:cubicBezTo>
                  <a:cubicBezTo>
                    <a:pt x="1238" y="125"/>
                    <a:pt x="1013" y="0"/>
                    <a:pt x="913" y="138"/>
                  </a:cubicBezTo>
                  <a:cubicBezTo>
                    <a:pt x="551" y="700"/>
                    <a:pt x="201" y="1288"/>
                    <a:pt x="88" y="1975"/>
                  </a:cubicBezTo>
                  <a:cubicBezTo>
                    <a:pt x="1" y="2612"/>
                    <a:pt x="126" y="3262"/>
                    <a:pt x="238" y="3887"/>
                  </a:cubicBezTo>
                  <a:cubicBezTo>
                    <a:pt x="263" y="4024"/>
                    <a:pt x="463" y="3962"/>
                    <a:pt x="438" y="38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8" name="Google Shape;3278;p97"/>
            <p:cNvSpPr/>
            <p:nvPr/>
          </p:nvSpPr>
          <p:spPr>
            <a:xfrm>
              <a:off x="6712050" y="4197600"/>
              <a:ext cx="8450" cy="8150"/>
            </a:xfrm>
            <a:custGeom>
              <a:rect b="b" l="l" r="r" t="t"/>
              <a:pathLst>
                <a:path extrusionOk="0" h="326" w="338">
                  <a:moveTo>
                    <a:pt x="88" y="313"/>
                  </a:moveTo>
                  <a:cubicBezTo>
                    <a:pt x="175" y="325"/>
                    <a:pt x="262" y="288"/>
                    <a:pt x="312" y="213"/>
                  </a:cubicBezTo>
                  <a:cubicBezTo>
                    <a:pt x="325" y="200"/>
                    <a:pt x="337" y="163"/>
                    <a:pt x="325" y="138"/>
                  </a:cubicBezTo>
                  <a:lnTo>
                    <a:pt x="300" y="50"/>
                  </a:lnTo>
                  <a:cubicBezTo>
                    <a:pt x="287" y="13"/>
                    <a:pt x="225" y="0"/>
                    <a:pt x="212" y="38"/>
                  </a:cubicBezTo>
                  <a:lnTo>
                    <a:pt x="75" y="175"/>
                  </a:lnTo>
                  <a:cubicBezTo>
                    <a:pt x="0" y="200"/>
                    <a:pt x="13" y="325"/>
                    <a:pt x="88" y="3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9" name="Google Shape;3279;p97"/>
            <p:cNvSpPr/>
            <p:nvPr/>
          </p:nvSpPr>
          <p:spPr>
            <a:xfrm>
              <a:off x="6655500" y="4190725"/>
              <a:ext cx="58750" cy="15025"/>
            </a:xfrm>
            <a:custGeom>
              <a:rect b="b" l="l" r="r" t="t"/>
              <a:pathLst>
                <a:path extrusionOk="0" h="601" w="2350">
                  <a:moveTo>
                    <a:pt x="2300" y="475"/>
                  </a:moveTo>
                  <a:cubicBezTo>
                    <a:pt x="1625" y="138"/>
                    <a:pt x="825" y="0"/>
                    <a:pt x="88" y="225"/>
                  </a:cubicBezTo>
                  <a:cubicBezTo>
                    <a:pt x="0" y="250"/>
                    <a:pt x="0" y="413"/>
                    <a:pt x="113" y="400"/>
                  </a:cubicBezTo>
                  <a:cubicBezTo>
                    <a:pt x="862" y="313"/>
                    <a:pt x="1537" y="313"/>
                    <a:pt x="2250" y="588"/>
                  </a:cubicBezTo>
                  <a:cubicBezTo>
                    <a:pt x="2312" y="600"/>
                    <a:pt x="2350" y="500"/>
                    <a:pt x="2300" y="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0" name="Google Shape;3280;p97"/>
            <p:cNvSpPr/>
            <p:nvPr/>
          </p:nvSpPr>
          <p:spPr>
            <a:xfrm>
              <a:off x="6655175" y="4183525"/>
              <a:ext cx="25325" cy="16900"/>
            </a:xfrm>
            <a:custGeom>
              <a:rect b="b" l="l" r="r" t="t"/>
              <a:pathLst>
                <a:path extrusionOk="0" h="676" w="1013">
                  <a:moveTo>
                    <a:pt x="201" y="613"/>
                  </a:moveTo>
                  <a:cubicBezTo>
                    <a:pt x="413" y="351"/>
                    <a:pt x="650" y="276"/>
                    <a:pt x="938" y="163"/>
                  </a:cubicBezTo>
                  <a:cubicBezTo>
                    <a:pt x="1013" y="126"/>
                    <a:pt x="1013" y="1"/>
                    <a:pt x="925" y="1"/>
                  </a:cubicBezTo>
                  <a:cubicBezTo>
                    <a:pt x="575" y="26"/>
                    <a:pt x="251" y="201"/>
                    <a:pt x="63" y="501"/>
                  </a:cubicBezTo>
                  <a:cubicBezTo>
                    <a:pt x="1" y="576"/>
                    <a:pt x="138" y="676"/>
                    <a:pt x="201" y="6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1" name="Google Shape;3281;p97"/>
            <p:cNvSpPr/>
            <p:nvPr/>
          </p:nvSpPr>
          <p:spPr>
            <a:xfrm>
              <a:off x="6694550" y="4145425"/>
              <a:ext cx="26575" cy="55325"/>
            </a:xfrm>
            <a:custGeom>
              <a:rect b="b" l="l" r="r" t="t"/>
              <a:pathLst>
                <a:path extrusionOk="0" h="2213" w="1063">
                  <a:moveTo>
                    <a:pt x="1012" y="2075"/>
                  </a:moveTo>
                  <a:cubicBezTo>
                    <a:pt x="838" y="1775"/>
                    <a:pt x="700" y="1462"/>
                    <a:pt x="575" y="1125"/>
                  </a:cubicBezTo>
                  <a:cubicBezTo>
                    <a:pt x="463" y="775"/>
                    <a:pt x="525" y="475"/>
                    <a:pt x="575" y="125"/>
                  </a:cubicBezTo>
                  <a:cubicBezTo>
                    <a:pt x="588" y="25"/>
                    <a:pt x="450" y="0"/>
                    <a:pt x="413" y="75"/>
                  </a:cubicBezTo>
                  <a:cubicBezTo>
                    <a:pt x="0" y="775"/>
                    <a:pt x="463" y="1612"/>
                    <a:pt x="925" y="2162"/>
                  </a:cubicBezTo>
                  <a:cubicBezTo>
                    <a:pt x="975" y="2212"/>
                    <a:pt x="1062" y="2137"/>
                    <a:pt x="1025" y="20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2" name="Google Shape;3282;p97"/>
            <p:cNvSpPr/>
            <p:nvPr/>
          </p:nvSpPr>
          <p:spPr>
            <a:xfrm>
              <a:off x="6693600" y="4144175"/>
              <a:ext cx="16900" cy="34700"/>
            </a:xfrm>
            <a:custGeom>
              <a:rect b="b" l="l" r="r" t="t"/>
              <a:pathLst>
                <a:path extrusionOk="0" h="1388" w="676">
                  <a:moveTo>
                    <a:pt x="376" y="138"/>
                  </a:moveTo>
                  <a:cubicBezTo>
                    <a:pt x="113" y="450"/>
                    <a:pt x="1" y="875"/>
                    <a:pt x="51" y="1287"/>
                  </a:cubicBezTo>
                  <a:cubicBezTo>
                    <a:pt x="63" y="1387"/>
                    <a:pt x="201" y="1350"/>
                    <a:pt x="226" y="1262"/>
                  </a:cubicBezTo>
                  <a:cubicBezTo>
                    <a:pt x="238" y="875"/>
                    <a:pt x="301" y="575"/>
                    <a:pt x="576" y="288"/>
                  </a:cubicBezTo>
                  <a:cubicBezTo>
                    <a:pt x="676" y="150"/>
                    <a:pt x="476" y="0"/>
                    <a:pt x="376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3" name="Google Shape;3283;p97"/>
            <p:cNvSpPr/>
            <p:nvPr/>
          </p:nvSpPr>
          <p:spPr>
            <a:xfrm>
              <a:off x="6676725" y="4169150"/>
              <a:ext cx="22850" cy="11275"/>
            </a:xfrm>
            <a:custGeom>
              <a:rect b="b" l="l" r="r" t="t"/>
              <a:pathLst>
                <a:path extrusionOk="0" h="451" w="914">
                  <a:moveTo>
                    <a:pt x="788" y="238"/>
                  </a:moveTo>
                  <a:cubicBezTo>
                    <a:pt x="576" y="176"/>
                    <a:pt x="363" y="76"/>
                    <a:pt x="138" y="26"/>
                  </a:cubicBezTo>
                  <a:cubicBezTo>
                    <a:pt x="51" y="1"/>
                    <a:pt x="1" y="113"/>
                    <a:pt x="88" y="163"/>
                  </a:cubicBezTo>
                  <a:cubicBezTo>
                    <a:pt x="288" y="288"/>
                    <a:pt x="513" y="376"/>
                    <a:pt x="738" y="426"/>
                  </a:cubicBezTo>
                  <a:cubicBezTo>
                    <a:pt x="863" y="451"/>
                    <a:pt x="913" y="276"/>
                    <a:pt x="788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4" name="Google Shape;3284;p97"/>
            <p:cNvSpPr/>
            <p:nvPr/>
          </p:nvSpPr>
          <p:spPr>
            <a:xfrm>
              <a:off x="6675800" y="4169150"/>
              <a:ext cx="16275" cy="19725"/>
            </a:xfrm>
            <a:custGeom>
              <a:rect b="b" l="l" r="r" t="t"/>
              <a:pathLst>
                <a:path extrusionOk="0" h="789" w="651">
                  <a:moveTo>
                    <a:pt x="63" y="226"/>
                  </a:moveTo>
                  <a:cubicBezTo>
                    <a:pt x="150" y="413"/>
                    <a:pt x="275" y="588"/>
                    <a:pt x="438" y="726"/>
                  </a:cubicBezTo>
                  <a:cubicBezTo>
                    <a:pt x="513" y="788"/>
                    <a:pt x="650" y="701"/>
                    <a:pt x="588" y="613"/>
                  </a:cubicBezTo>
                  <a:cubicBezTo>
                    <a:pt x="488" y="438"/>
                    <a:pt x="363" y="288"/>
                    <a:pt x="250" y="126"/>
                  </a:cubicBezTo>
                  <a:cubicBezTo>
                    <a:pt x="175" y="1"/>
                    <a:pt x="0" y="101"/>
                    <a:pt x="75" y="2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5" name="Google Shape;3285;p97"/>
            <p:cNvSpPr/>
            <p:nvPr/>
          </p:nvSpPr>
          <p:spPr>
            <a:xfrm>
              <a:off x="6672975" y="4181650"/>
              <a:ext cx="17525" cy="6900"/>
            </a:xfrm>
            <a:custGeom>
              <a:rect b="b" l="l" r="r" t="t"/>
              <a:pathLst>
                <a:path extrusionOk="0" h="276" w="701">
                  <a:moveTo>
                    <a:pt x="576" y="51"/>
                  </a:moveTo>
                  <a:cubicBezTo>
                    <a:pt x="413" y="1"/>
                    <a:pt x="226" y="26"/>
                    <a:pt x="88" y="113"/>
                  </a:cubicBezTo>
                  <a:cubicBezTo>
                    <a:pt x="1" y="163"/>
                    <a:pt x="63" y="276"/>
                    <a:pt x="138" y="251"/>
                  </a:cubicBezTo>
                  <a:lnTo>
                    <a:pt x="526" y="238"/>
                  </a:lnTo>
                  <a:cubicBezTo>
                    <a:pt x="638" y="263"/>
                    <a:pt x="701" y="88"/>
                    <a:pt x="576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6" name="Google Shape;3286;p97"/>
            <p:cNvSpPr/>
            <p:nvPr/>
          </p:nvSpPr>
          <p:spPr>
            <a:xfrm>
              <a:off x="6653000" y="4149475"/>
              <a:ext cx="28750" cy="23450"/>
            </a:xfrm>
            <a:custGeom>
              <a:rect b="b" l="l" r="r" t="t"/>
              <a:pathLst>
                <a:path extrusionOk="0" h="938" w="1150">
                  <a:moveTo>
                    <a:pt x="638" y="788"/>
                  </a:moveTo>
                  <a:cubicBezTo>
                    <a:pt x="1150" y="675"/>
                    <a:pt x="862" y="1"/>
                    <a:pt x="425" y="101"/>
                  </a:cubicBezTo>
                  <a:cubicBezTo>
                    <a:pt x="0" y="201"/>
                    <a:pt x="113" y="938"/>
                    <a:pt x="625" y="788"/>
                  </a:cubicBezTo>
                  <a:cubicBezTo>
                    <a:pt x="737" y="750"/>
                    <a:pt x="712" y="588"/>
                    <a:pt x="600" y="600"/>
                  </a:cubicBezTo>
                  <a:lnTo>
                    <a:pt x="600" y="613"/>
                  </a:lnTo>
                  <a:cubicBezTo>
                    <a:pt x="488" y="650"/>
                    <a:pt x="538" y="813"/>
                    <a:pt x="650" y="7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7" name="Google Shape;3287;p97"/>
            <p:cNvSpPr/>
            <p:nvPr/>
          </p:nvSpPr>
          <p:spPr>
            <a:xfrm>
              <a:off x="846700" y="4309125"/>
              <a:ext cx="551125" cy="190600"/>
            </a:xfrm>
            <a:custGeom>
              <a:rect b="b" l="l" r="r" t="t"/>
              <a:pathLst>
                <a:path extrusionOk="0" h="7624" w="22045">
                  <a:moveTo>
                    <a:pt x="21832" y="4662"/>
                  </a:moveTo>
                  <a:cubicBezTo>
                    <a:pt x="17009" y="0"/>
                    <a:pt x="10598" y="7623"/>
                    <a:pt x="4962" y="6311"/>
                  </a:cubicBezTo>
                  <a:cubicBezTo>
                    <a:pt x="1963" y="5611"/>
                    <a:pt x="1" y="3300"/>
                    <a:pt x="101" y="238"/>
                  </a:cubicBezTo>
                  <a:cubicBezTo>
                    <a:pt x="101" y="150"/>
                    <a:pt x="251" y="150"/>
                    <a:pt x="251" y="238"/>
                  </a:cubicBezTo>
                  <a:cubicBezTo>
                    <a:pt x="513" y="6511"/>
                    <a:pt x="7511" y="6724"/>
                    <a:pt x="11885" y="4887"/>
                  </a:cubicBezTo>
                  <a:cubicBezTo>
                    <a:pt x="13597" y="4162"/>
                    <a:pt x="15322" y="3175"/>
                    <a:pt x="17209" y="2950"/>
                  </a:cubicBezTo>
                  <a:cubicBezTo>
                    <a:pt x="19108" y="2725"/>
                    <a:pt x="20620" y="3225"/>
                    <a:pt x="21970" y="4524"/>
                  </a:cubicBezTo>
                  <a:cubicBezTo>
                    <a:pt x="22045" y="4612"/>
                    <a:pt x="21920" y="4737"/>
                    <a:pt x="21832" y="46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8" name="Google Shape;3288;p97"/>
            <p:cNvSpPr/>
            <p:nvPr/>
          </p:nvSpPr>
          <p:spPr>
            <a:xfrm>
              <a:off x="851700" y="4210725"/>
              <a:ext cx="180925" cy="121225"/>
            </a:xfrm>
            <a:custGeom>
              <a:rect b="b" l="l" r="r" t="t"/>
              <a:pathLst>
                <a:path extrusionOk="0" h="4849" w="7237">
                  <a:moveTo>
                    <a:pt x="13" y="3174"/>
                  </a:moveTo>
                  <a:cubicBezTo>
                    <a:pt x="151" y="1162"/>
                    <a:pt x="2612" y="0"/>
                    <a:pt x="4412" y="537"/>
                  </a:cubicBezTo>
                  <a:cubicBezTo>
                    <a:pt x="5924" y="987"/>
                    <a:pt x="7236" y="3524"/>
                    <a:pt x="5849" y="4774"/>
                  </a:cubicBezTo>
                  <a:cubicBezTo>
                    <a:pt x="5774" y="4849"/>
                    <a:pt x="5662" y="4736"/>
                    <a:pt x="5724" y="4661"/>
                  </a:cubicBezTo>
                  <a:cubicBezTo>
                    <a:pt x="7124" y="3137"/>
                    <a:pt x="5462" y="837"/>
                    <a:pt x="3837" y="637"/>
                  </a:cubicBezTo>
                  <a:cubicBezTo>
                    <a:pt x="2287" y="437"/>
                    <a:pt x="325" y="1450"/>
                    <a:pt x="201" y="3174"/>
                  </a:cubicBezTo>
                  <a:cubicBezTo>
                    <a:pt x="201" y="3299"/>
                    <a:pt x="1" y="3299"/>
                    <a:pt x="13" y="3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9" name="Google Shape;3289;p97"/>
            <p:cNvSpPr/>
            <p:nvPr/>
          </p:nvSpPr>
          <p:spPr>
            <a:xfrm>
              <a:off x="905750" y="4276625"/>
              <a:ext cx="73125" cy="77200"/>
            </a:xfrm>
            <a:custGeom>
              <a:rect b="b" l="l" r="r" t="t"/>
              <a:pathLst>
                <a:path extrusionOk="0" h="3088" w="2925">
                  <a:moveTo>
                    <a:pt x="2862" y="2600"/>
                  </a:moveTo>
                  <a:cubicBezTo>
                    <a:pt x="2025" y="3087"/>
                    <a:pt x="800" y="2738"/>
                    <a:pt x="388" y="1850"/>
                  </a:cubicBezTo>
                  <a:cubicBezTo>
                    <a:pt x="0" y="1026"/>
                    <a:pt x="613" y="101"/>
                    <a:pt x="1488" y="13"/>
                  </a:cubicBezTo>
                  <a:cubicBezTo>
                    <a:pt x="1588" y="1"/>
                    <a:pt x="1625" y="188"/>
                    <a:pt x="1513" y="213"/>
                  </a:cubicBezTo>
                  <a:cubicBezTo>
                    <a:pt x="700" y="351"/>
                    <a:pt x="200" y="1176"/>
                    <a:pt x="663" y="1925"/>
                  </a:cubicBezTo>
                  <a:cubicBezTo>
                    <a:pt x="1138" y="2613"/>
                    <a:pt x="2037" y="2838"/>
                    <a:pt x="2775" y="2463"/>
                  </a:cubicBezTo>
                  <a:cubicBezTo>
                    <a:pt x="2850" y="2425"/>
                    <a:pt x="2925" y="2538"/>
                    <a:pt x="2850" y="26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0" name="Google Shape;3290;p97"/>
            <p:cNvSpPr/>
            <p:nvPr/>
          </p:nvSpPr>
          <p:spPr>
            <a:xfrm>
              <a:off x="952300" y="4282575"/>
              <a:ext cx="25" cy="325"/>
            </a:xfrm>
            <a:custGeom>
              <a:rect b="b" l="l" r="r" t="t"/>
              <a:pathLst>
                <a:path extrusionOk="0" h="13" w="1">
                  <a:moveTo>
                    <a:pt x="1" y="0"/>
                  </a:moveTo>
                  <a:lnTo>
                    <a:pt x="1" y="1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1" name="Google Shape;3291;p97"/>
            <p:cNvSpPr/>
            <p:nvPr/>
          </p:nvSpPr>
          <p:spPr>
            <a:xfrm>
              <a:off x="759550" y="4357225"/>
              <a:ext cx="206825" cy="103750"/>
            </a:xfrm>
            <a:custGeom>
              <a:rect b="b" l="l" r="r" t="t"/>
              <a:pathLst>
                <a:path extrusionOk="0" h="4150" w="8273">
                  <a:moveTo>
                    <a:pt x="8135" y="4137"/>
                  </a:moveTo>
                  <a:cubicBezTo>
                    <a:pt x="6998" y="3887"/>
                    <a:pt x="5936" y="3425"/>
                    <a:pt x="4986" y="2775"/>
                  </a:cubicBezTo>
                  <a:cubicBezTo>
                    <a:pt x="3537" y="1763"/>
                    <a:pt x="2062" y="1"/>
                    <a:pt x="175" y="1276"/>
                  </a:cubicBezTo>
                  <a:cubicBezTo>
                    <a:pt x="100" y="1326"/>
                    <a:pt x="0" y="1201"/>
                    <a:pt x="75" y="1138"/>
                  </a:cubicBezTo>
                  <a:cubicBezTo>
                    <a:pt x="837" y="451"/>
                    <a:pt x="1787" y="451"/>
                    <a:pt x="2699" y="851"/>
                  </a:cubicBezTo>
                  <a:cubicBezTo>
                    <a:pt x="3374" y="1151"/>
                    <a:pt x="3912" y="1676"/>
                    <a:pt x="4474" y="2125"/>
                  </a:cubicBezTo>
                  <a:cubicBezTo>
                    <a:pt x="5549" y="3013"/>
                    <a:pt x="6811" y="3650"/>
                    <a:pt x="8173" y="3975"/>
                  </a:cubicBezTo>
                  <a:cubicBezTo>
                    <a:pt x="8273" y="4000"/>
                    <a:pt x="8235" y="4150"/>
                    <a:pt x="8135" y="41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2" name="Google Shape;3292;p97"/>
            <p:cNvSpPr/>
            <p:nvPr/>
          </p:nvSpPr>
          <p:spPr>
            <a:xfrm>
              <a:off x="1020100" y="4375975"/>
              <a:ext cx="88425" cy="80000"/>
            </a:xfrm>
            <a:custGeom>
              <a:rect b="b" l="l" r="r" t="t"/>
              <a:pathLst>
                <a:path extrusionOk="0" h="3200" w="3537">
                  <a:moveTo>
                    <a:pt x="3424" y="2888"/>
                  </a:moveTo>
                  <a:cubicBezTo>
                    <a:pt x="2550" y="3087"/>
                    <a:pt x="1700" y="3200"/>
                    <a:pt x="888" y="2713"/>
                  </a:cubicBezTo>
                  <a:cubicBezTo>
                    <a:pt x="363" y="2388"/>
                    <a:pt x="0" y="1875"/>
                    <a:pt x="100" y="1225"/>
                  </a:cubicBezTo>
                  <a:cubicBezTo>
                    <a:pt x="188" y="613"/>
                    <a:pt x="688" y="138"/>
                    <a:pt x="1312" y="63"/>
                  </a:cubicBezTo>
                  <a:cubicBezTo>
                    <a:pt x="1787" y="13"/>
                    <a:pt x="2462" y="176"/>
                    <a:pt x="2512" y="726"/>
                  </a:cubicBezTo>
                  <a:cubicBezTo>
                    <a:pt x="2525" y="813"/>
                    <a:pt x="2387" y="813"/>
                    <a:pt x="2375" y="726"/>
                  </a:cubicBezTo>
                  <a:cubicBezTo>
                    <a:pt x="2312" y="1"/>
                    <a:pt x="1100" y="263"/>
                    <a:pt x="775" y="488"/>
                  </a:cubicBezTo>
                  <a:cubicBezTo>
                    <a:pt x="288" y="838"/>
                    <a:pt x="138" y="1500"/>
                    <a:pt x="438" y="2025"/>
                  </a:cubicBezTo>
                  <a:cubicBezTo>
                    <a:pt x="1050" y="3037"/>
                    <a:pt x="2400" y="2937"/>
                    <a:pt x="3374" y="2713"/>
                  </a:cubicBezTo>
                  <a:cubicBezTo>
                    <a:pt x="3487" y="2688"/>
                    <a:pt x="3537" y="2863"/>
                    <a:pt x="3424" y="28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3" name="Google Shape;3293;p97"/>
            <p:cNvSpPr/>
            <p:nvPr/>
          </p:nvSpPr>
          <p:spPr>
            <a:xfrm>
              <a:off x="1130700" y="4386300"/>
              <a:ext cx="33450" cy="43450"/>
            </a:xfrm>
            <a:custGeom>
              <a:rect b="b" l="l" r="r" t="t"/>
              <a:pathLst>
                <a:path extrusionOk="0" h="1738" w="1338">
                  <a:moveTo>
                    <a:pt x="1237" y="1550"/>
                  </a:moveTo>
                  <a:cubicBezTo>
                    <a:pt x="700" y="1737"/>
                    <a:pt x="0" y="1412"/>
                    <a:pt x="75" y="762"/>
                  </a:cubicBezTo>
                  <a:cubicBezTo>
                    <a:pt x="125" y="338"/>
                    <a:pt x="825" y="0"/>
                    <a:pt x="1087" y="425"/>
                  </a:cubicBezTo>
                  <a:cubicBezTo>
                    <a:pt x="1162" y="538"/>
                    <a:pt x="987" y="637"/>
                    <a:pt x="912" y="525"/>
                  </a:cubicBezTo>
                  <a:cubicBezTo>
                    <a:pt x="800" y="463"/>
                    <a:pt x="662" y="438"/>
                    <a:pt x="537" y="488"/>
                  </a:cubicBezTo>
                  <a:cubicBezTo>
                    <a:pt x="263" y="712"/>
                    <a:pt x="213" y="937"/>
                    <a:pt x="388" y="1137"/>
                  </a:cubicBezTo>
                  <a:cubicBezTo>
                    <a:pt x="550" y="1450"/>
                    <a:pt x="887" y="1487"/>
                    <a:pt x="1200" y="1400"/>
                  </a:cubicBezTo>
                  <a:cubicBezTo>
                    <a:pt x="1300" y="1362"/>
                    <a:pt x="1337" y="1525"/>
                    <a:pt x="1237" y="15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4" name="Google Shape;3294;p97"/>
            <p:cNvSpPr/>
            <p:nvPr/>
          </p:nvSpPr>
          <p:spPr>
            <a:xfrm>
              <a:off x="740475" y="4377850"/>
              <a:ext cx="31900" cy="31900"/>
            </a:xfrm>
            <a:custGeom>
              <a:rect b="b" l="l" r="r" t="t"/>
              <a:pathLst>
                <a:path extrusionOk="0" h="1276" w="1276">
                  <a:moveTo>
                    <a:pt x="938" y="351"/>
                  </a:moveTo>
                  <a:cubicBezTo>
                    <a:pt x="1275" y="713"/>
                    <a:pt x="813" y="1275"/>
                    <a:pt x="413" y="950"/>
                  </a:cubicBezTo>
                  <a:cubicBezTo>
                    <a:pt x="1" y="626"/>
                    <a:pt x="476" y="1"/>
                    <a:pt x="888" y="301"/>
                  </a:cubicBezTo>
                  <a:cubicBezTo>
                    <a:pt x="950" y="351"/>
                    <a:pt x="900" y="463"/>
                    <a:pt x="813" y="451"/>
                  </a:cubicBezTo>
                  <a:lnTo>
                    <a:pt x="813" y="451"/>
                  </a:lnTo>
                  <a:cubicBezTo>
                    <a:pt x="776" y="376"/>
                    <a:pt x="875" y="276"/>
                    <a:pt x="950" y="3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5" name="Google Shape;3295;p97"/>
            <p:cNvSpPr/>
            <p:nvPr/>
          </p:nvSpPr>
          <p:spPr>
            <a:xfrm>
              <a:off x="816075" y="4313800"/>
              <a:ext cx="77825" cy="113125"/>
            </a:xfrm>
            <a:custGeom>
              <a:rect b="b" l="l" r="r" t="t"/>
              <a:pathLst>
                <a:path extrusionOk="0" h="4525" w="3113">
                  <a:moveTo>
                    <a:pt x="2963" y="4462"/>
                  </a:moveTo>
                  <a:cubicBezTo>
                    <a:pt x="1563" y="3363"/>
                    <a:pt x="538" y="1850"/>
                    <a:pt x="26" y="151"/>
                  </a:cubicBezTo>
                  <a:cubicBezTo>
                    <a:pt x="1" y="63"/>
                    <a:pt x="138" y="1"/>
                    <a:pt x="188" y="88"/>
                  </a:cubicBezTo>
                  <a:cubicBezTo>
                    <a:pt x="926" y="1700"/>
                    <a:pt x="1700" y="3188"/>
                    <a:pt x="3050" y="4375"/>
                  </a:cubicBezTo>
                  <a:cubicBezTo>
                    <a:pt x="3113" y="4437"/>
                    <a:pt x="3025" y="4525"/>
                    <a:pt x="2963" y="44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6" name="Google Shape;3296;p97"/>
            <p:cNvSpPr/>
            <p:nvPr/>
          </p:nvSpPr>
          <p:spPr>
            <a:xfrm>
              <a:off x="799850" y="4293200"/>
              <a:ext cx="30950" cy="32500"/>
            </a:xfrm>
            <a:custGeom>
              <a:rect b="b" l="l" r="r" t="t"/>
              <a:pathLst>
                <a:path extrusionOk="0" h="1300" w="1238">
                  <a:moveTo>
                    <a:pt x="737" y="800"/>
                  </a:moveTo>
                  <a:lnTo>
                    <a:pt x="737" y="737"/>
                  </a:lnTo>
                  <a:cubicBezTo>
                    <a:pt x="812" y="662"/>
                    <a:pt x="925" y="750"/>
                    <a:pt x="875" y="850"/>
                  </a:cubicBezTo>
                  <a:cubicBezTo>
                    <a:pt x="637" y="1300"/>
                    <a:pt x="0" y="750"/>
                    <a:pt x="350" y="375"/>
                  </a:cubicBezTo>
                  <a:cubicBezTo>
                    <a:pt x="687" y="0"/>
                    <a:pt x="1237" y="550"/>
                    <a:pt x="850" y="912"/>
                  </a:cubicBezTo>
                  <a:cubicBezTo>
                    <a:pt x="762" y="975"/>
                    <a:pt x="675" y="875"/>
                    <a:pt x="725" y="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7" name="Google Shape;3297;p97"/>
            <p:cNvSpPr/>
            <p:nvPr/>
          </p:nvSpPr>
          <p:spPr>
            <a:xfrm>
              <a:off x="848575" y="4298825"/>
              <a:ext cx="5650" cy="9375"/>
            </a:xfrm>
            <a:custGeom>
              <a:rect b="b" l="l" r="r" t="t"/>
              <a:pathLst>
                <a:path extrusionOk="0" h="375" w="226">
                  <a:moveTo>
                    <a:pt x="13" y="263"/>
                  </a:moveTo>
                  <a:cubicBezTo>
                    <a:pt x="1" y="188"/>
                    <a:pt x="26" y="113"/>
                    <a:pt x="76" y="63"/>
                  </a:cubicBezTo>
                  <a:cubicBezTo>
                    <a:pt x="113" y="0"/>
                    <a:pt x="226" y="13"/>
                    <a:pt x="226" y="100"/>
                  </a:cubicBezTo>
                  <a:cubicBezTo>
                    <a:pt x="213" y="150"/>
                    <a:pt x="213" y="213"/>
                    <a:pt x="213" y="263"/>
                  </a:cubicBezTo>
                  <a:cubicBezTo>
                    <a:pt x="201" y="375"/>
                    <a:pt x="38" y="375"/>
                    <a:pt x="13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8" name="Google Shape;3298;p97"/>
            <p:cNvSpPr/>
            <p:nvPr/>
          </p:nvSpPr>
          <p:spPr>
            <a:xfrm>
              <a:off x="980725" y="4331300"/>
              <a:ext cx="10025" cy="6900"/>
            </a:xfrm>
            <a:custGeom>
              <a:rect b="b" l="l" r="r" t="t"/>
              <a:pathLst>
                <a:path extrusionOk="0" h="276" w="401">
                  <a:moveTo>
                    <a:pt x="88" y="88"/>
                  </a:moveTo>
                  <a:cubicBezTo>
                    <a:pt x="151" y="51"/>
                    <a:pt x="226" y="26"/>
                    <a:pt x="301" y="13"/>
                  </a:cubicBezTo>
                  <a:cubicBezTo>
                    <a:pt x="351" y="1"/>
                    <a:pt x="401" y="63"/>
                    <a:pt x="351" y="113"/>
                  </a:cubicBezTo>
                  <a:cubicBezTo>
                    <a:pt x="301" y="176"/>
                    <a:pt x="226" y="226"/>
                    <a:pt x="151" y="251"/>
                  </a:cubicBezTo>
                  <a:cubicBezTo>
                    <a:pt x="63" y="276"/>
                    <a:pt x="1" y="138"/>
                    <a:pt x="88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9" name="Google Shape;3299;p97"/>
            <p:cNvSpPr/>
            <p:nvPr/>
          </p:nvSpPr>
          <p:spPr>
            <a:xfrm>
              <a:off x="839525" y="4440350"/>
              <a:ext cx="156850" cy="27825"/>
            </a:xfrm>
            <a:custGeom>
              <a:rect b="b" l="l" r="r" t="t"/>
              <a:pathLst>
                <a:path extrusionOk="0" h="1113" w="6274">
                  <a:moveTo>
                    <a:pt x="6174" y="1100"/>
                  </a:moveTo>
                  <a:cubicBezTo>
                    <a:pt x="5311" y="1112"/>
                    <a:pt x="4449" y="1025"/>
                    <a:pt x="3612" y="850"/>
                  </a:cubicBezTo>
                  <a:cubicBezTo>
                    <a:pt x="2462" y="625"/>
                    <a:pt x="1337" y="175"/>
                    <a:pt x="163" y="500"/>
                  </a:cubicBezTo>
                  <a:cubicBezTo>
                    <a:pt x="38" y="525"/>
                    <a:pt x="0" y="362"/>
                    <a:pt x="113" y="313"/>
                  </a:cubicBezTo>
                  <a:cubicBezTo>
                    <a:pt x="900" y="0"/>
                    <a:pt x="1625" y="163"/>
                    <a:pt x="2437" y="337"/>
                  </a:cubicBezTo>
                  <a:cubicBezTo>
                    <a:pt x="3674" y="612"/>
                    <a:pt x="4899" y="862"/>
                    <a:pt x="6174" y="925"/>
                  </a:cubicBezTo>
                  <a:cubicBezTo>
                    <a:pt x="6274" y="937"/>
                    <a:pt x="6274" y="1087"/>
                    <a:pt x="6174" y="1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0" name="Google Shape;3300;p97"/>
            <p:cNvSpPr/>
            <p:nvPr/>
          </p:nvSpPr>
          <p:spPr>
            <a:xfrm>
              <a:off x="817950" y="4437225"/>
              <a:ext cx="33150" cy="31250"/>
            </a:xfrm>
            <a:custGeom>
              <a:rect b="b" l="l" r="r" t="t"/>
              <a:pathLst>
                <a:path extrusionOk="0" h="1250" w="1326">
                  <a:moveTo>
                    <a:pt x="876" y="550"/>
                  </a:moveTo>
                  <a:lnTo>
                    <a:pt x="763" y="587"/>
                  </a:lnTo>
                  <a:cubicBezTo>
                    <a:pt x="713" y="512"/>
                    <a:pt x="763" y="413"/>
                    <a:pt x="851" y="425"/>
                  </a:cubicBezTo>
                  <a:cubicBezTo>
                    <a:pt x="1326" y="587"/>
                    <a:pt x="851" y="1250"/>
                    <a:pt x="476" y="1012"/>
                  </a:cubicBezTo>
                  <a:cubicBezTo>
                    <a:pt x="1" y="712"/>
                    <a:pt x="551" y="0"/>
                    <a:pt x="976" y="438"/>
                  </a:cubicBezTo>
                  <a:cubicBezTo>
                    <a:pt x="1038" y="500"/>
                    <a:pt x="963" y="600"/>
                    <a:pt x="876" y="5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1" name="Google Shape;3301;p97"/>
            <p:cNvSpPr/>
            <p:nvPr/>
          </p:nvSpPr>
          <p:spPr>
            <a:xfrm>
              <a:off x="773900" y="4388175"/>
              <a:ext cx="72825" cy="22500"/>
            </a:xfrm>
            <a:custGeom>
              <a:rect b="b" l="l" r="r" t="t"/>
              <a:pathLst>
                <a:path extrusionOk="0" h="900" w="2913">
                  <a:moveTo>
                    <a:pt x="2813" y="263"/>
                  </a:moveTo>
                  <a:cubicBezTo>
                    <a:pt x="2500" y="562"/>
                    <a:pt x="2113" y="750"/>
                    <a:pt x="1688" y="800"/>
                  </a:cubicBezTo>
                  <a:cubicBezTo>
                    <a:pt x="1226" y="862"/>
                    <a:pt x="526" y="900"/>
                    <a:pt x="113" y="637"/>
                  </a:cubicBezTo>
                  <a:cubicBezTo>
                    <a:pt x="1" y="575"/>
                    <a:pt x="63" y="413"/>
                    <a:pt x="188" y="438"/>
                  </a:cubicBezTo>
                  <a:cubicBezTo>
                    <a:pt x="976" y="637"/>
                    <a:pt x="2013" y="687"/>
                    <a:pt x="2650" y="100"/>
                  </a:cubicBezTo>
                  <a:cubicBezTo>
                    <a:pt x="2763" y="0"/>
                    <a:pt x="2913" y="163"/>
                    <a:pt x="2800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2" name="Google Shape;3302;p97"/>
            <p:cNvSpPr/>
            <p:nvPr/>
          </p:nvSpPr>
          <p:spPr>
            <a:xfrm>
              <a:off x="774525" y="4381600"/>
              <a:ext cx="70650" cy="23450"/>
            </a:xfrm>
            <a:custGeom>
              <a:rect b="b" l="l" r="r" t="t"/>
              <a:pathLst>
                <a:path extrusionOk="0" h="938" w="2826">
                  <a:moveTo>
                    <a:pt x="63" y="738"/>
                  </a:moveTo>
                  <a:cubicBezTo>
                    <a:pt x="588" y="51"/>
                    <a:pt x="2013" y="1"/>
                    <a:pt x="2725" y="376"/>
                  </a:cubicBezTo>
                  <a:cubicBezTo>
                    <a:pt x="2825" y="426"/>
                    <a:pt x="2750" y="563"/>
                    <a:pt x="2650" y="551"/>
                  </a:cubicBezTo>
                  <a:cubicBezTo>
                    <a:pt x="1938" y="438"/>
                    <a:pt x="776" y="176"/>
                    <a:pt x="213" y="850"/>
                  </a:cubicBezTo>
                  <a:cubicBezTo>
                    <a:pt x="151" y="938"/>
                    <a:pt x="1" y="825"/>
                    <a:pt x="63" y="7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3" name="Google Shape;3303;p97"/>
            <p:cNvSpPr/>
            <p:nvPr/>
          </p:nvSpPr>
          <p:spPr>
            <a:xfrm>
              <a:off x="927300" y="4396600"/>
              <a:ext cx="17850" cy="55950"/>
            </a:xfrm>
            <a:custGeom>
              <a:rect b="b" l="l" r="r" t="t"/>
              <a:pathLst>
                <a:path extrusionOk="0" h="2238" w="714">
                  <a:moveTo>
                    <a:pt x="301" y="2087"/>
                  </a:moveTo>
                  <a:cubicBezTo>
                    <a:pt x="476" y="1450"/>
                    <a:pt x="376" y="775"/>
                    <a:pt x="51" y="213"/>
                  </a:cubicBezTo>
                  <a:cubicBezTo>
                    <a:pt x="1" y="101"/>
                    <a:pt x="163" y="1"/>
                    <a:pt x="238" y="101"/>
                  </a:cubicBezTo>
                  <a:cubicBezTo>
                    <a:pt x="626" y="713"/>
                    <a:pt x="713" y="1450"/>
                    <a:pt x="476" y="2137"/>
                  </a:cubicBezTo>
                  <a:cubicBezTo>
                    <a:pt x="438" y="2237"/>
                    <a:pt x="288" y="2200"/>
                    <a:pt x="301" y="20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4" name="Google Shape;3304;p97"/>
            <p:cNvSpPr/>
            <p:nvPr/>
          </p:nvSpPr>
          <p:spPr>
            <a:xfrm>
              <a:off x="922000" y="4396600"/>
              <a:ext cx="15950" cy="54375"/>
            </a:xfrm>
            <a:custGeom>
              <a:rect b="b" l="l" r="r" t="t"/>
              <a:pathLst>
                <a:path extrusionOk="0" h="2175" w="638">
                  <a:moveTo>
                    <a:pt x="450" y="188"/>
                  </a:moveTo>
                  <a:cubicBezTo>
                    <a:pt x="313" y="550"/>
                    <a:pt x="275" y="950"/>
                    <a:pt x="338" y="1338"/>
                  </a:cubicBezTo>
                  <a:cubicBezTo>
                    <a:pt x="375" y="1613"/>
                    <a:pt x="525" y="1788"/>
                    <a:pt x="625" y="2038"/>
                  </a:cubicBezTo>
                  <a:cubicBezTo>
                    <a:pt x="638" y="2075"/>
                    <a:pt x="613" y="2112"/>
                    <a:pt x="563" y="2125"/>
                  </a:cubicBezTo>
                  <a:cubicBezTo>
                    <a:pt x="275" y="2175"/>
                    <a:pt x="163" y="1850"/>
                    <a:pt x="113" y="1613"/>
                  </a:cubicBezTo>
                  <a:cubicBezTo>
                    <a:pt x="0" y="1113"/>
                    <a:pt x="38" y="600"/>
                    <a:pt x="238" y="126"/>
                  </a:cubicBezTo>
                  <a:cubicBezTo>
                    <a:pt x="288" y="1"/>
                    <a:pt x="500" y="51"/>
                    <a:pt x="450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5" name="Google Shape;3305;p97"/>
            <p:cNvSpPr/>
            <p:nvPr/>
          </p:nvSpPr>
          <p:spPr>
            <a:xfrm>
              <a:off x="1194425" y="4364725"/>
              <a:ext cx="82825" cy="26900"/>
            </a:xfrm>
            <a:custGeom>
              <a:rect b="b" l="l" r="r" t="t"/>
              <a:pathLst>
                <a:path extrusionOk="0" h="1076" w="3313">
                  <a:moveTo>
                    <a:pt x="3187" y="926"/>
                  </a:moveTo>
                  <a:cubicBezTo>
                    <a:pt x="2175" y="1076"/>
                    <a:pt x="800" y="926"/>
                    <a:pt x="50" y="163"/>
                  </a:cubicBezTo>
                  <a:cubicBezTo>
                    <a:pt x="0" y="113"/>
                    <a:pt x="50" y="1"/>
                    <a:pt x="125" y="26"/>
                  </a:cubicBezTo>
                  <a:cubicBezTo>
                    <a:pt x="600" y="188"/>
                    <a:pt x="1013" y="476"/>
                    <a:pt x="1500" y="601"/>
                  </a:cubicBezTo>
                  <a:cubicBezTo>
                    <a:pt x="2037" y="738"/>
                    <a:pt x="2600" y="776"/>
                    <a:pt x="3150" y="713"/>
                  </a:cubicBezTo>
                  <a:cubicBezTo>
                    <a:pt x="3275" y="701"/>
                    <a:pt x="3312" y="913"/>
                    <a:pt x="3187" y="9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6" name="Google Shape;3306;p97"/>
            <p:cNvSpPr/>
            <p:nvPr/>
          </p:nvSpPr>
          <p:spPr>
            <a:xfrm>
              <a:off x="1194425" y="4355975"/>
              <a:ext cx="100625" cy="30975"/>
            </a:xfrm>
            <a:custGeom>
              <a:rect b="b" l="l" r="r" t="t"/>
              <a:pathLst>
                <a:path extrusionOk="0" h="1239" w="4025">
                  <a:moveTo>
                    <a:pt x="138" y="238"/>
                  </a:moveTo>
                  <a:cubicBezTo>
                    <a:pt x="763" y="126"/>
                    <a:pt x="1413" y="1"/>
                    <a:pt x="2050" y="101"/>
                  </a:cubicBezTo>
                  <a:cubicBezTo>
                    <a:pt x="2737" y="201"/>
                    <a:pt x="3312" y="551"/>
                    <a:pt x="3887" y="926"/>
                  </a:cubicBezTo>
                  <a:cubicBezTo>
                    <a:pt x="4024" y="1013"/>
                    <a:pt x="3899" y="1238"/>
                    <a:pt x="3749" y="1151"/>
                  </a:cubicBezTo>
                  <a:cubicBezTo>
                    <a:pt x="3287" y="838"/>
                    <a:pt x="2800" y="526"/>
                    <a:pt x="2237" y="388"/>
                  </a:cubicBezTo>
                  <a:cubicBezTo>
                    <a:pt x="1575" y="226"/>
                    <a:pt x="863" y="338"/>
                    <a:pt x="200" y="451"/>
                  </a:cubicBezTo>
                  <a:cubicBezTo>
                    <a:pt x="63" y="463"/>
                    <a:pt x="0" y="263"/>
                    <a:pt x="138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7" name="Google Shape;3307;p97"/>
            <p:cNvSpPr/>
            <p:nvPr/>
          </p:nvSpPr>
          <p:spPr>
            <a:xfrm>
              <a:off x="593025" y="3689900"/>
              <a:ext cx="199650" cy="551150"/>
            </a:xfrm>
            <a:custGeom>
              <a:rect b="b" l="l" r="r" t="t"/>
              <a:pathLst>
                <a:path extrusionOk="0" h="22046" w="7986">
                  <a:moveTo>
                    <a:pt x="3487" y="88"/>
                  </a:moveTo>
                  <a:cubicBezTo>
                    <a:pt x="4799" y="1426"/>
                    <a:pt x="5286" y="2938"/>
                    <a:pt x="5074" y="4837"/>
                  </a:cubicBezTo>
                  <a:cubicBezTo>
                    <a:pt x="4899" y="6237"/>
                    <a:pt x="4287" y="7487"/>
                    <a:pt x="3749" y="8761"/>
                  </a:cubicBezTo>
                  <a:cubicBezTo>
                    <a:pt x="1875" y="13235"/>
                    <a:pt x="0" y="21470"/>
                    <a:pt x="7773" y="21808"/>
                  </a:cubicBezTo>
                  <a:cubicBezTo>
                    <a:pt x="7861" y="21808"/>
                    <a:pt x="7861" y="21933"/>
                    <a:pt x="7773" y="21945"/>
                  </a:cubicBezTo>
                  <a:cubicBezTo>
                    <a:pt x="4737" y="22045"/>
                    <a:pt x="2400" y="20071"/>
                    <a:pt x="1700" y="17084"/>
                  </a:cubicBezTo>
                  <a:cubicBezTo>
                    <a:pt x="388" y="11435"/>
                    <a:pt x="7986" y="5012"/>
                    <a:pt x="3349" y="213"/>
                  </a:cubicBezTo>
                  <a:cubicBezTo>
                    <a:pt x="3274" y="138"/>
                    <a:pt x="3399" y="1"/>
                    <a:pt x="3487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8" name="Google Shape;3308;p97"/>
            <p:cNvSpPr/>
            <p:nvPr/>
          </p:nvSpPr>
          <p:spPr>
            <a:xfrm>
              <a:off x="770150" y="4055125"/>
              <a:ext cx="121575" cy="180925"/>
            </a:xfrm>
            <a:custGeom>
              <a:rect b="b" l="l" r="r" t="t"/>
              <a:pathLst>
                <a:path extrusionOk="0" h="7237" w="4863">
                  <a:moveTo>
                    <a:pt x="1688" y="7036"/>
                  </a:moveTo>
                  <a:cubicBezTo>
                    <a:pt x="3413" y="6911"/>
                    <a:pt x="4425" y="4949"/>
                    <a:pt x="4225" y="3400"/>
                  </a:cubicBezTo>
                  <a:cubicBezTo>
                    <a:pt x="4025" y="1775"/>
                    <a:pt x="1725" y="113"/>
                    <a:pt x="201" y="1513"/>
                  </a:cubicBezTo>
                  <a:cubicBezTo>
                    <a:pt x="126" y="1588"/>
                    <a:pt x="1" y="1463"/>
                    <a:pt x="88" y="1388"/>
                  </a:cubicBezTo>
                  <a:cubicBezTo>
                    <a:pt x="1338" y="1"/>
                    <a:pt x="3875" y="1313"/>
                    <a:pt x="4325" y="2825"/>
                  </a:cubicBezTo>
                  <a:cubicBezTo>
                    <a:pt x="4862" y="4637"/>
                    <a:pt x="3700" y="7086"/>
                    <a:pt x="1688" y="7224"/>
                  </a:cubicBezTo>
                  <a:cubicBezTo>
                    <a:pt x="1563" y="7236"/>
                    <a:pt x="1563" y="7049"/>
                    <a:pt x="1688" y="70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9" name="Google Shape;3309;p97"/>
            <p:cNvSpPr/>
            <p:nvPr/>
          </p:nvSpPr>
          <p:spPr>
            <a:xfrm>
              <a:off x="748600" y="4108250"/>
              <a:ext cx="77200" cy="73425"/>
            </a:xfrm>
            <a:custGeom>
              <a:rect b="b" l="l" r="r" t="t"/>
              <a:pathLst>
                <a:path extrusionOk="0" h="2937" w="3088">
                  <a:moveTo>
                    <a:pt x="625" y="163"/>
                  </a:moveTo>
                  <a:cubicBezTo>
                    <a:pt x="251" y="900"/>
                    <a:pt x="476" y="1800"/>
                    <a:pt x="1163" y="2274"/>
                  </a:cubicBezTo>
                  <a:cubicBezTo>
                    <a:pt x="1913" y="2749"/>
                    <a:pt x="2750" y="2237"/>
                    <a:pt x="2887" y="1425"/>
                  </a:cubicBezTo>
                  <a:cubicBezTo>
                    <a:pt x="2900" y="1325"/>
                    <a:pt x="3087" y="1337"/>
                    <a:pt x="3075" y="1450"/>
                  </a:cubicBezTo>
                  <a:cubicBezTo>
                    <a:pt x="3000" y="2324"/>
                    <a:pt x="2075" y="2937"/>
                    <a:pt x="1250" y="2549"/>
                  </a:cubicBezTo>
                  <a:cubicBezTo>
                    <a:pt x="351" y="2137"/>
                    <a:pt x="1" y="912"/>
                    <a:pt x="501" y="75"/>
                  </a:cubicBezTo>
                  <a:cubicBezTo>
                    <a:pt x="550" y="0"/>
                    <a:pt x="663" y="75"/>
                    <a:pt x="625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0" name="Google Shape;3310;p97"/>
            <p:cNvSpPr/>
            <p:nvPr/>
          </p:nvSpPr>
          <p:spPr>
            <a:xfrm>
              <a:off x="819525" y="4135100"/>
              <a:ext cx="325" cy="350"/>
            </a:xfrm>
            <a:custGeom>
              <a:rect b="b" l="l" r="r" t="t"/>
              <a:pathLst>
                <a:path extrusionOk="0" h="14" w="13">
                  <a:moveTo>
                    <a:pt x="13" y="1"/>
                  </a:moveTo>
                  <a:lnTo>
                    <a:pt x="13" y="13"/>
                  </a:lnTo>
                  <a:cubicBezTo>
                    <a:pt x="13" y="13"/>
                    <a:pt x="0" y="1"/>
                    <a:pt x="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1" name="Google Shape;3311;p97"/>
            <p:cNvSpPr/>
            <p:nvPr/>
          </p:nvSpPr>
          <p:spPr>
            <a:xfrm>
              <a:off x="641450" y="4121350"/>
              <a:ext cx="103750" cy="206550"/>
            </a:xfrm>
            <a:custGeom>
              <a:rect b="b" l="l" r="r" t="t"/>
              <a:pathLst>
                <a:path extrusionOk="0" h="8262" w="4150">
                  <a:moveTo>
                    <a:pt x="163" y="101"/>
                  </a:moveTo>
                  <a:cubicBezTo>
                    <a:pt x="450" y="1288"/>
                    <a:pt x="975" y="2400"/>
                    <a:pt x="1712" y="3375"/>
                  </a:cubicBezTo>
                  <a:cubicBezTo>
                    <a:pt x="2237" y="4087"/>
                    <a:pt x="2937" y="4737"/>
                    <a:pt x="3299" y="5562"/>
                  </a:cubicBezTo>
                  <a:cubicBezTo>
                    <a:pt x="3699" y="6474"/>
                    <a:pt x="3699" y="7436"/>
                    <a:pt x="3012" y="8199"/>
                  </a:cubicBezTo>
                  <a:cubicBezTo>
                    <a:pt x="2949" y="8261"/>
                    <a:pt x="2825" y="8174"/>
                    <a:pt x="2875" y="8086"/>
                  </a:cubicBezTo>
                  <a:cubicBezTo>
                    <a:pt x="4149" y="6212"/>
                    <a:pt x="2387" y="4725"/>
                    <a:pt x="1375" y="3275"/>
                  </a:cubicBezTo>
                  <a:cubicBezTo>
                    <a:pt x="725" y="2325"/>
                    <a:pt x="263" y="1263"/>
                    <a:pt x="13" y="138"/>
                  </a:cubicBezTo>
                  <a:cubicBezTo>
                    <a:pt x="0" y="38"/>
                    <a:pt x="138" y="1"/>
                    <a:pt x="175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2" name="Google Shape;3312;p97"/>
            <p:cNvSpPr/>
            <p:nvPr/>
          </p:nvSpPr>
          <p:spPr>
            <a:xfrm>
              <a:off x="646450" y="3978900"/>
              <a:ext cx="81250" cy="88750"/>
            </a:xfrm>
            <a:custGeom>
              <a:rect b="b" l="l" r="r" t="t"/>
              <a:pathLst>
                <a:path extrusionOk="0" h="3550" w="3250">
                  <a:moveTo>
                    <a:pt x="488" y="163"/>
                  </a:moveTo>
                  <a:cubicBezTo>
                    <a:pt x="263" y="1138"/>
                    <a:pt x="163" y="2500"/>
                    <a:pt x="1175" y="3112"/>
                  </a:cubicBezTo>
                  <a:cubicBezTo>
                    <a:pt x="1650" y="3375"/>
                    <a:pt x="2237" y="3287"/>
                    <a:pt x="2625" y="2900"/>
                  </a:cubicBezTo>
                  <a:cubicBezTo>
                    <a:pt x="2924" y="2575"/>
                    <a:pt x="3249" y="1250"/>
                    <a:pt x="2475" y="1163"/>
                  </a:cubicBezTo>
                  <a:cubicBezTo>
                    <a:pt x="2387" y="1163"/>
                    <a:pt x="2387" y="1025"/>
                    <a:pt x="2475" y="1038"/>
                  </a:cubicBezTo>
                  <a:cubicBezTo>
                    <a:pt x="3012" y="1088"/>
                    <a:pt x="3187" y="1762"/>
                    <a:pt x="3137" y="2237"/>
                  </a:cubicBezTo>
                  <a:cubicBezTo>
                    <a:pt x="3062" y="2850"/>
                    <a:pt x="2587" y="3350"/>
                    <a:pt x="1975" y="3450"/>
                  </a:cubicBezTo>
                  <a:cubicBezTo>
                    <a:pt x="1325" y="3550"/>
                    <a:pt x="813" y="3187"/>
                    <a:pt x="488" y="2650"/>
                  </a:cubicBezTo>
                  <a:cubicBezTo>
                    <a:pt x="0" y="1850"/>
                    <a:pt x="113" y="988"/>
                    <a:pt x="313" y="113"/>
                  </a:cubicBezTo>
                  <a:cubicBezTo>
                    <a:pt x="338" y="0"/>
                    <a:pt x="513" y="50"/>
                    <a:pt x="488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3" name="Google Shape;3313;p97"/>
            <p:cNvSpPr/>
            <p:nvPr/>
          </p:nvSpPr>
          <p:spPr>
            <a:xfrm>
              <a:off x="672675" y="3923300"/>
              <a:ext cx="43775" cy="33450"/>
            </a:xfrm>
            <a:custGeom>
              <a:rect b="b" l="l" r="r" t="t"/>
              <a:pathLst>
                <a:path extrusionOk="0" h="1338" w="1751">
                  <a:moveTo>
                    <a:pt x="351" y="150"/>
                  </a:moveTo>
                  <a:cubicBezTo>
                    <a:pt x="263" y="462"/>
                    <a:pt x="301" y="787"/>
                    <a:pt x="613" y="962"/>
                  </a:cubicBezTo>
                  <a:cubicBezTo>
                    <a:pt x="813" y="1137"/>
                    <a:pt x="1026" y="1087"/>
                    <a:pt x="1263" y="800"/>
                  </a:cubicBezTo>
                  <a:cubicBezTo>
                    <a:pt x="1301" y="675"/>
                    <a:pt x="1288" y="537"/>
                    <a:pt x="1213" y="425"/>
                  </a:cubicBezTo>
                  <a:cubicBezTo>
                    <a:pt x="1101" y="350"/>
                    <a:pt x="1201" y="175"/>
                    <a:pt x="1326" y="250"/>
                  </a:cubicBezTo>
                  <a:cubicBezTo>
                    <a:pt x="1750" y="512"/>
                    <a:pt x="1413" y="1212"/>
                    <a:pt x="976" y="1262"/>
                  </a:cubicBezTo>
                  <a:cubicBezTo>
                    <a:pt x="326" y="1337"/>
                    <a:pt x="1" y="637"/>
                    <a:pt x="201" y="100"/>
                  </a:cubicBezTo>
                  <a:cubicBezTo>
                    <a:pt x="226" y="0"/>
                    <a:pt x="376" y="38"/>
                    <a:pt x="351" y="1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4" name="Google Shape;3314;p97"/>
            <p:cNvSpPr/>
            <p:nvPr/>
          </p:nvSpPr>
          <p:spPr>
            <a:xfrm>
              <a:off x="692375" y="4315375"/>
              <a:ext cx="32200" cy="31900"/>
            </a:xfrm>
            <a:custGeom>
              <a:rect b="b" l="l" r="r" t="t"/>
              <a:pathLst>
                <a:path extrusionOk="0" h="1276" w="1288">
                  <a:moveTo>
                    <a:pt x="838" y="463"/>
                  </a:moveTo>
                  <a:lnTo>
                    <a:pt x="838" y="463"/>
                  </a:lnTo>
                  <a:cubicBezTo>
                    <a:pt x="825" y="375"/>
                    <a:pt x="937" y="325"/>
                    <a:pt x="987" y="388"/>
                  </a:cubicBezTo>
                  <a:cubicBezTo>
                    <a:pt x="1287" y="800"/>
                    <a:pt x="663" y="1275"/>
                    <a:pt x="338" y="863"/>
                  </a:cubicBezTo>
                  <a:cubicBezTo>
                    <a:pt x="0" y="438"/>
                    <a:pt x="575" y="0"/>
                    <a:pt x="937" y="325"/>
                  </a:cubicBezTo>
                  <a:cubicBezTo>
                    <a:pt x="1012" y="388"/>
                    <a:pt x="912" y="488"/>
                    <a:pt x="838" y="4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5" name="Google Shape;3315;p97"/>
            <p:cNvSpPr/>
            <p:nvPr/>
          </p:nvSpPr>
          <p:spPr>
            <a:xfrm>
              <a:off x="675500" y="4193850"/>
              <a:ext cx="113125" cy="77500"/>
            </a:xfrm>
            <a:custGeom>
              <a:rect b="b" l="l" r="r" t="t"/>
              <a:pathLst>
                <a:path extrusionOk="0" h="3100" w="4525">
                  <a:moveTo>
                    <a:pt x="150" y="50"/>
                  </a:moveTo>
                  <a:cubicBezTo>
                    <a:pt x="1338" y="1412"/>
                    <a:pt x="2825" y="2175"/>
                    <a:pt x="4437" y="2924"/>
                  </a:cubicBezTo>
                  <a:cubicBezTo>
                    <a:pt x="4524" y="2962"/>
                    <a:pt x="4462" y="3099"/>
                    <a:pt x="4374" y="3074"/>
                  </a:cubicBezTo>
                  <a:cubicBezTo>
                    <a:pt x="2675" y="2562"/>
                    <a:pt x="1163" y="1550"/>
                    <a:pt x="63" y="150"/>
                  </a:cubicBezTo>
                  <a:cubicBezTo>
                    <a:pt x="0" y="88"/>
                    <a:pt x="100" y="0"/>
                    <a:pt x="150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6" name="Google Shape;3316;p97"/>
            <p:cNvSpPr/>
            <p:nvPr/>
          </p:nvSpPr>
          <p:spPr>
            <a:xfrm>
              <a:off x="776725" y="4256950"/>
              <a:ext cx="32525" cy="30950"/>
            </a:xfrm>
            <a:custGeom>
              <a:rect b="b" l="l" r="r" t="t"/>
              <a:pathLst>
                <a:path extrusionOk="0" h="1238" w="1301">
                  <a:moveTo>
                    <a:pt x="388" y="388"/>
                  </a:moveTo>
                  <a:cubicBezTo>
                    <a:pt x="750" y="1"/>
                    <a:pt x="1300" y="538"/>
                    <a:pt x="925" y="888"/>
                  </a:cubicBezTo>
                  <a:cubicBezTo>
                    <a:pt x="550" y="1238"/>
                    <a:pt x="0" y="600"/>
                    <a:pt x="450" y="350"/>
                  </a:cubicBezTo>
                  <a:cubicBezTo>
                    <a:pt x="550" y="313"/>
                    <a:pt x="638" y="425"/>
                    <a:pt x="563" y="500"/>
                  </a:cubicBezTo>
                  <a:lnTo>
                    <a:pt x="500" y="500"/>
                  </a:lnTo>
                  <a:cubicBezTo>
                    <a:pt x="425" y="563"/>
                    <a:pt x="325" y="463"/>
                    <a:pt x="388" y="3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7" name="Google Shape;3317;p97"/>
            <p:cNvSpPr/>
            <p:nvPr/>
          </p:nvSpPr>
          <p:spPr>
            <a:xfrm>
              <a:off x="793900" y="4233200"/>
              <a:ext cx="9725" cy="5975"/>
            </a:xfrm>
            <a:custGeom>
              <a:rect b="b" l="l" r="r" t="t"/>
              <a:pathLst>
                <a:path extrusionOk="0" h="239" w="389">
                  <a:moveTo>
                    <a:pt x="126" y="26"/>
                  </a:moveTo>
                  <a:cubicBezTo>
                    <a:pt x="176" y="26"/>
                    <a:pt x="238" y="13"/>
                    <a:pt x="288" y="13"/>
                  </a:cubicBezTo>
                  <a:cubicBezTo>
                    <a:pt x="376" y="1"/>
                    <a:pt x="388" y="113"/>
                    <a:pt x="338" y="163"/>
                  </a:cubicBezTo>
                  <a:cubicBezTo>
                    <a:pt x="276" y="213"/>
                    <a:pt x="201" y="238"/>
                    <a:pt x="126" y="226"/>
                  </a:cubicBezTo>
                  <a:cubicBezTo>
                    <a:pt x="1" y="226"/>
                    <a:pt x="1" y="26"/>
                    <a:pt x="126" y="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8" name="Google Shape;3318;p97"/>
            <p:cNvSpPr/>
            <p:nvPr/>
          </p:nvSpPr>
          <p:spPr>
            <a:xfrm>
              <a:off x="764225" y="4097000"/>
              <a:ext cx="6900" cy="10025"/>
            </a:xfrm>
            <a:custGeom>
              <a:rect b="b" l="l" r="r" t="t"/>
              <a:pathLst>
                <a:path extrusionOk="0" h="401" w="276">
                  <a:moveTo>
                    <a:pt x="25" y="250"/>
                  </a:moveTo>
                  <a:cubicBezTo>
                    <a:pt x="50" y="163"/>
                    <a:pt x="100" y="88"/>
                    <a:pt x="163" y="38"/>
                  </a:cubicBezTo>
                  <a:cubicBezTo>
                    <a:pt x="213" y="0"/>
                    <a:pt x="275" y="38"/>
                    <a:pt x="263" y="100"/>
                  </a:cubicBezTo>
                  <a:cubicBezTo>
                    <a:pt x="250" y="175"/>
                    <a:pt x="225" y="250"/>
                    <a:pt x="188" y="313"/>
                  </a:cubicBezTo>
                  <a:cubicBezTo>
                    <a:pt x="138" y="400"/>
                    <a:pt x="0" y="338"/>
                    <a:pt x="25" y="2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9" name="Google Shape;3319;p97"/>
            <p:cNvSpPr/>
            <p:nvPr/>
          </p:nvSpPr>
          <p:spPr>
            <a:xfrm>
              <a:off x="634250" y="4091375"/>
              <a:ext cx="27850" cy="156850"/>
            </a:xfrm>
            <a:custGeom>
              <a:rect b="b" l="l" r="r" t="t"/>
              <a:pathLst>
                <a:path extrusionOk="0" h="6274" w="1114">
                  <a:moveTo>
                    <a:pt x="188" y="100"/>
                  </a:moveTo>
                  <a:cubicBezTo>
                    <a:pt x="251" y="1375"/>
                    <a:pt x="501" y="2600"/>
                    <a:pt x="776" y="3837"/>
                  </a:cubicBezTo>
                  <a:cubicBezTo>
                    <a:pt x="963" y="4649"/>
                    <a:pt x="1113" y="5361"/>
                    <a:pt x="801" y="6161"/>
                  </a:cubicBezTo>
                  <a:cubicBezTo>
                    <a:pt x="751" y="6274"/>
                    <a:pt x="588" y="6236"/>
                    <a:pt x="613" y="6111"/>
                  </a:cubicBezTo>
                  <a:cubicBezTo>
                    <a:pt x="926" y="4936"/>
                    <a:pt x="488" y="3812"/>
                    <a:pt x="263" y="2650"/>
                  </a:cubicBezTo>
                  <a:cubicBezTo>
                    <a:pt x="88" y="1812"/>
                    <a:pt x="1" y="963"/>
                    <a:pt x="13" y="100"/>
                  </a:cubicBezTo>
                  <a:cubicBezTo>
                    <a:pt x="26" y="0"/>
                    <a:pt x="176" y="0"/>
                    <a:pt x="188" y="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0" name="Google Shape;3320;p97"/>
            <p:cNvSpPr/>
            <p:nvPr/>
          </p:nvSpPr>
          <p:spPr>
            <a:xfrm>
              <a:off x="634250" y="4236325"/>
              <a:ext cx="31275" cy="33150"/>
            </a:xfrm>
            <a:custGeom>
              <a:rect b="b" l="l" r="r" t="t"/>
              <a:pathLst>
                <a:path extrusionOk="0" h="1326" w="1251">
                  <a:moveTo>
                    <a:pt x="813" y="351"/>
                  </a:moveTo>
                  <a:cubicBezTo>
                    <a:pt x="1251" y="776"/>
                    <a:pt x="526" y="1325"/>
                    <a:pt x="238" y="851"/>
                  </a:cubicBezTo>
                  <a:cubicBezTo>
                    <a:pt x="1" y="476"/>
                    <a:pt x="663" y="1"/>
                    <a:pt x="813" y="476"/>
                  </a:cubicBezTo>
                  <a:cubicBezTo>
                    <a:pt x="826" y="563"/>
                    <a:pt x="726" y="626"/>
                    <a:pt x="663" y="563"/>
                  </a:cubicBezTo>
                  <a:lnTo>
                    <a:pt x="688" y="451"/>
                  </a:lnTo>
                  <a:cubicBezTo>
                    <a:pt x="638" y="363"/>
                    <a:pt x="751" y="276"/>
                    <a:pt x="813" y="3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1" name="Google Shape;3321;p97"/>
            <p:cNvSpPr/>
            <p:nvPr/>
          </p:nvSpPr>
          <p:spPr>
            <a:xfrm>
              <a:off x="691750" y="4241025"/>
              <a:ext cx="22525" cy="72800"/>
            </a:xfrm>
            <a:custGeom>
              <a:rect b="b" l="l" r="r" t="t"/>
              <a:pathLst>
                <a:path extrusionOk="0" h="2912" w="901">
                  <a:moveTo>
                    <a:pt x="800" y="263"/>
                  </a:moveTo>
                  <a:cubicBezTo>
                    <a:pt x="213" y="900"/>
                    <a:pt x="263" y="1937"/>
                    <a:pt x="463" y="2724"/>
                  </a:cubicBezTo>
                  <a:cubicBezTo>
                    <a:pt x="488" y="2837"/>
                    <a:pt x="325" y="2912"/>
                    <a:pt x="263" y="2812"/>
                  </a:cubicBezTo>
                  <a:cubicBezTo>
                    <a:pt x="0" y="2387"/>
                    <a:pt x="38" y="1687"/>
                    <a:pt x="100" y="1225"/>
                  </a:cubicBezTo>
                  <a:cubicBezTo>
                    <a:pt x="150" y="800"/>
                    <a:pt x="350" y="413"/>
                    <a:pt x="638" y="100"/>
                  </a:cubicBezTo>
                  <a:cubicBezTo>
                    <a:pt x="750" y="0"/>
                    <a:pt x="900" y="163"/>
                    <a:pt x="800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2" name="Google Shape;3322;p97"/>
            <p:cNvSpPr/>
            <p:nvPr/>
          </p:nvSpPr>
          <p:spPr>
            <a:xfrm>
              <a:off x="697675" y="4242575"/>
              <a:ext cx="23450" cy="70625"/>
            </a:xfrm>
            <a:custGeom>
              <a:rect b="b" l="l" r="r" t="t"/>
              <a:pathLst>
                <a:path extrusionOk="0" h="2825" w="938">
                  <a:moveTo>
                    <a:pt x="76" y="2612"/>
                  </a:moveTo>
                  <a:cubicBezTo>
                    <a:pt x="763" y="2063"/>
                    <a:pt x="501" y="888"/>
                    <a:pt x="388" y="176"/>
                  </a:cubicBezTo>
                  <a:cubicBezTo>
                    <a:pt x="376" y="76"/>
                    <a:pt x="501" y="1"/>
                    <a:pt x="563" y="101"/>
                  </a:cubicBezTo>
                  <a:cubicBezTo>
                    <a:pt x="938" y="800"/>
                    <a:pt x="875" y="2238"/>
                    <a:pt x="188" y="2750"/>
                  </a:cubicBezTo>
                  <a:cubicBezTo>
                    <a:pt x="113" y="2825"/>
                    <a:pt x="1" y="2675"/>
                    <a:pt x="76" y="26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3" name="Google Shape;3323;p97"/>
            <p:cNvSpPr/>
            <p:nvPr/>
          </p:nvSpPr>
          <p:spPr>
            <a:xfrm>
              <a:off x="649250" y="4142600"/>
              <a:ext cx="56900" cy="18150"/>
            </a:xfrm>
            <a:custGeom>
              <a:rect b="b" l="l" r="r" t="t"/>
              <a:pathLst>
                <a:path extrusionOk="0" h="726" w="2276">
                  <a:moveTo>
                    <a:pt x="126" y="238"/>
                  </a:moveTo>
                  <a:cubicBezTo>
                    <a:pt x="800" y="1"/>
                    <a:pt x="1550" y="88"/>
                    <a:pt x="2163" y="476"/>
                  </a:cubicBezTo>
                  <a:cubicBezTo>
                    <a:pt x="2275" y="538"/>
                    <a:pt x="2175" y="726"/>
                    <a:pt x="2050" y="663"/>
                  </a:cubicBezTo>
                  <a:cubicBezTo>
                    <a:pt x="1475" y="326"/>
                    <a:pt x="800" y="238"/>
                    <a:pt x="176" y="413"/>
                  </a:cubicBezTo>
                  <a:cubicBezTo>
                    <a:pt x="51" y="438"/>
                    <a:pt x="1" y="263"/>
                    <a:pt x="126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4" name="Google Shape;3324;p97"/>
            <p:cNvSpPr/>
            <p:nvPr/>
          </p:nvSpPr>
          <p:spPr>
            <a:xfrm>
              <a:off x="649575" y="4149800"/>
              <a:ext cx="56250" cy="21250"/>
            </a:xfrm>
            <a:custGeom>
              <a:rect b="b" l="l" r="r" t="t"/>
              <a:pathLst>
                <a:path extrusionOk="0" h="850" w="2250">
                  <a:moveTo>
                    <a:pt x="2112" y="400"/>
                  </a:moveTo>
                  <a:cubicBezTo>
                    <a:pt x="1762" y="538"/>
                    <a:pt x="0" y="850"/>
                    <a:pt x="125" y="63"/>
                  </a:cubicBezTo>
                  <a:cubicBezTo>
                    <a:pt x="125" y="25"/>
                    <a:pt x="175" y="0"/>
                    <a:pt x="213" y="13"/>
                  </a:cubicBezTo>
                  <a:cubicBezTo>
                    <a:pt x="463" y="113"/>
                    <a:pt x="638" y="250"/>
                    <a:pt x="912" y="300"/>
                  </a:cubicBezTo>
                  <a:cubicBezTo>
                    <a:pt x="1300" y="363"/>
                    <a:pt x="1687" y="313"/>
                    <a:pt x="2062" y="188"/>
                  </a:cubicBezTo>
                  <a:cubicBezTo>
                    <a:pt x="2200" y="138"/>
                    <a:pt x="2250" y="338"/>
                    <a:pt x="2112" y="4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5" name="Google Shape;3325;p97"/>
            <p:cNvSpPr/>
            <p:nvPr/>
          </p:nvSpPr>
          <p:spPr>
            <a:xfrm>
              <a:off x="710800" y="3810500"/>
              <a:ext cx="26575" cy="82825"/>
            </a:xfrm>
            <a:custGeom>
              <a:rect b="b" l="l" r="r" t="t"/>
              <a:pathLst>
                <a:path extrusionOk="0" h="3313" w="1063">
                  <a:moveTo>
                    <a:pt x="363" y="151"/>
                  </a:moveTo>
                  <a:cubicBezTo>
                    <a:pt x="300" y="713"/>
                    <a:pt x="338" y="1275"/>
                    <a:pt x="475" y="1813"/>
                  </a:cubicBezTo>
                  <a:cubicBezTo>
                    <a:pt x="600" y="2300"/>
                    <a:pt x="888" y="2713"/>
                    <a:pt x="1050" y="3175"/>
                  </a:cubicBezTo>
                  <a:cubicBezTo>
                    <a:pt x="1063" y="3262"/>
                    <a:pt x="975" y="3312"/>
                    <a:pt x="913" y="3262"/>
                  </a:cubicBezTo>
                  <a:cubicBezTo>
                    <a:pt x="138" y="2500"/>
                    <a:pt x="1" y="1138"/>
                    <a:pt x="150" y="126"/>
                  </a:cubicBezTo>
                  <a:cubicBezTo>
                    <a:pt x="163" y="1"/>
                    <a:pt x="375" y="26"/>
                    <a:pt x="363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6" name="Google Shape;3326;p97"/>
            <p:cNvSpPr/>
            <p:nvPr/>
          </p:nvSpPr>
          <p:spPr>
            <a:xfrm>
              <a:off x="715475" y="3792700"/>
              <a:ext cx="30975" cy="100625"/>
            </a:xfrm>
            <a:custGeom>
              <a:rect b="b" l="l" r="r" t="t"/>
              <a:pathLst>
                <a:path extrusionOk="0" h="4025" w="1239">
                  <a:moveTo>
                    <a:pt x="788" y="3824"/>
                  </a:moveTo>
                  <a:cubicBezTo>
                    <a:pt x="901" y="3150"/>
                    <a:pt x="1013" y="2450"/>
                    <a:pt x="851" y="1775"/>
                  </a:cubicBezTo>
                  <a:cubicBezTo>
                    <a:pt x="713" y="1225"/>
                    <a:pt x="401" y="738"/>
                    <a:pt x="88" y="263"/>
                  </a:cubicBezTo>
                  <a:cubicBezTo>
                    <a:pt x="1" y="125"/>
                    <a:pt x="226" y="0"/>
                    <a:pt x="313" y="138"/>
                  </a:cubicBezTo>
                  <a:cubicBezTo>
                    <a:pt x="688" y="700"/>
                    <a:pt x="1038" y="1288"/>
                    <a:pt x="1138" y="1975"/>
                  </a:cubicBezTo>
                  <a:cubicBezTo>
                    <a:pt x="1238" y="2612"/>
                    <a:pt x="1113" y="3262"/>
                    <a:pt x="1001" y="3887"/>
                  </a:cubicBezTo>
                  <a:cubicBezTo>
                    <a:pt x="976" y="4024"/>
                    <a:pt x="776" y="3962"/>
                    <a:pt x="788" y="38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7" name="Google Shape;3327;p97"/>
            <p:cNvSpPr/>
            <p:nvPr/>
          </p:nvSpPr>
          <p:spPr>
            <a:xfrm>
              <a:off x="894500" y="4197600"/>
              <a:ext cx="8475" cy="8150"/>
            </a:xfrm>
            <a:custGeom>
              <a:rect b="b" l="l" r="r" t="t"/>
              <a:pathLst>
                <a:path extrusionOk="0" h="326" w="339">
                  <a:moveTo>
                    <a:pt x="238" y="313"/>
                  </a:moveTo>
                  <a:cubicBezTo>
                    <a:pt x="151" y="325"/>
                    <a:pt x="76" y="288"/>
                    <a:pt x="26" y="213"/>
                  </a:cubicBezTo>
                  <a:cubicBezTo>
                    <a:pt x="1" y="200"/>
                    <a:pt x="1" y="163"/>
                    <a:pt x="1" y="138"/>
                  </a:cubicBezTo>
                  <a:lnTo>
                    <a:pt x="38" y="50"/>
                  </a:lnTo>
                  <a:cubicBezTo>
                    <a:pt x="38" y="13"/>
                    <a:pt x="101" y="0"/>
                    <a:pt x="126" y="38"/>
                  </a:cubicBezTo>
                  <a:lnTo>
                    <a:pt x="263" y="175"/>
                  </a:lnTo>
                  <a:cubicBezTo>
                    <a:pt x="338" y="200"/>
                    <a:pt x="326" y="325"/>
                    <a:pt x="238" y="3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8" name="Google Shape;3328;p97"/>
            <p:cNvSpPr/>
            <p:nvPr/>
          </p:nvSpPr>
          <p:spPr>
            <a:xfrm>
              <a:off x="900450" y="4190725"/>
              <a:ext cx="59050" cy="15025"/>
            </a:xfrm>
            <a:custGeom>
              <a:rect b="b" l="l" r="r" t="t"/>
              <a:pathLst>
                <a:path extrusionOk="0" h="601" w="2362">
                  <a:moveTo>
                    <a:pt x="63" y="475"/>
                  </a:moveTo>
                  <a:cubicBezTo>
                    <a:pt x="737" y="138"/>
                    <a:pt x="1537" y="0"/>
                    <a:pt x="2274" y="225"/>
                  </a:cubicBezTo>
                  <a:cubicBezTo>
                    <a:pt x="2362" y="250"/>
                    <a:pt x="2349" y="413"/>
                    <a:pt x="2249" y="400"/>
                  </a:cubicBezTo>
                  <a:cubicBezTo>
                    <a:pt x="1500" y="313"/>
                    <a:pt x="825" y="313"/>
                    <a:pt x="113" y="588"/>
                  </a:cubicBezTo>
                  <a:cubicBezTo>
                    <a:pt x="50" y="600"/>
                    <a:pt x="0" y="500"/>
                    <a:pt x="63" y="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9" name="Google Shape;3329;p97"/>
            <p:cNvSpPr/>
            <p:nvPr/>
          </p:nvSpPr>
          <p:spPr>
            <a:xfrm>
              <a:off x="934175" y="4183525"/>
              <a:ext cx="25325" cy="16900"/>
            </a:xfrm>
            <a:custGeom>
              <a:rect b="b" l="l" r="r" t="t"/>
              <a:pathLst>
                <a:path extrusionOk="0" h="676" w="1013">
                  <a:moveTo>
                    <a:pt x="825" y="613"/>
                  </a:moveTo>
                  <a:cubicBezTo>
                    <a:pt x="613" y="351"/>
                    <a:pt x="376" y="276"/>
                    <a:pt x="76" y="163"/>
                  </a:cubicBezTo>
                  <a:cubicBezTo>
                    <a:pt x="1" y="126"/>
                    <a:pt x="13" y="1"/>
                    <a:pt x="101" y="1"/>
                  </a:cubicBezTo>
                  <a:cubicBezTo>
                    <a:pt x="451" y="26"/>
                    <a:pt x="763" y="201"/>
                    <a:pt x="963" y="501"/>
                  </a:cubicBezTo>
                  <a:cubicBezTo>
                    <a:pt x="1013" y="576"/>
                    <a:pt x="888" y="676"/>
                    <a:pt x="825" y="6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0" name="Google Shape;3330;p97"/>
            <p:cNvSpPr/>
            <p:nvPr/>
          </p:nvSpPr>
          <p:spPr>
            <a:xfrm>
              <a:off x="893875" y="4145425"/>
              <a:ext cx="26575" cy="55325"/>
            </a:xfrm>
            <a:custGeom>
              <a:rect b="b" l="l" r="r" t="t"/>
              <a:pathLst>
                <a:path extrusionOk="0" h="2213" w="1063">
                  <a:moveTo>
                    <a:pt x="38" y="2075"/>
                  </a:moveTo>
                  <a:cubicBezTo>
                    <a:pt x="213" y="1775"/>
                    <a:pt x="363" y="1462"/>
                    <a:pt x="488" y="1125"/>
                  </a:cubicBezTo>
                  <a:cubicBezTo>
                    <a:pt x="600" y="775"/>
                    <a:pt x="538" y="475"/>
                    <a:pt x="488" y="125"/>
                  </a:cubicBezTo>
                  <a:cubicBezTo>
                    <a:pt x="475" y="25"/>
                    <a:pt x="613" y="0"/>
                    <a:pt x="638" y="75"/>
                  </a:cubicBezTo>
                  <a:cubicBezTo>
                    <a:pt x="1063" y="775"/>
                    <a:pt x="600" y="1612"/>
                    <a:pt x="126" y="2162"/>
                  </a:cubicBezTo>
                  <a:cubicBezTo>
                    <a:pt x="76" y="2212"/>
                    <a:pt x="1" y="2137"/>
                    <a:pt x="26" y="20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1" name="Google Shape;3331;p97"/>
            <p:cNvSpPr/>
            <p:nvPr/>
          </p:nvSpPr>
          <p:spPr>
            <a:xfrm>
              <a:off x="904500" y="4144175"/>
              <a:ext cx="16900" cy="34700"/>
            </a:xfrm>
            <a:custGeom>
              <a:rect b="b" l="l" r="r" t="t"/>
              <a:pathLst>
                <a:path extrusionOk="0" h="1388" w="676">
                  <a:moveTo>
                    <a:pt x="300" y="138"/>
                  </a:moveTo>
                  <a:cubicBezTo>
                    <a:pt x="563" y="450"/>
                    <a:pt x="675" y="875"/>
                    <a:pt x="625" y="1287"/>
                  </a:cubicBezTo>
                  <a:cubicBezTo>
                    <a:pt x="600" y="1387"/>
                    <a:pt x="463" y="1350"/>
                    <a:pt x="450" y="1262"/>
                  </a:cubicBezTo>
                  <a:cubicBezTo>
                    <a:pt x="425" y="875"/>
                    <a:pt x="375" y="575"/>
                    <a:pt x="100" y="288"/>
                  </a:cubicBezTo>
                  <a:cubicBezTo>
                    <a:pt x="1" y="150"/>
                    <a:pt x="188" y="0"/>
                    <a:pt x="300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2" name="Google Shape;3332;p97"/>
            <p:cNvSpPr/>
            <p:nvPr/>
          </p:nvSpPr>
          <p:spPr>
            <a:xfrm>
              <a:off x="915425" y="4169150"/>
              <a:ext cx="22525" cy="11275"/>
            </a:xfrm>
            <a:custGeom>
              <a:rect b="b" l="l" r="r" t="t"/>
              <a:pathLst>
                <a:path extrusionOk="0" h="451" w="901">
                  <a:moveTo>
                    <a:pt x="113" y="238"/>
                  </a:moveTo>
                  <a:cubicBezTo>
                    <a:pt x="338" y="176"/>
                    <a:pt x="538" y="76"/>
                    <a:pt x="763" y="26"/>
                  </a:cubicBezTo>
                  <a:cubicBezTo>
                    <a:pt x="851" y="1"/>
                    <a:pt x="901" y="113"/>
                    <a:pt x="826" y="163"/>
                  </a:cubicBezTo>
                  <a:cubicBezTo>
                    <a:pt x="626" y="288"/>
                    <a:pt x="401" y="376"/>
                    <a:pt x="163" y="426"/>
                  </a:cubicBezTo>
                  <a:cubicBezTo>
                    <a:pt x="51" y="451"/>
                    <a:pt x="1" y="276"/>
                    <a:pt x="113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3" name="Google Shape;3333;p97"/>
            <p:cNvSpPr/>
            <p:nvPr/>
          </p:nvSpPr>
          <p:spPr>
            <a:xfrm>
              <a:off x="922925" y="4169150"/>
              <a:ext cx="15975" cy="19725"/>
            </a:xfrm>
            <a:custGeom>
              <a:rect b="b" l="l" r="r" t="t"/>
              <a:pathLst>
                <a:path extrusionOk="0" h="789" w="639">
                  <a:moveTo>
                    <a:pt x="588" y="226"/>
                  </a:moveTo>
                  <a:cubicBezTo>
                    <a:pt x="488" y="413"/>
                    <a:pt x="363" y="588"/>
                    <a:pt x="213" y="726"/>
                  </a:cubicBezTo>
                  <a:cubicBezTo>
                    <a:pt x="138" y="788"/>
                    <a:pt x="1" y="701"/>
                    <a:pt x="51" y="613"/>
                  </a:cubicBezTo>
                  <a:cubicBezTo>
                    <a:pt x="163" y="438"/>
                    <a:pt x="288" y="288"/>
                    <a:pt x="401" y="126"/>
                  </a:cubicBezTo>
                  <a:cubicBezTo>
                    <a:pt x="463" y="1"/>
                    <a:pt x="638" y="101"/>
                    <a:pt x="576" y="2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4" name="Google Shape;3334;p97"/>
            <p:cNvSpPr/>
            <p:nvPr/>
          </p:nvSpPr>
          <p:spPr>
            <a:xfrm>
              <a:off x="924500" y="4181650"/>
              <a:ext cx="17525" cy="6900"/>
            </a:xfrm>
            <a:custGeom>
              <a:rect b="b" l="l" r="r" t="t"/>
              <a:pathLst>
                <a:path extrusionOk="0" h="276" w="701">
                  <a:moveTo>
                    <a:pt x="125" y="51"/>
                  </a:moveTo>
                  <a:cubicBezTo>
                    <a:pt x="288" y="1"/>
                    <a:pt x="463" y="26"/>
                    <a:pt x="613" y="113"/>
                  </a:cubicBezTo>
                  <a:cubicBezTo>
                    <a:pt x="700" y="163"/>
                    <a:pt x="638" y="276"/>
                    <a:pt x="550" y="251"/>
                  </a:cubicBezTo>
                  <a:lnTo>
                    <a:pt x="175" y="238"/>
                  </a:lnTo>
                  <a:cubicBezTo>
                    <a:pt x="50" y="263"/>
                    <a:pt x="0" y="88"/>
                    <a:pt x="125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5" name="Google Shape;3335;p97"/>
            <p:cNvSpPr/>
            <p:nvPr/>
          </p:nvSpPr>
          <p:spPr>
            <a:xfrm>
              <a:off x="933250" y="4149475"/>
              <a:ext cx="28750" cy="23450"/>
            </a:xfrm>
            <a:custGeom>
              <a:rect b="b" l="l" r="r" t="t"/>
              <a:pathLst>
                <a:path extrusionOk="0" h="938" w="1150">
                  <a:moveTo>
                    <a:pt x="513" y="788"/>
                  </a:moveTo>
                  <a:cubicBezTo>
                    <a:pt x="0" y="675"/>
                    <a:pt x="288" y="1"/>
                    <a:pt x="713" y="101"/>
                  </a:cubicBezTo>
                  <a:cubicBezTo>
                    <a:pt x="1150" y="201"/>
                    <a:pt x="1025" y="938"/>
                    <a:pt x="525" y="788"/>
                  </a:cubicBezTo>
                  <a:cubicBezTo>
                    <a:pt x="413" y="750"/>
                    <a:pt x="425" y="588"/>
                    <a:pt x="550" y="600"/>
                  </a:cubicBezTo>
                  <a:lnTo>
                    <a:pt x="550" y="613"/>
                  </a:lnTo>
                  <a:cubicBezTo>
                    <a:pt x="663" y="650"/>
                    <a:pt x="613" y="813"/>
                    <a:pt x="500" y="7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6" name="Google Shape;3336;p97"/>
            <p:cNvSpPr/>
            <p:nvPr/>
          </p:nvSpPr>
          <p:spPr>
            <a:xfrm>
              <a:off x="3701275" y="1305225"/>
              <a:ext cx="111550" cy="104375"/>
            </a:xfrm>
            <a:custGeom>
              <a:rect b="b" l="l" r="r" t="t"/>
              <a:pathLst>
                <a:path extrusionOk="0" h="4175" w="4462">
                  <a:moveTo>
                    <a:pt x="1812" y="288"/>
                  </a:moveTo>
                  <a:cubicBezTo>
                    <a:pt x="3374" y="101"/>
                    <a:pt x="4461" y="1900"/>
                    <a:pt x="3337" y="3125"/>
                  </a:cubicBezTo>
                  <a:cubicBezTo>
                    <a:pt x="2450" y="4062"/>
                    <a:pt x="987" y="3612"/>
                    <a:pt x="88" y="2962"/>
                  </a:cubicBezTo>
                  <a:cubicBezTo>
                    <a:pt x="50" y="2937"/>
                    <a:pt x="0" y="3000"/>
                    <a:pt x="38" y="3025"/>
                  </a:cubicBezTo>
                  <a:cubicBezTo>
                    <a:pt x="1050" y="3962"/>
                    <a:pt x="2987" y="4175"/>
                    <a:pt x="3712" y="2787"/>
                  </a:cubicBezTo>
                  <a:cubicBezTo>
                    <a:pt x="4424" y="1438"/>
                    <a:pt x="3249" y="1"/>
                    <a:pt x="1812" y="176"/>
                  </a:cubicBezTo>
                  <a:cubicBezTo>
                    <a:pt x="1737" y="188"/>
                    <a:pt x="1737" y="288"/>
                    <a:pt x="1812" y="2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7" name="Google Shape;3337;p97"/>
            <p:cNvSpPr/>
            <p:nvPr/>
          </p:nvSpPr>
          <p:spPr>
            <a:xfrm>
              <a:off x="3442900" y="1237425"/>
              <a:ext cx="263700" cy="147175"/>
            </a:xfrm>
            <a:custGeom>
              <a:rect b="b" l="l" r="r" t="t"/>
              <a:pathLst>
                <a:path extrusionOk="0" h="5887" w="10548">
                  <a:moveTo>
                    <a:pt x="10523" y="5812"/>
                  </a:moveTo>
                  <a:cubicBezTo>
                    <a:pt x="9198" y="3937"/>
                    <a:pt x="7998" y="1513"/>
                    <a:pt x="5686" y="738"/>
                  </a:cubicBezTo>
                  <a:cubicBezTo>
                    <a:pt x="3949" y="151"/>
                    <a:pt x="1475" y="1"/>
                    <a:pt x="25" y="1263"/>
                  </a:cubicBezTo>
                  <a:cubicBezTo>
                    <a:pt x="0" y="1288"/>
                    <a:pt x="38" y="1338"/>
                    <a:pt x="75" y="1313"/>
                  </a:cubicBezTo>
                  <a:cubicBezTo>
                    <a:pt x="1700" y="113"/>
                    <a:pt x="4462" y="288"/>
                    <a:pt x="6224" y="1138"/>
                  </a:cubicBezTo>
                  <a:cubicBezTo>
                    <a:pt x="8136" y="2063"/>
                    <a:pt x="9248" y="4175"/>
                    <a:pt x="10448" y="5849"/>
                  </a:cubicBezTo>
                  <a:cubicBezTo>
                    <a:pt x="10485" y="5887"/>
                    <a:pt x="10548" y="5849"/>
                    <a:pt x="10523" y="58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8" name="Google Shape;3338;p97"/>
            <p:cNvSpPr/>
            <p:nvPr/>
          </p:nvSpPr>
          <p:spPr>
            <a:xfrm>
              <a:off x="3410100" y="1277100"/>
              <a:ext cx="100300" cy="85325"/>
            </a:xfrm>
            <a:custGeom>
              <a:rect b="b" l="l" r="r" t="t"/>
              <a:pathLst>
                <a:path extrusionOk="0" h="3413" w="4012">
                  <a:moveTo>
                    <a:pt x="1087" y="51"/>
                  </a:moveTo>
                  <a:cubicBezTo>
                    <a:pt x="575" y="913"/>
                    <a:pt x="388" y="2100"/>
                    <a:pt x="1225" y="2838"/>
                  </a:cubicBezTo>
                  <a:cubicBezTo>
                    <a:pt x="1700" y="3263"/>
                    <a:pt x="2837" y="3412"/>
                    <a:pt x="3387" y="2988"/>
                  </a:cubicBezTo>
                  <a:cubicBezTo>
                    <a:pt x="4012" y="2513"/>
                    <a:pt x="3924" y="1363"/>
                    <a:pt x="3187" y="1026"/>
                  </a:cubicBezTo>
                  <a:cubicBezTo>
                    <a:pt x="2749" y="826"/>
                    <a:pt x="2237" y="851"/>
                    <a:pt x="1812" y="1101"/>
                  </a:cubicBezTo>
                  <a:cubicBezTo>
                    <a:pt x="1175" y="1463"/>
                    <a:pt x="775" y="2425"/>
                    <a:pt x="25" y="2538"/>
                  </a:cubicBezTo>
                  <a:cubicBezTo>
                    <a:pt x="0" y="2538"/>
                    <a:pt x="0" y="2588"/>
                    <a:pt x="25" y="2588"/>
                  </a:cubicBezTo>
                  <a:cubicBezTo>
                    <a:pt x="438" y="2575"/>
                    <a:pt x="675" y="2300"/>
                    <a:pt x="950" y="2013"/>
                  </a:cubicBezTo>
                  <a:cubicBezTo>
                    <a:pt x="1225" y="1725"/>
                    <a:pt x="1512" y="1351"/>
                    <a:pt x="1862" y="1201"/>
                  </a:cubicBezTo>
                  <a:cubicBezTo>
                    <a:pt x="2724" y="838"/>
                    <a:pt x="3724" y="1088"/>
                    <a:pt x="3587" y="2200"/>
                  </a:cubicBezTo>
                  <a:cubicBezTo>
                    <a:pt x="3662" y="2550"/>
                    <a:pt x="3524" y="2775"/>
                    <a:pt x="3174" y="2850"/>
                  </a:cubicBezTo>
                  <a:cubicBezTo>
                    <a:pt x="3087" y="2975"/>
                    <a:pt x="2949" y="3063"/>
                    <a:pt x="2799" y="3063"/>
                  </a:cubicBezTo>
                  <a:cubicBezTo>
                    <a:pt x="2737" y="3063"/>
                    <a:pt x="2675" y="3063"/>
                    <a:pt x="2612" y="3063"/>
                  </a:cubicBezTo>
                  <a:cubicBezTo>
                    <a:pt x="2362" y="3100"/>
                    <a:pt x="2100" y="3088"/>
                    <a:pt x="1850" y="3038"/>
                  </a:cubicBezTo>
                  <a:cubicBezTo>
                    <a:pt x="488" y="2688"/>
                    <a:pt x="613" y="1038"/>
                    <a:pt x="1150" y="88"/>
                  </a:cubicBezTo>
                  <a:cubicBezTo>
                    <a:pt x="1175" y="38"/>
                    <a:pt x="1112" y="1"/>
                    <a:pt x="1087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9" name="Google Shape;3339;p97"/>
            <p:cNvSpPr/>
            <p:nvPr/>
          </p:nvSpPr>
          <p:spPr>
            <a:xfrm>
              <a:off x="3347925" y="1331775"/>
              <a:ext cx="55325" cy="13775"/>
            </a:xfrm>
            <a:custGeom>
              <a:rect b="b" l="l" r="r" t="t"/>
              <a:pathLst>
                <a:path extrusionOk="0" h="551" w="2213">
                  <a:moveTo>
                    <a:pt x="2162" y="401"/>
                  </a:moveTo>
                  <a:cubicBezTo>
                    <a:pt x="1387" y="476"/>
                    <a:pt x="775" y="251"/>
                    <a:pt x="50" y="13"/>
                  </a:cubicBezTo>
                  <a:cubicBezTo>
                    <a:pt x="13" y="1"/>
                    <a:pt x="0" y="63"/>
                    <a:pt x="25" y="76"/>
                  </a:cubicBezTo>
                  <a:cubicBezTo>
                    <a:pt x="625" y="501"/>
                    <a:pt x="1475" y="551"/>
                    <a:pt x="2162" y="476"/>
                  </a:cubicBezTo>
                  <a:cubicBezTo>
                    <a:pt x="2212" y="476"/>
                    <a:pt x="2212" y="401"/>
                    <a:pt x="2162" y="4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0" name="Google Shape;3340;p97"/>
            <p:cNvSpPr/>
            <p:nvPr/>
          </p:nvSpPr>
          <p:spPr>
            <a:xfrm>
              <a:off x="3593475" y="1301475"/>
              <a:ext cx="82500" cy="96575"/>
            </a:xfrm>
            <a:custGeom>
              <a:rect b="b" l="l" r="r" t="t"/>
              <a:pathLst>
                <a:path extrusionOk="0" h="3863" w="3300">
                  <a:moveTo>
                    <a:pt x="2200" y="76"/>
                  </a:moveTo>
                  <a:cubicBezTo>
                    <a:pt x="2725" y="738"/>
                    <a:pt x="3187" y="1563"/>
                    <a:pt x="2938" y="2450"/>
                  </a:cubicBezTo>
                  <a:cubicBezTo>
                    <a:pt x="2813" y="2912"/>
                    <a:pt x="2488" y="3287"/>
                    <a:pt x="2050" y="3500"/>
                  </a:cubicBezTo>
                  <a:cubicBezTo>
                    <a:pt x="1775" y="3662"/>
                    <a:pt x="1463" y="3737"/>
                    <a:pt x="1138" y="3737"/>
                  </a:cubicBezTo>
                  <a:cubicBezTo>
                    <a:pt x="413" y="3725"/>
                    <a:pt x="263" y="3300"/>
                    <a:pt x="688" y="2475"/>
                  </a:cubicBezTo>
                  <a:cubicBezTo>
                    <a:pt x="726" y="2512"/>
                    <a:pt x="788" y="2475"/>
                    <a:pt x="763" y="2425"/>
                  </a:cubicBezTo>
                  <a:cubicBezTo>
                    <a:pt x="476" y="2063"/>
                    <a:pt x="138" y="2475"/>
                    <a:pt x="88" y="2812"/>
                  </a:cubicBezTo>
                  <a:cubicBezTo>
                    <a:pt x="1" y="3487"/>
                    <a:pt x="676" y="3862"/>
                    <a:pt x="1263" y="3837"/>
                  </a:cubicBezTo>
                  <a:cubicBezTo>
                    <a:pt x="2063" y="3812"/>
                    <a:pt x="2838" y="3250"/>
                    <a:pt x="3050" y="2475"/>
                  </a:cubicBezTo>
                  <a:cubicBezTo>
                    <a:pt x="3300" y="1563"/>
                    <a:pt x="2825" y="700"/>
                    <a:pt x="2238" y="26"/>
                  </a:cubicBezTo>
                  <a:cubicBezTo>
                    <a:pt x="2213" y="1"/>
                    <a:pt x="2175" y="38"/>
                    <a:pt x="2200" y="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1" name="Google Shape;3341;p97"/>
            <p:cNvSpPr/>
            <p:nvPr/>
          </p:nvSpPr>
          <p:spPr>
            <a:xfrm>
              <a:off x="3666275" y="1329600"/>
              <a:ext cx="22825" cy="110925"/>
            </a:xfrm>
            <a:custGeom>
              <a:rect b="b" l="l" r="r" t="t"/>
              <a:pathLst>
                <a:path extrusionOk="0" h="4437" w="913">
                  <a:moveTo>
                    <a:pt x="38" y="113"/>
                  </a:moveTo>
                  <a:cubicBezTo>
                    <a:pt x="888" y="1113"/>
                    <a:pt x="913" y="3249"/>
                    <a:pt x="338" y="4374"/>
                  </a:cubicBezTo>
                  <a:cubicBezTo>
                    <a:pt x="325" y="4412"/>
                    <a:pt x="363" y="4437"/>
                    <a:pt x="388" y="4399"/>
                  </a:cubicBezTo>
                  <a:cubicBezTo>
                    <a:pt x="913" y="3712"/>
                    <a:pt x="825" y="2725"/>
                    <a:pt x="738" y="1925"/>
                  </a:cubicBezTo>
                  <a:cubicBezTo>
                    <a:pt x="663" y="1250"/>
                    <a:pt x="550" y="563"/>
                    <a:pt x="100" y="50"/>
                  </a:cubicBezTo>
                  <a:cubicBezTo>
                    <a:pt x="63" y="0"/>
                    <a:pt x="1" y="63"/>
                    <a:pt x="38" y="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2" name="Google Shape;3342;p97"/>
            <p:cNvSpPr/>
            <p:nvPr/>
          </p:nvSpPr>
          <p:spPr>
            <a:xfrm>
              <a:off x="3666600" y="1439875"/>
              <a:ext cx="12200" cy="12225"/>
            </a:xfrm>
            <a:custGeom>
              <a:rect b="b" l="l" r="r" t="t"/>
              <a:pathLst>
                <a:path extrusionOk="0" h="489" w="488">
                  <a:moveTo>
                    <a:pt x="350" y="38"/>
                  </a:moveTo>
                  <a:cubicBezTo>
                    <a:pt x="262" y="1"/>
                    <a:pt x="162" y="13"/>
                    <a:pt x="87" y="88"/>
                  </a:cubicBezTo>
                  <a:cubicBezTo>
                    <a:pt x="25" y="151"/>
                    <a:pt x="0" y="238"/>
                    <a:pt x="25" y="326"/>
                  </a:cubicBezTo>
                  <a:cubicBezTo>
                    <a:pt x="25" y="363"/>
                    <a:pt x="38" y="388"/>
                    <a:pt x="50" y="413"/>
                  </a:cubicBezTo>
                  <a:cubicBezTo>
                    <a:pt x="87" y="438"/>
                    <a:pt x="125" y="451"/>
                    <a:pt x="162" y="463"/>
                  </a:cubicBezTo>
                  <a:cubicBezTo>
                    <a:pt x="287" y="488"/>
                    <a:pt x="412" y="413"/>
                    <a:pt x="462" y="288"/>
                  </a:cubicBezTo>
                  <a:cubicBezTo>
                    <a:pt x="487" y="163"/>
                    <a:pt x="375" y="38"/>
                    <a:pt x="250" y="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3" name="Google Shape;3343;p97"/>
            <p:cNvSpPr/>
            <p:nvPr/>
          </p:nvSpPr>
          <p:spPr>
            <a:xfrm>
              <a:off x="3665025" y="1437700"/>
              <a:ext cx="17825" cy="16275"/>
            </a:xfrm>
            <a:custGeom>
              <a:rect b="b" l="l" r="r" t="t"/>
              <a:pathLst>
                <a:path extrusionOk="0" h="651" w="713">
                  <a:moveTo>
                    <a:pt x="438" y="63"/>
                  </a:moveTo>
                  <a:cubicBezTo>
                    <a:pt x="263" y="0"/>
                    <a:pt x="88" y="100"/>
                    <a:pt x="38" y="263"/>
                  </a:cubicBezTo>
                  <a:cubicBezTo>
                    <a:pt x="1" y="425"/>
                    <a:pt x="51" y="575"/>
                    <a:pt x="225" y="600"/>
                  </a:cubicBezTo>
                  <a:cubicBezTo>
                    <a:pt x="625" y="650"/>
                    <a:pt x="713" y="88"/>
                    <a:pt x="313" y="88"/>
                  </a:cubicBezTo>
                  <a:cubicBezTo>
                    <a:pt x="263" y="88"/>
                    <a:pt x="250" y="163"/>
                    <a:pt x="300" y="175"/>
                  </a:cubicBezTo>
                  <a:cubicBezTo>
                    <a:pt x="413" y="500"/>
                    <a:pt x="400" y="575"/>
                    <a:pt x="250" y="388"/>
                  </a:cubicBezTo>
                  <a:cubicBezTo>
                    <a:pt x="76" y="288"/>
                    <a:pt x="125" y="213"/>
                    <a:pt x="400" y="188"/>
                  </a:cubicBezTo>
                  <a:cubicBezTo>
                    <a:pt x="475" y="213"/>
                    <a:pt x="513" y="88"/>
                    <a:pt x="438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4" name="Google Shape;3344;p97"/>
            <p:cNvSpPr/>
            <p:nvPr/>
          </p:nvSpPr>
          <p:spPr>
            <a:xfrm>
              <a:off x="3437900" y="1271800"/>
              <a:ext cx="2825" cy="3150"/>
            </a:xfrm>
            <a:custGeom>
              <a:rect b="b" l="l" r="r" t="t"/>
              <a:pathLst>
                <a:path extrusionOk="0" h="126" w="113">
                  <a:moveTo>
                    <a:pt x="25" y="63"/>
                  </a:moveTo>
                  <a:lnTo>
                    <a:pt x="25" y="100"/>
                  </a:lnTo>
                  <a:cubicBezTo>
                    <a:pt x="38" y="125"/>
                    <a:pt x="75" y="125"/>
                    <a:pt x="88" y="100"/>
                  </a:cubicBezTo>
                  <a:lnTo>
                    <a:pt x="88" y="63"/>
                  </a:lnTo>
                  <a:cubicBezTo>
                    <a:pt x="113" y="0"/>
                    <a:pt x="0" y="0"/>
                    <a:pt x="13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5" name="Google Shape;3345;p97"/>
            <p:cNvSpPr/>
            <p:nvPr/>
          </p:nvSpPr>
          <p:spPr>
            <a:xfrm>
              <a:off x="3308550" y="1315225"/>
              <a:ext cx="42200" cy="17825"/>
            </a:xfrm>
            <a:custGeom>
              <a:rect b="b" l="l" r="r" t="t"/>
              <a:pathLst>
                <a:path extrusionOk="0" h="713" w="1688">
                  <a:moveTo>
                    <a:pt x="1650" y="613"/>
                  </a:moveTo>
                  <a:cubicBezTo>
                    <a:pt x="1463" y="88"/>
                    <a:pt x="501" y="0"/>
                    <a:pt x="51" y="150"/>
                  </a:cubicBezTo>
                  <a:cubicBezTo>
                    <a:pt x="1" y="163"/>
                    <a:pt x="1" y="250"/>
                    <a:pt x="63" y="250"/>
                  </a:cubicBezTo>
                  <a:cubicBezTo>
                    <a:pt x="301" y="200"/>
                    <a:pt x="551" y="200"/>
                    <a:pt x="801" y="238"/>
                  </a:cubicBezTo>
                  <a:cubicBezTo>
                    <a:pt x="1038" y="275"/>
                    <a:pt x="1450" y="388"/>
                    <a:pt x="1550" y="650"/>
                  </a:cubicBezTo>
                  <a:cubicBezTo>
                    <a:pt x="1575" y="713"/>
                    <a:pt x="1688" y="688"/>
                    <a:pt x="1663" y="6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6" name="Google Shape;3346;p97"/>
            <p:cNvSpPr/>
            <p:nvPr/>
          </p:nvSpPr>
          <p:spPr>
            <a:xfrm>
              <a:off x="3308250" y="1317725"/>
              <a:ext cx="42200" cy="19700"/>
            </a:xfrm>
            <a:custGeom>
              <a:rect b="b" l="l" r="r" t="t"/>
              <a:pathLst>
                <a:path extrusionOk="0" h="788" w="1688">
                  <a:moveTo>
                    <a:pt x="38" y="113"/>
                  </a:moveTo>
                  <a:cubicBezTo>
                    <a:pt x="400" y="475"/>
                    <a:pt x="1112" y="788"/>
                    <a:pt x="1625" y="650"/>
                  </a:cubicBezTo>
                  <a:cubicBezTo>
                    <a:pt x="1687" y="625"/>
                    <a:pt x="1662" y="550"/>
                    <a:pt x="1600" y="550"/>
                  </a:cubicBezTo>
                  <a:cubicBezTo>
                    <a:pt x="1050" y="600"/>
                    <a:pt x="513" y="425"/>
                    <a:pt x="113" y="50"/>
                  </a:cubicBezTo>
                  <a:cubicBezTo>
                    <a:pt x="63" y="0"/>
                    <a:pt x="0" y="75"/>
                    <a:pt x="38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7" name="Google Shape;3347;p97"/>
            <p:cNvSpPr/>
            <p:nvPr/>
          </p:nvSpPr>
          <p:spPr>
            <a:xfrm>
              <a:off x="3377600" y="1341475"/>
              <a:ext cx="33150" cy="30000"/>
            </a:xfrm>
            <a:custGeom>
              <a:rect b="b" l="l" r="r" t="t"/>
              <a:pathLst>
                <a:path extrusionOk="0" h="1200" w="1326">
                  <a:moveTo>
                    <a:pt x="1275" y="25"/>
                  </a:moveTo>
                  <a:cubicBezTo>
                    <a:pt x="938" y="0"/>
                    <a:pt x="663" y="188"/>
                    <a:pt x="400" y="388"/>
                  </a:cubicBezTo>
                  <a:cubicBezTo>
                    <a:pt x="163" y="563"/>
                    <a:pt x="1" y="850"/>
                    <a:pt x="1" y="1162"/>
                  </a:cubicBezTo>
                  <a:cubicBezTo>
                    <a:pt x="1" y="1200"/>
                    <a:pt x="63" y="1200"/>
                    <a:pt x="76" y="1162"/>
                  </a:cubicBezTo>
                  <a:cubicBezTo>
                    <a:pt x="88" y="887"/>
                    <a:pt x="238" y="625"/>
                    <a:pt x="463" y="450"/>
                  </a:cubicBezTo>
                  <a:cubicBezTo>
                    <a:pt x="700" y="263"/>
                    <a:pt x="950" y="88"/>
                    <a:pt x="1275" y="100"/>
                  </a:cubicBezTo>
                  <a:cubicBezTo>
                    <a:pt x="1325" y="100"/>
                    <a:pt x="1325" y="25"/>
                    <a:pt x="1275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8" name="Google Shape;3348;p97"/>
            <p:cNvSpPr/>
            <p:nvPr/>
          </p:nvSpPr>
          <p:spPr>
            <a:xfrm>
              <a:off x="3376975" y="1342100"/>
              <a:ext cx="33150" cy="29375"/>
            </a:xfrm>
            <a:custGeom>
              <a:rect b="b" l="l" r="r" t="t"/>
              <a:pathLst>
                <a:path extrusionOk="0" h="1175" w="1326">
                  <a:moveTo>
                    <a:pt x="63" y="1175"/>
                  </a:moveTo>
                  <a:cubicBezTo>
                    <a:pt x="625" y="1087"/>
                    <a:pt x="1200" y="688"/>
                    <a:pt x="1313" y="100"/>
                  </a:cubicBezTo>
                  <a:cubicBezTo>
                    <a:pt x="1325" y="38"/>
                    <a:pt x="1250" y="0"/>
                    <a:pt x="1213" y="63"/>
                  </a:cubicBezTo>
                  <a:cubicBezTo>
                    <a:pt x="1075" y="300"/>
                    <a:pt x="1013" y="525"/>
                    <a:pt x="775" y="713"/>
                  </a:cubicBezTo>
                  <a:cubicBezTo>
                    <a:pt x="563" y="875"/>
                    <a:pt x="313" y="1012"/>
                    <a:pt x="38" y="1100"/>
                  </a:cubicBezTo>
                  <a:cubicBezTo>
                    <a:pt x="1" y="1112"/>
                    <a:pt x="13" y="1175"/>
                    <a:pt x="63" y="11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9" name="Google Shape;3349;p97"/>
            <p:cNvSpPr/>
            <p:nvPr/>
          </p:nvSpPr>
          <p:spPr>
            <a:xfrm>
              <a:off x="3680025" y="1349275"/>
              <a:ext cx="38450" cy="86875"/>
            </a:xfrm>
            <a:custGeom>
              <a:rect b="b" l="l" r="r" t="t"/>
              <a:pathLst>
                <a:path extrusionOk="0" h="3475" w="1538">
                  <a:moveTo>
                    <a:pt x="38" y="88"/>
                  </a:moveTo>
                  <a:cubicBezTo>
                    <a:pt x="738" y="1075"/>
                    <a:pt x="1213" y="2213"/>
                    <a:pt x="1437" y="3412"/>
                  </a:cubicBezTo>
                  <a:cubicBezTo>
                    <a:pt x="1450" y="3475"/>
                    <a:pt x="1537" y="3450"/>
                    <a:pt x="1537" y="3387"/>
                  </a:cubicBezTo>
                  <a:cubicBezTo>
                    <a:pt x="1313" y="2175"/>
                    <a:pt x="825" y="1038"/>
                    <a:pt x="88" y="38"/>
                  </a:cubicBezTo>
                  <a:cubicBezTo>
                    <a:pt x="63" y="1"/>
                    <a:pt x="0" y="38"/>
                    <a:pt x="25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0" name="Google Shape;3350;p97"/>
            <p:cNvSpPr/>
            <p:nvPr/>
          </p:nvSpPr>
          <p:spPr>
            <a:xfrm>
              <a:off x="3711275" y="1433625"/>
              <a:ext cx="17500" cy="16275"/>
            </a:xfrm>
            <a:custGeom>
              <a:rect b="b" l="l" r="r" t="t"/>
              <a:pathLst>
                <a:path extrusionOk="0" h="651" w="700">
                  <a:moveTo>
                    <a:pt x="187" y="88"/>
                  </a:moveTo>
                  <a:cubicBezTo>
                    <a:pt x="0" y="301"/>
                    <a:pt x="225" y="651"/>
                    <a:pt x="462" y="451"/>
                  </a:cubicBezTo>
                  <a:cubicBezTo>
                    <a:pt x="700" y="251"/>
                    <a:pt x="362" y="1"/>
                    <a:pt x="150" y="101"/>
                  </a:cubicBezTo>
                  <a:cubicBezTo>
                    <a:pt x="113" y="113"/>
                    <a:pt x="138" y="176"/>
                    <a:pt x="175" y="176"/>
                  </a:cubicBezTo>
                  <a:cubicBezTo>
                    <a:pt x="212" y="176"/>
                    <a:pt x="250" y="176"/>
                    <a:pt x="287" y="176"/>
                  </a:cubicBezTo>
                  <a:cubicBezTo>
                    <a:pt x="375" y="188"/>
                    <a:pt x="362" y="176"/>
                    <a:pt x="250" y="151"/>
                  </a:cubicBezTo>
                  <a:cubicBezTo>
                    <a:pt x="287" y="101"/>
                    <a:pt x="225" y="38"/>
                    <a:pt x="187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1" name="Google Shape;3351;p97"/>
            <p:cNvSpPr/>
            <p:nvPr/>
          </p:nvSpPr>
          <p:spPr>
            <a:xfrm>
              <a:off x="3642850" y="1338025"/>
              <a:ext cx="30325" cy="81875"/>
            </a:xfrm>
            <a:custGeom>
              <a:rect b="b" l="l" r="r" t="t"/>
              <a:pathLst>
                <a:path extrusionOk="0" h="3275" w="1213">
                  <a:moveTo>
                    <a:pt x="988" y="63"/>
                  </a:moveTo>
                  <a:cubicBezTo>
                    <a:pt x="1125" y="1275"/>
                    <a:pt x="800" y="2288"/>
                    <a:pt x="13" y="3212"/>
                  </a:cubicBezTo>
                  <a:cubicBezTo>
                    <a:pt x="0" y="3250"/>
                    <a:pt x="38" y="3275"/>
                    <a:pt x="63" y="3262"/>
                  </a:cubicBezTo>
                  <a:cubicBezTo>
                    <a:pt x="1000" y="2538"/>
                    <a:pt x="1212" y="1163"/>
                    <a:pt x="1087" y="63"/>
                  </a:cubicBezTo>
                  <a:cubicBezTo>
                    <a:pt x="1087" y="1"/>
                    <a:pt x="988" y="1"/>
                    <a:pt x="988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2" name="Google Shape;3352;p97"/>
            <p:cNvSpPr/>
            <p:nvPr/>
          </p:nvSpPr>
          <p:spPr>
            <a:xfrm>
              <a:off x="3633475" y="1414575"/>
              <a:ext cx="12825" cy="15025"/>
            </a:xfrm>
            <a:custGeom>
              <a:rect b="b" l="l" r="r" t="t"/>
              <a:pathLst>
                <a:path extrusionOk="0" h="601" w="513">
                  <a:moveTo>
                    <a:pt x="25" y="263"/>
                  </a:moveTo>
                  <a:cubicBezTo>
                    <a:pt x="0" y="563"/>
                    <a:pt x="450" y="600"/>
                    <a:pt x="475" y="300"/>
                  </a:cubicBezTo>
                  <a:cubicBezTo>
                    <a:pt x="513" y="0"/>
                    <a:pt x="75" y="25"/>
                    <a:pt x="75" y="313"/>
                  </a:cubicBezTo>
                  <a:cubicBezTo>
                    <a:pt x="88" y="350"/>
                    <a:pt x="125" y="363"/>
                    <a:pt x="150" y="338"/>
                  </a:cubicBezTo>
                  <a:cubicBezTo>
                    <a:pt x="200" y="275"/>
                    <a:pt x="188" y="250"/>
                    <a:pt x="100" y="263"/>
                  </a:cubicBezTo>
                  <a:cubicBezTo>
                    <a:pt x="100" y="213"/>
                    <a:pt x="25" y="213"/>
                    <a:pt x="25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3" name="Google Shape;3353;p97"/>
            <p:cNvSpPr/>
            <p:nvPr/>
          </p:nvSpPr>
          <p:spPr>
            <a:xfrm>
              <a:off x="3232325" y="1254625"/>
              <a:ext cx="237475" cy="60300"/>
            </a:xfrm>
            <a:custGeom>
              <a:rect b="b" l="l" r="r" t="t"/>
              <a:pathLst>
                <a:path extrusionOk="0" h="2412" w="9499">
                  <a:moveTo>
                    <a:pt x="9448" y="13"/>
                  </a:moveTo>
                  <a:cubicBezTo>
                    <a:pt x="6136" y="1262"/>
                    <a:pt x="3437" y="2412"/>
                    <a:pt x="113" y="375"/>
                  </a:cubicBezTo>
                  <a:cubicBezTo>
                    <a:pt x="51" y="338"/>
                    <a:pt x="1" y="438"/>
                    <a:pt x="63" y="475"/>
                  </a:cubicBezTo>
                  <a:cubicBezTo>
                    <a:pt x="1475" y="1425"/>
                    <a:pt x="2737" y="1825"/>
                    <a:pt x="4449" y="1662"/>
                  </a:cubicBezTo>
                  <a:cubicBezTo>
                    <a:pt x="6374" y="1475"/>
                    <a:pt x="7686" y="762"/>
                    <a:pt x="9461" y="75"/>
                  </a:cubicBezTo>
                  <a:cubicBezTo>
                    <a:pt x="9498" y="63"/>
                    <a:pt x="9486" y="0"/>
                    <a:pt x="9448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4" name="Google Shape;3354;p97"/>
            <p:cNvSpPr/>
            <p:nvPr/>
          </p:nvSpPr>
          <p:spPr>
            <a:xfrm>
              <a:off x="3717200" y="1309300"/>
              <a:ext cx="31900" cy="49700"/>
            </a:xfrm>
            <a:custGeom>
              <a:rect b="b" l="l" r="r" t="t"/>
              <a:pathLst>
                <a:path extrusionOk="0" h="1988" w="1276">
                  <a:moveTo>
                    <a:pt x="1213" y="13"/>
                  </a:moveTo>
                  <a:cubicBezTo>
                    <a:pt x="650" y="113"/>
                    <a:pt x="113" y="450"/>
                    <a:pt x="50" y="1062"/>
                  </a:cubicBezTo>
                  <a:cubicBezTo>
                    <a:pt x="0" y="1550"/>
                    <a:pt x="375" y="1975"/>
                    <a:pt x="863" y="1987"/>
                  </a:cubicBezTo>
                  <a:cubicBezTo>
                    <a:pt x="938" y="1975"/>
                    <a:pt x="938" y="1862"/>
                    <a:pt x="863" y="1875"/>
                  </a:cubicBezTo>
                  <a:cubicBezTo>
                    <a:pt x="288" y="1850"/>
                    <a:pt x="13" y="1275"/>
                    <a:pt x="238" y="775"/>
                  </a:cubicBezTo>
                  <a:cubicBezTo>
                    <a:pt x="425" y="362"/>
                    <a:pt x="813" y="163"/>
                    <a:pt x="1238" y="75"/>
                  </a:cubicBezTo>
                  <a:cubicBezTo>
                    <a:pt x="1275" y="63"/>
                    <a:pt x="1250" y="0"/>
                    <a:pt x="1213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5" name="Google Shape;3355;p97"/>
            <p:cNvSpPr/>
            <p:nvPr/>
          </p:nvSpPr>
          <p:spPr>
            <a:xfrm>
              <a:off x="3471650" y="1283975"/>
              <a:ext cx="62800" cy="31575"/>
            </a:xfrm>
            <a:custGeom>
              <a:rect b="b" l="l" r="r" t="t"/>
              <a:pathLst>
                <a:path extrusionOk="0" h="1263" w="2512">
                  <a:moveTo>
                    <a:pt x="63" y="738"/>
                  </a:moveTo>
                  <a:cubicBezTo>
                    <a:pt x="687" y="713"/>
                    <a:pt x="1187" y="1263"/>
                    <a:pt x="1825" y="1051"/>
                  </a:cubicBezTo>
                  <a:cubicBezTo>
                    <a:pt x="2237" y="901"/>
                    <a:pt x="2512" y="501"/>
                    <a:pt x="2499" y="51"/>
                  </a:cubicBezTo>
                  <a:cubicBezTo>
                    <a:pt x="2499" y="13"/>
                    <a:pt x="2437" y="1"/>
                    <a:pt x="2424" y="51"/>
                  </a:cubicBezTo>
                  <a:cubicBezTo>
                    <a:pt x="2312" y="838"/>
                    <a:pt x="1637" y="1151"/>
                    <a:pt x="937" y="851"/>
                  </a:cubicBezTo>
                  <a:cubicBezTo>
                    <a:pt x="662" y="701"/>
                    <a:pt x="362" y="638"/>
                    <a:pt x="63" y="651"/>
                  </a:cubicBezTo>
                  <a:cubicBezTo>
                    <a:pt x="13" y="651"/>
                    <a:pt x="0" y="738"/>
                    <a:pt x="63" y="7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6" name="Google Shape;3356;p97"/>
            <p:cNvSpPr/>
            <p:nvPr/>
          </p:nvSpPr>
          <p:spPr>
            <a:xfrm>
              <a:off x="3504750" y="1268675"/>
              <a:ext cx="30950" cy="21275"/>
            </a:xfrm>
            <a:custGeom>
              <a:rect b="b" l="l" r="r" t="t"/>
              <a:pathLst>
                <a:path extrusionOk="0" h="851" w="1238">
                  <a:moveTo>
                    <a:pt x="1125" y="813"/>
                  </a:moveTo>
                  <a:cubicBezTo>
                    <a:pt x="1238" y="525"/>
                    <a:pt x="1063" y="275"/>
                    <a:pt x="788" y="163"/>
                  </a:cubicBezTo>
                  <a:cubicBezTo>
                    <a:pt x="563" y="63"/>
                    <a:pt x="163" y="0"/>
                    <a:pt x="26" y="238"/>
                  </a:cubicBezTo>
                  <a:cubicBezTo>
                    <a:pt x="1" y="263"/>
                    <a:pt x="38" y="313"/>
                    <a:pt x="63" y="288"/>
                  </a:cubicBezTo>
                  <a:cubicBezTo>
                    <a:pt x="388" y="38"/>
                    <a:pt x="1238" y="275"/>
                    <a:pt x="1050" y="800"/>
                  </a:cubicBezTo>
                  <a:cubicBezTo>
                    <a:pt x="1038" y="838"/>
                    <a:pt x="1100" y="850"/>
                    <a:pt x="1125" y="8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7" name="Google Shape;3357;p97"/>
            <p:cNvSpPr/>
            <p:nvPr/>
          </p:nvSpPr>
          <p:spPr>
            <a:xfrm>
              <a:off x="3694400" y="1371450"/>
              <a:ext cx="81250" cy="56275"/>
            </a:xfrm>
            <a:custGeom>
              <a:rect b="b" l="l" r="r" t="t"/>
              <a:pathLst>
                <a:path extrusionOk="0" h="2251" w="3250">
                  <a:moveTo>
                    <a:pt x="25" y="88"/>
                  </a:moveTo>
                  <a:cubicBezTo>
                    <a:pt x="825" y="1051"/>
                    <a:pt x="1787" y="2250"/>
                    <a:pt x="3187" y="1963"/>
                  </a:cubicBezTo>
                  <a:cubicBezTo>
                    <a:pt x="3249" y="1950"/>
                    <a:pt x="3224" y="1863"/>
                    <a:pt x="3162" y="1863"/>
                  </a:cubicBezTo>
                  <a:cubicBezTo>
                    <a:pt x="1775" y="2050"/>
                    <a:pt x="887" y="988"/>
                    <a:pt x="88" y="38"/>
                  </a:cubicBezTo>
                  <a:cubicBezTo>
                    <a:pt x="50" y="1"/>
                    <a:pt x="0" y="51"/>
                    <a:pt x="25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8" name="Google Shape;3358;p97"/>
            <p:cNvSpPr/>
            <p:nvPr/>
          </p:nvSpPr>
          <p:spPr>
            <a:xfrm>
              <a:off x="3515075" y="1320225"/>
              <a:ext cx="30950" cy="15325"/>
            </a:xfrm>
            <a:custGeom>
              <a:rect b="b" l="l" r="r" t="t"/>
              <a:pathLst>
                <a:path extrusionOk="0" h="613" w="1238">
                  <a:moveTo>
                    <a:pt x="63" y="113"/>
                  </a:moveTo>
                  <a:cubicBezTo>
                    <a:pt x="475" y="125"/>
                    <a:pt x="862" y="288"/>
                    <a:pt x="1150" y="575"/>
                  </a:cubicBezTo>
                  <a:cubicBezTo>
                    <a:pt x="1187" y="613"/>
                    <a:pt x="1237" y="563"/>
                    <a:pt x="1212" y="525"/>
                  </a:cubicBezTo>
                  <a:cubicBezTo>
                    <a:pt x="1087" y="363"/>
                    <a:pt x="912" y="238"/>
                    <a:pt x="712" y="163"/>
                  </a:cubicBezTo>
                  <a:cubicBezTo>
                    <a:pt x="512" y="50"/>
                    <a:pt x="288" y="0"/>
                    <a:pt x="63" y="25"/>
                  </a:cubicBezTo>
                  <a:cubicBezTo>
                    <a:pt x="13" y="25"/>
                    <a:pt x="0" y="113"/>
                    <a:pt x="63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9" name="Google Shape;3359;p97"/>
            <p:cNvSpPr/>
            <p:nvPr/>
          </p:nvSpPr>
          <p:spPr>
            <a:xfrm>
              <a:off x="3512250" y="1319900"/>
              <a:ext cx="34075" cy="21900"/>
            </a:xfrm>
            <a:custGeom>
              <a:rect b="b" l="l" r="r" t="t"/>
              <a:pathLst>
                <a:path extrusionOk="0" h="876" w="1363">
                  <a:moveTo>
                    <a:pt x="1263" y="551"/>
                  </a:moveTo>
                  <a:cubicBezTo>
                    <a:pt x="825" y="751"/>
                    <a:pt x="313" y="463"/>
                    <a:pt x="126" y="51"/>
                  </a:cubicBezTo>
                  <a:cubicBezTo>
                    <a:pt x="101" y="1"/>
                    <a:pt x="1" y="38"/>
                    <a:pt x="26" y="88"/>
                  </a:cubicBezTo>
                  <a:cubicBezTo>
                    <a:pt x="226" y="576"/>
                    <a:pt x="825" y="876"/>
                    <a:pt x="1313" y="626"/>
                  </a:cubicBezTo>
                  <a:cubicBezTo>
                    <a:pt x="1363" y="601"/>
                    <a:pt x="1313" y="526"/>
                    <a:pt x="1263" y="5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0" name="Google Shape;3360;p97"/>
            <p:cNvSpPr/>
            <p:nvPr/>
          </p:nvSpPr>
          <p:spPr>
            <a:xfrm>
              <a:off x="3177975" y="1278975"/>
              <a:ext cx="132175" cy="60025"/>
            </a:xfrm>
            <a:custGeom>
              <a:rect b="b" l="l" r="r" t="t"/>
              <a:pathLst>
                <a:path extrusionOk="0" h="2401" w="5287">
                  <a:moveTo>
                    <a:pt x="5236" y="576"/>
                  </a:moveTo>
                  <a:cubicBezTo>
                    <a:pt x="3649" y="263"/>
                    <a:pt x="213" y="1"/>
                    <a:pt x="0" y="2350"/>
                  </a:cubicBezTo>
                  <a:cubicBezTo>
                    <a:pt x="0" y="2400"/>
                    <a:pt x="63" y="2388"/>
                    <a:pt x="63" y="2350"/>
                  </a:cubicBezTo>
                  <a:cubicBezTo>
                    <a:pt x="363" y="63"/>
                    <a:pt x="3674" y="363"/>
                    <a:pt x="5211" y="651"/>
                  </a:cubicBezTo>
                  <a:cubicBezTo>
                    <a:pt x="5261" y="663"/>
                    <a:pt x="5286" y="588"/>
                    <a:pt x="5236" y="5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1" name="Google Shape;3361;p97"/>
            <p:cNvSpPr/>
            <p:nvPr/>
          </p:nvSpPr>
          <p:spPr>
            <a:xfrm>
              <a:off x="3184525" y="1311175"/>
              <a:ext cx="61575" cy="65000"/>
            </a:xfrm>
            <a:custGeom>
              <a:rect b="b" l="l" r="r" t="t"/>
              <a:pathLst>
                <a:path extrusionOk="0" h="2600" w="2463">
                  <a:moveTo>
                    <a:pt x="950" y="25"/>
                  </a:moveTo>
                  <a:cubicBezTo>
                    <a:pt x="275" y="350"/>
                    <a:pt x="1" y="1187"/>
                    <a:pt x="450" y="1825"/>
                  </a:cubicBezTo>
                  <a:cubicBezTo>
                    <a:pt x="850" y="2412"/>
                    <a:pt x="1913" y="2599"/>
                    <a:pt x="2412" y="2025"/>
                  </a:cubicBezTo>
                  <a:cubicBezTo>
                    <a:pt x="2462" y="1975"/>
                    <a:pt x="2387" y="1900"/>
                    <a:pt x="2337" y="1950"/>
                  </a:cubicBezTo>
                  <a:cubicBezTo>
                    <a:pt x="1875" y="2474"/>
                    <a:pt x="900" y="2312"/>
                    <a:pt x="525" y="1762"/>
                  </a:cubicBezTo>
                  <a:cubicBezTo>
                    <a:pt x="126" y="1175"/>
                    <a:pt x="338" y="375"/>
                    <a:pt x="988" y="75"/>
                  </a:cubicBezTo>
                  <a:cubicBezTo>
                    <a:pt x="1025" y="63"/>
                    <a:pt x="988" y="0"/>
                    <a:pt x="963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2" name="Google Shape;3362;p97"/>
            <p:cNvSpPr/>
            <p:nvPr/>
          </p:nvSpPr>
          <p:spPr>
            <a:xfrm>
              <a:off x="3219825" y="1318975"/>
              <a:ext cx="35950" cy="46575"/>
            </a:xfrm>
            <a:custGeom>
              <a:rect b="b" l="l" r="r" t="t"/>
              <a:pathLst>
                <a:path extrusionOk="0" h="1863" w="1438">
                  <a:moveTo>
                    <a:pt x="751" y="1850"/>
                  </a:moveTo>
                  <a:cubicBezTo>
                    <a:pt x="1213" y="1663"/>
                    <a:pt x="1438" y="1138"/>
                    <a:pt x="1238" y="675"/>
                  </a:cubicBezTo>
                  <a:cubicBezTo>
                    <a:pt x="1050" y="213"/>
                    <a:pt x="513" y="0"/>
                    <a:pt x="51" y="200"/>
                  </a:cubicBezTo>
                  <a:cubicBezTo>
                    <a:pt x="1" y="225"/>
                    <a:pt x="38" y="300"/>
                    <a:pt x="88" y="288"/>
                  </a:cubicBezTo>
                  <a:cubicBezTo>
                    <a:pt x="513" y="163"/>
                    <a:pt x="963" y="288"/>
                    <a:pt x="1138" y="713"/>
                  </a:cubicBezTo>
                  <a:cubicBezTo>
                    <a:pt x="1300" y="1138"/>
                    <a:pt x="1113" y="1600"/>
                    <a:pt x="713" y="1787"/>
                  </a:cubicBezTo>
                  <a:cubicBezTo>
                    <a:pt x="676" y="1812"/>
                    <a:pt x="713" y="1862"/>
                    <a:pt x="751" y="18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3" name="Google Shape;3363;p97"/>
            <p:cNvSpPr/>
            <p:nvPr/>
          </p:nvSpPr>
          <p:spPr>
            <a:xfrm>
              <a:off x="3208275" y="1322725"/>
              <a:ext cx="17200" cy="30650"/>
            </a:xfrm>
            <a:custGeom>
              <a:rect b="b" l="l" r="r" t="t"/>
              <a:pathLst>
                <a:path extrusionOk="0" h="1226" w="688">
                  <a:moveTo>
                    <a:pt x="650" y="38"/>
                  </a:moveTo>
                  <a:cubicBezTo>
                    <a:pt x="300" y="0"/>
                    <a:pt x="63" y="375"/>
                    <a:pt x="63" y="688"/>
                  </a:cubicBezTo>
                  <a:cubicBezTo>
                    <a:pt x="50" y="988"/>
                    <a:pt x="350" y="1213"/>
                    <a:pt x="638" y="1125"/>
                  </a:cubicBezTo>
                  <a:cubicBezTo>
                    <a:pt x="688" y="1100"/>
                    <a:pt x="663" y="1013"/>
                    <a:pt x="613" y="1038"/>
                  </a:cubicBezTo>
                  <a:cubicBezTo>
                    <a:pt x="0" y="1225"/>
                    <a:pt x="63" y="75"/>
                    <a:pt x="650" y="113"/>
                  </a:cubicBezTo>
                  <a:cubicBezTo>
                    <a:pt x="688" y="113"/>
                    <a:pt x="688" y="38"/>
                    <a:pt x="650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4" name="Google Shape;3364;p97"/>
            <p:cNvSpPr/>
            <p:nvPr/>
          </p:nvSpPr>
          <p:spPr>
            <a:xfrm>
              <a:off x="3454150" y="1312425"/>
              <a:ext cx="55325" cy="71550"/>
            </a:xfrm>
            <a:custGeom>
              <a:rect b="b" l="l" r="r" t="t"/>
              <a:pathLst>
                <a:path extrusionOk="0" h="2862" w="2213">
                  <a:moveTo>
                    <a:pt x="1750" y="75"/>
                  </a:moveTo>
                  <a:cubicBezTo>
                    <a:pt x="2112" y="1387"/>
                    <a:pt x="1300" y="2474"/>
                    <a:pt x="38" y="2799"/>
                  </a:cubicBezTo>
                  <a:cubicBezTo>
                    <a:pt x="0" y="2812"/>
                    <a:pt x="13" y="2862"/>
                    <a:pt x="38" y="2862"/>
                  </a:cubicBezTo>
                  <a:cubicBezTo>
                    <a:pt x="1425" y="2762"/>
                    <a:pt x="2212" y="1325"/>
                    <a:pt x="1825" y="50"/>
                  </a:cubicBezTo>
                  <a:cubicBezTo>
                    <a:pt x="1812" y="0"/>
                    <a:pt x="1725" y="13"/>
                    <a:pt x="1750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5" name="Google Shape;3365;p97"/>
            <p:cNvSpPr/>
            <p:nvPr/>
          </p:nvSpPr>
          <p:spPr>
            <a:xfrm>
              <a:off x="3796875" y="1305225"/>
              <a:ext cx="111550" cy="104375"/>
            </a:xfrm>
            <a:custGeom>
              <a:rect b="b" l="l" r="r" t="t"/>
              <a:pathLst>
                <a:path extrusionOk="0" h="4175" w="4462">
                  <a:moveTo>
                    <a:pt x="2662" y="176"/>
                  </a:moveTo>
                  <a:cubicBezTo>
                    <a:pt x="1212" y="1"/>
                    <a:pt x="38" y="1438"/>
                    <a:pt x="750" y="2787"/>
                  </a:cubicBezTo>
                  <a:cubicBezTo>
                    <a:pt x="1475" y="4175"/>
                    <a:pt x="3424" y="3950"/>
                    <a:pt x="4424" y="3025"/>
                  </a:cubicBezTo>
                  <a:cubicBezTo>
                    <a:pt x="4461" y="2987"/>
                    <a:pt x="4411" y="2937"/>
                    <a:pt x="4386" y="2962"/>
                  </a:cubicBezTo>
                  <a:cubicBezTo>
                    <a:pt x="3474" y="3612"/>
                    <a:pt x="2012" y="4062"/>
                    <a:pt x="1137" y="3125"/>
                  </a:cubicBezTo>
                  <a:cubicBezTo>
                    <a:pt x="0" y="1900"/>
                    <a:pt x="1075" y="88"/>
                    <a:pt x="2662" y="276"/>
                  </a:cubicBezTo>
                  <a:cubicBezTo>
                    <a:pt x="2724" y="288"/>
                    <a:pt x="2724" y="176"/>
                    <a:pt x="2662" y="1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6" name="Google Shape;3366;p97"/>
            <p:cNvSpPr/>
            <p:nvPr/>
          </p:nvSpPr>
          <p:spPr>
            <a:xfrm>
              <a:off x="3903100" y="1237750"/>
              <a:ext cx="263700" cy="146850"/>
            </a:xfrm>
            <a:custGeom>
              <a:rect b="b" l="l" r="r" t="t"/>
              <a:pathLst>
                <a:path extrusionOk="0" h="5874" w="10548">
                  <a:moveTo>
                    <a:pt x="100" y="5836"/>
                  </a:moveTo>
                  <a:cubicBezTo>
                    <a:pt x="1300" y="4162"/>
                    <a:pt x="2412" y="2062"/>
                    <a:pt x="4324" y="1138"/>
                  </a:cubicBezTo>
                  <a:cubicBezTo>
                    <a:pt x="6086" y="275"/>
                    <a:pt x="8848" y="100"/>
                    <a:pt x="10485" y="1312"/>
                  </a:cubicBezTo>
                  <a:cubicBezTo>
                    <a:pt x="10510" y="1325"/>
                    <a:pt x="10547" y="1275"/>
                    <a:pt x="10522" y="1262"/>
                  </a:cubicBezTo>
                  <a:cubicBezTo>
                    <a:pt x="9073" y="0"/>
                    <a:pt x="6586" y="138"/>
                    <a:pt x="4861" y="725"/>
                  </a:cubicBezTo>
                  <a:cubicBezTo>
                    <a:pt x="2549" y="1512"/>
                    <a:pt x="1350" y="3924"/>
                    <a:pt x="25" y="5799"/>
                  </a:cubicBezTo>
                  <a:cubicBezTo>
                    <a:pt x="0" y="5836"/>
                    <a:pt x="63" y="5874"/>
                    <a:pt x="88" y="58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7" name="Google Shape;3367;p97"/>
            <p:cNvSpPr/>
            <p:nvPr/>
          </p:nvSpPr>
          <p:spPr>
            <a:xfrm>
              <a:off x="4098975" y="1277425"/>
              <a:ext cx="100925" cy="84375"/>
            </a:xfrm>
            <a:custGeom>
              <a:rect b="b" l="l" r="r" t="t"/>
              <a:pathLst>
                <a:path extrusionOk="0" h="3375" w="4037">
                  <a:moveTo>
                    <a:pt x="2875" y="88"/>
                  </a:moveTo>
                  <a:cubicBezTo>
                    <a:pt x="3412" y="1025"/>
                    <a:pt x="3525" y="2400"/>
                    <a:pt x="2375" y="2950"/>
                  </a:cubicBezTo>
                  <a:cubicBezTo>
                    <a:pt x="2087" y="3062"/>
                    <a:pt x="1775" y="3100"/>
                    <a:pt x="1475" y="3062"/>
                  </a:cubicBezTo>
                  <a:cubicBezTo>
                    <a:pt x="1400" y="3050"/>
                    <a:pt x="1325" y="3075"/>
                    <a:pt x="1250" y="3062"/>
                  </a:cubicBezTo>
                  <a:cubicBezTo>
                    <a:pt x="488" y="2937"/>
                    <a:pt x="513" y="2737"/>
                    <a:pt x="438" y="2200"/>
                  </a:cubicBezTo>
                  <a:cubicBezTo>
                    <a:pt x="325" y="1300"/>
                    <a:pt x="938" y="963"/>
                    <a:pt x="1713" y="1113"/>
                  </a:cubicBezTo>
                  <a:cubicBezTo>
                    <a:pt x="2300" y="1225"/>
                    <a:pt x="2600" y="1512"/>
                    <a:pt x="3000" y="1925"/>
                  </a:cubicBezTo>
                  <a:cubicBezTo>
                    <a:pt x="3300" y="2237"/>
                    <a:pt x="3550" y="2562"/>
                    <a:pt x="3999" y="2575"/>
                  </a:cubicBezTo>
                  <a:cubicBezTo>
                    <a:pt x="4024" y="2575"/>
                    <a:pt x="4037" y="2537"/>
                    <a:pt x="3999" y="2537"/>
                  </a:cubicBezTo>
                  <a:cubicBezTo>
                    <a:pt x="3287" y="2425"/>
                    <a:pt x="2900" y="1525"/>
                    <a:pt x="2312" y="1150"/>
                  </a:cubicBezTo>
                  <a:cubicBezTo>
                    <a:pt x="1875" y="850"/>
                    <a:pt x="1325" y="800"/>
                    <a:pt x="838" y="1025"/>
                  </a:cubicBezTo>
                  <a:cubicBezTo>
                    <a:pt x="113" y="1350"/>
                    <a:pt x="0" y="2487"/>
                    <a:pt x="638" y="2987"/>
                  </a:cubicBezTo>
                  <a:cubicBezTo>
                    <a:pt x="1163" y="3375"/>
                    <a:pt x="2237" y="3250"/>
                    <a:pt x="2712" y="2887"/>
                  </a:cubicBezTo>
                  <a:cubicBezTo>
                    <a:pt x="3650" y="2187"/>
                    <a:pt x="3462" y="925"/>
                    <a:pt x="2937" y="38"/>
                  </a:cubicBezTo>
                  <a:cubicBezTo>
                    <a:pt x="2912" y="0"/>
                    <a:pt x="2837" y="38"/>
                    <a:pt x="2875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8" name="Google Shape;3368;p97"/>
            <p:cNvSpPr/>
            <p:nvPr/>
          </p:nvSpPr>
          <p:spPr>
            <a:xfrm>
              <a:off x="4206450" y="1331775"/>
              <a:ext cx="55625" cy="13775"/>
            </a:xfrm>
            <a:custGeom>
              <a:rect b="b" l="l" r="r" t="t"/>
              <a:pathLst>
                <a:path extrusionOk="0" h="551" w="2225">
                  <a:moveTo>
                    <a:pt x="50" y="476"/>
                  </a:moveTo>
                  <a:cubicBezTo>
                    <a:pt x="750" y="551"/>
                    <a:pt x="1600" y="501"/>
                    <a:pt x="2187" y="76"/>
                  </a:cubicBezTo>
                  <a:cubicBezTo>
                    <a:pt x="2225" y="63"/>
                    <a:pt x="2200" y="1"/>
                    <a:pt x="2162" y="13"/>
                  </a:cubicBezTo>
                  <a:cubicBezTo>
                    <a:pt x="1437" y="251"/>
                    <a:pt x="838" y="476"/>
                    <a:pt x="50" y="401"/>
                  </a:cubicBezTo>
                  <a:cubicBezTo>
                    <a:pt x="0" y="401"/>
                    <a:pt x="0" y="476"/>
                    <a:pt x="50" y="4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9" name="Google Shape;3369;p97"/>
            <p:cNvSpPr/>
            <p:nvPr/>
          </p:nvSpPr>
          <p:spPr>
            <a:xfrm>
              <a:off x="3934650" y="1301475"/>
              <a:ext cx="81250" cy="96575"/>
            </a:xfrm>
            <a:custGeom>
              <a:rect b="b" l="l" r="r" t="t"/>
              <a:pathLst>
                <a:path extrusionOk="0" h="3863" w="3250">
                  <a:moveTo>
                    <a:pt x="1025" y="26"/>
                  </a:moveTo>
                  <a:cubicBezTo>
                    <a:pt x="463" y="675"/>
                    <a:pt x="0" y="1488"/>
                    <a:pt x="188" y="2375"/>
                  </a:cubicBezTo>
                  <a:cubicBezTo>
                    <a:pt x="363" y="3200"/>
                    <a:pt x="1162" y="3800"/>
                    <a:pt x="2000" y="3837"/>
                  </a:cubicBezTo>
                  <a:cubicBezTo>
                    <a:pt x="2587" y="3862"/>
                    <a:pt x="3249" y="3475"/>
                    <a:pt x="3174" y="2812"/>
                  </a:cubicBezTo>
                  <a:cubicBezTo>
                    <a:pt x="3137" y="2475"/>
                    <a:pt x="2799" y="2050"/>
                    <a:pt x="2512" y="2425"/>
                  </a:cubicBezTo>
                  <a:cubicBezTo>
                    <a:pt x="2475" y="2462"/>
                    <a:pt x="2550" y="2500"/>
                    <a:pt x="2575" y="2462"/>
                  </a:cubicBezTo>
                  <a:cubicBezTo>
                    <a:pt x="3012" y="3300"/>
                    <a:pt x="2862" y="3725"/>
                    <a:pt x="2125" y="3737"/>
                  </a:cubicBezTo>
                  <a:cubicBezTo>
                    <a:pt x="1800" y="3737"/>
                    <a:pt x="1487" y="3650"/>
                    <a:pt x="1212" y="3500"/>
                  </a:cubicBezTo>
                  <a:cubicBezTo>
                    <a:pt x="775" y="3287"/>
                    <a:pt x="463" y="2900"/>
                    <a:pt x="325" y="2437"/>
                  </a:cubicBezTo>
                  <a:cubicBezTo>
                    <a:pt x="75" y="1563"/>
                    <a:pt x="538" y="738"/>
                    <a:pt x="1062" y="63"/>
                  </a:cubicBezTo>
                  <a:cubicBezTo>
                    <a:pt x="1087" y="38"/>
                    <a:pt x="1050" y="1"/>
                    <a:pt x="1025" y="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0" name="Google Shape;3370;p97"/>
            <p:cNvSpPr/>
            <p:nvPr/>
          </p:nvSpPr>
          <p:spPr>
            <a:xfrm>
              <a:off x="3920275" y="1329900"/>
              <a:ext cx="23150" cy="110625"/>
            </a:xfrm>
            <a:custGeom>
              <a:rect b="b" l="l" r="r" t="t"/>
              <a:pathLst>
                <a:path extrusionOk="0" h="4425" w="926">
                  <a:moveTo>
                    <a:pt x="825" y="38"/>
                  </a:moveTo>
                  <a:cubicBezTo>
                    <a:pt x="375" y="551"/>
                    <a:pt x="263" y="1238"/>
                    <a:pt x="188" y="1913"/>
                  </a:cubicBezTo>
                  <a:cubicBezTo>
                    <a:pt x="100" y="2725"/>
                    <a:pt x="13" y="3712"/>
                    <a:pt x="538" y="4400"/>
                  </a:cubicBezTo>
                  <a:cubicBezTo>
                    <a:pt x="563" y="4425"/>
                    <a:pt x="600" y="4400"/>
                    <a:pt x="588" y="4362"/>
                  </a:cubicBezTo>
                  <a:cubicBezTo>
                    <a:pt x="0" y="3250"/>
                    <a:pt x="38" y="1101"/>
                    <a:pt x="888" y="101"/>
                  </a:cubicBezTo>
                  <a:cubicBezTo>
                    <a:pt x="925" y="63"/>
                    <a:pt x="863" y="1"/>
                    <a:pt x="825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1" name="Google Shape;3371;p97"/>
            <p:cNvSpPr/>
            <p:nvPr/>
          </p:nvSpPr>
          <p:spPr>
            <a:xfrm>
              <a:off x="3931200" y="1439875"/>
              <a:ext cx="11900" cy="11900"/>
            </a:xfrm>
            <a:custGeom>
              <a:rect b="b" l="l" r="r" t="t"/>
              <a:pathLst>
                <a:path extrusionOk="0" h="476" w="476">
                  <a:moveTo>
                    <a:pt x="126" y="38"/>
                  </a:moveTo>
                  <a:cubicBezTo>
                    <a:pt x="213" y="1"/>
                    <a:pt x="313" y="13"/>
                    <a:pt x="388" y="88"/>
                  </a:cubicBezTo>
                  <a:cubicBezTo>
                    <a:pt x="451" y="151"/>
                    <a:pt x="476" y="238"/>
                    <a:pt x="451" y="326"/>
                  </a:cubicBezTo>
                  <a:cubicBezTo>
                    <a:pt x="451" y="363"/>
                    <a:pt x="438" y="388"/>
                    <a:pt x="413" y="413"/>
                  </a:cubicBezTo>
                  <a:cubicBezTo>
                    <a:pt x="388" y="438"/>
                    <a:pt x="351" y="451"/>
                    <a:pt x="313" y="463"/>
                  </a:cubicBezTo>
                  <a:cubicBezTo>
                    <a:pt x="188" y="476"/>
                    <a:pt x="63" y="413"/>
                    <a:pt x="13" y="288"/>
                  </a:cubicBezTo>
                  <a:cubicBezTo>
                    <a:pt x="1" y="163"/>
                    <a:pt x="101" y="51"/>
                    <a:pt x="238" y="51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2" name="Google Shape;3372;p97"/>
            <p:cNvSpPr/>
            <p:nvPr/>
          </p:nvSpPr>
          <p:spPr>
            <a:xfrm>
              <a:off x="3926825" y="1437075"/>
              <a:ext cx="22225" cy="17200"/>
            </a:xfrm>
            <a:custGeom>
              <a:rect b="b" l="l" r="r" t="t"/>
              <a:pathLst>
                <a:path extrusionOk="0" h="688" w="889">
                  <a:moveTo>
                    <a:pt x="313" y="213"/>
                  </a:moveTo>
                  <a:cubicBezTo>
                    <a:pt x="588" y="238"/>
                    <a:pt x="651" y="313"/>
                    <a:pt x="476" y="413"/>
                  </a:cubicBezTo>
                  <a:cubicBezTo>
                    <a:pt x="313" y="600"/>
                    <a:pt x="301" y="525"/>
                    <a:pt x="413" y="200"/>
                  </a:cubicBezTo>
                  <a:cubicBezTo>
                    <a:pt x="451" y="175"/>
                    <a:pt x="451" y="113"/>
                    <a:pt x="401" y="113"/>
                  </a:cubicBezTo>
                  <a:cubicBezTo>
                    <a:pt x="1" y="113"/>
                    <a:pt x="88" y="688"/>
                    <a:pt x="488" y="625"/>
                  </a:cubicBezTo>
                  <a:cubicBezTo>
                    <a:pt x="888" y="563"/>
                    <a:pt x="663" y="0"/>
                    <a:pt x="276" y="88"/>
                  </a:cubicBezTo>
                  <a:cubicBezTo>
                    <a:pt x="213" y="113"/>
                    <a:pt x="238" y="213"/>
                    <a:pt x="313" y="2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3" name="Google Shape;3373;p97"/>
            <p:cNvSpPr/>
            <p:nvPr/>
          </p:nvSpPr>
          <p:spPr>
            <a:xfrm>
              <a:off x="4168650" y="1271800"/>
              <a:ext cx="2825" cy="3150"/>
            </a:xfrm>
            <a:custGeom>
              <a:rect b="b" l="l" r="r" t="t"/>
              <a:pathLst>
                <a:path extrusionOk="0" h="126" w="113">
                  <a:moveTo>
                    <a:pt x="25" y="63"/>
                  </a:moveTo>
                  <a:lnTo>
                    <a:pt x="38" y="100"/>
                  </a:lnTo>
                  <a:cubicBezTo>
                    <a:pt x="50" y="125"/>
                    <a:pt x="88" y="125"/>
                    <a:pt x="100" y="100"/>
                  </a:cubicBezTo>
                  <a:lnTo>
                    <a:pt x="100" y="63"/>
                  </a:lnTo>
                  <a:cubicBezTo>
                    <a:pt x="113" y="0"/>
                    <a:pt x="0" y="0"/>
                    <a:pt x="13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4" name="Google Shape;3374;p97"/>
            <p:cNvSpPr/>
            <p:nvPr/>
          </p:nvSpPr>
          <p:spPr>
            <a:xfrm>
              <a:off x="4259250" y="1315225"/>
              <a:ext cx="41875" cy="17825"/>
            </a:xfrm>
            <a:custGeom>
              <a:rect b="b" l="l" r="r" t="t"/>
              <a:pathLst>
                <a:path extrusionOk="0" h="713" w="1675">
                  <a:moveTo>
                    <a:pt x="125" y="650"/>
                  </a:moveTo>
                  <a:cubicBezTo>
                    <a:pt x="225" y="388"/>
                    <a:pt x="650" y="275"/>
                    <a:pt x="875" y="238"/>
                  </a:cubicBezTo>
                  <a:cubicBezTo>
                    <a:pt x="1125" y="200"/>
                    <a:pt x="1375" y="200"/>
                    <a:pt x="1612" y="250"/>
                  </a:cubicBezTo>
                  <a:cubicBezTo>
                    <a:pt x="1675" y="250"/>
                    <a:pt x="1675" y="163"/>
                    <a:pt x="1625" y="150"/>
                  </a:cubicBezTo>
                  <a:cubicBezTo>
                    <a:pt x="1175" y="0"/>
                    <a:pt x="225" y="88"/>
                    <a:pt x="25" y="613"/>
                  </a:cubicBezTo>
                  <a:cubicBezTo>
                    <a:pt x="0" y="675"/>
                    <a:pt x="100" y="713"/>
                    <a:pt x="125" y="6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5" name="Google Shape;3375;p97"/>
            <p:cNvSpPr/>
            <p:nvPr/>
          </p:nvSpPr>
          <p:spPr>
            <a:xfrm>
              <a:off x="4259250" y="1317725"/>
              <a:ext cx="42200" cy="19700"/>
            </a:xfrm>
            <a:custGeom>
              <a:rect b="b" l="l" r="r" t="t"/>
              <a:pathLst>
                <a:path extrusionOk="0" h="788" w="1688">
                  <a:moveTo>
                    <a:pt x="1587" y="50"/>
                  </a:moveTo>
                  <a:cubicBezTo>
                    <a:pt x="1175" y="425"/>
                    <a:pt x="638" y="600"/>
                    <a:pt x="88" y="550"/>
                  </a:cubicBezTo>
                  <a:cubicBezTo>
                    <a:pt x="25" y="550"/>
                    <a:pt x="0" y="625"/>
                    <a:pt x="63" y="650"/>
                  </a:cubicBezTo>
                  <a:cubicBezTo>
                    <a:pt x="575" y="788"/>
                    <a:pt x="1287" y="475"/>
                    <a:pt x="1650" y="113"/>
                  </a:cubicBezTo>
                  <a:cubicBezTo>
                    <a:pt x="1687" y="75"/>
                    <a:pt x="1625" y="0"/>
                    <a:pt x="1587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6" name="Google Shape;3376;p97"/>
            <p:cNvSpPr/>
            <p:nvPr/>
          </p:nvSpPr>
          <p:spPr>
            <a:xfrm>
              <a:off x="4198950" y="1341475"/>
              <a:ext cx="33450" cy="30325"/>
            </a:xfrm>
            <a:custGeom>
              <a:rect b="b" l="l" r="r" t="t"/>
              <a:pathLst>
                <a:path extrusionOk="0" h="1213" w="1338">
                  <a:moveTo>
                    <a:pt x="50" y="100"/>
                  </a:moveTo>
                  <a:cubicBezTo>
                    <a:pt x="363" y="88"/>
                    <a:pt x="625" y="263"/>
                    <a:pt x="863" y="450"/>
                  </a:cubicBezTo>
                  <a:cubicBezTo>
                    <a:pt x="1088" y="625"/>
                    <a:pt x="1238" y="887"/>
                    <a:pt x="1250" y="1162"/>
                  </a:cubicBezTo>
                  <a:cubicBezTo>
                    <a:pt x="1250" y="1212"/>
                    <a:pt x="1338" y="1200"/>
                    <a:pt x="1325" y="1162"/>
                  </a:cubicBezTo>
                  <a:cubicBezTo>
                    <a:pt x="1325" y="850"/>
                    <a:pt x="1175" y="563"/>
                    <a:pt x="925" y="388"/>
                  </a:cubicBezTo>
                  <a:cubicBezTo>
                    <a:pt x="663" y="188"/>
                    <a:pt x="400" y="0"/>
                    <a:pt x="50" y="25"/>
                  </a:cubicBezTo>
                  <a:cubicBezTo>
                    <a:pt x="0" y="25"/>
                    <a:pt x="0" y="113"/>
                    <a:pt x="50" y="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7" name="Google Shape;3377;p97"/>
            <p:cNvSpPr/>
            <p:nvPr/>
          </p:nvSpPr>
          <p:spPr>
            <a:xfrm>
              <a:off x="4199250" y="1342100"/>
              <a:ext cx="33475" cy="29375"/>
            </a:xfrm>
            <a:custGeom>
              <a:rect b="b" l="l" r="r" t="t"/>
              <a:pathLst>
                <a:path extrusionOk="0" h="1175" w="1339">
                  <a:moveTo>
                    <a:pt x="1288" y="1100"/>
                  </a:moveTo>
                  <a:cubicBezTo>
                    <a:pt x="1026" y="1012"/>
                    <a:pt x="776" y="887"/>
                    <a:pt x="551" y="713"/>
                  </a:cubicBezTo>
                  <a:cubicBezTo>
                    <a:pt x="313" y="538"/>
                    <a:pt x="263" y="288"/>
                    <a:pt x="113" y="63"/>
                  </a:cubicBezTo>
                  <a:cubicBezTo>
                    <a:pt x="76" y="0"/>
                    <a:pt x="1" y="38"/>
                    <a:pt x="13" y="100"/>
                  </a:cubicBezTo>
                  <a:cubicBezTo>
                    <a:pt x="126" y="688"/>
                    <a:pt x="713" y="1087"/>
                    <a:pt x="1263" y="1175"/>
                  </a:cubicBezTo>
                  <a:cubicBezTo>
                    <a:pt x="1313" y="1175"/>
                    <a:pt x="1338" y="1112"/>
                    <a:pt x="1288" y="1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8" name="Google Shape;3378;p97"/>
            <p:cNvSpPr/>
            <p:nvPr/>
          </p:nvSpPr>
          <p:spPr>
            <a:xfrm>
              <a:off x="3890900" y="1349275"/>
              <a:ext cx="38775" cy="86875"/>
            </a:xfrm>
            <a:custGeom>
              <a:rect b="b" l="l" r="r" t="t"/>
              <a:pathLst>
                <a:path extrusionOk="0" h="3475" w="1551">
                  <a:moveTo>
                    <a:pt x="1450" y="51"/>
                  </a:moveTo>
                  <a:cubicBezTo>
                    <a:pt x="725" y="1038"/>
                    <a:pt x="238" y="2175"/>
                    <a:pt x="13" y="3387"/>
                  </a:cubicBezTo>
                  <a:cubicBezTo>
                    <a:pt x="1" y="3450"/>
                    <a:pt x="101" y="3475"/>
                    <a:pt x="113" y="3412"/>
                  </a:cubicBezTo>
                  <a:cubicBezTo>
                    <a:pt x="338" y="2213"/>
                    <a:pt x="813" y="1075"/>
                    <a:pt x="1513" y="88"/>
                  </a:cubicBezTo>
                  <a:cubicBezTo>
                    <a:pt x="1550" y="38"/>
                    <a:pt x="1475" y="1"/>
                    <a:pt x="1450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9" name="Google Shape;3379;p97"/>
            <p:cNvSpPr/>
            <p:nvPr/>
          </p:nvSpPr>
          <p:spPr>
            <a:xfrm>
              <a:off x="3880600" y="1433625"/>
              <a:ext cx="18150" cy="16600"/>
            </a:xfrm>
            <a:custGeom>
              <a:rect b="b" l="l" r="r" t="t"/>
              <a:pathLst>
                <a:path extrusionOk="0" h="664" w="726">
                  <a:moveTo>
                    <a:pt x="475" y="151"/>
                  </a:moveTo>
                  <a:cubicBezTo>
                    <a:pt x="363" y="176"/>
                    <a:pt x="350" y="188"/>
                    <a:pt x="438" y="176"/>
                  </a:cubicBezTo>
                  <a:cubicBezTo>
                    <a:pt x="475" y="163"/>
                    <a:pt x="513" y="163"/>
                    <a:pt x="550" y="176"/>
                  </a:cubicBezTo>
                  <a:cubicBezTo>
                    <a:pt x="588" y="176"/>
                    <a:pt x="600" y="113"/>
                    <a:pt x="563" y="101"/>
                  </a:cubicBezTo>
                  <a:cubicBezTo>
                    <a:pt x="350" y="1"/>
                    <a:pt x="0" y="238"/>
                    <a:pt x="250" y="451"/>
                  </a:cubicBezTo>
                  <a:cubicBezTo>
                    <a:pt x="513" y="663"/>
                    <a:pt x="725" y="288"/>
                    <a:pt x="538" y="88"/>
                  </a:cubicBezTo>
                  <a:cubicBezTo>
                    <a:pt x="500" y="38"/>
                    <a:pt x="450" y="101"/>
                    <a:pt x="475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0" name="Google Shape;3380;p97"/>
            <p:cNvSpPr/>
            <p:nvPr/>
          </p:nvSpPr>
          <p:spPr>
            <a:xfrm>
              <a:off x="3936525" y="1338025"/>
              <a:ext cx="30325" cy="81875"/>
            </a:xfrm>
            <a:custGeom>
              <a:rect b="b" l="l" r="r" t="t"/>
              <a:pathLst>
                <a:path extrusionOk="0" h="3275" w="1213">
                  <a:moveTo>
                    <a:pt x="125" y="63"/>
                  </a:moveTo>
                  <a:cubicBezTo>
                    <a:pt x="0" y="1163"/>
                    <a:pt x="213" y="2538"/>
                    <a:pt x="1150" y="3262"/>
                  </a:cubicBezTo>
                  <a:cubicBezTo>
                    <a:pt x="1175" y="3275"/>
                    <a:pt x="1212" y="3250"/>
                    <a:pt x="1187" y="3212"/>
                  </a:cubicBezTo>
                  <a:cubicBezTo>
                    <a:pt x="413" y="2275"/>
                    <a:pt x="88" y="1275"/>
                    <a:pt x="225" y="63"/>
                  </a:cubicBezTo>
                  <a:cubicBezTo>
                    <a:pt x="225" y="1"/>
                    <a:pt x="138" y="1"/>
                    <a:pt x="125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1" name="Google Shape;3381;p97"/>
            <p:cNvSpPr/>
            <p:nvPr/>
          </p:nvSpPr>
          <p:spPr>
            <a:xfrm>
              <a:off x="3963375" y="1414575"/>
              <a:ext cx="13475" cy="15650"/>
            </a:xfrm>
            <a:custGeom>
              <a:rect b="b" l="l" r="r" t="t"/>
              <a:pathLst>
                <a:path extrusionOk="0" h="626" w="539">
                  <a:moveTo>
                    <a:pt x="413" y="263"/>
                  </a:moveTo>
                  <a:cubicBezTo>
                    <a:pt x="326" y="263"/>
                    <a:pt x="313" y="275"/>
                    <a:pt x="363" y="338"/>
                  </a:cubicBezTo>
                  <a:cubicBezTo>
                    <a:pt x="388" y="363"/>
                    <a:pt x="426" y="350"/>
                    <a:pt x="438" y="313"/>
                  </a:cubicBezTo>
                  <a:cubicBezTo>
                    <a:pt x="438" y="25"/>
                    <a:pt x="1" y="0"/>
                    <a:pt x="38" y="300"/>
                  </a:cubicBezTo>
                  <a:cubicBezTo>
                    <a:pt x="38" y="625"/>
                    <a:pt x="538" y="575"/>
                    <a:pt x="488" y="263"/>
                  </a:cubicBezTo>
                  <a:cubicBezTo>
                    <a:pt x="476" y="225"/>
                    <a:pt x="426" y="225"/>
                    <a:pt x="413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2" name="Google Shape;3382;p97"/>
            <p:cNvSpPr/>
            <p:nvPr/>
          </p:nvSpPr>
          <p:spPr>
            <a:xfrm>
              <a:off x="4139900" y="1254625"/>
              <a:ext cx="237775" cy="60000"/>
            </a:xfrm>
            <a:custGeom>
              <a:rect b="b" l="l" r="r" t="t"/>
              <a:pathLst>
                <a:path extrusionOk="0" h="2400" w="9511">
                  <a:moveTo>
                    <a:pt x="38" y="75"/>
                  </a:moveTo>
                  <a:cubicBezTo>
                    <a:pt x="1813" y="762"/>
                    <a:pt x="3137" y="1475"/>
                    <a:pt x="5049" y="1662"/>
                  </a:cubicBezTo>
                  <a:cubicBezTo>
                    <a:pt x="6774" y="1837"/>
                    <a:pt x="8023" y="1437"/>
                    <a:pt x="9448" y="475"/>
                  </a:cubicBezTo>
                  <a:cubicBezTo>
                    <a:pt x="9511" y="438"/>
                    <a:pt x="9448" y="338"/>
                    <a:pt x="9386" y="375"/>
                  </a:cubicBezTo>
                  <a:cubicBezTo>
                    <a:pt x="6061" y="2400"/>
                    <a:pt x="3387" y="1262"/>
                    <a:pt x="63" y="13"/>
                  </a:cubicBezTo>
                  <a:cubicBezTo>
                    <a:pt x="26" y="0"/>
                    <a:pt x="1" y="50"/>
                    <a:pt x="38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3" name="Google Shape;3383;p97"/>
            <p:cNvSpPr/>
            <p:nvPr/>
          </p:nvSpPr>
          <p:spPr>
            <a:xfrm>
              <a:off x="3860900" y="1309600"/>
              <a:ext cx="31900" cy="49400"/>
            </a:xfrm>
            <a:custGeom>
              <a:rect b="b" l="l" r="r" t="t"/>
              <a:pathLst>
                <a:path extrusionOk="0" h="1976" w="1276">
                  <a:moveTo>
                    <a:pt x="38" y="63"/>
                  </a:moveTo>
                  <a:cubicBezTo>
                    <a:pt x="451" y="151"/>
                    <a:pt x="851" y="350"/>
                    <a:pt x="1026" y="763"/>
                  </a:cubicBezTo>
                  <a:cubicBezTo>
                    <a:pt x="1251" y="1263"/>
                    <a:pt x="976" y="1838"/>
                    <a:pt x="401" y="1863"/>
                  </a:cubicBezTo>
                  <a:cubicBezTo>
                    <a:pt x="326" y="1850"/>
                    <a:pt x="326" y="1963"/>
                    <a:pt x="401" y="1975"/>
                  </a:cubicBezTo>
                  <a:cubicBezTo>
                    <a:pt x="901" y="1963"/>
                    <a:pt x="1276" y="1538"/>
                    <a:pt x="1213" y="1050"/>
                  </a:cubicBezTo>
                  <a:cubicBezTo>
                    <a:pt x="1163" y="438"/>
                    <a:pt x="613" y="101"/>
                    <a:pt x="63" y="1"/>
                  </a:cubicBezTo>
                  <a:cubicBezTo>
                    <a:pt x="26" y="1"/>
                    <a:pt x="1" y="51"/>
                    <a:pt x="51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4" name="Google Shape;3384;p97"/>
            <p:cNvSpPr/>
            <p:nvPr/>
          </p:nvSpPr>
          <p:spPr>
            <a:xfrm>
              <a:off x="4075225" y="1283975"/>
              <a:ext cx="62825" cy="31575"/>
            </a:xfrm>
            <a:custGeom>
              <a:rect b="b" l="l" r="r" t="t"/>
              <a:pathLst>
                <a:path extrusionOk="0" h="1263" w="2513">
                  <a:moveTo>
                    <a:pt x="2450" y="651"/>
                  </a:moveTo>
                  <a:cubicBezTo>
                    <a:pt x="2150" y="638"/>
                    <a:pt x="1850" y="701"/>
                    <a:pt x="1588" y="851"/>
                  </a:cubicBezTo>
                  <a:cubicBezTo>
                    <a:pt x="888" y="1151"/>
                    <a:pt x="201" y="851"/>
                    <a:pt x="88" y="51"/>
                  </a:cubicBezTo>
                  <a:cubicBezTo>
                    <a:pt x="88" y="1"/>
                    <a:pt x="13" y="13"/>
                    <a:pt x="26" y="51"/>
                  </a:cubicBezTo>
                  <a:cubicBezTo>
                    <a:pt x="1" y="501"/>
                    <a:pt x="276" y="901"/>
                    <a:pt x="701" y="1051"/>
                  </a:cubicBezTo>
                  <a:cubicBezTo>
                    <a:pt x="1325" y="1263"/>
                    <a:pt x="1825" y="713"/>
                    <a:pt x="2450" y="738"/>
                  </a:cubicBezTo>
                  <a:cubicBezTo>
                    <a:pt x="2513" y="738"/>
                    <a:pt x="2513" y="651"/>
                    <a:pt x="2450" y="6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5" name="Google Shape;3385;p97"/>
            <p:cNvSpPr/>
            <p:nvPr/>
          </p:nvSpPr>
          <p:spPr>
            <a:xfrm>
              <a:off x="4073975" y="1268675"/>
              <a:ext cx="30950" cy="21275"/>
            </a:xfrm>
            <a:custGeom>
              <a:rect b="b" l="l" r="r" t="t"/>
              <a:pathLst>
                <a:path extrusionOk="0" h="851" w="1238">
                  <a:moveTo>
                    <a:pt x="188" y="800"/>
                  </a:moveTo>
                  <a:cubicBezTo>
                    <a:pt x="1" y="275"/>
                    <a:pt x="851" y="38"/>
                    <a:pt x="1175" y="288"/>
                  </a:cubicBezTo>
                  <a:cubicBezTo>
                    <a:pt x="1200" y="313"/>
                    <a:pt x="1238" y="263"/>
                    <a:pt x="1225" y="238"/>
                  </a:cubicBezTo>
                  <a:cubicBezTo>
                    <a:pt x="1063" y="0"/>
                    <a:pt x="676" y="63"/>
                    <a:pt x="451" y="163"/>
                  </a:cubicBezTo>
                  <a:cubicBezTo>
                    <a:pt x="176" y="275"/>
                    <a:pt x="1" y="525"/>
                    <a:pt x="113" y="813"/>
                  </a:cubicBezTo>
                  <a:cubicBezTo>
                    <a:pt x="138" y="850"/>
                    <a:pt x="201" y="838"/>
                    <a:pt x="188" y="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6" name="Google Shape;3386;p97"/>
            <p:cNvSpPr/>
            <p:nvPr/>
          </p:nvSpPr>
          <p:spPr>
            <a:xfrm>
              <a:off x="3834050" y="1371450"/>
              <a:ext cx="81250" cy="56275"/>
            </a:xfrm>
            <a:custGeom>
              <a:rect b="b" l="l" r="r" t="t"/>
              <a:pathLst>
                <a:path extrusionOk="0" h="2251" w="3250">
                  <a:moveTo>
                    <a:pt x="3162" y="38"/>
                  </a:moveTo>
                  <a:cubicBezTo>
                    <a:pt x="2362" y="988"/>
                    <a:pt x="1475" y="2063"/>
                    <a:pt x="88" y="1875"/>
                  </a:cubicBezTo>
                  <a:cubicBezTo>
                    <a:pt x="25" y="1863"/>
                    <a:pt x="0" y="1950"/>
                    <a:pt x="63" y="1963"/>
                  </a:cubicBezTo>
                  <a:cubicBezTo>
                    <a:pt x="1462" y="2250"/>
                    <a:pt x="2425" y="1051"/>
                    <a:pt x="3224" y="88"/>
                  </a:cubicBezTo>
                  <a:cubicBezTo>
                    <a:pt x="3249" y="51"/>
                    <a:pt x="3199" y="1"/>
                    <a:pt x="3162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7" name="Google Shape;3387;p97"/>
            <p:cNvSpPr/>
            <p:nvPr/>
          </p:nvSpPr>
          <p:spPr>
            <a:xfrm>
              <a:off x="4063675" y="1320225"/>
              <a:ext cx="30950" cy="15025"/>
            </a:xfrm>
            <a:custGeom>
              <a:rect b="b" l="l" r="r" t="t"/>
              <a:pathLst>
                <a:path extrusionOk="0" h="601" w="1238">
                  <a:moveTo>
                    <a:pt x="1175" y="13"/>
                  </a:moveTo>
                  <a:cubicBezTo>
                    <a:pt x="950" y="0"/>
                    <a:pt x="725" y="50"/>
                    <a:pt x="525" y="163"/>
                  </a:cubicBezTo>
                  <a:cubicBezTo>
                    <a:pt x="325" y="225"/>
                    <a:pt x="150" y="350"/>
                    <a:pt x="25" y="513"/>
                  </a:cubicBezTo>
                  <a:cubicBezTo>
                    <a:pt x="0" y="563"/>
                    <a:pt x="50" y="600"/>
                    <a:pt x="100" y="575"/>
                  </a:cubicBezTo>
                  <a:cubicBezTo>
                    <a:pt x="388" y="288"/>
                    <a:pt x="763" y="125"/>
                    <a:pt x="1175" y="100"/>
                  </a:cubicBezTo>
                  <a:cubicBezTo>
                    <a:pt x="1238" y="100"/>
                    <a:pt x="1225" y="13"/>
                    <a:pt x="1175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8" name="Google Shape;3388;p97"/>
            <p:cNvSpPr/>
            <p:nvPr/>
          </p:nvSpPr>
          <p:spPr>
            <a:xfrm>
              <a:off x="4063350" y="1319900"/>
              <a:ext cx="34075" cy="21900"/>
            </a:xfrm>
            <a:custGeom>
              <a:rect b="b" l="l" r="r" t="t"/>
              <a:pathLst>
                <a:path extrusionOk="0" h="876" w="1363">
                  <a:moveTo>
                    <a:pt x="51" y="638"/>
                  </a:moveTo>
                  <a:cubicBezTo>
                    <a:pt x="538" y="876"/>
                    <a:pt x="1151" y="576"/>
                    <a:pt x="1338" y="88"/>
                  </a:cubicBezTo>
                  <a:cubicBezTo>
                    <a:pt x="1363" y="38"/>
                    <a:pt x="1276" y="1"/>
                    <a:pt x="1251" y="51"/>
                  </a:cubicBezTo>
                  <a:cubicBezTo>
                    <a:pt x="1051" y="463"/>
                    <a:pt x="538" y="763"/>
                    <a:pt x="101" y="551"/>
                  </a:cubicBezTo>
                  <a:cubicBezTo>
                    <a:pt x="51" y="526"/>
                    <a:pt x="1" y="601"/>
                    <a:pt x="51" y="6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9" name="Google Shape;3389;p97"/>
            <p:cNvSpPr/>
            <p:nvPr/>
          </p:nvSpPr>
          <p:spPr>
            <a:xfrm>
              <a:off x="4299850" y="1278975"/>
              <a:ext cx="132500" cy="60025"/>
            </a:xfrm>
            <a:custGeom>
              <a:rect b="b" l="l" r="r" t="t"/>
              <a:pathLst>
                <a:path extrusionOk="0" h="2401" w="5300">
                  <a:moveTo>
                    <a:pt x="63" y="651"/>
                  </a:moveTo>
                  <a:cubicBezTo>
                    <a:pt x="1600" y="363"/>
                    <a:pt x="4912" y="51"/>
                    <a:pt x="5224" y="2350"/>
                  </a:cubicBezTo>
                  <a:cubicBezTo>
                    <a:pt x="5224" y="2388"/>
                    <a:pt x="5299" y="2400"/>
                    <a:pt x="5287" y="2350"/>
                  </a:cubicBezTo>
                  <a:cubicBezTo>
                    <a:pt x="5075" y="1"/>
                    <a:pt x="1638" y="276"/>
                    <a:pt x="51" y="576"/>
                  </a:cubicBezTo>
                  <a:cubicBezTo>
                    <a:pt x="1" y="588"/>
                    <a:pt x="26" y="663"/>
                    <a:pt x="76" y="6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0" name="Google Shape;3390;p97"/>
            <p:cNvSpPr/>
            <p:nvPr/>
          </p:nvSpPr>
          <p:spPr>
            <a:xfrm>
              <a:off x="4363900" y="1311175"/>
              <a:ext cx="60950" cy="65000"/>
            </a:xfrm>
            <a:custGeom>
              <a:rect b="b" l="l" r="r" t="t"/>
              <a:pathLst>
                <a:path extrusionOk="0" h="2600" w="2438">
                  <a:moveTo>
                    <a:pt x="1463" y="75"/>
                  </a:moveTo>
                  <a:cubicBezTo>
                    <a:pt x="2088" y="400"/>
                    <a:pt x="2350" y="1175"/>
                    <a:pt x="1938" y="1762"/>
                  </a:cubicBezTo>
                  <a:cubicBezTo>
                    <a:pt x="1550" y="2299"/>
                    <a:pt x="588" y="2474"/>
                    <a:pt x="113" y="1950"/>
                  </a:cubicBezTo>
                  <a:cubicBezTo>
                    <a:pt x="76" y="1900"/>
                    <a:pt x="1" y="1975"/>
                    <a:pt x="38" y="2025"/>
                  </a:cubicBezTo>
                  <a:cubicBezTo>
                    <a:pt x="538" y="2599"/>
                    <a:pt x="1600" y="2412"/>
                    <a:pt x="2013" y="1825"/>
                  </a:cubicBezTo>
                  <a:cubicBezTo>
                    <a:pt x="2438" y="1187"/>
                    <a:pt x="2200" y="325"/>
                    <a:pt x="1500" y="13"/>
                  </a:cubicBezTo>
                  <a:cubicBezTo>
                    <a:pt x="1463" y="0"/>
                    <a:pt x="1438" y="50"/>
                    <a:pt x="1475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1" name="Google Shape;3391;p97"/>
            <p:cNvSpPr/>
            <p:nvPr/>
          </p:nvSpPr>
          <p:spPr>
            <a:xfrm>
              <a:off x="4353900" y="1318975"/>
              <a:ext cx="35950" cy="46575"/>
            </a:xfrm>
            <a:custGeom>
              <a:rect b="b" l="l" r="r" t="t"/>
              <a:pathLst>
                <a:path extrusionOk="0" h="1863" w="1438">
                  <a:moveTo>
                    <a:pt x="726" y="1787"/>
                  </a:moveTo>
                  <a:cubicBezTo>
                    <a:pt x="326" y="1600"/>
                    <a:pt x="138" y="1138"/>
                    <a:pt x="301" y="725"/>
                  </a:cubicBezTo>
                  <a:cubicBezTo>
                    <a:pt x="476" y="275"/>
                    <a:pt x="926" y="163"/>
                    <a:pt x="1363" y="288"/>
                  </a:cubicBezTo>
                  <a:cubicBezTo>
                    <a:pt x="1400" y="300"/>
                    <a:pt x="1438" y="225"/>
                    <a:pt x="1388" y="200"/>
                  </a:cubicBezTo>
                  <a:cubicBezTo>
                    <a:pt x="938" y="0"/>
                    <a:pt x="401" y="213"/>
                    <a:pt x="201" y="675"/>
                  </a:cubicBezTo>
                  <a:cubicBezTo>
                    <a:pt x="1" y="1138"/>
                    <a:pt x="226" y="1675"/>
                    <a:pt x="688" y="1850"/>
                  </a:cubicBezTo>
                  <a:cubicBezTo>
                    <a:pt x="738" y="1862"/>
                    <a:pt x="763" y="1812"/>
                    <a:pt x="726" y="17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2" name="Google Shape;3392;p97"/>
            <p:cNvSpPr/>
            <p:nvPr/>
          </p:nvSpPr>
          <p:spPr>
            <a:xfrm>
              <a:off x="4384200" y="1322725"/>
              <a:ext cx="17225" cy="30650"/>
            </a:xfrm>
            <a:custGeom>
              <a:rect b="b" l="l" r="r" t="t"/>
              <a:pathLst>
                <a:path extrusionOk="0" h="1226" w="689">
                  <a:moveTo>
                    <a:pt x="51" y="113"/>
                  </a:moveTo>
                  <a:cubicBezTo>
                    <a:pt x="638" y="75"/>
                    <a:pt x="688" y="1225"/>
                    <a:pt x="76" y="1038"/>
                  </a:cubicBezTo>
                  <a:cubicBezTo>
                    <a:pt x="26" y="1013"/>
                    <a:pt x="1" y="1100"/>
                    <a:pt x="63" y="1125"/>
                  </a:cubicBezTo>
                  <a:cubicBezTo>
                    <a:pt x="351" y="1213"/>
                    <a:pt x="638" y="988"/>
                    <a:pt x="626" y="688"/>
                  </a:cubicBezTo>
                  <a:cubicBezTo>
                    <a:pt x="626" y="375"/>
                    <a:pt x="388" y="0"/>
                    <a:pt x="38" y="38"/>
                  </a:cubicBezTo>
                  <a:cubicBezTo>
                    <a:pt x="1" y="38"/>
                    <a:pt x="1" y="113"/>
                    <a:pt x="51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3" name="Google Shape;3393;p97"/>
            <p:cNvSpPr/>
            <p:nvPr/>
          </p:nvSpPr>
          <p:spPr>
            <a:xfrm>
              <a:off x="4100225" y="1312425"/>
              <a:ext cx="55325" cy="71550"/>
            </a:xfrm>
            <a:custGeom>
              <a:rect b="b" l="l" r="r" t="t"/>
              <a:pathLst>
                <a:path extrusionOk="0" h="2862" w="2213">
                  <a:moveTo>
                    <a:pt x="375" y="50"/>
                  </a:moveTo>
                  <a:cubicBezTo>
                    <a:pt x="0" y="1325"/>
                    <a:pt x="775" y="2762"/>
                    <a:pt x="2175" y="2862"/>
                  </a:cubicBezTo>
                  <a:cubicBezTo>
                    <a:pt x="2200" y="2862"/>
                    <a:pt x="2212" y="2812"/>
                    <a:pt x="2175" y="2812"/>
                  </a:cubicBezTo>
                  <a:cubicBezTo>
                    <a:pt x="913" y="2474"/>
                    <a:pt x="100" y="1400"/>
                    <a:pt x="450" y="75"/>
                  </a:cubicBezTo>
                  <a:cubicBezTo>
                    <a:pt x="463" y="25"/>
                    <a:pt x="388" y="0"/>
                    <a:pt x="375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4" name="Google Shape;3394;p97"/>
            <p:cNvSpPr/>
            <p:nvPr/>
          </p:nvSpPr>
          <p:spPr>
            <a:xfrm>
              <a:off x="3780925" y="1389575"/>
              <a:ext cx="20025" cy="15350"/>
            </a:xfrm>
            <a:custGeom>
              <a:rect b="b" l="l" r="r" t="t"/>
              <a:pathLst>
                <a:path extrusionOk="0" h="614" w="801">
                  <a:moveTo>
                    <a:pt x="676" y="51"/>
                  </a:moveTo>
                  <a:cubicBezTo>
                    <a:pt x="538" y="276"/>
                    <a:pt x="301" y="438"/>
                    <a:pt x="38" y="501"/>
                  </a:cubicBezTo>
                  <a:cubicBezTo>
                    <a:pt x="1" y="526"/>
                    <a:pt x="1" y="613"/>
                    <a:pt x="63" y="601"/>
                  </a:cubicBezTo>
                  <a:cubicBezTo>
                    <a:pt x="363" y="563"/>
                    <a:pt x="626" y="376"/>
                    <a:pt x="763" y="101"/>
                  </a:cubicBezTo>
                  <a:cubicBezTo>
                    <a:pt x="801" y="51"/>
                    <a:pt x="713" y="1"/>
                    <a:pt x="676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5" name="Google Shape;3395;p97"/>
            <p:cNvSpPr/>
            <p:nvPr/>
          </p:nvSpPr>
          <p:spPr>
            <a:xfrm>
              <a:off x="3780300" y="1402400"/>
              <a:ext cx="16900" cy="5950"/>
            </a:xfrm>
            <a:custGeom>
              <a:rect b="b" l="l" r="r" t="t"/>
              <a:pathLst>
                <a:path extrusionOk="0" h="238" w="676">
                  <a:moveTo>
                    <a:pt x="63" y="125"/>
                  </a:moveTo>
                  <a:cubicBezTo>
                    <a:pt x="238" y="213"/>
                    <a:pt x="426" y="238"/>
                    <a:pt x="613" y="213"/>
                  </a:cubicBezTo>
                  <a:cubicBezTo>
                    <a:pt x="676" y="200"/>
                    <a:pt x="651" y="100"/>
                    <a:pt x="601" y="100"/>
                  </a:cubicBezTo>
                  <a:cubicBezTo>
                    <a:pt x="426" y="100"/>
                    <a:pt x="263" y="75"/>
                    <a:pt x="101" y="25"/>
                  </a:cubicBezTo>
                  <a:cubicBezTo>
                    <a:pt x="26" y="0"/>
                    <a:pt x="1" y="100"/>
                    <a:pt x="63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6" name="Google Shape;3396;p97"/>
            <p:cNvSpPr/>
            <p:nvPr/>
          </p:nvSpPr>
          <p:spPr>
            <a:xfrm>
              <a:off x="3799050" y="1384900"/>
              <a:ext cx="9400" cy="7525"/>
            </a:xfrm>
            <a:custGeom>
              <a:rect b="b" l="l" r="r" t="t"/>
              <a:pathLst>
                <a:path extrusionOk="0" h="301" w="376">
                  <a:moveTo>
                    <a:pt x="113" y="225"/>
                  </a:moveTo>
                  <a:cubicBezTo>
                    <a:pt x="163" y="188"/>
                    <a:pt x="238" y="213"/>
                    <a:pt x="276" y="263"/>
                  </a:cubicBezTo>
                  <a:cubicBezTo>
                    <a:pt x="301" y="300"/>
                    <a:pt x="376" y="263"/>
                    <a:pt x="351" y="213"/>
                  </a:cubicBezTo>
                  <a:cubicBezTo>
                    <a:pt x="301" y="63"/>
                    <a:pt x="126" y="0"/>
                    <a:pt x="38" y="163"/>
                  </a:cubicBezTo>
                  <a:cubicBezTo>
                    <a:pt x="1" y="213"/>
                    <a:pt x="76" y="263"/>
                    <a:pt x="113" y="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7" name="Google Shape;3397;p97"/>
            <p:cNvSpPr/>
            <p:nvPr/>
          </p:nvSpPr>
          <p:spPr>
            <a:xfrm>
              <a:off x="3806550" y="1390200"/>
              <a:ext cx="20025" cy="15650"/>
            </a:xfrm>
            <a:custGeom>
              <a:rect b="b" l="l" r="r" t="t"/>
              <a:pathLst>
                <a:path extrusionOk="0" h="626" w="801">
                  <a:moveTo>
                    <a:pt x="26" y="88"/>
                  </a:moveTo>
                  <a:cubicBezTo>
                    <a:pt x="188" y="338"/>
                    <a:pt x="450" y="626"/>
                    <a:pt x="763" y="563"/>
                  </a:cubicBezTo>
                  <a:cubicBezTo>
                    <a:pt x="800" y="551"/>
                    <a:pt x="800" y="488"/>
                    <a:pt x="763" y="476"/>
                  </a:cubicBezTo>
                  <a:cubicBezTo>
                    <a:pt x="488" y="413"/>
                    <a:pt x="250" y="263"/>
                    <a:pt x="101" y="38"/>
                  </a:cubicBezTo>
                  <a:cubicBezTo>
                    <a:pt x="63" y="1"/>
                    <a:pt x="1" y="51"/>
                    <a:pt x="26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8" name="Google Shape;3398;p97"/>
            <p:cNvSpPr/>
            <p:nvPr/>
          </p:nvSpPr>
          <p:spPr>
            <a:xfrm>
              <a:off x="3801875" y="1399900"/>
              <a:ext cx="24375" cy="10325"/>
            </a:xfrm>
            <a:custGeom>
              <a:rect b="b" l="l" r="r" t="t"/>
              <a:pathLst>
                <a:path extrusionOk="0" h="413" w="975">
                  <a:moveTo>
                    <a:pt x="862" y="125"/>
                  </a:moveTo>
                  <a:cubicBezTo>
                    <a:pt x="612" y="288"/>
                    <a:pt x="362" y="225"/>
                    <a:pt x="138" y="50"/>
                  </a:cubicBezTo>
                  <a:cubicBezTo>
                    <a:pt x="88" y="0"/>
                    <a:pt x="0" y="88"/>
                    <a:pt x="63" y="138"/>
                  </a:cubicBezTo>
                  <a:cubicBezTo>
                    <a:pt x="288" y="375"/>
                    <a:pt x="662" y="412"/>
                    <a:pt x="925" y="200"/>
                  </a:cubicBezTo>
                  <a:cubicBezTo>
                    <a:pt x="975" y="163"/>
                    <a:pt x="912" y="88"/>
                    <a:pt x="862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9" name="Google Shape;3399;p97"/>
            <p:cNvSpPr/>
            <p:nvPr/>
          </p:nvSpPr>
          <p:spPr>
            <a:xfrm>
              <a:off x="3791550" y="1399900"/>
              <a:ext cx="13475" cy="7825"/>
            </a:xfrm>
            <a:custGeom>
              <a:rect b="b" l="l" r="r" t="t"/>
              <a:pathLst>
                <a:path extrusionOk="0" h="313" w="539">
                  <a:moveTo>
                    <a:pt x="413" y="50"/>
                  </a:moveTo>
                  <a:cubicBezTo>
                    <a:pt x="313" y="138"/>
                    <a:pt x="188" y="200"/>
                    <a:pt x="63" y="213"/>
                  </a:cubicBezTo>
                  <a:cubicBezTo>
                    <a:pt x="1" y="213"/>
                    <a:pt x="26" y="300"/>
                    <a:pt x="76" y="300"/>
                  </a:cubicBezTo>
                  <a:cubicBezTo>
                    <a:pt x="238" y="313"/>
                    <a:pt x="388" y="250"/>
                    <a:pt x="501" y="138"/>
                  </a:cubicBezTo>
                  <a:cubicBezTo>
                    <a:pt x="538" y="75"/>
                    <a:pt x="476" y="0"/>
                    <a:pt x="413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0" name="Google Shape;3400;p97"/>
            <p:cNvSpPr/>
            <p:nvPr/>
          </p:nvSpPr>
          <p:spPr>
            <a:xfrm>
              <a:off x="3796550" y="1409275"/>
              <a:ext cx="14400" cy="12500"/>
            </a:xfrm>
            <a:custGeom>
              <a:rect b="b" l="l" r="r" t="t"/>
              <a:pathLst>
                <a:path extrusionOk="0" h="500" w="576">
                  <a:moveTo>
                    <a:pt x="301" y="25"/>
                  </a:moveTo>
                  <a:cubicBezTo>
                    <a:pt x="176" y="37"/>
                    <a:pt x="38" y="75"/>
                    <a:pt x="26" y="212"/>
                  </a:cubicBezTo>
                  <a:cubicBezTo>
                    <a:pt x="1" y="337"/>
                    <a:pt x="101" y="437"/>
                    <a:pt x="213" y="437"/>
                  </a:cubicBezTo>
                  <a:cubicBezTo>
                    <a:pt x="513" y="500"/>
                    <a:pt x="575" y="37"/>
                    <a:pt x="276" y="13"/>
                  </a:cubicBezTo>
                  <a:cubicBezTo>
                    <a:pt x="201" y="0"/>
                    <a:pt x="188" y="125"/>
                    <a:pt x="263" y="137"/>
                  </a:cubicBezTo>
                  <a:lnTo>
                    <a:pt x="301" y="150"/>
                  </a:lnTo>
                  <a:cubicBezTo>
                    <a:pt x="376" y="150"/>
                    <a:pt x="376" y="25"/>
                    <a:pt x="301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1" name="Google Shape;3401;p97"/>
            <p:cNvSpPr/>
            <p:nvPr/>
          </p:nvSpPr>
          <p:spPr>
            <a:xfrm>
              <a:off x="3796550" y="4276950"/>
              <a:ext cx="111875" cy="104375"/>
            </a:xfrm>
            <a:custGeom>
              <a:rect b="b" l="l" r="r" t="t"/>
              <a:pathLst>
                <a:path extrusionOk="0" h="4175" w="4475">
                  <a:moveTo>
                    <a:pt x="2675" y="3887"/>
                  </a:moveTo>
                  <a:cubicBezTo>
                    <a:pt x="1100" y="4074"/>
                    <a:pt x="1" y="2275"/>
                    <a:pt x="1150" y="1050"/>
                  </a:cubicBezTo>
                  <a:cubicBezTo>
                    <a:pt x="2025" y="113"/>
                    <a:pt x="3487" y="563"/>
                    <a:pt x="4399" y="1212"/>
                  </a:cubicBezTo>
                  <a:cubicBezTo>
                    <a:pt x="4424" y="1237"/>
                    <a:pt x="4474" y="1175"/>
                    <a:pt x="4437" y="1150"/>
                  </a:cubicBezTo>
                  <a:cubicBezTo>
                    <a:pt x="3425" y="213"/>
                    <a:pt x="1488" y="0"/>
                    <a:pt x="763" y="1375"/>
                  </a:cubicBezTo>
                  <a:cubicBezTo>
                    <a:pt x="51" y="2725"/>
                    <a:pt x="1225" y="4174"/>
                    <a:pt x="2675" y="3999"/>
                  </a:cubicBezTo>
                  <a:cubicBezTo>
                    <a:pt x="2737" y="3999"/>
                    <a:pt x="2737" y="3874"/>
                    <a:pt x="2675" y="38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2" name="Google Shape;3402;p97"/>
            <p:cNvSpPr/>
            <p:nvPr/>
          </p:nvSpPr>
          <p:spPr>
            <a:xfrm>
              <a:off x="3903400" y="4301950"/>
              <a:ext cx="263400" cy="146850"/>
            </a:xfrm>
            <a:custGeom>
              <a:rect b="b" l="l" r="r" t="t"/>
              <a:pathLst>
                <a:path extrusionOk="0" h="5874" w="10536">
                  <a:moveTo>
                    <a:pt x="26" y="75"/>
                  </a:moveTo>
                  <a:cubicBezTo>
                    <a:pt x="1338" y="1950"/>
                    <a:pt x="2537" y="4361"/>
                    <a:pt x="4862" y="5136"/>
                  </a:cubicBezTo>
                  <a:cubicBezTo>
                    <a:pt x="6586" y="5724"/>
                    <a:pt x="9073" y="5873"/>
                    <a:pt x="10510" y="4611"/>
                  </a:cubicBezTo>
                  <a:cubicBezTo>
                    <a:pt x="10535" y="4586"/>
                    <a:pt x="10510" y="4536"/>
                    <a:pt x="10473" y="4561"/>
                  </a:cubicBezTo>
                  <a:cubicBezTo>
                    <a:pt x="8848" y="5761"/>
                    <a:pt x="6074" y="5586"/>
                    <a:pt x="4324" y="4736"/>
                  </a:cubicBezTo>
                  <a:cubicBezTo>
                    <a:pt x="2412" y="3812"/>
                    <a:pt x="1300" y="1700"/>
                    <a:pt x="88" y="38"/>
                  </a:cubicBezTo>
                  <a:cubicBezTo>
                    <a:pt x="63" y="0"/>
                    <a:pt x="1" y="38"/>
                    <a:pt x="26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3" name="Google Shape;3403;p97"/>
            <p:cNvSpPr/>
            <p:nvPr/>
          </p:nvSpPr>
          <p:spPr>
            <a:xfrm>
              <a:off x="4099600" y="4324125"/>
              <a:ext cx="100300" cy="85000"/>
            </a:xfrm>
            <a:custGeom>
              <a:rect b="b" l="l" r="r" t="t"/>
              <a:pathLst>
                <a:path extrusionOk="0" h="3400" w="4012">
                  <a:moveTo>
                    <a:pt x="2925" y="3362"/>
                  </a:moveTo>
                  <a:cubicBezTo>
                    <a:pt x="3425" y="2500"/>
                    <a:pt x="3612" y="1312"/>
                    <a:pt x="2787" y="575"/>
                  </a:cubicBezTo>
                  <a:cubicBezTo>
                    <a:pt x="2312" y="150"/>
                    <a:pt x="1175" y="0"/>
                    <a:pt x="625" y="413"/>
                  </a:cubicBezTo>
                  <a:cubicBezTo>
                    <a:pt x="0" y="900"/>
                    <a:pt x="88" y="2050"/>
                    <a:pt x="813" y="2375"/>
                  </a:cubicBezTo>
                  <a:cubicBezTo>
                    <a:pt x="1263" y="2575"/>
                    <a:pt x="1775" y="2550"/>
                    <a:pt x="2187" y="2300"/>
                  </a:cubicBezTo>
                  <a:cubicBezTo>
                    <a:pt x="2837" y="1937"/>
                    <a:pt x="3237" y="975"/>
                    <a:pt x="3987" y="863"/>
                  </a:cubicBezTo>
                  <a:cubicBezTo>
                    <a:pt x="4012" y="863"/>
                    <a:pt x="3999" y="825"/>
                    <a:pt x="3987" y="825"/>
                  </a:cubicBezTo>
                  <a:cubicBezTo>
                    <a:pt x="3575" y="838"/>
                    <a:pt x="3337" y="1100"/>
                    <a:pt x="3062" y="1387"/>
                  </a:cubicBezTo>
                  <a:cubicBezTo>
                    <a:pt x="2787" y="1675"/>
                    <a:pt x="2500" y="2050"/>
                    <a:pt x="2137" y="2200"/>
                  </a:cubicBezTo>
                  <a:cubicBezTo>
                    <a:pt x="1275" y="2575"/>
                    <a:pt x="288" y="2325"/>
                    <a:pt x="425" y="1200"/>
                  </a:cubicBezTo>
                  <a:cubicBezTo>
                    <a:pt x="350" y="850"/>
                    <a:pt x="488" y="638"/>
                    <a:pt x="838" y="550"/>
                  </a:cubicBezTo>
                  <a:cubicBezTo>
                    <a:pt x="913" y="425"/>
                    <a:pt x="1050" y="338"/>
                    <a:pt x="1213" y="338"/>
                  </a:cubicBezTo>
                  <a:cubicBezTo>
                    <a:pt x="1275" y="338"/>
                    <a:pt x="1325" y="338"/>
                    <a:pt x="1388" y="338"/>
                  </a:cubicBezTo>
                  <a:cubicBezTo>
                    <a:pt x="1650" y="313"/>
                    <a:pt x="1900" y="325"/>
                    <a:pt x="2150" y="375"/>
                  </a:cubicBezTo>
                  <a:cubicBezTo>
                    <a:pt x="3525" y="713"/>
                    <a:pt x="3387" y="2375"/>
                    <a:pt x="2850" y="3312"/>
                  </a:cubicBezTo>
                  <a:cubicBezTo>
                    <a:pt x="2825" y="3362"/>
                    <a:pt x="2900" y="3399"/>
                    <a:pt x="2925" y="33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4" name="Google Shape;3404;p97"/>
            <p:cNvSpPr/>
            <p:nvPr/>
          </p:nvSpPr>
          <p:spPr>
            <a:xfrm>
              <a:off x="4206450" y="4341000"/>
              <a:ext cx="55325" cy="13450"/>
            </a:xfrm>
            <a:custGeom>
              <a:rect b="b" l="l" r="r" t="t"/>
              <a:pathLst>
                <a:path extrusionOk="0" h="538" w="2213">
                  <a:moveTo>
                    <a:pt x="50" y="150"/>
                  </a:moveTo>
                  <a:cubicBezTo>
                    <a:pt x="838" y="75"/>
                    <a:pt x="1437" y="300"/>
                    <a:pt x="2162" y="525"/>
                  </a:cubicBezTo>
                  <a:cubicBezTo>
                    <a:pt x="2200" y="537"/>
                    <a:pt x="2212" y="488"/>
                    <a:pt x="2187" y="475"/>
                  </a:cubicBezTo>
                  <a:cubicBezTo>
                    <a:pt x="1600" y="50"/>
                    <a:pt x="750" y="0"/>
                    <a:pt x="50" y="75"/>
                  </a:cubicBezTo>
                  <a:cubicBezTo>
                    <a:pt x="0" y="75"/>
                    <a:pt x="0" y="150"/>
                    <a:pt x="50" y="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5" name="Google Shape;3405;p97"/>
            <p:cNvSpPr/>
            <p:nvPr/>
          </p:nvSpPr>
          <p:spPr>
            <a:xfrm>
              <a:off x="3933700" y="4288500"/>
              <a:ext cx="82500" cy="96575"/>
            </a:xfrm>
            <a:custGeom>
              <a:rect b="b" l="l" r="r" t="t"/>
              <a:pathLst>
                <a:path extrusionOk="0" h="3863" w="3300">
                  <a:moveTo>
                    <a:pt x="1100" y="3787"/>
                  </a:moveTo>
                  <a:cubicBezTo>
                    <a:pt x="576" y="3125"/>
                    <a:pt x="113" y="2300"/>
                    <a:pt x="363" y="1413"/>
                  </a:cubicBezTo>
                  <a:cubicBezTo>
                    <a:pt x="501" y="950"/>
                    <a:pt x="813" y="563"/>
                    <a:pt x="1250" y="363"/>
                  </a:cubicBezTo>
                  <a:cubicBezTo>
                    <a:pt x="1525" y="201"/>
                    <a:pt x="1838" y="126"/>
                    <a:pt x="2163" y="126"/>
                  </a:cubicBezTo>
                  <a:cubicBezTo>
                    <a:pt x="2887" y="138"/>
                    <a:pt x="3037" y="563"/>
                    <a:pt x="2613" y="1388"/>
                  </a:cubicBezTo>
                  <a:cubicBezTo>
                    <a:pt x="2588" y="1350"/>
                    <a:pt x="2513" y="1388"/>
                    <a:pt x="2550" y="1438"/>
                  </a:cubicBezTo>
                  <a:cubicBezTo>
                    <a:pt x="2837" y="1800"/>
                    <a:pt x="3175" y="1388"/>
                    <a:pt x="3212" y="1050"/>
                  </a:cubicBezTo>
                  <a:cubicBezTo>
                    <a:pt x="3300" y="376"/>
                    <a:pt x="2625" y="1"/>
                    <a:pt x="2038" y="26"/>
                  </a:cubicBezTo>
                  <a:cubicBezTo>
                    <a:pt x="1250" y="51"/>
                    <a:pt x="463" y="601"/>
                    <a:pt x="251" y="1388"/>
                  </a:cubicBezTo>
                  <a:cubicBezTo>
                    <a:pt x="1" y="2300"/>
                    <a:pt x="476" y="3162"/>
                    <a:pt x="1063" y="3837"/>
                  </a:cubicBezTo>
                  <a:cubicBezTo>
                    <a:pt x="1088" y="3862"/>
                    <a:pt x="1125" y="3825"/>
                    <a:pt x="1100" y="37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6" name="Google Shape;3406;p97"/>
            <p:cNvSpPr/>
            <p:nvPr/>
          </p:nvSpPr>
          <p:spPr>
            <a:xfrm>
              <a:off x="3920575" y="4246025"/>
              <a:ext cx="22850" cy="110925"/>
            </a:xfrm>
            <a:custGeom>
              <a:rect b="b" l="l" r="r" t="t"/>
              <a:pathLst>
                <a:path extrusionOk="0" h="4437" w="914">
                  <a:moveTo>
                    <a:pt x="876" y="4324"/>
                  </a:moveTo>
                  <a:cubicBezTo>
                    <a:pt x="26" y="3324"/>
                    <a:pt x="1" y="1187"/>
                    <a:pt x="588" y="63"/>
                  </a:cubicBezTo>
                  <a:cubicBezTo>
                    <a:pt x="588" y="25"/>
                    <a:pt x="551" y="0"/>
                    <a:pt x="526" y="25"/>
                  </a:cubicBezTo>
                  <a:cubicBezTo>
                    <a:pt x="1" y="712"/>
                    <a:pt x="88" y="1712"/>
                    <a:pt x="176" y="2512"/>
                  </a:cubicBezTo>
                  <a:cubicBezTo>
                    <a:pt x="251" y="3187"/>
                    <a:pt x="363" y="3862"/>
                    <a:pt x="826" y="4386"/>
                  </a:cubicBezTo>
                  <a:cubicBezTo>
                    <a:pt x="851" y="4436"/>
                    <a:pt x="913" y="4374"/>
                    <a:pt x="876" y="43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7" name="Google Shape;3407;p97"/>
            <p:cNvSpPr/>
            <p:nvPr/>
          </p:nvSpPr>
          <p:spPr>
            <a:xfrm>
              <a:off x="3930900" y="4234450"/>
              <a:ext cx="12200" cy="12225"/>
            </a:xfrm>
            <a:custGeom>
              <a:rect b="b" l="l" r="r" t="t"/>
              <a:pathLst>
                <a:path extrusionOk="0" h="489" w="488">
                  <a:moveTo>
                    <a:pt x="138" y="451"/>
                  </a:moveTo>
                  <a:cubicBezTo>
                    <a:pt x="225" y="488"/>
                    <a:pt x="325" y="476"/>
                    <a:pt x="400" y="401"/>
                  </a:cubicBezTo>
                  <a:cubicBezTo>
                    <a:pt x="463" y="338"/>
                    <a:pt x="488" y="251"/>
                    <a:pt x="463" y="163"/>
                  </a:cubicBezTo>
                  <a:cubicBezTo>
                    <a:pt x="463" y="126"/>
                    <a:pt x="450" y="101"/>
                    <a:pt x="425" y="76"/>
                  </a:cubicBezTo>
                  <a:cubicBezTo>
                    <a:pt x="400" y="51"/>
                    <a:pt x="363" y="26"/>
                    <a:pt x="325" y="26"/>
                  </a:cubicBezTo>
                  <a:cubicBezTo>
                    <a:pt x="200" y="1"/>
                    <a:pt x="75" y="76"/>
                    <a:pt x="25" y="188"/>
                  </a:cubicBezTo>
                  <a:cubicBezTo>
                    <a:pt x="0" y="313"/>
                    <a:pt x="113" y="438"/>
                    <a:pt x="238" y="4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8" name="Google Shape;3408;p97"/>
            <p:cNvSpPr/>
            <p:nvPr/>
          </p:nvSpPr>
          <p:spPr>
            <a:xfrm>
              <a:off x="3926825" y="4232575"/>
              <a:ext cx="18475" cy="15975"/>
            </a:xfrm>
            <a:custGeom>
              <a:rect b="b" l="l" r="r" t="t"/>
              <a:pathLst>
                <a:path extrusionOk="0" h="639" w="739">
                  <a:moveTo>
                    <a:pt x="276" y="588"/>
                  </a:moveTo>
                  <a:cubicBezTo>
                    <a:pt x="451" y="638"/>
                    <a:pt x="626" y="551"/>
                    <a:pt x="676" y="376"/>
                  </a:cubicBezTo>
                  <a:cubicBezTo>
                    <a:pt x="738" y="238"/>
                    <a:pt x="651" y="76"/>
                    <a:pt x="488" y="51"/>
                  </a:cubicBezTo>
                  <a:cubicBezTo>
                    <a:pt x="88" y="1"/>
                    <a:pt x="1" y="563"/>
                    <a:pt x="401" y="563"/>
                  </a:cubicBezTo>
                  <a:cubicBezTo>
                    <a:pt x="451" y="563"/>
                    <a:pt x="463" y="488"/>
                    <a:pt x="413" y="476"/>
                  </a:cubicBezTo>
                  <a:cubicBezTo>
                    <a:pt x="301" y="151"/>
                    <a:pt x="313" y="76"/>
                    <a:pt x="476" y="263"/>
                  </a:cubicBezTo>
                  <a:cubicBezTo>
                    <a:pt x="651" y="363"/>
                    <a:pt x="588" y="438"/>
                    <a:pt x="313" y="463"/>
                  </a:cubicBezTo>
                  <a:cubicBezTo>
                    <a:pt x="238" y="438"/>
                    <a:pt x="201" y="563"/>
                    <a:pt x="276" y="5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9" name="Google Shape;3409;p97"/>
            <p:cNvSpPr/>
            <p:nvPr/>
          </p:nvSpPr>
          <p:spPr>
            <a:xfrm>
              <a:off x="4169275" y="4411600"/>
              <a:ext cx="2825" cy="3150"/>
            </a:xfrm>
            <a:custGeom>
              <a:rect b="b" l="l" r="r" t="t"/>
              <a:pathLst>
                <a:path extrusionOk="0" h="126" w="113">
                  <a:moveTo>
                    <a:pt x="88" y="63"/>
                  </a:moveTo>
                  <a:cubicBezTo>
                    <a:pt x="88" y="50"/>
                    <a:pt x="88" y="38"/>
                    <a:pt x="88" y="25"/>
                  </a:cubicBezTo>
                  <a:cubicBezTo>
                    <a:pt x="75" y="0"/>
                    <a:pt x="38" y="0"/>
                    <a:pt x="25" y="25"/>
                  </a:cubicBezTo>
                  <a:lnTo>
                    <a:pt x="13" y="63"/>
                  </a:lnTo>
                  <a:cubicBezTo>
                    <a:pt x="0" y="125"/>
                    <a:pt x="113" y="125"/>
                    <a:pt x="88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0" name="Google Shape;3410;p97"/>
            <p:cNvSpPr/>
            <p:nvPr/>
          </p:nvSpPr>
          <p:spPr>
            <a:xfrm>
              <a:off x="4259250" y="4353500"/>
              <a:ext cx="41875" cy="17825"/>
            </a:xfrm>
            <a:custGeom>
              <a:rect b="b" l="l" r="r" t="t"/>
              <a:pathLst>
                <a:path extrusionOk="0" h="713" w="1675">
                  <a:moveTo>
                    <a:pt x="25" y="100"/>
                  </a:moveTo>
                  <a:cubicBezTo>
                    <a:pt x="213" y="625"/>
                    <a:pt x="1175" y="712"/>
                    <a:pt x="1625" y="562"/>
                  </a:cubicBezTo>
                  <a:cubicBezTo>
                    <a:pt x="1675" y="550"/>
                    <a:pt x="1675" y="462"/>
                    <a:pt x="1612" y="462"/>
                  </a:cubicBezTo>
                  <a:cubicBezTo>
                    <a:pt x="1375" y="512"/>
                    <a:pt x="1125" y="512"/>
                    <a:pt x="875" y="475"/>
                  </a:cubicBezTo>
                  <a:cubicBezTo>
                    <a:pt x="650" y="425"/>
                    <a:pt x="225" y="325"/>
                    <a:pt x="125" y="62"/>
                  </a:cubicBezTo>
                  <a:cubicBezTo>
                    <a:pt x="100" y="0"/>
                    <a:pt x="0" y="25"/>
                    <a:pt x="25" y="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1" name="Google Shape;3411;p97"/>
            <p:cNvSpPr/>
            <p:nvPr/>
          </p:nvSpPr>
          <p:spPr>
            <a:xfrm>
              <a:off x="4259250" y="4349125"/>
              <a:ext cx="42200" cy="19700"/>
            </a:xfrm>
            <a:custGeom>
              <a:rect b="b" l="l" r="r" t="t"/>
              <a:pathLst>
                <a:path extrusionOk="0" h="788" w="1688">
                  <a:moveTo>
                    <a:pt x="1650" y="675"/>
                  </a:moveTo>
                  <a:cubicBezTo>
                    <a:pt x="1287" y="312"/>
                    <a:pt x="575" y="0"/>
                    <a:pt x="63" y="138"/>
                  </a:cubicBezTo>
                  <a:cubicBezTo>
                    <a:pt x="0" y="163"/>
                    <a:pt x="25" y="237"/>
                    <a:pt x="88" y="237"/>
                  </a:cubicBezTo>
                  <a:cubicBezTo>
                    <a:pt x="638" y="175"/>
                    <a:pt x="1175" y="362"/>
                    <a:pt x="1587" y="737"/>
                  </a:cubicBezTo>
                  <a:cubicBezTo>
                    <a:pt x="1625" y="787"/>
                    <a:pt x="1687" y="712"/>
                    <a:pt x="1650" y="6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2" name="Google Shape;3412;p97"/>
            <p:cNvSpPr/>
            <p:nvPr/>
          </p:nvSpPr>
          <p:spPr>
            <a:xfrm>
              <a:off x="4198950" y="4314750"/>
              <a:ext cx="33150" cy="30025"/>
            </a:xfrm>
            <a:custGeom>
              <a:rect b="b" l="l" r="r" t="t"/>
              <a:pathLst>
                <a:path extrusionOk="0" h="1201" w="1326">
                  <a:moveTo>
                    <a:pt x="50" y="1188"/>
                  </a:moveTo>
                  <a:cubicBezTo>
                    <a:pt x="400" y="1200"/>
                    <a:pt x="663" y="1025"/>
                    <a:pt x="925" y="825"/>
                  </a:cubicBezTo>
                  <a:cubicBezTo>
                    <a:pt x="1175" y="638"/>
                    <a:pt x="1325" y="363"/>
                    <a:pt x="1325" y="50"/>
                  </a:cubicBezTo>
                  <a:cubicBezTo>
                    <a:pt x="1325" y="13"/>
                    <a:pt x="1263" y="0"/>
                    <a:pt x="1250" y="38"/>
                  </a:cubicBezTo>
                  <a:cubicBezTo>
                    <a:pt x="1238" y="325"/>
                    <a:pt x="1088" y="588"/>
                    <a:pt x="863" y="763"/>
                  </a:cubicBezTo>
                  <a:cubicBezTo>
                    <a:pt x="625" y="950"/>
                    <a:pt x="375" y="1125"/>
                    <a:pt x="50" y="1113"/>
                  </a:cubicBezTo>
                  <a:cubicBezTo>
                    <a:pt x="0" y="1113"/>
                    <a:pt x="0" y="1188"/>
                    <a:pt x="50" y="1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3" name="Google Shape;3413;p97"/>
            <p:cNvSpPr/>
            <p:nvPr/>
          </p:nvSpPr>
          <p:spPr>
            <a:xfrm>
              <a:off x="4199575" y="4315050"/>
              <a:ext cx="33150" cy="29100"/>
            </a:xfrm>
            <a:custGeom>
              <a:rect b="b" l="l" r="r" t="t"/>
              <a:pathLst>
                <a:path extrusionOk="0" h="1164" w="1326">
                  <a:moveTo>
                    <a:pt x="1250" y="1"/>
                  </a:moveTo>
                  <a:cubicBezTo>
                    <a:pt x="700" y="88"/>
                    <a:pt x="113" y="488"/>
                    <a:pt x="0" y="1076"/>
                  </a:cubicBezTo>
                  <a:cubicBezTo>
                    <a:pt x="0" y="1138"/>
                    <a:pt x="75" y="1163"/>
                    <a:pt x="113" y="1113"/>
                  </a:cubicBezTo>
                  <a:cubicBezTo>
                    <a:pt x="250" y="876"/>
                    <a:pt x="300" y="651"/>
                    <a:pt x="538" y="463"/>
                  </a:cubicBezTo>
                  <a:cubicBezTo>
                    <a:pt x="763" y="288"/>
                    <a:pt x="1013" y="163"/>
                    <a:pt x="1275" y="76"/>
                  </a:cubicBezTo>
                  <a:cubicBezTo>
                    <a:pt x="1325" y="63"/>
                    <a:pt x="1300" y="1"/>
                    <a:pt x="12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4" name="Google Shape;3414;p97"/>
            <p:cNvSpPr/>
            <p:nvPr/>
          </p:nvSpPr>
          <p:spPr>
            <a:xfrm>
              <a:off x="3891225" y="4250400"/>
              <a:ext cx="38450" cy="86550"/>
            </a:xfrm>
            <a:custGeom>
              <a:rect b="b" l="l" r="r" t="t"/>
              <a:pathLst>
                <a:path extrusionOk="0" h="3462" w="1538">
                  <a:moveTo>
                    <a:pt x="1512" y="3387"/>
                  </a:moveTo>
                  <a:cubicBezTo>
                    <a:pt x="800" y="2399"/>
                    <a:pt x="325" y="1262"/>
                    <a:pt x="100" y="63"/>
                  </a:cubicBezTo>
                  <a:cubicBezTo>
                    <a:pt x="88" y="0"/>
                    <a:pt x="0" y="25"/>
                    <a:pt x="13" y="88"/>
                  </a:cubicBezTo>
                  <a:cubicBezTo>
                    <a:pt x="225" y="1300"/>
                    <a:pt x="712" y="2437"/>
                    <a:pt x="1450" y="3424"/>
                  </a:cubicBezTo>
                  <a:cubicBezTo>
                    <a:pt x="1475" y="3462"/>
                    <a:pt x="1537" y="3424"/>
                    <a:pt x="1512" y="33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5" name="Google Shape;3415;p97"/>
            <p:cNvSpPr/>
            <p:nvPr/>
          </p:nvSpPr>
          <p:spPr>
            <a:xfrm>
              <a:off x="3880900" y="4236650"/>
              <a:ext cx="17850" cy="16275"/>
            </a:xfrm>
            <a:custGeom>
              <a:rect b="b" l="l" r="r" t="t"/>
              <a:pathLst>
                <a:path extrusionOk="0" h="651" w="714">
                  <a:moveTo>
                    <a:pt x="526" y="563"/>
                  </a:moveTo>
                  <a:cubicBezTo>
                    <a:pt x="713" y="350"/>
                    <a:pt x="488" y="0"/>
                    <a:pt x="238" y="200"/>
                  </a:cubicBezTo>
                  <a:cubicBezTo>
                    <a:pt x="1" y="400"/>
                    <a:pt x="338" y="650"/>
                    <a:pt x="551" y="550"/>
                  </a:cubicBezTo>
                  <a:cubicBezTo>
                    <a:pt x="588" y="538"/>
                    <a:pt x="576" y="475"/>
                    <a:pt x="538" y="475"/>
                  </a:cubicBezTo>
                  <a:cubicBezTo>
                    <a:pt x="501" y="475"/>
                    <a:pt x="463" y="475"/>
                    <a:pt x="426" y="475"/>
                  </a:cubicBezTo>
                  <a:cubicBezTo>
                    <a:pt x="338" y="463"/>
                    <a:pt x="351" y="475"/>
                    <a:pt x="463" y="500"/>
                  </a:cubicBezTo>
                  <a:cubicBezTo>
                    <a:pt x="426" y="538"/>
                    <a:pt x="488" y="600"/>
                    <a:pt x="526" y="5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6" name="Google Shape;3416;p97"/>
            <p:cNvSpPr/>
            <p:nvPr/>
          </p:nvSpPr>
          <p:spPr>
            <a:xfrm>
              <a:off x="3936525" y="4266325"/>
              <a:ext cx="30625" cy="82200"/>
            </a:xfrm>
            <a:custGeom>
              <a:rect b="b" l="l" r="r" t="t"/>
              <a:pathLst>
                <a:path extrusionOk="0" h="3288" w="1225">
                  <a:moveTo>
                    <a:pt x="225" y="3225"/>
                  </a:moveTo>
                  <a:cubicBezTo>
                    <a:pt x="88" y="2012"/>
                    <a:pt x="413" y="1013"/>
                    <a:pt x="1200" y="75"/>
                  </a:cubicBezTo>
                  <a:cubicBezTo>
                    <a:pt x="1225" y="50"/>
                    <a:pt x="1175" y="0"/>
                    <a:pt x="1150" y="38"/>
                  </a:cubicBezTo>
                  <a:cubicBezTo>
                    <a:pt x="213" y="763"/>
                    <a:pt x="0" y="2125"/>
                    <a:pt x="125" y="3225"/>
                  </a:cubicBezTo>
                  <a:cubicBezTo>
                    <a:pt x="138" y="3287"/>
                    <a:pt x="225" y="3287"/>
                    <a:pt x="225" y="3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7" name="Google Shape;3417;p97"/>
            <p:cNvSpPr/>
            <p:nvPr/>
          </p:nvSpPr>
          <p:spPr>
            <a:xfrm>
              <a:off x="3963700" y="4258200"/>
              <a:ext cx="13450" cy="13775"/>
            </a:xfrm>
            <a:custGeom>
              <a:rect b="b" l="l" r="r" t="t"/>
              <a:pathLst>
                <a:path extrusionOk="0" h="551" w="538">
                  <a:moveTo>
                    <a:pt x="475" y="288"/>
                  </a:moveTo>
                  <a:cubicBezTo>
                    <a:pt x="538" y="38"/>
                    <a:pt x="13" y="1"/>
                    <a:pt x="25" y="263"/>
                  </a:cubicBezTo>
                  <a:cubicBezTo>
                    <a:pt x="0" y="550"/>
                    <a:pt x="425" y="525"/>
                    <a:pt x="425" y="238"/>
                  </a:cubicBezTo>
                  <a:cubicBezTo>
                    <a:pt x="425" y="200"/>
                    <a:pt x="375" y="188"/>
                    <a:pt x="363" y="225"/>
                  </a:cubicBezTo>
                  <a:cubicBezTo>
                    <a:pt x="300" y="275"/>
                    <a:pt x="313" y="300"/>
                    <a:pt x="413" y="300"/>
                  </a:cubicBezTo>
                  <a:cubicBezTo>
                    <a:pt x="413" y="338"/>
                    <a:pt x="475" y="338"/>
                    <a:pt x="475" y="3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8" name="Google Shape;3418;p97"/>
            <p:cNvSpPr/>
            <p:nvPr/>
          </p:nvSpPr>
          <p:spPr>
            <a:xfrm>
              <a:off x="4139900" y="4371600"/>
              <a:ext cx="237775" cy="60325"/>
            </a:xfrm>
            <a:custGeom>
              <a:rect b="b" l="l" r="r" t="t"/>
              <a:pathLst>
                <a:path extrusionOk="0" h="2413" w="9511">
                  <a:moveTo>
                    <a:pt x="63" y="2400"/>
                  </a:moveTo>
                  <a:cubicBezTo>
                    <a:pt x="3375" y="1151"/>
                    <a:pt x="6061" y="1"/>
                    <a:pt x="9386" y="2038"/>
                  </a:cubicBezTo>
                  <a:cubicBezTo>
                    <a:pt x="9448" y="2075"/>
                    <a:pt x="9511" y="1975"/>
                    <a:pt x="9448" y="1938"/>
                  </a:cubicBezTo>
                  <a:cubicBezTo>
                    <a:pt x="8023" y="988"/>
                    <a:pt x="6761" y="588"/>
                    <a:pt x="5049" y="751"/>
                  </a:cubicBezTo>
                  <a:cubicBezTo>
                    <a:pt x="3125" y="938"/>
                    <a:pt x="1825" y="1650"/>
                    <a:pt x="38" y="2338"/>
                  </a:cubicBezTo>
                  <a:cubicBezTo>
                    <a:pt x="1" y="2350"/>
                    <a:pt x="26" y="2413"/>
                    <a:pt x="63" y="24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9" name="Google Shape;3419;p97"/>
            <p:cNvSpPr/>
            <p:nvPr/>
          </p:nvSpPr>
          <p:spPr>
            <a:xfrm>
              <a:off x="3860600" y="4327550"/>
              <a:ext cx="31900" cy="49700"/>
            </a:xfrm>
            <a:custGeom>
              <a:rect b="b" l="l" r="r" t="t"/>
              <a:pathLst>
                <a:path extrusionOk="0" h="1988" w="1276">
                  <a:moveTo>
                    <a:pt x="63" y="1975"/>
                  </a:moveTo>
                  <a:cubicBezTo>
                    <a:pt x="625" y="1875"/>
                    <a:pt x="1163" y="1538"/>
                    <a:pt x="1225" y="926"/>
                  </a:cubicBezTo>
                  <a:cubicBezTo>
                    <a:pt x="1275" y="438"/>
                    <a:pt x="900" y="13"/>
                    <a:pt x="413" y="1"/>
                  </a:cubicBezTo>
                  <a:cubicBezTo>
                    <a:pt x="338" y="1"/>
                    <a:pt x="338" y="113"/>
                    <a:pt x="413" y="113"/>
                  </a:cubicBezTo>
                  <a:cubicBezTo>
                    <a:pt x="988" y="138"/>
                    <a:pt x="1263" y="713"/>
                    <a:pt x="1038" y="1213"/>
                  </a:cubicBezTo>
                  <a:cubicBezTo>
                    <a:pt x="850" y="1613"/>
                    <a:pt x="463" y="1825"/>
                    <a:pt x="38" y="1913"/>
                  </a:cubicBezTo>
                  <a:cubicBezTo>
                    <a:pt x="0" y="1925"/>
                    <a:pt x="25" y="1988"/>
                    <a:pt x="63" y="19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0" name="Google Shape;3420;p97"/>
            <p:cNvSpPr/>
            <p:nvPr/>
          </p:nvSpPr>
          <p:spPr>
            <a:xfrm>
              <a:off x="4075225" y="4370975"/>
              <a:ext cx="62825" cy="31575"/>
            </a:xfrm>
            <a:custGeom>
              <a:rect b="b" l="l" r="r" t="t"/>
              <a:pathLst>
                <a:path extrusionOk="0" h="1263" w="2513">
                  <a:moveTo>
                    <a:pt x="2450" y="526"/>
                  </a:moveTo>
                  <a:cubicBezTo>
                    <a:pt x="1825" y="551"/>
                    <a:pt x="1338" y="1"/>
                    <a:pt x="701" y="213"/>
                  </a:cubicBezTo>
                  <a:cubicBezTo>
                    <a:pt x="276" y="363"/>
                    <a:pt x="1" y="763"/>
                    <a:pt x="26" y="1213"/>
                  </a:cubicBezTo>
                  <a:cubicBezTo>
                    <a:pt x="26" y="1250"/>
                    <a:pt x="88" y="1263"/>
                    <a:pt x="88" y="1213"/>
                  </a:cubicBezTo>
                  <a:cubicBezTo>
                    <a:pt x="201" y="426"/>
                    <a:pt x="888" y="126"/>
                    <a:pt x="1588" y="413"/>
                  </a:cubicBezTo>
                  <a:cubicBezTo>
                    <a:pt x="1850" y="551"/>
                    <a:pt x="2150" y="626"/>
                    <a:pt x="2450" y="613"/>
                  </a:cubicBezTo>
                  <a:cubicBezTo>
                    <a:pt x="2513" y="613"/>
                    <a:pt x="2513" y="526"/>
                    <a:pt x="2450" y="5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1" name="Google Shape;3421;p97"/>
            <p:cNvSpPr/>
            <p:nvPr/>
          </p:nvSpPr>
          <p:spPr>
            <a:xfrm>
              <a:off x="4073975" y="4396300"/>
              <a:ext cx="30950" cy="21575"/>
            </a:xfrm>
            <a:custGeom>
              <a:rect b="b" l="l" r="r" t="t"/>
              <a:pathLst>
                <a:path extrusionOk="0" h="863" w="1238">
                  <a:moveTo>
                    <a:pt x="113" y="50"/>
                  </a:moveTo>
                  <a:cubicBezTo>
                    <a:pt x="1" y="337"/>
                    <a:pt x="176" y="587"/>
                    <a:pt x="451" y="700"/>
                  </a:cubicBezTo>
                  <a:cubicBezTo>
                    <a:pt x="676" y="787"/>
                    <a:pt x="1075" y="862"/>
                    <a:pt x="1225" y="612"/>
                  </a:cubicBezTo>
                  <a:cubicBezTo>
                    <a:pt x="1238" y="587"/>
                    <a:pt x="1200" y="550"/>
                    <a:pt x="1175" y="575"/>
                  </a:cubicBezTo>
                  <a:cubicBezTo>
                    <a:pt x="851" y="825"/>
                    <a:pt x="1" y="587"/>
                    <a:pt x="188" y="63"/>
                  </a:cubicBezTo>
                  <a:cubicBezTo>
                    <a:pt x="201" y="25"/>
                    <a:pt x="138" y="0"/>
                    <a:pt x="113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2" name="Google Shape;3422;p97"/>
            <p:cNvSpPr/>
            <p:nvPr/>
          </p:nvSpPr>
          <p:spPr>
            <a:xfrm>
              <a:off x="3834050" y="4258825"/>
              <a:ext cx="81250" cy="56250"/>
            </a:xfrm>
            <a:custGeom>
              <a:rect b="b" l="l" r="r" t="t"/>
              <a:pathLst>
                <a:path extrusionOk="0" h="2250" w="3250">
                  <a:moveTo>
                    <a:pt x="3224" y="2162"/>
                  </a:moveTo>
                  <a:cubicBezTo>
                    <a:pt x="2437" y="1200"/>
                    <a:pt x="1462" y="0"/>
                    <a:pt x="63" y="288"/>
                  </a:cubicBezTo>
                  <a:cubicBezTo>
                    <a:pt x="0" y="300"/>
                    <a:pt x="25" y="375"/>
                    <a:pt x="88" y="375"/>
                  </a:cubicBezTo>
                  <a:cubicBezTo>
                    <a:pt x="1475" y="188"/>
                    <a:pt x="2362" y="1263"/>
                    <a:pt x="3162" y="2200"/>
                  </a:cubicBezTo>
                  <a:cubicBezTo>
                    <a:pt x="3199" y="2250"/>
                    <a:pt x="3249" y="2187"/>
                    <a:pt x="3224" y="2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3" name="Google Shape;3423;p97"/>
            <p:cNvSpPr/>
            <p:nvPr/>
          </p:nvSpPr>
          <p:spPr>
            <a:xfrm>
              <a:off x="4063350" y="4351000"/>
              <a:ext cx="31275" cy="15325"/>
            </a:xfrm>
            <a:custGeom>
              <a:rect b="b" l="l" r="r" t="t"/>
              <a:pathLst>
                <a:path extrusionOk="0" h="613" w="1251">
                  <a:moveTo>
                    <a:pt x="1188" y="500"/>
                  </a:moveTo>
                  <a:cubicBezTo>
                    <a:pt x="776" y="487"/>
                    <a:pt x="401" y="312"/>
                    <a:pt x="113" y="38"/>
                  </a:cubicBezTo>
                  <a:cubicBezTo>
                    <a:pt x="63" y="0"/>
                    <a:pt x="1" y="38"/>
                    <a:pt x="38" y="88"/>
                  </a:cubicBezTo>
                  <a:cubicBezTo>
                    <a:pt x="163" y="250"/>
                    <a:pt x="338" y="375"/>
                    <a:pt x="538" y="450"/>
                  </a:cubicBezTo>
                  <a:cubicBezTo>
                    <a:pt x="738" y="562"/>
                    <a:pt x="963" y="612"/>
                    <a:pt x="1188" y="587"/>
                  </a:cubicBezTo>
                  <a:cubicBezTo>
                    <a:pt x="1238" y="587"/>
                    <a:pt x="1251" y="500"/>
                    <a:pt x="1188" y="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4" name="Google Shape;3424;p97"/>
            <p:cNvSpPr/>
            <p:nvPr/>
          </p:nvSpPr>
          <p:spPr>
            <a:xfrm>
              <a:off x="4063350" y="4344750"/>
              <a:ext cx="34075" cy="21875"/>
            </a:xfrm>
            <a:custGeom>
              <a:rect b="b" l="l" r="r" t="t"/>
              <a:pathLst>
                <a:path extrusionOk="0" h="875" w="1363">
                  <a:moveTo>
                    <a:pt x="101" y="325"/>
                  </a:moveTo>
                  <a:cubicBezTo>
                    <a:pt x="538" y="125"/>
                    <a:pt x="1051" y="412"/>
                    <a:pt x="1251" y="825"/>
                  </a:cubicBezTo>
                  <a:cubicBezTo>
                    <a:pt x="1276" y="875"/>
                    <a:pt x="1363" y="837"/>
                    <a:pt x="1350" y="787"/>
                  </a:cubicBezTo>
                  <a:cubicBezTo>
                    <a:pt x="1138" y="300"/>
                    <a:pt x="538" y="0"/>
                    <a:pt x="51" y="250"/>
                  </a:cubicBezTo>
                  <a:cubicBezTo>
                    <a:pt x="1" y="275"/>
                    <a:pt x="51" y="350"/>
                    <a:pt x="101" y="3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5" name="Google Shape;3425;p97"/>
            <p:cNvSpPr/>
            <p:nvPr/>
          </p:nvSpPr>
          <p:spPr>
            <a:xfrm>
              <a:off x="4299550" y="4347550"/>
              <a:ext cx="132475" cy="60000"/>
            </a:xfrm>
            <a:custGeom>
              <a:rect b="b" l="l" r="r" t="t"/>
              <a:pathLst>
                <a:path extrusionOk="0" h="2400" w="5299">
                  <a:moveTo>
                    <a:pt x="50" y="1825"/>
                  </a:moveTo>
                  <a:cubicBezTo>
                    <a:pt x="1650" y="2138"/>
                    <a:pt x="5074" y="2400"/>
                    <a:pt x="5299" y="51"/>
                  </a:cubicBezTo>
                  <a:cubicBezTo>
                    <a:pt x="5299" y="1"/>
                    <a:pt x="5224" y="13"/>
                    <a:pt x="5224" y="51"/>
                  </a:cubicBezTo>
                  <a:cubicBezTo>
                    <a:pt x="4924" y="2337"/>
                    <a:pt x="1612" y="2038"/>
                    <a:pt x="63" y="1750"/>
                  </a:cubicBezTo>
                  <a:cubicBezTo>
                    <a:pt x="25" y="1738"/>
                    <a:pt x="0" y="1813"/>
                    <a:pt x="50" y="18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6" name="Google Shape;3426;p97"/>
            <p:cNvSpPr/>
            <p:nvPr/>
          </p:nvSpPr>
          <p:spPr>
            <a:xfrm>
              <a:off x="4363900" y="4310050"/>
              <a:ext cx="61575" cy="65325"/>
            </a:xfrm>
            <a:custGeom>
              <a:rect b="b" l="l" r="r" t="t"/>
              <a:pathLst>
                <a:path extrusionOk="0" h="2613" w="2463">
                  <a:moveTo>
                    <a:pt x="1500" y="2588"/>
                  </a:moveTo>
                  <a:cubicBezTo>
                    <a:pt x="2175" y="2263"/>
                    <a:pt x="2463" y="1426"/>
                    <a:pt x="2013" y="788"/>
                  </a:cubicBezTo>
                  <a:cubicBezTo>
                    <a:pt x="1600" y="201"/>
                    <a:pt x="538" y="1"/>
                    <a:pt x="38" y="588"/>
                  </a:cubicBezTo>
                  <a:cubicBezTo>
                    <a:pt x="1" y="638"/>
                    <a:pt x="63" y="713"/>
                    <a:pt x="113" y="663"/>
                  </a:cubicBezTo>
                  <a:cubicBezTo>
                    <a:pt x="588" y="138"/>
                    <a:pt x="1550" y="301"/>
                    <a:pt x="1925" y="851"/>
                  </a:cubicBezTo>
                  <a:cubicBezTo>
                    <a:pt x="2338" y="1438"/>
                    <a:pt x="2113" y="2238"/>
                    <a:pt x="1463" y="2538"/>
                  </a:cubicBezTo>
                  <a:cubicBezTo>
                    <a:pt x="1425" y="2550"/>
                    <a:pt x="1463" y="2613"/>
                    <a:pt x="1488" y="25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7" name="Google Shape;3427;p97"/>
            <p:cNvSpPr/>
            <p:nvPr/>
          </p:nvSpPr>
          <p:spPr>
            <a:xfrm>
              <a:off x="4353900" y="4321000"/>
              <a:ext cx="35950" cy="46575"/>
            </a:xfrm>
            <a:custGeom>
              <a:rect b="b" l="l" r="r" t="t"/>
              <a:pathLst>
                <a:path extrusionOk="0" h="1863" w="1438">
                  <a:moveTo>
                    <a:pt x="688" y="13"/>
                  </a:moveTo>
                  <a:cubicBezTo>
                    <a:pt x="226" y="188"/>
                    <a:pt x="1" y="725"/>
                    <a:pt x="201" y="1188"/>
                  </a:cubicBezTo>
                  <a:cubicBezTo>
                    <a:pt x="401" y="1650"/>
                    <a:pt x="938" y="1862"/>
                    <a:pt x="1388" y="1662"/>
                  </a:cubicBezTo>
                  <a:cubicBezTo>
                    <a:pt x="1438" y="1637"/>
                    <a:pt x="1400" y="1562"/>
                    <a:pt x="1363" y="1575"/>
                  </a:cubicBezTo>
                  <a:cubicBezTo>
                    <a:pt x="938" y="1700"/>
                    <a:pt x="476" y="1575"/>
                    <a:pt x="301" y="1150"/>
                  </a:cubicBezTo>
                  <a:cubicBezTo>
                    <a:pt x="138" y="725"/>
                    <a:pt x="326" y="263"/>
                    <a:pt x="726" y="75"/>
                  </a:cubicBezTo>
                  <a:cubicBezTo>
                    <a:pt x="763" y="50"/>
                    <a:pt x="726" y="0"/>
                    <a:pt x="688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8" name="Google Shape;3428;p97"/>
            <p:cNvSpPr/>
            <p:nvPr/>
          </p:nvSpPr>
          <p:spPr>
            <a:xfrm>
              <a:off x="4384200" y="4332875"/>
              <a:ext cx="17225" cy="30950"/>
            </a:xfrm>
            <a:custGeom>
              <a:rect b="b" l="l" r="r" t="t"/>
              <a:pathLst>
                <a:path extrusionOk="0" h="1238" w="689">
                  <a:moveTo>
                    <a:pt x="51" y="1200"/>
                  </a:moveTo>
                  <a:cubicBezTo>
                    <a:pt x="388" y="1237"/>
                    <a:pt x="626" y="862"/>
                    <a:pt x="626" y="550"/>
                  </a:cubicBezTo>
                  <a:cubicBezTo>
                    <a:pt x="613" y="238"/>
                    <a:pt x="351" y="0"/>
                    <a:pt x="63" y="113"/>
                  </a:cubicBezTo>
                  <a:cubicBezTo>
                    <a:pt x="1" y="138"/>
                    <a:pt x="26" y="225"/>
                    <a:pt x="76" y="200"/>
                  </a:cubicBezTo>
                  <a:cubicBezTo>
                    <a:pt x="688" y="13"/>
                    <a:pt x="638" y="1162"/>
                    <a:pt x="51" y="1125"/>
                  </a:cubicBezTo>
                  <a:cubicBezTo>
                    <a:pt x="1" y="1125"/>
                    <a:pt x="1" y="1200"/>
                    <a:pt x="51" y="12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9" name="Google Shape;3429;p97"/>
            <p:cNvSpPr/>
            <p:nvPr/>
          </p:nvSpPr>
          <p:spPr>
            <a:xfrm>
              <a:off x="4100225" y="4302575"/>
              <a:ext cx="55325" cy="71550"/>
            </a:xfrm>
            <a:custGeom>
              <a:rect b="b" l="l" r="r" t="t"/>
              <a:pathLst>
                <a:path extrusionOk="0" h="2862" w="2213">
                  <a:moveTo>
                    <a:pt x="463" y="2787"/>
                  </a:moveTo>
                  <a:cubicBezTo>
                    <a:pt x="113" y="1462"/>
                    <a:pt x="925" y="387"/>
                    <a:pt x="2175" y="63"/>
                  </a:cubicBezTo>
                  <a:cubicBezTo>
                    <a:pt x="2212" y="50"/>
                    <a:pt x="2200" y="0"/>
                    <a:pt x="2175" y="0"/>
                  </a:cubicBezTo>
                  <a:cubicBezTo>
                    <a:pt x="788" y="100"/>
                    <a:pt x="0" y="1537"/>
                    <a:pt x="388" y="2812"/>
                  </a:cubicBezTo>
                  <a:cubicBezTo>
                    <a:pt x="400" y="2862"/>
                    <a:pt x="488" y="2849"/>
                    <a:pt x="463" y="27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0" name="Google Shape;3430;p97"/>
            <p:cNvSpPr/>
            <p:nvPr/>
          </p:nvSpPr>
          <p:spPr>
            <a:xfrm>
              <a:off x="3701275" y="4276950"/>
              <a:ext cx="111850" cy="104375"/>
            </a:xfrm>
            <a:custGeom>
              <a:rect b="b" l="l" r="r" t="t"/>
              <a:pathLst>
                <a:path extrusionOk="0" h="4175" w="4474">
                  <a:moveTo>
                    <a:pt x="1812" y="3999"/>
                  </a:moveTo>
                  <a:cubicBezTo>
                    <a:pt x="3249" y="4174"/>
                    <a:pt x="4424" y="2737"/>
                    <a:pt x="3712" y="1387"/>
                  </a:cubicBezTo>
                  <a:cubicBezTo>
                    <a:pt x="2987" y="0"/>
                    <a:pt x="1050" y="213"/>
                    <a:pt x="38" y="1150"/>
                  </a:cubicBezTo>
                  <a:cubicBezTo>
                    <a:pt x="0" y="1187"/>
                    <a:pt x="50" y="1237"/>
                    <a:pt x="88" y="1212"/>
                  </a:cubicBezTo>
                  <a:cubicBezTo>
                    <a:pt x="987" y="563"/>
                    <a:pt x="2450" y="113"/>
                    <a:pt x="3337" y="1050"/>
                  </a:cubicBezTo>
                  <a:cubicBezTo>
                    <a:pt x="4474" y="2275"/>
                    <a:pt x="3387" y="4087"/>
                    <a:pt x="1812" y="3899"/>
                  </a:cubicBezTo>
                  <a:cubicBezTo>
                    <a:pt x="1737" y="3887"/>
                    <a:pt x="1737" y="3999"/>
                    <a:pt x="1812" y="39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1" name="Google Shape;3431;p97"/>
            <p:cNvSpPr/>
            <p:nvPr/>
          </p:nvSpPr>
          <p:spPr>
            <a:xfrm>
              <a:off x="3442900" y="4301950"/>
              <a:ext cx="263700" cy="146525"/>
            </a:xfrm>
            <a:custGeom>
              <a:rect b="b" l="l" r="r" t="t"/>
              <a:pathLst>
                <a:path extrusionOk="0" h="5861" w="10548">
                  <a:moveTo>
                    <a:pt x="10460" y="38"/>
                  </a:moveTo>
                  <a:cubicBezTo>
                    <a:pt x="9248" y="1712"/>
                    <a:pt x="8136" y="3812"/>
                    <a:pt x="6224" y="4736"/>
                  </a:cubicBezTo>
                  <a:cubicBezTo>
                    <a:pt x="4462" y="5599"/>
                    <a:pt x="1700" y="5774"/>
                    <a:pt x="75" y="4561"/>
                  </a:cubicBezTo>
                  <a:cubicBezTo>
                    <a:pt x="38" y="4549"/>
                    <a:pt x="0" y="4599"/>
                    <a:pt x="38" y="4611"/>
                  </a:cubicBezTo>
                  <a:cubicBezTo>
                    <a:pt x="1475" y="5861"/>
                    <a:pt x="3962" y="5736"/>
                    <a:pt x="5686" y="5149"/>
                  </a:cubicBezTo>
                  <a:cubicBezTo>
                    <a:pt x="7998" y="4349"/>
                    <a:pt x="9198" y="1950"/>
                    <a:pt x="10523" y="75"/>
                  </a:cubicBezTo>
                  <a:cubicBezTo>
                    <a:pt x="10548" y="38"/>
                    <a:pt x="10485" y="0"/>
                    <a:pt x="10460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2" name="Google Shape;3432;p97"/>
            <p:cNvSpPr/>
            <p:nvPr/>
          </p:nvSpPr>
          <p:spPr>
            <a:xfrm>
              <a:off x="3410100" y="4324750"/>
              <a:ext cx="100625" cy="84375"/>
            </a:xfrm>
            <a:custGeom>
              <a:rect b="b" l="l" r="r" t="t"/>
              <a:pathLst>
                <a:path extrusionOk="0" h="3375" w="4025">
                  <a:moveTo>
                    <a:pt x="1150" y="3287"/>
                  </a:moveTo>
                  <a:cubicBezTo>
                    <a:pt x="613" y="2350"/>
                    <a:pt x="500" y="975"/>
                    <a:pt x="1650" y="425"/>
                  </a:cubicBezTo>
                  <a:cubicBezTo>
                    <a:pt x="1937" y="313"/>
                    <a:pt x="2250" y="263"/>
                    <a:pt x="2550" y="313"/>
                  </a:cubicBezTo>
                  <a:cubicBezTo>
                    <a:pt x="2625" y="325"/>
                    <a:pt x="2699" y="300"/>
                    <a:pt x="2774" y="313"/>
                  </a:cubicBezTo>
                  <a:cubicBezTo>
                    <a:pt x="3537" y="438"/>
                    <a:pt x="3512" y="638"/>
                    <a:pt x="3587" y="1175"/>
                  </a:cubicBezTo>
                  <a:cubicBezTo>
                    <a:pt x="3699" y="2075"/>
                    <a:pt x="3087" y="2412"/>
                    <a:pt x="2312" y="2262"/>
                  </a:cubicBezTo>
                  <a:cubicBezTo>
                    <a:pt x="1725" y="2150"/>
                    <a:pt x="1425" y="1862"/>
                    <a:pt x="1025" y="1450"/>
                  </a:cubicBezTo>
                  <a:cubicBezTo>
                    <a:pt x="725" y="1138"/>
                    <a:pt x="475" y="813"/>
                    <a:pt x="25" y="800"/>
                  </a:cubicBezTo>
                  <a:cubicBezTo>
                    <a:pt x="0" y="800"/>
                    <a:pt x="0" y="838"/>
                    <a:pt x="25" y="838"/>
                  </a:cubicBezTo>
                  <a:cubicBezTo>
                    <a:pt x="738" y="950"/>
                    <a:pt x="1137" y="1850"/>
                    <a:pt x="1725" y="2225"/>
                  </a:cubicBezTo>
                  <a:cubicBezTo>
                    <a:pt x="2150" y="2525"/>
                    <a:pt x="2712" y="2575"/>
                    <a:pt x="3187" y="2350"/>
                  </a:cubicBezTo>
                  <a:cubicBezTo>
                    <a:pt x="3912" y="2025"/>
                    <a:pt x="4024" y="888"/>
                    <a:pt x="3387" y="388"/>
                  </a:cubicBezTo>
                  <a:cubicBezTo>
                    <a:pt x="2874" y="0"/>
                    <a:pt x="1800" y="125"/>
                    <a:pt x="1312" y="488"/>
                  </a:cubicBezTo>
                  <a:cubicBezTo>
                    <a:pt x="388" y="1187"/>
                    <a:pt x="563" y="2450"/>
                    <a:pt x="1087" y="3337"/>
                  </a:cubicBezTo>
                  <a:cubicBezTo>
                    <a:pt x="1112" y="3374"/>
                    <a:pt x="1187" y="3337"/>
                    <a:pt x="1162" y="32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3" name="Google Shape;3433;p97"/>
            <p:cNvSpPr/>
            <p:nvPr/>
          </p:nvSpPr>
          <p:spPr>
            <a:xfrm>
              <a:off x="3347925" y="4341000"/>
              <a:ext cx="55325" cy="13450"/>
            </a:xfrm>
            <a:custGeom>
              <a:rect b="b" l="l" r="r" t="t"/>
              <a:pathLst>
                <a:path extrusionOk="0" h="538" w="2213">
                  <a:moveTo>
                    <a:pt x="2162" y="75"/>
                  </a:moveTo>
                  <a:cubicBezTo>
                    <a:pt x="1475" y="0"/>
                    <a:pt x="625" y="50"/>
                    <a:pt x="25" y="475"/>
                  </a:cubicBezTo>
                  <a:cubicBezTo>
                    <a:pt x="0" y="488"/>
                    <a:pt x="13" y="537"/>
                    <a:pt x="50" y="525"/>
                  </a:cubicBezTo>
                  <a:cubicBezTo>
                    <a:pt x="775" y="300"/>
                    <a:pt x="1387" y="75"/>
                    <a:pt x="2162" y="150"/>
                  </a:cubicBezTo>
                  <a:cubicBezTo>
                    <a:pt x="2212" y="150"/>
                    <a:pt x="2212" y="75"/>
                    <a:pt x="2162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4" name="Google Shape;3434;p97"/>
            <p:cNvSpPr/>
            <p:nvPr/>
          </p:nvSpPr>
          <p:spPr>
            <a:xfrm>
              <a:off x="3593800" y="4288500"/>
              <a:ext cx="81250" cy="96575"/>
            </a:xfrm>
            <a:custGeom>
              <a:rect b="b" l="l" r="r" t="t"/>
              <a:pathLst>
                <a:path extrusionOk="0" h="3863" w="3250">
                  <a:moveTo>
                    <a:pt x="2225" y="3837"/>
                  </a:moveTo>
                  <a:cubicBezTo>
                    <a:pt x="2787" y="3187"/>
                    <a:pt x="3249" y="2375"/>
                    <a:pt x="3062" y="1488"/>
                  </a:cubicBezTo>
                  <a:cubicBezTo>
                    <a:pt x="2887" y="663"/>
                    <a:pt x="2087" y="63"/>
                    <a:pt x="1250" y="26"/>
                  </a:cubicBezTo>
                  <a:cubicBezTo>
                    <a:pt x="663" y="1"/>
                    <a:pt x="0" y="376"/>
                    <a:pt x="75" y="1050"/>
                  </a:cubicBezTo>
                  <a:cubicBezTo>
                    <a:pt x="113" y="1388"/>
                    <a:pt x="463" y="1813"/>
                    <a:pt x="750" y="1438"/>
                  </a:cubicBezTo>
                  <a:cubicBezTo>
                    <a:pt x="775" y="1400"/>
                    <a:pt x="713" y="1363"/>
                    <a:pt x="675" y="1400"/>
                  </a:cubicBezTo>
                  <a:cubicBezTo>
                    <a:pt x="238" y="563"/>
                    <a:pt x="388" y="138"/>
                    <a:pt x="1125" y="126"/>
                  </a:cubicBezTo>
                  <a:cubicBezTo>
                    <a:pt x="1450" y="126"/>
                    <a:pt x="1762" y="213"/>
                    <a:pt x="2037" y="363"/>
                  </a:cubicBezTo>
                  <a:cubicBezTo>
                    <a:pt x="2475" y="576"/>
                    <a:pt x="2800" y="950"/>
                    <a:pt x="2925" y="1413"/>
                  </a:cubicBezTo>
                  <a:cubicBezTo>
                    <a:pt x="3174" y="2300"/>
                    <a:pt x="2712" y="3125"/>
                    <a:pt x="2187" y="3800"/>
                  </a:cubicBezTo>
                  <a:cubicBezTo>
                    <a:pt x="2162" y="3825"/>
                    <a:pt x="2200" y="3862"/>
                    <a:pt x="2225" y="38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5" name="Google Shape;3435;p97"/>
            <p:cNvSpPr/>
            <p:nvPr/>
          </p:nvSpPr>
          <p:spPr>
            <a:xfrm>
              <a:off x="3666275" y="4246025"/>
              <a:ext cx="22825" cy="110600"/>
            </a:xfrm>
            <a:custGeom>
              <a:rect b="b" l="l" r="r" t="t"/>
              <a:pathLst>
                <a:path extrusionOk="0" h="4424" w="913">
                  <a:moveTo>
                    <a:pt x="100" y="4386"/>
                  </a:moveTo>
                  <a:cubicBezTo>
                    <a:pt x="550" y="3862"/>
                    <a:pt x="663" y="3187"/>
                    <a:pt x="738" y="2512"/>
                  </a:cubicBezTo>
                  <a:cubicBezTo>
                    <a:pt x="825" y="1700"/>
                    <a:pt x="913" y="712"/>
                    <a:pt x="388" y="25"/>
                  </a:cubicBezTo>
                  <a:cubicBezTo>
                    <a:pt x="363" y="0"/>
                    <a:pt x="325" y="25"/>
                    <a:pt x="338" y="63"/>
                  </a:cubicBezTo>
                  <a:cubicBezTo>
                    <a:pt x="913" y="1175"/>
                    <a:pt x="888" y="3312"/>
                    <a:pt x="38" y="4324"/>
                  </a:cubicBezTo>
                  <a:cubicBezTo>
                    <a:pt x="1" y="4361"/>
                    <a:pt x="63" y="4424"/>
                    <a:pt x="100" y="43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6" name="Google Shape;3436;p97"/>
            <p:cNvSpPr/>
            <p:nvPr/>
          </p:nvSpPr>
          <p:spPr>
            <a:xfrm>
              <a:off x="3666600" y="4234450"/>
              <a:ext cx="12200" cy="12225"/>
            </a:xfrm>
            <a:custGeom>
              <a:rect b="b" l="l" r="r" t="t"/>
              <a:pathLst>
                <a:path extrusionOk="0" h="489" w="488">
                  <a:moveTo>
                    <a:pt x="350" y="451"/>
                  </a:moveTo>
                  <a:cubicBezTo>
                    <a:pt x="262" y="488"/>
                    <a:pt x="162" y="476"/>
                    <a:pt x="87" y="401"/>
                  </a:cubicBezTo>
                  <a:cubicBezTo>
                    <a:pt x="25" y="338"/>
                    <a:pt x="0" y="251"/>
                    <a:pt x="25" y="163"/>
                  </a:cubicBezTo>
                  <a:cubicBezTo>
                    <a:pt x="25" y="126"/>
                    <a:pt x="38" y="101"/>
                    <a:pt x="50" y="76"/>
                  </a:cubicBezTo>
                  <a:cubicBezTo>
                    <a:pt x="87" y="51"/>
                    <a:pt x="125" y="26"/>
                    <a:pt x="162" y="26"/>
                  </a:cubicBezTo>
                  <a:cubicBezTo>
                    <a:pt x="287" y="1"/>
                    <a:pt x="412" y="63"/>
                    <a:pt x="462" y="188"/>
                  </a:cubicBezTo>
                  <a:cubicBezTo>
                    <a:pt x="487" y="313"/>
                    <a:pt x="375" y="438"/>
                    <a:pt x="250" y="4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7" name="Google Shape;3437;p97"/>
            <p:cNvSpPr/>
            <p:nvPr/>
          </p:nvSpPr>
          <p:spPr>
            <a:xfrm>
              <a:off x="3660650" y="4232275"/>
              <a:ext cx="22200" cy="17200"/>
            </a:xfrm>
            <a:custGeom>
              <a:rect b="b" l="l" r="r" t="t"/>
              <a:pathLst>
                <a:path extrusionOk="0" h="688" w="888">
                  <a:moveTo>
                    <a:pt x="575" y="475"/>
                  </a:moveTo>
                  <a:cubicBezTo>
                    <a:pt x="300" y="450"/>
                    <a:pt x="251" y="375"/>
                    <a:pt x="425" y="275"/>
                  </a:cubicBezTo>
                  <a:cubicBezTo>
                    <a:pt x="575" y="88"/>
                    <a:pt x="588" y="163"/>
                    <a:pt x="475" y="488"/>
                  </a:cubicBezTo>
                  <a:cubicBezTo>
                    <a:pt x="425" y="488"/>
                    <a:pt x="438" y="575"/>
                    <a:pt x="488" y="575"/>
                  </a:cubicBezTo>
                  <a:cubicBezTo>
                    <a:pt x="888" y="575"/>
                    <a:pt x="800" y="0"/>
                    <a:pt x="400" y="63"/>
                  </a:cubicBezTo>
                  <a:cubicBezTo>
                    <a:pt x="1" y="125"/>
                    <a:pt x="238" y="688"/>
                    <a:pt x="613" y="600"/>
                  </a:cubicBezTo>
                  <a:cubicBezTo>
                    <a:pt x="688" y="575"/>
                    <a:pt x="650" y="450"/>
                    <a:pt x="575" y="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8" name="Google Shape;3438;p97"/>
            <p:cNvSpPr/>
            <p:nvPr/>
          </p:nvSpPr>
          <p:spPr>
            <a:xfrm>
              <a:off x="3438200" y="4411600"/>
              <a:ext cx="2850" cy="3150"/>
            </a:xfrm>
            <a:custGeom>
              <a:rect b="b" l="l" r="r" t="t"/>
              <a:pathLst>
                <a:path extrusionOk="0" h="126" w="114">
                  <a:moveTo>
                    <a:pt x="88" y="63"/>
                  </a:moveTo>
                  <a:lnTo>
                    <a:pt x="76" y="25"/>
                  </a:lnTo>
                  <a:cubicBezTo>
                    <a:pt x="76" y="0"/>
                    <a:pt x="26" y="0"/>
                    <a:pt x="13" y="25"/>
                  </a:cubicBezTo>
                  <a:cubicBezTo>
                    <a:pt x="13" y="38"/>
                    <a:pt x="13" y="50"/>
                    <a:pt x="13" y="63"/>
                  </a:cubicBezTo>
                  <a:cubicBezTo>
                    <a:pt x="1" y="125"/>
                    <a:pt x="113" y="125"/>
                    <a:pt x="101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9" name="Google Shape;3439;p97"/>
            <p:cNvSpPr/>
            <p:nvPr/>
          </p:nvSpPr>
          <p:spPr>
            <a:xfrm>
              <a:off x="3308550" y="4353500"/>
              <a:ext cx="42200" cy="17500"/>
            </a:xfrm>
            <a:custGeom>
              <a:rect b="b" l="l" r="r" t="t"/>
              <a:pathLst>
                <a:path extrusionOk="0" h="700" w="1688">
                  <a:moveTo>
                    <a:pt x="1550" y="62"/>
                  </a:moveTo>
                  <a:cubicBezTo>
                    <a:pt x="1463" y="312"/>
                    <a:pt x="1026" y="437"/>
                    <a:pt x="801" y="475"/>
                  </a:cubicBezTo>
                  <a:cubicBezTo>
                    <a:pt x="551" y="512"/>
                    <a:pt x="313" y="512"/>
                    <a:pt x="63" y="462"/>
                  </a:cubicBezTo>
                  <a:cubicBezTo>
                    <a:pt x="1" y="462"/>
                    <a:pt x="1" y="550"/>
                    <a:pt x="51" y="562"/>
                  </a:cubicBezTo>
                  <a:cubicBezTo>
                    <a:pt x="501" y="700"/>
                    <a:pt x="1463" y="625"/>
                    <a:pt x="1663" y="100"/>
                  </a:cubicBezTo>
                  <a:cubicBezTo>
                    <a:pt x="1688" y="37"/>
                    <a:pt x="1575" y="0"/>
                    <a:pt x="1550" y="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0" name="Google Shape;3440;p97"/>
            <p:cNvSpPr/>
            <p:nvPr/>
          </p:nvSpPr>
          <p:spPr>
            <a:xfrm>
              <a:off x="3308250" y="4349125"/>
              <a:ext cx="42200" cy="19700"/>
            </a:xfrm>
            <a:custGeom>
              <a:rect b="b" l="l" r="r" t="t"/>
              <a:pathLst>
                <a:path extrusionOk="0" h="788" w="1688">
                  <a:moveTo>
                    <a:pt x="113" y="737"/>
                  </a:moveTo>
                  <a:cubicBezTo>
                    <a:pt x="513" y="362"/>
                    <a:pt x="1050" y="175"/>
                    <a:pt x="1600" y="237"/>
                  </a:cubicBezTo>
                  <a:cubicBezTo>
                    <a:pt x="1662" y="237"/>
                    <a:pt x="1687" y="163"/>
                    <a:pt x="1625" y="138"/>
                  </a:cubicBezTo>
                  <a:cubicBezTo>
                    <a:pt x="1112" y="0"/>
                    <a:pt x="400" y="312"/>
                    <a:pt x="38" y="675"/>
                  </a:cubicBezTo>
                  <a:cubicBezTo>
                    <a:pt x="0" y="712"/>
                    <a:pt x="63" y="787"/>
                    <a:pt x="113" y="7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1" name="Google Shape;3441;p97"/>
            <p:cNvSpPr/>
            <p:nvPr/>
          </p:nvSpPr>
          <p:spPr>
            <a:xfrm>
              <a:off x="3377300" y="4314750"/>
              <a:ext cx="33450" cy="30025"/>
            </a:xfrm>
            <a:custGeom>
              <a:rect b="b" l="l" r="r" t="t"/>
              <a:pathLst>
                <a:path extrusionOk="0" h="1201" w="1338">
                  <a:moveTo>
                    <a:pt x="1287" y="1113"/>
                  </a:moveTo>
                  <a:cubicBezTo>
                    <a:pt x="975" y="1125"/>
                    <a:pt x="712" y="950"/>
                    <a:pt x="475" y="763"/>
                  </a:cubicBezTo>
                  <a:cubicBezTo>
                    <a:pt x="250" y="588"/>
                    <a:pt x="100" y="325"/>
                    <a:pt x="88" y="38"/>
                  </a:cubicBezTo>
                  <a:cubicBezTo>
                    <a:pt x="75" y="0"/>
                    <a:pt x="0" y="13"/>
                    <a:pt x="13" y="50"/>
                  </a:cubicBezTo>
                  <a:cubicBezTo>
                    <a:pt x="13" y="363"/>
                    <a:pt x="175" y="638"/>
                    <a:pt x="412" y="825"/>
                  </a:cubicBezTo>
                  <a:cubicBezTo>
                    <a:pt x="675" y="1025"/>
                    <a:pt x="937" y="1200"/>
                    <a:pt x="1287" y="1188"/>
                  </a:cubicBezTo>
                  <a:cubicBezTo>
                    <a:pt x="1337" y="1188"/>
                    <a:pt x="1337" y="1100"/>
                    <a:pt x="1287" y="1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2" name="Google Shape;3442;p97"/>
            <p:cNvSpPr/>
            <p:nvPr/>
          </p:nvSpPr>
          <p:spPr>
            <a:xfrm>
              <a:off x="3376975" y="4315050"/>
              <a:ext cx="33450" cy="29100"/>
            </a:xfrm>
            <a:custGeom>
              <a:rect b="b" l="l" r="r" t="t"/>
              <a:pathLst>
                <a:path extrusionOk="0" h="1164" w="1338">
                  <a:moveTo>
                    <a:pt x="51" y="76"/>
                  </a:moveTo>
                  <a:cubicBezTo>
                    <a:pt x="325" y="163"/>
                    <a:pt x="563" y="288"/>
                    <a:pt x="788" y="463"/>
                  </a:cubicBezTo>
                  <a:cubicBezTo>
                    <a:pt x="1025" y="638"/>
                    <a:pt x="1075" y="876"/>
                    <a:pt x="1225" y="1113"/>
                  </a:cubicBezTo>
                  <a:cubicBezTo>
                    <a:pt x="1263" y="1163"/>
                    <a:pt x="1338" y="1138"/>
                    <a:pt x="1325" y="1076"/>
                  </a:cubicBezTo>
                  <a:cubicBezTo>
                    <a:pt x="1213" y="488"/>
                    <a:pt x="625" y="88"/>
                    <a:pt x="76" y="1"/>
                  </a:cubicBezTo>
                  <a:cubicBezTo>
                    <a:pt x="26" y="1"/>
                    <a:pt x="1" y="63"/>
                    <a:pt x="51" y="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3" name="Google Shape;3443;p97"/>
            <p:cNvSpPr/>
            <p:nvPr/>
          </p:nvSpPr>
          <p:spPr>
            <a:xfrm>
              <a:off x="3680325" y="4250400"/>
              <a:ext cx="38450" cy="86550"/>
            </a:xfrm>
            <a:custGeom>
              <a:rect b="b" l="l" r="r" t="t"/>
              <a:pathLst>
                <a:path extrusionOk="0" h="3462" w="1538">
                  <a:moveTo>
                    <a:pt x="88" y="3424"/>
                  </a:moveTo>
                  <a:cubicBezTo>
                    <a:pt x="813" y="2437"/>
                    <a:pt x="1301" y="1300"/>
                    <a:pt x="1525" y="88"/>
                  </a:cubicBezTo>
                  <a:cubicBezTo>
                    <a:pt x="1538" y="25"/>
                    <a:pt x="1438" y="0"/>
                    <a:pt x="1425" y="63"/>
                  </a:cubicBezTo>
                  <a:cubicBezTo>
                    <a:pt x="1213" y="1262"/>
                    <a:pt x="726" y="2399"/>
                    <a:pt x="26" y="3387"/>
                  </a:cubicBezTo>
                  <a:cubicBezTo>
                    <a:pt x="1" y="3437"/>
                    <a:pt x="63" y="3462"/>
                    <a:pt x="88" y="34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4" name="Google Shape;3444;p97"/>
            <p:cNvSpPr/>
            <p:nvPr/>
          </p:nvSpPr>
          <p:spPr>
            <a:xfrm>
              <a:off x="3710950" y="4236025"/>
              <a:ext cx="18150" cy="16575"/>
            </a:xfrm>
            <a:custGeom>
              <a:rect b="b" l="l" r="r" t="t"/>
              <a:pathLst>
                <a:path extrusionOk="0" h="663" w="726">
                  <a:moveTo>
                    <a:pt x="263" y="525"/>
                  </a:moveTo>
                  <a:cubicBezTo>
                    <a:pt x="363" y="488"/>
                    <a:pt x="375" y="488"/>
                    <a:pt x="288" y="500"/>
                  </a:cubicBezTo>
                  <a:cubicBezTo>
                    <a:pt x="250" y="500"/>
                    <a:pt x="213" y="500"/>
                    <a:pt x="176" y="500"/>
                  </a:cubicBezTo>
                  <a:cubicBezTo>
                    <a:pt x="138" y="500"/>
                    <a:pt x="126" y="550"/>
                    <a:pt x="163" y="563"/>
                  </a:cubicBezTo>
                  <a:cubicBezTo>
                    <a:pt x="375" y="663"/>
                    <a:pt x="725" y="438"/>
                    <a:pt x="475" y="213"/>
                  </a:cubicBezTo>
                  <a:cubicBezTo>
                    <a:pt x="213" y="0"/>
                    <a:pt x="1" y="375"/>
                    <a:pt x="188" y="575"/>
                  </a:cubicBezTo>
                  <a:cubicBezTo>
                    <a:pt x="225" y="625"/>
                    <a:pt x="288" y="563"/>
                    <a:pt x="250" y="5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5" name="Google Shape;3445;p97"/>
            <p:cNvSpPr/>
            <p:nvPr/>
          </p:nvSpPr>
          <p:spPr>
            <a:xfrm>
              <a:off x="3642525" y="4266325"/>
              <a:ext cx="30650" cy="82200"/>
            </a:xfrm>
            <a:custGeom>
              <a:rect b="b" l="l" r="r" t="t"/>
              <a:pathLst>
                <a:path extrusionOk="0" h="3288" w="1226">
                  <a:moveTo>
                    <a:pt x="1100" y="3225"/>
                  </a:moveTo>
                  <a:cubicBezTo>
                    <a:pt x="1225" y="2125"/>
                    <a:pt x="1013" y="763"/>
                    <a:pt x="76" y="38"/>
                  </a:cubicBezTo>
                  <a:cubicBezTo>
                    <a:pt x="51" y="0"/>
                    <a:pt x="1" y="50"/>
                    <a:pt x="38" y="75"/>
                  </a:cubicBezTo>
                  <a:cubicBezTo>
                    <a:pt x="813" y="1013"/>
                    <a:pt x="1138" y="2012"/>
                    <a:pt x="1013" y="3225"/>
                  </a:cubicBezTo>
                  <a:cubicBezTo>
                    <a:pt x="1013" y="3287"/>
                    <a:pt x="1088" y="3287"/>
                    <a:pt x="1100" y="3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6" name="Google Shape;3446;p97"/>
            <p:cNvSpPr/>
            <p:nvPr/>
          </p:nvSpPr>
          <p:spPr>
            <a:xfrm>
              <a:off x="3633475" y="4256950"/>
              <a:ext cx="12825" cy="15025"/>
            </a:xfrm>
            <a:custGeom>
              <a:rect b="b" l="l" r="r" t="t"/>
              <a:pathLst>
                <a:path extrusionOk="0" h="601" w="513">
                  <a:moveTo>
                    <a:pt x="100" y="338"/>
                  </a:moveTo>
                  <a:cubicBezTo>
                    <a:pt x="188" y="338"/>
                    <a:pt x="200" y="325"/>
                    <a:pt x="150" y="263"/>
                  </a:cubicBezTo>
                  <a:cubicBezTo>
                    <a:pt x="125" y="238"/>
                    <a:pt x="88" y="250"/>
                    <a:pt x="75" y="288"/>
                  </a:cubicBezTo>
                  <a:cubicBezTo>
                    <a:pt x="75" y="575"/>
                    <a:pt x="513" y="600"/>
                    <a:pt x="475" y="300"/>
                  </a:cubicBezTo>
                  <a:cubicBezTo>
                    <a:pt x="450" y="1"/>
                    <a:pt x="0" y="38"/>
                    <a:pt x="25" y="338"/>
                  </a:cubicBezTo>
                  <a:cubicBezTo>
                    <a:pt x="25" y="388"/>
                    <a:pt x="100" y="388"/>
                    <a:pt x="100" y="3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7" name="Google Shape;3447;p97"/>
            <p:cNvSpPr/>
            <p:nvPr/>
          </p:nvSpPr>
          <p:spPr>
            <a:xfrm>
              <a:off x="3232025" y="4371600"/>
              <a:ext cx="237775" cy="60325"/>
            </a:xfrm>
            <a:custGeom>
              <a:rect b="b" l="l" r="r" t="t"/>
              <a:pathLst>
                <a:path extrusionOk="0" h="2413" w="9511">
                  <a:moveTo>
                    <a:pt x="9473" y="2338"/>
                  </a:moveTo>
                  <a:cubicBezTo>
                    <a:pt x="7711" y="1650"/>
                    <a:pt x="6386" y="938"/>
                    <a:pt x="4461" y="751"/>
                  </a:cubicBezTo>
                  <a:cubicBezTo>
                    <a:pt x="2749" y="576"/>
                    <a:pt x="1500" y="976"/>
                    <a:pt x="63" y="1938"/>
                  </a:cubicBezTo>
                  <a:cubicBezTo>
                    <a:pt x="0" y="1975"/>
                    <a:pt x="63" y="2075"/>
                    <a:pt x="125" y="2038"/>
                  </a:cubicBezTo>
                  <a:cubicBezTo>
                    <a:pt x="3462" y="1"/>
                    <a:pt x="6123" y="1151"/>
                    <a:pt x="9460" y="2400"/>
                  </a:cubicBezTo>
                  <a:cubicBezTo>
                    <a:pt x="9498" y="2413"/>
                    <a:pt x="9510" y="2350"/>
                    <a:pt x="9473" y="23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8" name="Google Shape;3448;p97"/>
            <p:cNvSpPr/>
            <p:nvPr/>
          </p:nvSpPr>
          <p:spPr>
            <a:xfrm>
              <a:off x="3717200" y="4327550"/>
              <a:ext cx="31575" cy="49400"/>
            </a:xfrm>
            <a:custGeom>
              <a:rect b="b" l="l" r="r" t="t"/>
              <a:pathLst>
                <a:path extrusionOk="0" h="1976" w="1263">
                  <a:moveTo>
                    <a:pt x="1225" y="1913"/>
                  </a:moveTo>
                  <a:cubicBezTo>
                    <a:pt x="813" y="1825"/>
                    <a:pt x="413" y="1625"/>
                    <a:pt x="238" y="1213"/>
                  </a:cubicBezTo>
                  <a:cubicBezTo>
                    <a:pt x="13" y="713"/>
                    <a:pt x="288" y="138"/>
                    <a:pt x="863" y="113"/>
                  </a:cubicBezTo>
                  <a:cubicBezTo>
                    <a:pt x="938" y="113"/>
                    <a:pt x="938" y="1"/>
                    <a:pt x="863" y="1"/>
                  </a:cubicBezTo>
                  <a:cubicBezTo>
                    <a:pt x="375" y="13"/>
                    <a:pt x="0" y="438"/>
                    <a:pt x="50" y="926"/>
                  </a:cubicBezTo>
                  <a:cubicBezTo>
                    <a:pt x="100" y="1525"/>
                    <a:pt x="650" y="1875"/>
                    <a:pt x="1200" y="1975"/>
                  </a:cubicBezTo>
                  <a:cubicBezTo>
                    <a:pt x="1238" y="1975"/>
                    <a:pt x="1263" y="1913"/>
                    <a:pt x="1225" y="19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9" name="Google Shape;3449;p97"/>
            <p:cNvSpPr/>
            <p:nvPr/>
          </p:nvSpPr>
          <p:spPr>
            <a:xfrm>
              <a:off x="3471650" y="4370975"/>
              <a:ext cx="62800" cy="31575"/>
            </a:xfrm>
            <a:custGeom>
              <a:rect b="b" l="l" r="r" t="t"/>
              <a:pathLst>
                <a:path extrusionOk="0" h="1263" w="2512">
                  <a:moveTo>
                    <a:pt x="63" y="613"/>
                  </a:moveTo>
                  <a:cubicBezTo>
                    <a:pt x="362" y="626"/>
                    <a:pt x="662" y="551"/>
                    <a:pt x="937" y="413"/>
                  </a:cubicBezTo>
                  <a:cubicBezTo>
                    <a:pt x="1637" y="113"/>
                    <a:pt x="2312" y="426"/>
                    <a:pt x="2424" y="1213"/>
                  </a:cubicBezTo>
                  <a:cubicBezTo>
                    <a:pt x="2424" y="1263"/>
                    <a:pt x="2499" y="1250"/>
                    <a:pt x="2499" y="1213"/>
                  </a:cubicBezTo>
                  <a:cubicBezTo>
                    <a:pt x="2512" y="763"/>
                    <a:pt x="2237" y="363"/>
                    <a:pt x="1825" y="213"/>
                  </a:cubicBezTo>
                  <a:cubicBezTo>
                    <a:pt x="1187" y="1"/>
                    <a:pt x="687" y="551"/>
                    <a:pt x="63" y="526"/>
                  </a:cubicBezTo>
                  <a:cubicBezTo>
                    <a:pt x="0" y="526"/>
                    <a:pt x="13" y="613"/>
                    <a:pt x="63" y="6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0" name="Google Shape;3450;p97"/>
            <p:cNvSpPr/>
            <p:nvPr/>
          </p:nvSpPr>
          <p:spPr>
            <a:xfrm>
              <a:off x="3504750" y="4396300"/>
              <a:ext cx="30650" cy="21575"/>
            </a:xfrm>
            <a:custGeom>
              <a:rect b="b" l="l" r="r" t="t"/>
              <a:pathLst>
                <a:path extrusionOk="0" h="863" w="1226">
                  <a:moveTo>
                    <a:pt x="1050" y="63"/>
                  </a:moveTo>
                  <a:cubicBezTo>
                    <a:pt x="1225" y="587"/>
                    <a:pt x="388" y="825"/>
                    <a:pt x="63" y="575"/>
                  </a:cubicBezTo>
                  <a:cubicBezTo>
                    <a:pt x="38" y="550"/>
                    <a:pt x="1" y="600"/>
                    <a:pt x="13" y="625"/>
                  </a:cubicBezTo>
                  <a:cubicBezTo>
                    <a:pt x="176" y="862"/>
                    <a:pt x="551" y="800"/>
                    <a:pt x="788" y="700"/>
                  </a:cubicBezTo>
                  <a:cubicBezTo>
                    <a:pt x="1063" y="587"/>
                    <a:pt x="1225" y="337"/>
                    <a:pt x="1113" y="50"/>
                  </a:cubicBezTo>
                  <a:cubicBezTo>
                    <a:pt x="1100" y="0"/>
                    <a:pt x="1038" y="25"/>
                    <a:pt x="1050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1" name="Google Shape;3451;p97"/>
            <p:cNvSpPr/>
            <p:nvPr/>
          </p:nvSpPr>
          <p:spPr>
            <a:xfrm>
              <a:off x="3694400" y="4258825"/>
              <a:ext cx="81250" cy="56575"/>
            </a:xfrm>
            <a:custGeom>
              <a:rect b="b" l="l" r="r" t="t"/>
              <a:pathLst>
                <a:path extrusionOk="0" h="2263" w="3250">
                  <a:moveTo>
                    <a:pt x="88" y="2212"/>
                  </a:moveTo>
                  <a:cubicBezTo>
                    <a:pt x="887" y="1263"/>
                    <a:pt x="1775" y="188"/>
                    <a:pt x="3162" y="375"/>
                  </a:cubicBezTo>
                  <a:cubicBezTo>
                    <a:pt x="3224" y="375"/>
                    <a:pt x="3249" y="300"/>
                    <a:pt x="3187" y="288"/>
                  </a:cubicBezTo>
                  <a:cubicBezTo>
                    <a:pt x="1787" y="0"/>
                    <a:pt x="825" y="1200"/>
                    <a:pt x="25" y="2162"/>
                  </a:cubicBezTo>
                  <a:cubicBezTo>
                    <a:pt x="0" y="2200"/>
                    <a:pt x="50" y="2262"/>
                    <a:pt x="88" y="2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2" name="Google Shape;3452;p97"/>
            <p:cNvSpPr/>
            <p:nvPr/>
          </p:nvSpPr>
          <p:spPr>
            <a:xfrm>
              <a:off x="3515075" y="4351000"/>
              <a:ext cx="31250" cy="15325"/>
            </a:xfrm>
            <a:custGeom>
              <a:rect b="b" l="l" r="r" t="t"/>
              <a:pathLst>
                <a:path extrusionOk="0" h="613" w="1250">
                  <a:moveTo>
                    <a:pt x="63" y="600"/>
                  </a:moveTo>
                  <a:cubicBezTo>
                    <a:pt x="288" y="612"/>
                    <a:pt x="512" y="562"/>
                    <a:pt x="712" y="450"/>
                  </a:cubicBezTo>
                  <a:cubicBezTo>
                    <a:pt x="912" y="387"/>
                    <a:pt x="1087" y="262"/>
                    <a:pt x="1212" y="88"/>
                  </a:cubicBezTo>
                  <a:cubicBezTo>
                    <a:pt x="1250" y="50"/>
                    <a:pt x="1187" y="0"/>
                    <a:pt x="1150" y="38"/>
                  </a:cubicBezTo>
                  <a:cubicBezTo>
                    <a:pt x="862" y="325"/>
                    <a:pt x="475" y="487"/>
                    <a:pt x="63" y="512"/>
                  </a:cubicBezTo>
                  <a:cubicBezTo>
                    <a:pt x="0" y="512"/>
                    <a:pt x="13" y="587"/>
                    <a:pt x="63" y="6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3" name="Google Shape;3453;p97"/>
            <p:cNvSpPr/>
            <p:nvPr/>
          </p:nvSpPr>
          <p:spPr>
            <a:xfrm>
              <a:off x="3512250" y="4344750"/>
              <a:ext cx="34075" cy="22200"/>
            </a:xfrm>
            <a:custGeom>
              <a:rect b="b" l="l" r="r" t="t"/>
              <a:pathLst>
                <a:path extrusionOk="0" h="888" w="1363">
                  <a:moveTo>
                    <a:pt x="1313" y="250"/>
                  </a:moveTo>
                  <a:cubicBezTo>
                    <a:pt x="825" y="0"/>
                    <a:pt x="226" y="300"/>
                    <a:pt x="26" y="787"/>
                  </a:cubicBezTo>
                  <a:cubicBezTo>
                    <a:pt x="1" y="837"/>
                    <a:pt x="101" y="887"/>
                    <a:pt x="126" y="825"/>
                  </a:cubicBezTo>
                  <a:cubicBezTo>
                    <a:pt x="313" y="412"/>
                    <a:pt x="825" y="125"/>
                    <a:pt x="1263" y="325"/>
                  </a:cubicBezTo>
                  <a:cubicBezTo>
                    <a:pt x="1325" y="350"/>
                    <a:pt x="1363" y="275"/>
                    <a:pt x="1313" y="2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4" name="Google Shape;3454;p97"/>
            <p:cNvSpPr/>
            <p:nvPr/>
          </p:nvSpPr>
          <p:spPr>
            <a:xfrm>
              <a:off x="3177650" y="4347550"/>
              <a:ext cx="132500" cy="60000"/>
            </a:xfrm>
            <a:custGeom>
              <a:rect b="b" l="l" r="r" t="t"/>
              <a:pathLst>
                <a:path extrusionOk="0" h="2400" w="5300">
                  <a:moveTo>
                    <a:pt x="5224" y="1750"/>
                  </a:moveTo>
                  <a:cubicBezTo>
                    <a:pt x="3687" y="2038"/>
                    <a:pt x="388" y="2350"/>
                    <a:pt x="76" y="51"/>
                  </a:cubicBezTo>
                  <a:cubicBezTo>
                    <a:pt x="76" y="13"/>
                    <a:pt x="1" y="1"/>
                    <a:pt x="13" y="51"/>
                  </a:cubicBezTo>
                  <a:cubicBezTo>
                    <a:pt x="226" y="2400"/>
                    <a:pt x="3662" y="2125"/>
                    <a:pt x="5249" y="1825"/>
                  </a:cubicBezTo>
                  <a:cubicBezTo>
                    <a:pt x="5299" y="1813"/>
                    <a:pt x="5274" y="1738"/>
                    <a:pt x="5224" y="17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5" name="Google Shape;3455;p97"/>
            <p:cNvSpPr/>
            <p:nvPr/>
          </p:nvSpPr>
          <p:spPr>
            <a:xfrm>
              <a:off x="3184850" y="4310375"/>
              <a:ext cx="60925" cy="65000"/>
            </a:xfrm>
            <a:custGeom>
              <a:rect b="b" l="l" r="r" t="t"/>
              <a:pathLst>
                <a:path extrusionOk="0" h="2600" w="2437">
                  <a:moveTo>
                    <a:pt x="975" y="2525"/>
                  </a:moveTo>
                  <a:cubicBezTo>
                    <a:pt x="350" y="2200"/>
                    <a:pt x="88" y="1425"/>
                    <a:pt x="512" y="838"/>
                  </a:cubicBezTo>
                  <a:cubicBezTo>
                    <a:pt x="887" y="300"/>
                    <a:pt x="1850" y="125"/>
                    <a:pt x="2324" y="650"/>
                  </a:cubicBezTo>
                  <a:cubicBezTo>
                    <a:pt x="2362" y="700"/>
                    <a:pt x="2437" y="625"/>
                    <a:pt x="2399" y="575"/>
                  </a:cubicBezTo>
                  <a:cubicBezTo>
                    <a:pt x="1900" y="0"/>
                    <a:pt x="837" y="188"/>
                    <a:pt x="425" y="775"/>
                  </a:cubicBezTo>
                  <a:cubicBezTo>
                    <a:pt x="0" y="1400"/>
                    <a:pt x="238" y="2262"/>
                    <a:pt x="937" y="2575"/>
                  </a:cubicBezTo>
                  <a:cubicBezTo>
                    <a:pt x="975" y="2600"/>
                    <a:pt x="1012" y="2537"/>
                    <a:pt x="975" y="25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6" name="Google Shape;3456;p97"/>
            <p:cNvSpPr/>
            <p:nvPr/>
          </p:nvSpPr>
          <p:spPr>
            <a:xfrm>
              <a:off x="3219825" y="4320675"/>
              <a:ext cx="35950" cy="46900"/>
            </a:xfrm>
            <a:custGeom>
              <a:rect b="b" l="l" r="r" t="t"/>
              <a:pathLst>
                <a:path extrusionOk="0" h="1876" w="1438">
                  <a:moveTo>
                    <a:pt x="713" y="88"/>
                  </a:moveTo>
                  <a:cubicBezTo>
                    <a:pt x="1113" y="276"/>
                    <a:pt x="1300" y="738"/>
                    <a:pt x="1138" y="1151"/>
                  </a:cubicBezTo>
                  <a:cubicBezTo>
                    <a:pt x="963" y="1588"/>
                    <a:pt x="513" y="1713"/>
                    <a:pt x="88" y="1588"/>
                  </a:cubicBezTo>
                  <a:cubicBezTo>
                    <a:pt x="38" y="1575"/>
                    <a:pt x="1" y="1650"/>
                    <a:pt x="51" y="1663"/>
                  </a:cubicBezTo>
                  <a:cubicBezTo>
                    <a:pt x="513" y="1875"/>
                    <a:pt x="1050" y="1663"/>
                    <a:pt x="1238" y="1201"/>
                  </a:cubicBezTo>
                  <a:cubicBezTo>
                    <a:pt x="1438" y="738"/>
                    <a:pt x="1213" y="201"/>
                    <a:pt x="751" y="26"/>
                  </a:cubicBezTo>
                  <a:cubicBezTo>
                    <a:pt x="713" y="1"/>
                    <a:pt x="676" y="63"/>
                    <a:pt x="713" y="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7" name="Google Shape;3457;p97"/>
            <p:cNvSpPr/>
            <p:nvPr/>
          </p:nvSpPr>
          <p:spPr>
            <a:xfrm>
              <a:off x="3208275" y="4332875"/>
              <a:ext cx="17200" cy="30950"/>
            </a:xfrm>
            <a:custGeom>
              <a:rect b="b" l="l" r="r" t="t"/>
              <a:pathLst>
                <a:path extrusionOk="0" h="1238" w="688">
                  <a:moveTo>
                    <a:pt x="650" y="1125"/>
                  </a:moveTo>
                  <a:cubicBezTo>
                    <a:pt x="63" y="1162"/>
                    <a:pt x="0" y="13"/>
                    <a:pt x="613" y="200"/>
                  </a:cubicBezTo>
                  <a:cubicBezTo>
                    <a:pt x="663" y="225"/>
                    <a:pt x="688" y="138"/>
                    <a:pt x="638" y="113"/>
                  </a:cubicBezTo>
                  <a:cubicBezTo>
                    <a:pt x="338" y="0"/>
                    <a:pt x="75" y="263"/>
                    <a:pt x="63" y="550"/>
                  </a:cubicBezTo>
                  <a:cubicBezTo>
                    <a:pt x="63" y="837"/>
                    <a:pt x="300" y="1237"/>
                    <a:pt x="650" y="1200"/>
                  </a:cubicBezTo>
                  <a:cubicBezTo>
                    <a:pt x="688" y="1200"/>
                    <a:pt x="688" y="1125"/>
                    <a:pt x="650" y="1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8" name="Google Shape;3458;p97"/>
            <p:cNvSpPr/>
            <p:nvPr/>
          </p:nvSpPr>
          <p:spPr>
            <a:xfrm>
              <a:off x="3454450" y="4302575"/>
              <a:ext cx="55025" cy="71550"/>
            </a:xfrm>
            <a:custGeom>
              <a:rect b="b" l="l" r="r" t="t"/>
              <a:pathLst>
                <a:path extrusionOk="0" h="2862" w="2201">
                  <a:moveTo>
                    <a:pt x="1825" y="2812"/>
                  </a:moveTo>
                  <a:cubicBezTo>
                    <a:pt x="2200" y="1537"/>
                    <a:pt x="1425" y="100"/>
                    <a:pt x="38" y="0"/>
                  </a:cubicBezTo>
                  <a:cubicBezTo>
                    <a:pt x="1" y="0"/>
                    <a:pt x="1" y="50"/>
                    <a:pt x="38" y="50"/>
                  </a:cubicBezTo>
                  <a:cubicBezTo>
                    <a:pt x="1300" y="375"/>
                    <a:pt x="2100" y="1462"/>
                    <a:pt x="1750" y="2787"/>
                  </a:cubicBezTo>
                  <a:cubicBezTo>
                    <a:pt x="1738" y="2837"/>
                    <a:pt x="1813" y="2862"/>
                    <a:pt x="1838" y="27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9" name="Google Shape;3459;p97"/>
            <p:cNvSpPr/>
            <p:nvPr/>
          </p:nvSpPr>
          <p:spPr>
            <a:xfrm>
              <a:off x="3809050" y="4281625"/>
              <a:ext cx="20025" cy="15350"/>
            </a:xfrm>
            <a:custGeom>
              <a:rect b="b" l="l" r="r" t="t"/>
              <a:pathLst>
                <a:path extrusionOk="0" h="614" w="801">
                  <a:moveTo>
                    <a:pt x="113" y="563"/>
                  </a:moveTo>
                  <a:cubicBezTo>
                    <a:pt x="250" y="326"/>
                    <a:pt x="488" y="163"/>
                    <a:pt x="750" y="101"/>
                  </a:cubicBezTo>
                  <a:cubicBezTo>
                    <a:pt x="800" y="88"/>
                    <a:pt x="788" y="1"/>
                    <a:pt x="738" y="1"/>
                  </a:cubicBezTo>
                  <a:cubicBezTo>
                    <a:pt x="425" y="38"/>
                    <a:pt x="163" y="226"/>
                    <a:pt x="26" y="501"/>
                  </a:cubicBezTo>
                  <a:cubicBezTo>
                    <a:pt x="1" y="563"/>
                    <a:pt x="75" y="613"/>
                    <a:pt x="113" y="5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0" name="Google Shape;3460;p97"/>
            <p:cNvSpPr/>
            <p:nvPr/>
          </p:nvSpPr>
          <p:spPr>
            <a:xfrm>
              <a:off x="3812475" y="4278200"/>
              <a:ext cx="16900" cy="5950"/>
            </a:xfrm>
            <a:custGeom>
              <a:rect b="b" l="l" r="r" t="t"/>
              <a:pathLst>
                <a:path extrusionOk="0" h="238" w="676">
                  <a:moveTo>
                    <a:pt x="613" y="113"/>
                  </a:moveTo>
                  <a:cubicBezTo>
                    <a:pt x="438" y="25"/>
                    <a:pt x="251" y="0"/>
                    <a:pt x="63" y="25"/>
                  </a:cubicBezTo>
                  <a:cubicBezTo>
                    <a:pt x="1" y="38"/>
                    <a:pt x="26" y="138"/>
                    <a:pt x="76" y="138"/>
                  </a:cubicBezTo>
                  <a:cubicBezTo>
                    <a:pt x="251" y="138"/>
                    <a:pt x="413" y="163"/>
                    <a:pt x="576" y="213"/>
                  </a:cubicBezTo>
                  <a:cubicBezTo>
                    <a:pt x="651" y="238"/>
                    <a:pt x="676" y="138"/>
                    <a:pt x="613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1" name="Google Shape;3461;p97"/>
            <p:cNvSpPr/>
            <p:nvPr/>
          </p:nvSpPr>
          <p:spPr>
            <a:xfrm>
              <a:off x="3801250" y="4294125"/>
              <a:ext cx="9375" cy="7850"/>
            </a:xfrm>
            <a:custGeom>
              <a:rect b="b" l="l" r="r" t="t"/>
              <a:pathLst>
                <a:path extrusionOk="0" h="314" w="375">
                  <a:moveTo>
                    <a:pt x="263" y="88"/>
                  </a:moveTo>
                  <a:cubicBezTo>
                    <a:pt x="213" y="113"/>
                    <a:pt x="138" y="88"/>
                    <a:pt x="113" y="38"/>
                  </a:cubicBezTo>
                  <a:cubicBezTo>
                    <a:pt x="75" y="1"/>
                    <a:pt x="0" y="38"/>
                    <a:pt x="13" y="88"/>
                  </a:cubicBezTo>
                  <a:cubicBezTo>
                    <a:pt x="75" y="238"/>
                    <a:pt x="250" y="313"/>
                    <a:pt x="338" y="151"/>
                  </a:cubicBezTo>
                  <a:cubicBezTo>
                    <a:pt x="375" y="101"/>
                    <a:pt x="300" y="38"/>
                    <a:pt x="263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2" name="Google Shape;3462;p97"/>
            <p:cNvSpPr/>
            <p:nvPr/>
          </p:nvSpPr>
          <p:spPr>
            <a:xfrm>
              <a:off x="3783125" y="4280700"/>
              <a:ext cx="20025" cy="15650"/>
            </a:xfrm>
            <a:custGeom>
              <a:rect b="b" l="l" r="r" t="t"/>
              <a:pathLst>
                <a:path extrusionOk="0" h="626" w="801">
                  <a:moveTo>
                    <a:pt x="775" y="538"/>
                  </a:moveTo>
                  <a:cubicBezTo>
                    <a:pt x="625" y="288"/>
                    <a:pt x="350" y="0"/>
                    <a:pt x="38" y="63"/>
                  </a:cubicBezTo>
                  <a:cubicBezTo>
                    <a:pt x="0" y="75"/>
                    <a:pt x="0" y="138"/>
                    <a:pt x="38" y="150"/>
                  </a:cubicBezTo>
                  <a:cubicBezTo>
                    <a:pt x="313" y="213"/>
                    <a:pt x="550" y="363"/>
                    <a:pt x="700" y="588"/>
                  </a:cubicBezTo>
                  <a:cubicBezTo>
                    <a:pt x="738" y="625"/>
                    <a:pt x="800" y="575"/>
                    <a:pt x="775" y="5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3" name="Google Shape;3463;p97"/>
            <p:cNvSpPr/>
            <p:nvPr/>
          </p:nvSpPr>
          <p:spPr>
            <a:xfrm>
              <a:off x="3783425" y="4276325"/>
              <a:ext cx="24400" cy="10325"/>
            </a:xfrm>
            <a:custGeom>
              <a:rect b="b" l="l" r="r" t="t"/>
              <a:pathLst>
                <a:path extrusionOk="0" h="413" w="976">
                  <a:moveTo>
                    <a:pt x="113" y="288"/>
                  </a:moveTo>
                  <a:cubicBezTo>
                    <a:pt x="363" y="125"/>
                    <a:pt x="613" y="188"/>
                    <a:pt x="838" y="363"/>
                  </a:cubicBezTo>
                  <a:cubicBezTo>
                    <a:pt x="888" y="413"/>
                    <a:pt x="976" y="325"/>
                    <a:pt x="913" y="275"/>
                  </a:cubicBezTo>
                  <a:cubicBezTo>
                    <a:pt x="688" y="25"/>
                    <a:pt x="313" y="0"/>
                    <a:pt x="51" y="213"/>
                  </a:cubicBezTo>
                  <a:cubicBezTo>
                    <a:pt x="1" y="250"/>
                    <a:pt x="63" y="325"/>
                    <a:pt x="113" y="2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4" name="Google Shape;3464;p97"/>
            <p:cNvSpPr/>
            <p:nvPr/>
          </p:nvSpPr>
          <p:spPr>
            <a:xfrm>
              <a:off x="3804375" y="4278500"/>
              <a:ext cx="13750" cy="8150"/>
            </a:xfrm>
            <a:custGeom>
              <a:rect b="b" l="l" r="r" t="t"/>
              <a:pathLst>
                <a:path extrusionOk="0" h="326" w="550">
                  <a:moveTo>
                    <a:pt x="138" y="276"/>
                  </a:moveTo>
                  <a:cubicBezTo>
                    <a:pt x="238" y="188"/>
                    <a:pt x="362" y="126"/>
                    <a:pt x="487" y="113"/>
                  </a:cubicBezTo>
                  <a:cubicBezTo>
                    <a:pt x="550" y="113"/>
                    <a:pt x="525" y="26"/>
                    <a:pt x="475" y="13"/>
                  </a:cubicBezTo>
                  <a:cubicBezTo>
                    <a:pt x="312" y="1"/>
                    <a:pt x="163" y="76"/>
                    <a:pt x="50" y="188"/>
                  </a:cubicBezTo>
                  <a:cubicBezTo>
                    <a:pt x="0" y="238"/>
                    <a:pt x="88" y="326"/>
                    <a:pt x="138" y="2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5" name="Google Shape;3465;p97"/>
            <p:cNvSpPr/>
            <p:nvPr/>
          </p:nvSpPr>
          <p:spPr>
            <a:xfrm>
              <a:off x="3798750" y="4264450"/>
              <a:ext cx="14375" cy="12525"/>
            </a:xfrm>
            <a:custGeom>
              <a:rect b="b" l="l" r="r" t="t"/>
              <a:pathLst>
                <a:path extrusionOk="0" h="501" w="575">
                  <a:moveTo>
                    <a:pt x="275" y="475"/>
                  </a:moveTo>
                  <a:cubicBezTo>
                    <a:pt x="400" y="463"/>
                    <a:pt x="537" y="425"/>
                    <a:pt x="550" y="288"/>
                  </a:cubicBezTo>
                  <a:cubicBezTo>
                    <a:pt x="575" y="163"/>
                    <a:pt x="475" y="63"/>
                    <a:pt x="363" y="63"/>
                  </a:cubicBezTo>
                  <a:cubicBezTo>
                    <a:pt x="63" y="0"/>
                    <a:pt x="0" y="463"/>
                    <a:pt x="300" y="488"/>
                  </a:cubicBezTo>
                  <a:cubicBezTo>
                    <a:pt x="375" y="500"/>
                    <a:pt x="400" y="375"/>
                    <a:pt x="325" y="363"/>
                  </a:cubicBezTo>
                  <a:lnTo>
                    <a:pt x="275" y="350"/>
                  </a:lnTo>
                  <a:cubicBezTo>
                    <a:pt x="200" y="350"/>
                    <a:pt x="200" y="475"/>
                    <a:pt x="275" y="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6" name="Google Shape;3466;p97"/>
            <p:cNvSpPr/>
            <p:nvPr/>
          </p:nvSpPr>
          <p:spPr>
            <a:xfrm>
              <a:off x="6793275" y="2739850"/>
              <a:ext cx="104675" cy="111550"/>
            </a:xfrm>
            <a:custGeom>
              <a:rect b="b" l="l" r="r" t="t"/>
              <a:pathLst>
                <a:path extrusionOk="0" h="4462" w="4187">
                  <a:moveTo>
                    <a:pt x="3899" y="1800"/>
                  </a:moveTo>
                  <a:cubicBezTo>
                    <a:pt x="4087" y="3375"/>
                    <a:pt x="2275" y="4462"/>
                    <a:pt x="1062" y="3325"/>
                  </a:cubicBezTo>
                  <a:cubicBezTo>
                    <a:pt x="125" y="2450"/>
                    <a:pt x="563" y="988"/>
                    <a:pt x="1212" y="75"/>
                  </a:cubicBezTo>
                  <a:cubicBezTo>
                    <a:pt x="1237" y="38"/>
                    <a:pt x="1187" y="0"/>
                    <a:pt x="1150" y="25"/>
                  </a:cubicBezTo>
                  <a:cubicBezTo>
                    <a:pt x="213" y="1038"/>
                    <a:pt x="0" y="2975"/>
                    <a:pt x="1387" y="3712"/>
                  </a:cubicBezTo>
                  <a:cubicBezTo>
                    <a:pt x="2737" y="4424"/>
                    <a:pt x="4187" y="3237"/>
                    <a:pt x="3999" y="1800"/>
                  </a:cubicBezTo>
                  <a:cubicBezTo>
                    <a:pt x="3999" y="1738"/>
                    <a:pt x="3887" y="1738"/>
                    <a:pt x="3899" y="1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7" name="Google Shape;3467;p97"/>
            <p:cNvSpPr/>
            <p:nvPr/>
          </p:nvSpPr>
          <p:spPr>
            <a:xfrm>
              <a:off x="6818575" y="2481475"/>
              <a:ext cx="146850" cy="263400"/>
            </a:xfrm>
            <a:custGeom>
              <a:rect b="b" l="l" r="r" t="t"/>
              <a:pathLst>
                <a:path extrusionOk="0" h="10536" w="5874">
                  <a:moveTo>
                    <a:pt x="75" y="10510"/>
                  </a:moveTo>
                  <a:cubicBezTo>
                    <a:pt x="1950" y="9186"/>
                    <a:pt x="4362" y="7986"/>
                    <a:pt x="5137" y="5674"/>
                  </a:cubicBezTo>
                  <a:cubicBezTo>
                    <a:pt x="5724" y="3950"/>
                    <a:pt x="5874" y="1463"/>
                    <a:pt x="4612" y="26"/>
                  </a:cubicBezTo>
                  <a:cubicBezTo>
                    <a:pt x="4587" y="1"/>
                    <a:pt x="4537" y="38"/>
                    <a:pt x="4562" y="63"/>
                  </a:cubicBezTo>
                  <a:cubicBezTo>
                    <a:pt x="5761" y="1700"/>
                    <a:pt x="5586" y="4462"/>
                    <a:pt x="4737" y="6224"/>
                  </a:cubicBezTo>
                  <a:cubicBezTo>
                    <a:pt x="3812" y="8124"/>
                    <a:pt x="1700" y="9236"/>
                    <a:pt x="38" y="10448"/>
                  </a:cubicBezTo>
                  <a:cubicBezTo>
                    <a:pt x="0" y="10473"/>
                    <a:pt x="38" y="10535"/>
                    <a:pt x="75" y="1051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8" name="Google Shape;3468;p97"/>
            <p:cNvSpPr/>
            <p:nvPr/>
          </p:nvSpPr>
          <p:spPr>
            <a:xfrm>
              <a:off x="6840750" y="2448375"/>
              <a:ext cx="85000" cy="100300"/>
            </a:xfrm>
            <a:custGeom>
              <a:rect b="b" l="l" r="r" t="t"/>
              <a:pathLst>
                <a:path extrusionOk="0" h="4012" w="3400">
                  <a:moveTo>
                    <a:pt x="3350" y="1087"/>
                  </a:moveTo>
                  <a:cubicBezTo>
                    <a:pt x="2500" y="587"/>
                    <a:pt x="1313" y="387"/>
                    <a:pt x="576" y="1225"/>
                  </a:cubicBezTo>
                  <a:cubicBezTo>
                    <a:pt x="151" y="1700"/>
                    <a:pt x="1" y="2837"/>
                    <a:pt x="413" y="3387"/>
                  </a:cubicBezTo>
                  <a:cubicBezTo>
                    <a:pt x="900" y="4012"/>
                    <a:pt x="2038" y="3924"/>
                    <a:pt x="2375" y="3187"/>
                  </a:cubicBezTo>
                  <a:cubicBezTo>
                    <a:pt x="2575" y="2749"/>
                    <a:pt x="2550" y="2237"/>
                    <a:pt x="2300" y="1812"/>
                  </a:cubicBezTo>
                  <a:cubicBezTo>
                    <a:pt x="1938" y="1175"/>
                    <a:pt x="975" y="775"/>
                    <a:pt x="863" y="25"/>
                  </a:cubicBezTo>
                  <a:cubicBezTo>
                    <a:pt x="863" y="0"/>
                    <a:pt x="813" y="0"/>
                    <a:pt x="813" y="25"/>
                  </a:cubicBezTo>
                  <a:cubicBezTo>
                    <a:pt x="825" y="437"/>
                    <a:pt x="1100" y="675"/>
                    <a:pt x="1388" y="950"/>
                  </a:cubicBezTo>
                  <a:cubicBezTo>
                    <a:pt x="1675" y="1225"/>
                    <a:pt x="2050" y="1512"/>
                    <a:pt x="2200" y="1862"/>
                  </a:cubicBezTo>
                  <a:cubicBezTo>
                    <a:pt x="2563" y="2724"/>
                    <a:pt x="2313" y="3724"/>
                    <a:pt x="1200" y="3587"/>
                  </a:cubicBezTo>
                  <a:cubicBezTo>
                    <a:pt x="850" y="3649"/>
                    <a:pt x="626" y="3524"/>
                    <a:pt x="551" y="3174"/>
                  </a:cubicBezTo>
                  <a:cubicBezTo>
                    <a:pt x="426" y="3087"/>
                    <a:pt x="338" y="2949"/>
                    <a:pt x="338" y="2799"/>
                  </a:cubicBezTo>
                  <a:cubicBezTo>
                    <a:pt x="338" y="2737"/>
                    <a:pt x="338" y="2674"/>
                    <a:pt x="338" y="2612"/>
                  </a:cubicBezTo>
                  <a:cubicBezTo>
                    <a:pt x="313" y="2362"/>
                    <a:pt x="313" y="2100"/>
                    <a:pt x="363" y="1850"/>
                  </a:cubicBezTo>
                  <a:cubicBezTo>
                    <a:pt x="713" y="487"/>
                    <a:pt x="2375" y="612"/>
                    <a:pt x="3312" y="1150"/>
                  </a:cubicBezTo>
                  <a:cubicBezTo>
                    <a:pt x="3362" y="1175"/>
                    <a:pt x="3400" y="1112"/>
                    <a:pt x="3362" y="10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9" name="Google Shape;3469;p97"/>
            <p:cNvSpPr/>
            <p:nvPr/>
          </p:nvSpPr>
          <p:spPr>
            <a:xfrm>
              <a:off x="6857625" y="2386200"/>
              <a:ext cx="13450" cy="55325"/>
            </a:xfrm>
            <a:custGeom>
              <a:rect b="b" l="l" r="r" t="t"/>
              <a:pathLst>
                <a:path extrusionOk="0" h="2213" w="538">
                  <a:moveTo>
                    <a:pt x="138" y="2162"/>
                  </a:moveTo>
                  <a:cubicBezTo>
                    <a:pt x="63" y="1387"/>
                    <a:pt x="300" y="775"/>
                    <a:pt x="525" y="50"/>
                  </a:cubicBezTo>
                  <a:cubicBezTo>
                    <a:pt x="538" y="13"/>
                    <a:pt x="488" y="0"/>
                    <a:pt x="463" y="25"/>
                  </a:cubicBezTo>
                  <a:cubicBezTo>
                    <a:pt x="51" y="613"/>
                    <a:pt x="1" y="1475"/>
                    <a:pt x="63" y="2162"/>
                  </a:cubicBezTo>
                  <a:cubicBezTo>
                    <a:pt x="63" y="2212"/>
                    <a:pt x="150" y="2212"/>
                    <a:pt x="138" y="2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0" name="Google Shape;3470;p97"/>
            <p:cNvSpPr/>
            <p:nvPr/>
          </p:nvSpPr>
          <p:spPr>
            <a:xfrm>
              <a:off x="6804825" y="2632075"/>
              <a:ext cx="96875" cy="82175"/>
            </a:xfrm>
            <a:custGeom>
              <a:rect b="b" l="l" r="r" t="t"/>
              <a:pathLst>
                <a:path extrusionOk="0" h="3287" w="3875">
                  <a:moveTo>
                    <a:pt x="3800" y="2200"/>
                  </a:moveTo>
                  <a:cubicBezTo>
                    <a:pt x="3125" y="2712"/>
                    <a:pt x="2300" y="3174"/>
                    <a:pt x="1425" y="2937"/>
                  </a:cubicBezTo>
                  <a:cubicBezTo>
                    <a:pt x="963" y="2799"/>
                    <a:pt x="575" y="2474"/>
                    <a:pt x="363" y="2050"/>
                  </a:cubicBezTo>
                  <a:cubicBezTo>
                    <a:pt x="213" y="1762"/>
                    <a:pt x="126" y="1450"/>
                    <a:pt x="126" y="1137"/>
                  </a:cubicBezTo>
                  <a:cubicBezTo>
                    <a:pt x="138" y="400"/>
                    <a:pt x="563" y="250"/>
                    <a:pt x="1400" y="687"/>
                  </a:cubicBezTo>
                  <a:cubicBezTo>
                    <a:pt x="1363" y="712"/>
                    <a:pt x="1400" y="787"/>
                    <a:pt x="1438" y="750"/>
                  </a:cubicBezTo>
                  <a:cubicBezTo>
                    <a:pt x="1813" y="463"/>
                    <a:pt x="1400" y="125"/>
                    <a:pt x="1050" y="75"/>
                  </a:cubicBezTo>
                  <a:cubicBezTo>
                    <a:pt x="388" y="0"/>
                    <a:pt x="1" y="675"/>
                    <a:pt x="26" y="1262"/>
                  </a:cubicBezTo>
                  <a:cubicBezTo>
                    <a:pt x="63" y="2050"/>
                    <a:pt x="613" y="2837"/>
                    <a:pt x="1388" y="3049"/>
                  </a:cubicBezTo>
                  <a:cubicBezTo>
                    <a:pt x="2312" y="3287"/>
                    <a:pt x="3162" y="2824"/>
                    <a:pt x="3837" y="2237"/>
                  </a:cubicBezTo>
                  <a:cubicBezTo>
                    <a:pt x="3875" y="2212"/>
                    <a:pt x="3825" y="2175"/>
                    <a:pt x="3800" y="22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1" name="Google Shape;3471;p97"/>
            <p:cNvSpPr/>
            <p:nvPr/>
          </p:nvSpPr>
          <p:spPr>
            <a:xfrm>
              <a:off x="6762650" y="2704850"/>
              <a:ext cx="110625" cy="22850"/>
            </a:xfrm>
            <a:custGeom>
              <a:rect b="b" l="l" r="r" t="t"/>
              <a:pathLst>
                <a:path extrusionOk="0" h="914" w="4425">
                  <a:moveTo>
                    <a:pt x="4324" y="26"/>
                  </a:moveTo>
                  <a:cubicBezTo>
                    <a:pt x="3325" y="876"/>
                    <a:pt x="1175" y="913"/>
                    <a:pt x="63" y="326"/>
                  </a:cubicBezTo>
                  <a:cubicBezTo>
                    <a:pt x="26" y="313"/>
                    <a:pt x="1" y="363"/>
                    <a:pt x="26" y="388"/>
                  </a:cubicBezTo>
                  <a:cubicBezTo>
                    <a:pt x="713" y="901"/>
                    <a:pt x="1700" y="826"/>
                    <a:pt x="2512" y="738"/>
                  </a:cubicBezTo>
                  <a:cubicBezTo>
                    <a:pt x="3175" y="663"/>
                    <a:pt x="3862" y="538"/>
                    <a:pt x="4387" y="88"/>
                  </a:cubicBezTo>
                  <a:cubicBezTo>
                    <a:pt x="4424" y="51"/>
                    <a:pt x="4374" y="1"/>
                    <a:pt x="4324" y="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2" name="Google Shape;3472;p97"/>
            <p:cNvSpPr/>
            <p:nvPr/>
          </p:nvSpPr>
          <p:spPr>
            <a:xfrm>
              <a:off x="6751100" y="2705175"/>
              <a:ext cx="12200" cy="11900"/>
            </a:xfrm>
            <a:custGeom>
              <a:rect b="b" l="l" r="r" t="t"/>
              <a:pathLst>
                <a:path extrusionOk="0" h="476" w="488">
                  <a:moveTo>
                    <a:pt x="450" y="350"/>
                  </a:moveTo>
                  <a:cubicBezTo>
                    <a:pt x="488" y="263"/>
                    <a:pt x="463" y="150"/>
                    <a:pt x="400" y="88"/>
                  </a:cubicBezTo>
                  <a:cubicBezTo>
                    <a:pt x="338" y="25"/>
                    <a:pt x="238" y="0"/>
                    <a:pt x="150" y="13"/>
                  </a:cubicBezTo>
                  <a:cubicBezTo>
                    <a:pt x="125" y="13"/>
                    <a:pt x="88" y="25"/>
                    <a:pt x="63" y="50"/>
                  </a:cubicBezTo>
                  <a:cubicBezTo>
                    <a:pt x="38" y="88"/>
                    <a:pt x="25" y="125"/>
                    <a:pt x="25" y="163"/>
                  </a:cubicBezTo>
                  <a:cubicBezTo>
                    <a:pt x="0" y="288"/>
                    <a:pt x="63" y="413"/>
                    <a:pt x="175" y="463"/>
                  </a:cubicBezTo>
                  <a:cubicBezTo>
                    <a:pt x="313" y="475"/>
                    <a:pt x="425" y="375"/>
                    <a:pt x="425" y="2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3" name="Google Shape;3473;p97"/>
            <p:cNvSpPr/>
            <p:nvPr/>
          </p:nvSpPr>
          <p:spPr>
            <a:xfrm>
              <a:off x="6748900" y="2702675"/>
              <a:ext cx="16275" cy="18450"/>
            </a:xfrm>
            <a:custGeom>
              <a:rect b="b" l="l" r="r" t="t"/>
              <a:pathLst>
                <a:path extrusionOk="0" h="738" w="651">
                  <a:moveTo>
                    <a:pt x="601" y="463"/>
                  </a:moveTo>
                  <a:cubicBezTo>
                    <a:pt x="650" y="300"/>
                    <a:pt x="563" y="113"/>
                    <a:pt x="388" y="63"/>
                  </a:cubicBezTo>
                  <a:cubicBezTo>
                    <a:pt x="251" y="0"/>
                    <a:pt x="76" y="88"/>
                    <a:pt x="63" y="250"/>
                  </a:cubicBezTo>
                  <a:cubicBezTo>
                    <a:pt x="1" y="650"/>
                    <a:pt x="563" y="738"/>
                    <a:pt x="563" y="338"/>
                  </a:cubicBezTo>
                  <a:cubicBezTo>
                    <a:pt x="563" y="288"/>
                    <a:pt x="501" y="275"/>
                    <a:pt x="488" y="325"/>
                  </a:cubicBezTo>
                  <a:cubicBezTo>
                    <a:pt x="163" y="438"/>
                    <a:pt x="88" y="425"/>
                    <a:pt x="263" y="275"/>
                  </a:cubicBezTo>
                  <a:cubicBezTo>
                    <a:pt x="376" y="100"/>
                    <a:pt x="438" y="150"/>
                    <a:pt x="476" y="425"/>
                  </a:cubicBezTo>
                  <a:cubicBezTo>
                    <a:pt x="451" y="513"/>
                    <a:pt x="576" y="538"/>
                    <a:pt x="601" y="4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4" name="Google Shape;3474;p97"/>
            <p:cNvSpPr/>
            <p:nvPr/>
          </p:nvSpPr>
          <p:spPr>
            <a:xfrm>
              <a:off x="6927925" y="2476175"/>
              <a:ext cx="3450" cy="2825"/>
            </a:xfrm>
            <a:custGeom>
              <a:rect b="b" l="l" r="r" t="t"/>
              <a:pathLst>
                <a:path extrusionOk="0" h="113" w="138">
                  <a:moveTo>
                    <a:pt x="63" y="25"/>
                  </a:moveTo>
                  <a:lnTo>
                    <a:pt x="38" y="38"/>
                  </a:lnTo>
                  <a:cubicBezTo>
                    <a:pt x="0" y="50"/>
                    <a:pt x="0" y="88"/>
                    <a:pt x="38" y="100"/>
                  </a:cubicBezTo>
                  <a:lnTo>
                    <a:pt x="63" y="100"/>
                  </a:lnTo>
                  <a:cubicBezTo>
                    <a:pt x="125" y="113"/>
                    <a:pt x="138" y="0"/>
                    <a:pt x="63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5" name="Google Shape;3475;p97"/>
            <p:cNvSpPr/>
            <p:nvPr/>
          </p:nvSpPr>
          <p:spPr>
            <a:xfrm>
              <a:off x="6869800" y="2346825"/>
              <a:ext cx="17850" cy="42200"/>
            </a:xfrm>
            <a:custGeom>
              <a:rect b="b" l="l" r="r" t="t"/>
              <a:pathLst>
                <a:path extrusionOk="0" h="1688" w="714">
                  <a:moveTo>
                    <a:pt x="101" y="1663"/>
                  </a:moveTo>
                  <a:cubicBezTo>
                    <a:pt x="638" y="1463"/>
                    <a:pt x="713" y="513"/>
                    <a:pt x="576" y="51"/>
                  </a:cubicBezTo>
                  <a:cubicBezTo>
                    <a:pt x="551" y="1"/>
                    <a:pt x="463" y="13"/>
                    <a:pt x="476" y="63"/>
                  </a:cubicBezTo>
                  <a:cubicBezTo>
                    <a:pt x="513" y="313"/>
                    <a:pt x="526" y="563"/>
                    <a:pt x="488" y="800"/>
                  </a:cubicBezTo>
                  <a:cubicBezTo>
                    <a:pt x="438" y="1038"/>
                    <a:pt x="326" y="1463"/>
                    <a:pt x="76" y="1550"/>
                  </a:cubicBezTo>
                  <a:cubicBezTo>
                    <a:pt x="1" y="1575"/>
                    <a:pt x="38" y="1688"/>
                    <a:pt x="101" y="16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6" name="Google Shape;3476;p97"/>
            <p:cNvSpPr/>
            <p:nvPr/>
          </p:nvSpPr>
          <p:spPr>
            <a:xfrm>
              <a:off x="6865425" y="2346525"/>
              <a:ext cx="19725" cy="42200"/>
            </a:xfrm>
            <a:custGeom>
              <a:rect b="b" l="l" r="r" t="t"/>
              <a:pathLst>
                <a:path extrusionOk="0" h="1688" w="789">
                  <a:moveTo>
                    <a:pt x="676" y="50"/>
                  </a:moveTo>
                  <a:cubicBezTo>
                    <a:pt x="313" y="400"/>
                    <a:pt x="1" y="1125"/>
                    <a:pt x="151" y="1625"/>
                  </a:cubicBezTo>
                  <a:cubicBezTo>
                    <a:pt x="163" y="1687"/>
                    <a:pt x="251" y="1662"/>
                    <a:pt x="238" y="1600"/>
                  </a:cubicBezTo>
                  <a:cubicBezTo>
                    <a:pt x="188" y="1062"/>
                    <a:pt x="376" y="513"/>
                    <a:pt x="751" y="113"/>
                  </a:cubicBezTo>
                  <a:cubicBezTo>
                    <a:pt x="788" y="63"/>
                    <a:pt x="726" y="0"/>
                    <a:pt x="676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7" name="Google Shape;3477;p97"/>
            <p:cNvSpPr/>
            <p:nvPr/>
          </p:nvSpPr>
          <p:spPr>
            <a:xfrm>
              <a:off x="6831375" y="2415875"/>
              <a:ext cx="30025" cy="33150"/>
            </a:xfrm>
            <a:custGeom>
              <a:rect b="b" l="l" r="r" t="t"/>
              <a:pathLst>
                <a:path extrusionOk="0" h="1326" w="1201">
                  <a:moveTo>
                    <a:pt x="1188" y="1275"/>
                  </a:moveTo>
                  <a:cubicBezTo>
                    <a:pt x="1200" y="938"/>
                    <a:pt x="1026" y="663"/>
                    <a:pt x="813" y="413"/>
                  </a:cubicBezTo>
                  <a:cubicBezTo>
                    <a:pt x="638" y="163"/>
                    <a:pt x="351" y="13"/>
                    <a:pt x="51" y="0"/>
                  </a:cubicBezTo>
                  <a:cubicBezTo>
                    <a:pt x="13" y="0"/>
                    <a:pt x="1" y="75"/>
                    <a:pt x="38" y="75"/>
                  </a:cubicBezTo>
                  <a:cubicBezTo>
                    <a:pt x="326" y="100"/>
                    <a:pt x="588" y="238"/>
                    <a:pt x="763" y="463"/>
                  </a:cubicBezTo>
                  <a:cubicBezTo>
                    <a:pt x="951" y="713"/>
                    <a:pt x="1125" y="950"/>
                    <a:pt x="1101" y="1275"/>
                  </a:cubicBezTo>
                  <a:cubicBezTo>
                    <a:pt x="1101" y="1325"/>
                    <a:pt x="1175" y="1325"/>
                    <a:pt x="1188" y="12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8" name="Google Shape;3478;p97"/>
            <p:cNvSpPr/>
            <p:nvPr/>
          </p:nvSpPr>
          <p:spPr>
            <a:xfrm>
              <a:off x="6831375" y="2415550"/>
              <a:ext cx="29400" cy="33475"/>
            </a:xfrm>
            <a:custGeom>
              <a:rect b="b" l="l" r="r" t="t"/>
              <a:pathLst>
                <a:path extrusionOk="0" h="1339" w="1176">
                  <a:moveTo>
                    <a:pt x="13" y="63"/>
                  </a:moveTo>
                  <a:cubicBezTo>
                    <a:pt x="101" y="626"/>
                    <a:pt x="501" y="1201"/>
                    <a:pt x="1076" y="1313"/>
                  </a:cubicBezTo>
                  <a:cubicBezTo>
                    <a:pt x="1138" y="1338"/>
                    <a:pt x="1175" y="1251"/>
                    <a:pt x="1125" y="1213"/>
                  </a:cubicBezTo>
                  <a:cubicBezTo>
                    <a:pt x="888" y="1076"/>
                    <a:pt x="651" y="1013"/>
                    <a:pt x="476" y="776"/>
                  </a:cubicBezTo>
                  <a:cubicBezTo>
                    <a:pt x="301" y="563"/>
                    <a:pt x="163" y="313"/>
                    <a:pt x="88" y="38"/>
                  </a:cubicBezTo>
                  <a:cubicBezTo>
                    <a:pt x="76" y="1"/>
                    <a:pt x="1" y="13"/>
                    <a:pt x="13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9" name="Google Shape;3479;p97"/>
            <p:cNvSpPr/>
            <p:nvPr/>
          </p:nvSpPr>
          <p:spPr>
            <a:xfrm>
              <a:off x="6767025" y="2718300"/>
              <a:ext cx="86575" cy="38750"/>
            </a:xfrm>
            <a:custGeom>
              <a:rect b="b" l="l" r="r" t="t"/>
              <a:pathLst>
                <a:path extrusionOk="0" h="1550" w="3463">
                  <a:moveTo>
                    <a:pt x="3387" y="38"/>
                  </a:moveTo>
                  <a:cubicBezTo>
                    <a:pt x="2387" y="738"/>
                    <a:pt x="1250" y="1225"/>
                    <a:pt x="50" y="1437"/>
                  </a:cubicBezTo>
                  <a:cubicBezTo>
                    <a:pt x="0" y="1450"/>
                    <a:pt x="25" y="1550"/>
                    <a:pt x="88" y="1537"/>
                  </a:cubicBezTo>
                  <a:cubicBezTo>
                    <a:pt x="1288" y="1312"/>
                    <a:pt x="2437" y="825"/>
                    <a:pt x="3425" y="100"/>
                  </a:cubicBezTo>
                  <a:cubicBezTo>
                    <a:pt x="3462" y="75"/>
                    <a:pt x="3425" y="0"/>
                    <a:pt x="3387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0" name="Google Shape;3480;p97"/>
            <p:cNvSpPr/>
            <p:nvPr/>
          </p:nvSpPr>
          <p:spPr>
            <a:xfrm>
              <a:off x="6752975" y="2749525"/>
              <a:ext cx="16250" cy="17850"/>
            </a:xfrm>
            <a:custGeom>
              <a:rect b="b" l="l" r="r" t="t"/>
              <a:pathLst>
                <a:path extrusionOk="0" h="714" w="650">
                  <a:moveTo>
                    <a:pt x="575" y="188"/>
                  </a:moveTo>
                  <a:cubicBezTo>
                    <a:pt x="363" y="1"/>
                    <a:pt x="0" y="238"/>
                    <a:pt x="213" y="476"/>
                  </a:cubicBezTo>
                  <a:cubicBezTo>
                    <a:pt x="413" y="713"/>
                    <a:pt x="650" y="376"/>
                    <a:pt x="562" y="163"/>
                  </a:cubicBezTo>
                  <a:cubicBezTo>
                    <a:pt x="537" y="126"/>
                    <a:pt x="487" y="138"/>
                    <a:pt x="487" y="176"/>
                  </a:cubicBezTo>
                  <a:cubicBezTo>
                    <a:pt x="487" y="213"/>
                    <a:pt x="487" y="251"/>
                    <a:pt x="487" y="288"/>
                  </a:cubicBezTo>
                  <a:cubicBezTo>
                    <a:pt x="475" y="376"/>
                    <a:pt x="487" y="363"/>
                    <a:pt x="512" y="263"/>
                  </a:cubicBezTo>
                  <a:cubicBezTo>
                    <a:pt x="550" y="288"/>
                    <a:pt x="612" y="238"/>
                    <a:pt x="575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1" name="Google Shape;3481;p97"/>
            <p:cNvSpPr/>
            <p:nvPr/>
          </p:nvSpPr>
          <p:spPr>
            <a:xfrm>
              <a:off x="6783275" y="2681125"/>
              <a:ext cx="81875" cy="30625"/>
            </a:xfrm>
            <a:custGeom>
              <a:rect b="b" l="l" r="r" t="t"/>
              <a:pathLst>
                <a:path extrusionOk="0" h="1225" w="3275">
                  <a:moveTo>
                    <a:pt x="3212" y="1000"/>
                  </a:moveTo>
                  <a:cubicBezTo>
                    <a:pt x="2000" y="1137"/>
                    <a:pt x="988" y="800"/>
                    <a:pt x="63" y="25"/>
                  </a:cubicBezTo>
                  <a:cubicBezTo>
                    <a:pt x="25" y="0"/>
                    <a:pt x="0" y="38"/>
                    <a:pt x="13" y="75"/>
                  </a:cubicBezTo>
                  <a:cubicBezTo>
                    <a:pt x="738" y="1000"/>
                    <a:pt x="2112" y="1225"/>
                    <a:pt x="3212" y="1087"/>
                  </a:cubicBezTo>
                  <a:cubicBezTo>
                    <a:pt x="3274" y="1087"/>
                    <a:pt x="3274" y="987"/>
                    <a:pt x="3212" y="10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2" name="Google Shape;3482;p97"/>
            <p:cNvSpPr/>
            <p:nvPr/>
          </p:nvSpPr>
          <p:spPr>
            <a:xfrm>
              <a:off x="6773575" y="2671750"/>
              <a:ext cx="15025" cy="12825"/>
            </a:xfrm>
            <a:custGeom>
              <a:rect b="b" l="l" r="r" t="t"/>
              <a:pathLst>
                <a:path extrusionOk="0" h="513" w="601">
                  <a:moveTo>
                    <a:pt x="338" y="25"/>
                  </a:moveTo>
                  <a:cubicBezTo>
                    <a:pt x="38" y="0"/>
                    <a:pt x="1" y="450"/>
                    <a:pt x="301" y="488"/>
                  </a:cubicBezTo>
                  <a:cubicBezTo>
                    <a:pt x="601" y="513"/>
                    <a:pt x="563" y="75"/>
                    <a:pt x="276" y="88"/>
                  </a:cubicBezTo>
                  <a:cubicBezTo>
                    <a:pt x="238" y="88"/>
                    <a:pt x="226" y="138"/>
                    <a:pt x="263" y="150"/>
                  </a:cubicBezTo>
                  <a:cubicBezTo>
                    <a:pt x="313" y="213"/>
                    <a:pt x="338" y="188"/>
                    <a:pt x="338" y="100"/>
                  </a:cubicBezTo>
                  <a:cubicBezTo>
                    <a:pt x="388" y="100"/>
                    <a:pt x="388" y="25"/>
                    <a:pt x="338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3" name="Google Shape;3483;p97"/>
            <p:cNvSpPr/>
            <p:nvPr/>
          </p:nvSpPr>
          <p:spPr>
            <a:xfrm>
              <a:off x="6888250" y="2270600"/>
              <a:ext cx="60000" cy="237450"/>
            </a:xfrm>
            <a:custGeom>
              <a:rect b="b" l="l" r="r" t="t"/>
              <a:pathLst>
                <a:path extrusionOk="0" h="9498" w="2400">
                  <a:moveTo>
                    <a:pt x="2387" y="9448"/>
                  </a:moveTo>
                  <a:cubicBezTo>
                    <a:pt x="1137" y="6136"/>
                    <a:pt x="0" y="3450"/>
                    <a:pt x="2025" y="125"/>
                  </a:cubicBezTo>
                  <a:cubicBezTo>
                    <a:pt x="2062" y="50"/>
                    <a:pt x="1962" y="0"/>
                    <a:pt x="1925" y="63"/>
                  </a:cubicBezTo>
                  <a:cubicBezTo>
                    <a:pt x="975" y="1475"/>
                    <a:pt x="575" y="2750"/>
                    <a:pt x="738" y="4449"/>
                  </a:cubicBezTo>
                  <a:cubicBezTo>
                    <a:pt x="925" y="6386"/>
                    <a:pt x="1637" y="7686"/>
                    <a:pt x="2325" y="9460"/>
                  </a:cubicBezTo>
                  <a:cubicBezTo>
                    <a:pt x="2350" y="9498"/>
                    <a:pt x="2400" y="9485"/>
                    <a:pt x="2387" y="944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4" name="Google Shape;3484;p97"/>
            <p:cNvSpPr/>
            <p:nvPr/>
          </p:nvSpPr>
          <p:spPr>
            <a:xfrm>
              <a:off x="6844200" y="2755475"/>
              <a:ext cx="49375" cy="31875"/>
            </a:xfrm>
            <a:custGeom>
              <a:rect b="b" l="l" r="r" t="t"/>
              <a:pathLst>
                <a:path extrusionOk="0" h="1275" w="1975">
                  <a:moveTo>
                    <a:pt x="1962" y="1213"/>
                  </a:moveTo>
                  <a:cubicBezTo>
                    <a:pt x="1875" y="663"/>
                    <a:pt x="1525" y="125"/>
                    <a:pt x="912" y="63"/>
                  </a:cubicBezTo>
                  <a:cubicBezTo>
                    <a:pt x="425" y="0"/>
                    <a:pt x="0" y="375"/>
                    <a:pt x="0" y="875"/>
                  </a:cubicBezTo>
                  <a:cubicBezTo>
                    <a:pt x="0" y="938"/>
                    <a:pt x="113" y="938"/>
                    <a:pt x="113" y="875"/>
                  </a:cubicBezTo>
                  <a:cubicBezTo>
                    <a:pt x="125" y="300"/>
                    <a:pt x="700" y="13"/>
                    <a:pt x="1200" y="250"/>
                  </a:cubicBezTo>
                  <a:cubicBezTo>
                    <a:pt x="1612" y="425"/>
                    <a:pt x="1812" y="813"/>
                    <a:pt x="1900" y="1238"/>
                  </a:cubicBezTo>
                  <a:cubicBezTo>
                    <a:pt x="1912" y="1275"/>
                    <a:pt x="1975" y="1262"/>
                    <a:pt x="1962" y="1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5" name="Google Shape;3485;p97"/>
            <p:cNvSpPr/>
            <p:nvPr/>
          </p:nvSpPr>
          <p:spPr>
            <a:xfrm>
              <a:off x="6887300" y="2510225"/>
              <a:ext cx="31575" cy="62500"/>
            </a:xfrm>
            <a:custGeom>
              <a:rect b="b" l="l" r="r" t="t"/>
              <a:pathLst>
                <a:path extrusionOk="0" h="2500" w="1263">
                  <a:moveTo>
                    <a:pt x="538" y="50"/>
                  </a:moveTo>
                  <a:cubicBezTo>
                    <a:pt x="563" y="675"/>
                    <a:pt x="1" y="1175"/>
                    <a:pt x="226" y="1812"/>
                  </a:cubicBezTo>
                  <a:cubicBezTo>
                    <a:pt x="376" y="2225"/>
                    <a:pt x="776" y="2500"/>
                    <a:pt x="1213" y="2487"/>
                  </a:cubicBezTo>
                  <a:cubicBezTo>
                    <a:pt x="1250" y="2487"/>
                    <a:pt x="1263" y="2425"/>
                    <a:pt x="1225" y="2412"/>
                  </a:cubicBezTo>
                  <a:cubicBezTo>
                    <a:pt x="438" y="2312"/>
                    <a:pt x="126" y="1625"/>
                    <a:pt x="426" y="925"/>
                  </a:cubicBezTo>
                  <a:cubicBezTo>
                    <a:pt x="563" y="650"/>
                    <a:pt x="626" y="350"/>
                    <a:pt x="626" y="50"/>
                  </a:cubicBezTo>
                  <a:cubicBezTo>
                    <a:pt x="626" y="0"/>
                    <a:pt x="538" y="0"/>
                    <a:pt x="538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6" name="Google Shape;3486;p97"/>
            <p:cNvSpPr/>
            <p:nvPr/>
          </p:nvSpPr>
          <p:spPr>
            <a:xfrm>
              <a:off x="6912925" y="2543350"/>
              <a:ext cx="21575" cy="30625"/>
            </a:xfrm>
            <a:custGeom>
              <a:rect b="b" l="l" r="r" t="t"/>
              <a:pathLst>
                <a:path extrusionOk="0" h="1225" w="863">
                  <a:moveTo>
                    <a:pt x="38" y="1112"/>
                  </a:moveTo>
                  <a:cubicBezTo>
                    <a:pt x="338" y="1225"/>
                    <a:pt x="588" y="1062"/>
                    <a:pt x="700" y="775"/>
                  </a:cubicBezTo>
                  <a:cubicBezTo>
                    <a:pt x="788" y="550"/>
                    <a:pt x="863" y="163"/>
                    <a:pt x="613" y="13"/>
                  </a:cubicBezTo>
                  <a:cubicBezTo>
                    <a:pt x="588" y="0"/>
                    <a:pt x="550" y="25"/>
                    <a:pt x="575" y="63"/>
                  </a:cubicBezTo>
                  <a:cubicBezTo>
                    <a:pt x="825" y="387"/>
                    <a:pt x="588" y="1225"/>
                    <a:pt x="63" y="1050"/>
                  </a:cubicBezTo>
                  <a:cubicBezTo>
                    <a:pt x="13" y="1025"/>
                    <a:pt x="0" y="1100"/>
                    <a:pt x="38" y="11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7" name="Google Shape;3487;p97"/>
            <p:cNvSpPr/>
            <p:nvPr/>
          </p:nvSpPr>
          <p:spPr>
            <a:xfrm>
              <a:off x="6775150" y="2732675"/>
              <a:ext cx="56575" cy="81250"/>
            </a:xfrm>
            <a:custGeom>
              <a:rect b="b" l="l" r="r" t="t"/>
              <a:pathLst>
                <a:path extrusionOk="0" h="3250" w="2263">
                  <a:moveTo>
                    <a:pt x="2162" y="38"/>
                  </a:moveTo>
                  <a:cubicBezTo>
                    <a:pt x="1213" y="825"/>
                    <a:pt x="0" y="1800"/>
                    <a:pt x="300" y="3199"/>
                  </a:cubicBezTo>
                  <a:cubicBezTo>
                    <a:pt x="313" y="3249"/>
                    <a:pt x="400" y="3224"/>
                    <a:pt x="388" y="3174"/>
                  </a:cubicBezTo>
                  <a:cubicBezTo>
                    <a:pt x="200" y="1787"/>
                    <a:pt x="1275" y="900"/>
                    <a:pt x="2225" y="88"/>
                  </a:cubicBezTo>
                  <a:cubicBezTo>
                    <a:pt x="2262" y="63"/>
                    <a:pt x="2200" y="0"/>
                    <a:pt x="2162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8" name="Google Shape;3488;p97"/>
            <p:cNvSpPr/>
            <p:nvPr/>
          </p:nvSpPr>
          <p:spPr>
            <a:xfrm>
              <a:off x="6867625" y="2553650"/>
              <a:ext cx="15025" cy="30950"/>
            </a:xfrm>
            <a:custGeom>
              <a:rect b="b" l="l" r="r" t="t"/>
              <a:pathLst>
                <a:path extrusionOk="0" h="1238" w="601">
                  <a:moveTo>
                    <a:pt x="500" y="63"/>
                  </a:moveTo>
                  <a:cubicBezTo>
                    <a:pt x="475" y="463"/>
                    <a:pt x="313" y="850"/>
                    <a:pt x="25" y="1138"/>
                  </a:cubicBezTo>
                  <a:cubicBezTo>
                    <a:pt x="0" y="1175"/>
                    <a:pt x="38" y="1238"/>
                    <a:pt x="88" y="1213"/>
                  </a:cubicBezTo>
                  <a:cubicBezTo>
                    <a:pt x="250" y="1075"/>
                    <a:pt x="375" y="900"/>
                    <a:pt x="438" y="713"/>
                  </a:cubicBezTo>
                  <a:cubicBezTo>
                    <a:pt x="550" y="513"/>
                    <a:pt x="600" y="288"/>
                    <a:pt x="588" y="63"/>
                  </a:cubicBezTo>
                  <a:cubicBezTo>
                    <a:pt x="588" y="0"/>
                    <a:pt x="488" y="0"/>
                    <a:pt x="488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9" name="Google Shape;3489;p97"/>
            <p:cNvSpPr/>
            <p:nvPr/>
          </p:nvSpPr>
          <p:spPr>
            <a:xfrm>
              <a:off x="6861375" y="2550525"/>
              <a:ext cx="21900" cy="34400"/>
            </a:xfrm>
            <a:custGeom>
              <a:rect b="b" l="l" r="r" t="t"/>
              <a:pathLst>
                <a:path extrusionOk="0" h="1376" w="876">
                  <a:moveTo>
                    <a:pt x="325" y="1275"/>
                  </a:moveTo>
                  <a:cubicBezTo>
                    <a:pt x="113" y="825"/>
                    <a:pt x="413" y="313"/>
                    <a:pt x="825" y="125"/>
                  </a:cubicBezTo>
                  <a:cubicBezTo>
                    <a:pt x="875" y="100"/>
                    <a:pt x="838" y="0"/>
                    <a:pt x="775" y="25"/>
                  </a:cubicBezTo>
                  <a:cubicBezTo>
                    <a:pt x="300" y="238"/>
                    <a:pt x="0" y="838"/>
                    <a:pt x="238" y="1325"/>
                  </a:cubicBezTo>
                  <a:cubicBezTo>
                    <a:pt x="275" y="1375"/>
                    <a:pt x="350" y="1325"/>
                    <a:pt x="325" y="12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0" name="Google Shape;3490;p97"/>
            <p:cNvSpPr/>
            <p:nvPr/>
          </p:nvSpPr>
          <p:spPr>
            <a:xfrm>
              <a:off x="6864175" y="2216250"/>
              <a:ext cx="60025" cy="132175"/>
            </a:xfrm>
            <a:custGeom>
              <a:rect b="b" l="l" r="r" t="t"/>
              <a:pathLst>
                <a:path extrusionOk="0" h="5287" w="2401">
                  <a:moveTo>
                    <a:pt x="1813" y="5236"/>
                  </a:moveTo>
                  <a:cubicBezTo>
                    <a:pt x="2125" y="3649"/>
                    <a:pt x="2400" y="212"/>
                    <a:pt x="51" y="0"/>
                  </a:cubicBezTo>
                  <a:cubicBezTo>
                    <a:pt x="1" y="0"/>
                    <a:pt x="1" y="62"/>
                    <a:pt x="51" y="75"/>
                  </a:cubicBezTo>
                  <a:cubicBezTo>
                    <a:pt x="2338" y="375"/>
                    <a:pt x="2038" y="3687"/>
                    <a:pt x="1738" y="5211"/>
                  </a:cubicBezTo>
                  <a:cubicBezTo>
                    <a:pt x="1738" y="5261"/>
                    <a:pt x="1813" y="5286"/>
                    <a:pt x="1813" y="52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1" name="Google Shape;3491;p97"/>
            <p:cNvSpPr/>
            <p:nvPr/>
          </p:nvSpPr>
          <p:spPr>
            <a:xfrm>
              <a:off x="6826700" y="2222800"/>
              <a:ext cx="65000" cy="61575"/>
            </a:xfrm>
            <a:custGeom>
              <a:rect b="b" l="l" r="r" t="t"/>
              <a:pathLst>
                <a:path extrusionOk="0" h="2463" w="2600">
                  <a:moveTo>
                    <a:pt x="2587" y="963"/>
                  </a:moveTo>
                  <a:cubicBezTo>
                    <a:pt x="2250" y="288"/>
                    <a:pt x="1425" y="0"/>
                    <a:pt x="788" y="450"/>
                  </a:cubicBezTo>
                  <a:cubicBezTo>
                    <a:pt x="200" y="863"/>
                    <a:pt x="0" y="1925"/>
                    <a:pt x="575" y="2425"/>
                  </a:cubicBezTo>
                  <a:cubicBezTo>
                    <a:pt x="638" y="2462"/>
                    <a:pt x="700" y="2387"/>
                    <a:pt x="650" y="2350"/>
                  </a:cubicBezTo>
                  <a:cubicBezTo>
                    <a:pt x="138" y="1875"/>
                    <a:pt x="300" y="900"/>
                    <a:pt x="838" y="525"/>
                  </a:cubicBezTo>
                  <a:cubicBezTo>
                    <a:pt x="1425" y="125"/>
                    <a:pt x="2237" y="350"/>
                    <a:pt x="2537" y="1000"/>
                  </a:cubicBezTo>
                  <a:cubicBezTo>
                    <a:pt x="2550" y="1038"/>
                    <a:pt x="2600" y="1000"/>
                    <a:pt x="2587" y="9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2" name="Google Shape;3492;p97"/>
            <p:cNvSpPr/>
            <p:nvPr/>
          </p:nvSpPr>
          <p:spPr>
            <a:xfrm>
              <a:off x="6837325" y="2258100"/>
              <a:ext cx="46875" cy="35950"/>
            </a:xfrm>
            <a:custGeom>
              <a:rect b="b" l="l" r="r" t="t"/>
              <a:pathLst>
                <a:path extrusionOk="0" h="1438" w="1875">
                  <a:moveTo>
                    <a:pt x="25" y="750"/>
                  </a:moveTo>
                  <a:cubicBezTo>
                    <a:pt x="200" y="1213"/>
                    <a:pt x="738" y="1438"/>
                    <a:pt x="1200" y="1250"/>
                  </a:cubicBezTo>
                  <a:cubicBezTo>
                    <a:pt x="1662" y="1050"/>
                    <a:pt x="1875" y="513"/>
                    <a:pt x="1662" y="51"/>
                  </a:cubicBezTo>
                  <a:cubicBezTo>
                    <a:pt x="1650" y="1"/>
                    <a:pt x="1575" y="38"/>
                    <a:pt x="1587" y="88"/>
                  </a:cubicBezTo>
                  <a:cubicBezTo>
                    <a:pt x="1712" y="513"/>
                    <a:pt x="1587" y="963"/>
                    <a:pt x="1150" y="1150"/>
                  </a:cubicBezTo>
                  <a:cubicBezTo>
                    <a:pt x="738" y="1313"/>
                    <a:pt x="263" y="1125"/>
                    <a:pt x="88" y="713"/>
                  </a:cubicBezTo>
                  <a:cubicBezTo>
                    <a:pt x="63" y="675"/>
                    <a:pt x="0" y="713"/>
                    <a:pt x="25" y="7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3" name="Google Shape;3493;p97"/>
            <p:cNvSpPr/>
            <p:nvPr/>
          </p:nvSpPr>
          <p:spPr>
            <a:xfrm>
              <a:off x="6849500" y="2246850"/>
              <a:ext cx="30650" cy="17200"/>
            </a:xfrm>
            <a:custGeom>
              <a:rect b="b" l="l" r="r" t="t"/>
              <a:pathLst>
                <a:path extrusionOk="0" h="688" w="1226">
                  <a:moveTo>
                    <a:pt x="1200" y="638"/>
                  </a:moveTo>
                  <a:cubicBezTo>
                    <a:pt x="1225" y="301"/>
                    <a:pt x="863" y="51"/>
                    <a:pt x="550" y="63"/>
                  </a:cubicBezTo>
                  <a:cubicBezTo>
                    <a:pt x="238" y="63"/>
                    <a:pt x="1" y="338"/>
                    <a:pt x="113" y="626"/>
                  </a:cubicBezTo>
                  <a:cubicBezTo>
                    <a:pt x="138" y="676"/>
                    <a:pt x="213" y="663"/>
                    <a:pt x="201" y="601"/>
                  </a:cubicBezTo>
                  <a:cubicBezTo>
                    <a:pt x="13" y="1"/>
                    <a:pt x="1163" y="51"/>
                    <a:pt x="1125" y="638"/>
                  </a:cubicBezTo>
                  <a:cubicBezTo>
                    <a:pt x="1125" y="688"/>
                    <a:pt x="1200" y="688"/>
                    <a:pt x="1200" y="6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4" name="Google Shape;3494;p97"/>
            <p:cNvSpPr/>
            <p:nvPr/>
          </p:nvSpPr>
          <p:spPr>
            <a:xfrm>
              <a:off x="6819200" y="2492725"/>
              <a:ext cx="71575" cy="55025"/>
            </a:xfrm>
            <a:custGeom>
              <a:rect b="b" l="l" r="r" t="t"/>
              <a:pathLst>
                <a:path extrusionOk="0" h="2201" w="2863">
                  <a:moveTo>
                    <a:pt x="2787" y="1750"/>
                  </a:moveTo>
                  <a:cubicBezTo>
                    <a:pt x="1463" y="2100"/>
                    <a:pt x="375" y="1288"/>
                    <a:pt x="50" y="26"/>
                  </a:cubicBezTo>
                  <a:cubicBezTo>
                    <a:pt x="50" y="1"/>
                    <a:pt x="0" y="1"/>
                    <a:pt x="0" y="26"/>
                  </a:cubicBezTo>
                  <a:cubicBezTo>
                    <a:pt x="100" y="1425"/>
                    <a:pt x="1538" y="2200"/>
                    <a:pt x="2812" y="1813"/>
                  </a:cubicBezTo>
                  <a:cubicBezTo>
                    <a:pt x="2862" y="1800"/>
                    <a:pt x="2837" y="1725"/>
                    <a:pt x="2787" y="17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5" name="Google Shape;3495;p97"/>
            <p:cNvSpPr/>
            <p:nvPr/>
          </p:nvSpPr>
          <p:spPr>
            <a:xfrm>
              <a:off x="6793275" y="2835125"/>
              <a:ext cx="104675" cy="111575"/>
            </a:xfrm>
            <a:custGeom>
              <a:rect b="b" l="l" r="r" t="t"/>
              <a:pathLst>
                <a:path extrusionOk="0" h="4463" w="4187">
                  <a:moveTo>
                    <a:pt x="3999" y="2663"/>
                  </a:moveTo>
                  <a:cubicBezTo>
                    <a:pt x="4187" y="1213"/>
                    <a:pt x="2737" y="38"/>
                    <a:pt x="1387" y="751"/>
                  </a:cubicBezTo>
                  <a:cubicBezTo>
                    <a:pt x="0" y="1488"/>
                    <a:pt x="225" y="3425"/>
                    <a:pt x="1162" y="4437"/>
                  </a:cubicBezTo>
                  <a:cubicBezTo>
                    <a:pt x="1187" y="4462"/>
                    <a:pt x="1237" y="4425"/>
                    <a:pt x="1212" y="4387"/>
                  </a:cubicBezTo>
                  <a:cubicBezTo>
                    <a:pt x="563" y="3488"/>
                    <a:pt x="125" y="2013"/>
                    <a:pt x="1062" y="1138"/>
                  </a:cubicBezTo>
                  <a:cubicBezTo>
                    <a:pt x="2275" y="1"/>
                    <a:pt x="4087" y="1088"/>
                    <a:pt x="3899" y="2663"/>
                  </a:cubicBezTo>
                  <a:cubicBezTo>
                    <a:pt x="3887" y="2738"/>
                    <a:pt x="3999" y="2725"/>
                    <a:pt x="4012" y="26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6" name="Google Shape;3496;p97"/>
            <p:cNvSpPr/>
            <p:nvPr/>
          </p:nvSpPr>
          <p:spPr>
            <a:xfrm>
              <a:off x="6818575" y="2941350"/>
              <a:ext cx="146550" cy="263725"/>
            </a:xfrm>
            <a:custGeom>
              <a:rect b="b" l="l" r="r" t="t"/>
              <a:pathLst>
                <a:path extrusionOk="0" h="10549" w="5862">
                  <a:moveTo>
                    <a:pt x="38" y="101"/>
                  </a:moveTo>
                  <a:cubicBezTo>
                    <a:pt x="1700" y="1313"/>
                    <a:pt x="3812" y="2425"/>
                    <a:pt x="4737" y="4325"/>
                  </a:cubicBezTo>
                  <a:cubicBezTo>
                    <a:pt x="5586" y="6087"/>
                    <a:pt x="5761" y="8849"/>
                    <a:pt x="4562" y="10486"/>
                  </a:cubicBezTo>
                  <a:cubicBezTo>
                    <a:pt x="4537" y="10511"/>
                    <a:pt x="4587" y="10548"/>
                    <a:pt x="4612" y="10523"/>
                  </a:cubicBezTo>
                  <a:cubicBezTo>
                    <a:pt x="5861" y="9086"/>
                    <a:pt x="5724" y="6587"/>
                    <a:pt x="5137" y="4875"/>
                  </a:cubicBezTo>
                  <a:cubicBezTo>
                    <a:pt x="4349" y="2550"/>
                    <a:pt x="1950" y="1363"/>
                    <a:pt x="75" y="26"/>
                  </a:cubicBezTo>
                  <a:cubicBezTo>
                    <a:pt x="38" y="1"/>
                    <a:pt x="0" y="63"/>
                    <a:pt x="38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7" name="Google Shape;3497;p97"/>
            <p:cNvSpPr/>
            <p:nvPr/>
          </p:nvSpPr>
          <p:spPr>
            <a:xfrm>
              <a:off x="6841075" y="3137250"/>
              <a:ext cx="84375" cy="100925"/>
            </a:xfrm>
            <a:custGeom>
              <a:rect b="b" l="l" r="r" t="t"/>
              <a:pathLst>
                <a:path extrusionOk="0" h="4037" w="3375">
                  <a:moveTo>
                    <a:pt x="3299" y="2875"/>
                  </a:moveTo>
                  <a:cubicBezTo>
                    <a:pt x="2362" y="3412"/>
                    <a:pt x="987" y="3537"/>
                    <a:pt x="438" y="2375"/>
                  </a:cubicBezTo>
                  <a:cubicBezTo>
                    <a:pt x="313" y="2100"/>
                    <a:pt x="275" y="1787"/>
                    <a:pt x="325" y="1487"/>
                  </a:cubicBezTo>
                  <a:cubicBezTo>
                    <a:pt x="325" y="1412"/>
                    <a:pt x="313" y="1325"/>
                    <a:pt x="325" y="1250"/>
                  </a:cubicBezTo>
                  <a:cubicBezTo>
                    <a:pt x="450" y="488"/>
                    <a:pt x="650" y="513"/>
                    <a:pt x="1175" y="450"/>
                  </a:cubicBezTo>
                  <a:cubicBezTo>
                    <a:pt x="2075" y="338"/>
                    <a:pt x="2425" y="938"/>
                    <a:pt x="2275" y="1725"/>
                  </a:cubicBezTo>
                  <a:cubicBezTo>
                    <a:pt x="2162" y="2300"/>
                    <a:pt x="1875" y="2600"/>
                    <a:pt x="1462" y="3000"/>
                  </a:cubicBezTo>
                  <a:cubicBezTo>
                    <a:pt x="1150" y="3299"/>
                    <a:pt x="825" y="3549"/>
                    <a:pt x="800" y="3999"/>
                  </a:cubicBezTo>
                  <a:cubicBezTo>
                    <a:pt x="800" y="4024"/>
                    <a:pt x="850" y="4037"/>
                    <a:pt x="850" y="3999"/>
                  </a:cubicBezTo>
                  <a:cubicBezTo>
                    <a:pt x="950" y="3287"/>
                    <a:pt x="1862" y="2900"/>
                    <a:pt x="2225" y="2312"/>
                  </a:cubicBezTo>
                  <a:cubicBezTo>
                    <a:pt x="2525" y="1875"/>
                    <a:pt x="2575" y="1325"/>
                    <a:pt x="2362" y="850"/>
                  </a:cubicBezTo>
                  <a:cubicBezTo>
                    <a:pt x="2025" y="113"/>
                    <a:pt x="887" y="0"/>
                    <a:pt x="400" y="650"/>
                  </a:cubicBezTo>
                  <a:cubicBezTo>
                    <a:pt x="0" y="1163"/>
                    <a:pt x="138" y="2237"/>
                    <a:pt x="500" y="2725"/>
                  </a:cubicBezTo>
                  <a:cubicBezTo>
                    <a:pt x="1200" y="3662"/>
                    <a:pt x="2450" y="3462"/>
                    <a:pt x="3337" y="2950"/>
                  </a:cubicBezTo>
                  <a:cubicBezTo>
                    <a:pt x="3374" y="2912"/>
                    <a:pt x="3337" y="2850"/>
                    <a:pt x="3299" y="28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8" name="Google Shape;3498;p97"/>
            <p:cNvSpPr/>
            <p:nvPr/>
          </p:nvSpPr>
          <p:spPr>
            <a:xfrm>
              <a:off x="6857325" y="3245025"/>
              <a:ext cx="13750" cy="55325"/>
            </a:xfrm>
            <a:custGeom>
              <a:rect b="b" l="l" r="r" t="t"/>
              <a:pathLst>
                <a:path extrusionOk="0" h="2213" w="550">
                  <a:moveTo>
                    <a:pt x="75" y="51"/>
                  </a:moveTo>
                  <a:cubicBezTo>
                    <a:pt x="0" y="738"/>
                    <a:pt x="63" y="1588"/>
                    <a:pt x="475" y="2188"/>
                  </a:cubicBezTo>
                  <a:cubicBezTo>
                    <a:pt x="500" y="2213"/>
                    <a:pt x="550" y="2200"/>
                    <a:pt x="537" y="2163"/>
                  </a:cubicBezTo>
                  <a:cubicBezTo>
                    <a:pt x="300" y="1438"/>
                    <a:pt x="75" y="825"/>
                    <a:pt x="150" y="51"/>
                  </a:cubicBezTo>
                  <a:cubicBezTo>
                    <a:pt x="150" y="1"/>
                    <a:pt x="87" y="1"/>
                    <a:pt x="75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9" name="Google Shape;3499;p97"/>
            <p:cNvSpPr/>
            <p:nvPr/>
          </p:nvSpPr>
          <p:spPr>
            <a:xfrm>
              <a:off x="6805150" y="2972925"/>
              <a:ext cx="96550" cy="81550"/>
            </a:xfrm>
            <a:custGeom>
              <a:rect b="b" l="l" r="r" t="t"/>
              <a:pathLst>
                <a:path extrusionOk="0" h="3262" w="3862">
                  <a:moveTo>
                    <a:pt x="3824" y="1025"/>
                  </a:moveTo>
                  <a:cubicBezTo>
                    <a:pt x="3187" y="475"/>
                    <a:pt x="2362" y="0"/>
                    <a:pt x="1487" y="187"/>
                  </a:cubicBezTo>
                  <a:cubicBezTo>
                    <a:pt x="662" y="375"/>
                    <a:pt x="50" y="1175"/>
                    <a:pt x="25" y="2012"/>
                  </a:cubicBezTo>
                  <a:cubicBezTo>
                    <a:pt x="0" y="2587"/>
                    <a:pt x="375" y="3262"/>
                    <a:pt x="1037" y="3187"/>
                  </a:cubicBezTo>
                  <a:cubicBezTo>
                    <a:pt x="1387" y="3149"/>
                    <a:pt x="1812" y="2799"/>
                    <a:pt x="1437" y="2512"/>
                  </a:cubicBezTo>
                  <a:cubicBezTo>
                    <a:pt x="1387" y="2487"/>
                    <a:pt x="1350" y="2549"/>
                    <a:pt x="1387" y="2587"/>
                  </a:cubicBezTo>
                  <a:cubicBezTo>
                    <a:pt x="562" y="3012"/>
                    <a:pt x="138" y="2862"/>
                    <a:pt x="125" y="2124"/>
                  </a:cubicBezTo>
                  <a:cubicBezTo>
                    <a:pt x="125" y="1812"/>
                    <a:pt x="200" y="1500"/>
                    <a:pt x="362" y="1225"/>
                  </a:cubicBezTo>
                  <a:cubicBezTo>
                    <a:pt x="562" y="787"/>
                    <a:pt x="950" y="462"/>
                    <a:pt x="1412" y="325"/>
                  </a:cubicBezTo>
                  <a:cubicBezTo>
                    <a:pt x="2299" y="88"/>
                    <a:pt x="3124" y="550"/>
                    <a:pt x="3787" y="1075"/>
                  </a:cubicBezTo>
                  <a:cubicBezTo>
                    <a:pt x="3824" y="1087"/>
                    <a:pt x="3862" y="1050"/>
                    <a:pt x="3837" y="10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0" name="Google Shape;3500;p97"/>
            <p:cNvSpPr/>
            <p:nvPr/>
          </p:nvSpPr>
          <p:spPr>
            <a:xfrm>
              <a:off x="6762350" y="2958850"/>
              <a:ext cx="110600" cy="22825"/>
            </a:xfrm>
            <a:custGeom>
              <a:rect b="b" l="l" r="r" t="t"/>
              <a:pathLst>
                <a:path extrusionOk="0" h="913" w="4424">
                  <a:moveTo>
                    <a:pt x="4399" y="825"/>
                  </a:moveTo>
                  <a:cubicBezTo>
                    <a:pt x="3874" y="376"/>
                    <a:pt x="3187" y="251"/>
                    <a:pt x="2524" y="176"/>
                  </a:cubicBezTo>
                  <a:cubicBezTo>
                    <a:pt x="1700" y="88"/>
                    <a:pt x="725" y="1"/>
                    <a:pt x="38" y="526"/>
                  </a:cubicBezTo>
                  <a:cubicBezTo>
                    <a:pt x="0" y="551"/>
                    <a:pt x="25" y="601"/>
                    <a:pt x="63" y="588"/>
                  </a:cubicBezTo>
                  <a:cubicBezTo>
                    <a:pt x="1187" y="1"/>
                    <a:pt x="3324" y="38"/>
                    <a:pt x="4324" y="875"/>
                  </a:cubicBezTo>
                  <a:cubicBezTo>
                    <a:pt x="4374" y="913"/>
                    <a:pt x="4424" y="863"/>
                    <a:pt x="4386" y="8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1" name="Google Shape;3501;p97"/>
            <p:cNvSpPr/>
            <p:nvPr/>
          </p:nvSpPr>
          <p:spPr>
            <a:xfrm>
              <a:off x="6751100" y="2969475"/>
              <a:ext cx="12200" cy="11900"/>
            </a:xfrm>
            <a:custGeom>
              <a:rect b="b" l="l" r="r" t="t"/>
              <a:pathLst>
                <a:path extrusionOk="0" h="476" w="488">
                  <a:moveTo>
                    <a:pt x="450" y="126"/>
                  </a:moveTo>
                  <a:cubicBezTo>
                    <a:pt x="488" y="213"/>
                    <a:pt x="463" y="313"/>
                    <a:pt x="400" y="388"/>
                  </a:cubicBezTo>
                  <a:cubicBezTo>
                    <a:pt x="338" y="450"/>
                    <a:pt x="238" y="475"/>
                    <a:pt x="150" y="463"/>
                  </a:cubicBezTo>
                  <a:cubicBezTo>
                    <a:pt x="125" y="450"/>
                    <a:pt x="88" y="438"/>
                    <a:pt x="63" y="425"/>
                  </a:cubicBezTo>
                  <a:cubicBezTo>
                    <a:pt x="38" y="388"/>
                    <a:pt x="25" y="350"/>
                    <a:pt x="25" y="313"/>
                  </a:cubicBezTo>
                  <a:cubicBezTo>
                    <a:pt x="0" y="188"/>
                    <a:pt x="63" y="63"/>
                    <a:pt x="175" y="13"/>
                  </a:cubicBezTo>
                  <a:cubicBezTo>
                    <a:pt x="313" y="1"/>
                    <a:pt x="425" y="101"/>
                    <a:pt x="425" y="2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2" name="Google Shape;3502;p97"/>
            <p:cNvSpPr/>
            <p:nvPr/>
          </p:nvSpPr>
          <p:spPr>
            <a:xfrm>
              <a:off x="6748600" y="2965425"/>
              <a:ext cx="17200" cy="22200"/>
            </a:xfrm>
            <a:custGeom>
              <a:rect b="b" l="l" r="r" t="t"/>
              <a:pathLst>
                <a:path extrusionOk="0" h="888" w="688">
                  <a:moveTo>
                    <a:pt x="475" y="300"/>
                  </a:moveTo>
                  <a:cubicBezTo>
                    <a:pt x="450" y="587"/>
                    <a:pt x="375" y="637"/>
                    <a:pt x="275" y="462"/>
                  </a:cubicBezTo>
                  <a:cubicBezTo>
                    <a:pt x="100" y="300"/>
                    <a:pt x="163" y="288"/>
                    <a:pt x="488" y="413"/>
                  </a:cubicBezTo>
                  <a:cubicBezTo>
                    <a:pt x="488" y="450"/>
                    <a:pt x="575" y="438"/>
                    <a:pt x="575" y="400"/>
                  </a:cubicBezTo>
                  <a:cubicBezTo>
                    <a:pt x="575" y="0"/>
                    <a:pt x="0" y="88"/>
                    <a:pt x="63" y="487"/>
                  </a:cubicBezTo>
                  <a:cubicBezTo>
                    <a:pt x="125" y="887"/>
                    <a:pt x="687" y="650"/>
                    <a:pt x="600" y="275"/>
                  </a:cubicBezTo>
                  <a:cubicBezTo>
                    <a:pt x="575" y="200"/>
                    <a:pt x="475" y="238"/>
                    <a:pt x="475" y="3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3" name="Google Shape;3503;p97"/>
            <p:cNvSpPr/>
            <p:nvPr/>
          </p:nvSpPr>
          <p:spPr>
            <a:xfrm>
              <a:off x="6927925" y="3207225"/>
              <a:ext cx="3450" cy="2850"/>
            </a:xfrm>
            <a:custGeom>
              <a:rect b="b" l="l" r="r" t="t"/>
              <a:pathLst>
                <a:path extrusionOk="0" h="114" w="138">
                  <a:moveTo>
                    <a:pt x="63" y="13"/>
                  </a:moveTo>
                  <a:lnTo>
                    <a:pt x="38" y="26"/>
                  </a:lnTo>
                  <a:cubicBezTo>
                    <a:pt x="0" y="38"/>
                    <a:pt x="0" y="76"/>
                    <a:pt x="38" y="88"/>
                  </a:cubicBezTo>
                  <a:lnTo>
                    <a:pt x="63" y="101"/>
                  </a:lnTo>
                  <a:cubicBezTo>
                    <a:pt x="125" y="113"/>
                    <a:pt x="138" y="1"/>
                    <a:pt x="63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4" name="Google Shape;3504;p97"/>
            <p:cNvSpPr/>
            <p:nvPr/>
          </p:nvSpPr>
          <p:spPr>
            <a:xfrm>
              <a:off x="6870125" y="3297525"/>
              <a:ext cx="17525" cy="42200"/>
            </a:xfrm>
            <a:custGeom>
              <a:rect b="b" l="l" r="r" t="t"/>
              <a:pathLst>
                <a:path extrusionOk="0" h="1688" w="701">
                  <a:moveTo>
                    <a:pt x="63" y="138"/>
                  </a:moveTo>
                  <a:cubicBezTo>
                    <a:pt x="313" y="225"/>
                    <a:pt x="425" y="662"/>
                    <a:pt x="475" y="887"/>
                  </a:cubicBezTo>
                  <a:cubicBezTo>
                    <a:pt x="513" y="1125"/>
                    <a:pt x="500" y="1375"/>
                    <a:pt x="463" y="1625"/>
                  </a:cubicBezTo>
                  <a:cubicBezTo>
                    <a:pt x="463" y="1675"/>
                    <a:pt x="550" y="1687"/>
                    <a:pt x="563" y="1637"/>
                  </a:cubicBezTo>
                  <a:cubicBezTo>
                    <a:pt x="700" y="1175"/>
                    <a:pt x="625" y="225"/>
                    <a:pt x="100" y="25"/>
                  </a:cubicBezTo>
                  <a:cubicBezTo>
                    <a:pt x="25" y="0"/>
                    <a:pt x="0" y="113"/>
                    <a:pt x="63" y="1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5" name="Google Shape;3505;p97"/>
            <p:cNvSpPr/>
            <p:nvPr/>
          </p:nvSpPr>
          <p:spPr>
            <a:xfrm>
              <a:off x="6865425" y="3297825"/>
              <a:ext cx="19725" cy="42200"/>
            </a:xfrm>
            <a:custGeom>
              <a:rect b="b" l="l" r="r" t="t"/>
              <a:pathLst>
                <a:path extrusionOk="0" h="1688" w="789">
                  <a:moveTo>
                    <a:pt x="751" y="1575"/>
                  </a:moveTo>
                  <a:cubicBezTo>
                    <a:pt x="376" y="1175"/>
                    <a:pt x="188" y="625"/>
                    <a:pt x="238" y="88"/>
                  </a:cubicBezTo>
                  <a:cubicBezTo>
                    <a:pt x="238" y="26"/>
                    <a:pt x="163" y="1"/>
                    <a:pt x="151" y="63"/>
                  </a:cubicBezTo>
                  <a:cubicBezTo>
                    <a:pt x="1" y="563"/>
                    <a:pt x="313" y="1288"/>
                    <a:pt x="676" y="1638"/>
                  </a:cubicBezTo>
                  <a:cubicBezTo>
                    <a:pt x="726" y="1688"/>
                    <a:pt x="788" y="1613"/>
                    <a:pt x="751" y="1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6" name="Google Shape;3506;p97"/>
            <p:cNvSpPr/>
            <p:nvPr/>
          </p:nvSpPr>
          <p:spPr>
            <a:xfrm>
              <a:off x="6831375" y="3237525"/>
              <a:ext cx="30025" cy="33150"/>
            </a:xfrm>
            <a:custGeom>
              <a:rect b="b" l="l" r="r" t="t"/>
              <a:pathLst>
                <a:path extrusionOk="0" h="1326" w="1201">
                  <a:moveTo>
                    <a:pt x="1101" y="51"/>
                  </a:moveTo>
                  <a:cubicBezTo>
                    <a:pt x="1125" y="363"/>
                    <a:pt x="951" y="613"/>
                    <a:pt x="763" y="863"/>
                  </a:cubicBezTo>
                  <a:cubicBezTo>
                    <a:pt x="588" y="1088"/>
                    <a:pt x="326" y="1225"/>
                    <a:pt x="38" y="1250"/>
                  </a:cubicBezTo>
                  <a:cubicBezTo>
                    <a:pt x="1" y="1250"/>
                    <a:pt x="13" y="1325"/>
                    <a:pt x="51" y="1325"/>
                  </a:cubicBezTo>
                  <a:cubicBezTo>
                    <a:pt x="351" y="1313"/>
                    <a:pt x="638" y="1163"/>
                    <a:pt x="813" y="913"/>
                  </a:cubicBezTo>
                  <a:cubicBezTo>
                    <a:pt x="1013" y="663"/>
                    <a:pt x="1200" y="388"/>
                    <a:pt x="1188" y="51"/>
                  </a:cubicBezTo>
                  <a:cubicBezTo>
                    <a:pt x="1188" y="1"/>
                    <a:pt x="1101" y="1"/>
                    <a:pt x="1101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7" name="Google Shape;3507;p97"/>
            <p:cNvSpPr/>
            <p:nvPr/>
          </p:nvSpPr>
          <p:spPr>
            <a:xfrm>
              <a:off x="6831700" y="3237850"/>
              <a:ext cx="29075" cy="33125"/>
            </a:xfrm>
            <a:custGeom>
              <a:rect b="b" l="l" r="r" t="t"/>
              <a:pathLst>
                <a:path extrusionOk="0" h="1325" w="1163">
                  <a:moveTo>
                    <a:pt x="75" y="1275"/>
                  </a:moveTo>
                  <a:cubicBezTo>
                    <a:pt x="150" y="1012"/>
                    <a:pt x="288" y="763"/>
                    <a:pt x="463" y="538"/>
                  </a:cubicBezTo>
                  <a:cubicBezTo>
                    <a:pt x="638" y="313"/>
                    <a:pt x="875" y="250"/>
                    <a:pt x="1112" y="113"/>
                  </a:cubicBezTo>
                  <a:cubicBezTo>
                    <a:pt x="1162" y="75"/>
                    <a:pt x="1125" y="0"/>
                    <a:pt x="1063" y="13"/>
                  </a:cubicBezTo>
                  <a:cubicBezTo>
                    <a:pt x="488" y="125"/>
                    <a:pt x="88" y="700"/>
                    <a:pt x="0" y="1262"/>
                  </a:cubicBezTo>
                  <a:cubicBezTo>
                    <a:pt x="0" y="1300"/>
                    <a:pt x="63" y="1325"/>
                    <a:pt x="75" y="12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8" name="Google Shape;3508;p97"/>
            <p:cNvSpPr/>
            <p:nvPr/>
          </p:nvSpPr>
          <p:spPr>
            <a:xfrm>
              <a:off x="6767025" y="2929475"/>
              <a:ext cx="86575" cy="38475"/>
            </a:xfrm>
            <a:custGeom>
              <a:rect b="b" l="l" r="r" t="t"/>
              <a:pathLst>
                <a:path extrusionOk="0" h="1539" w="3463">
                  <a:moveTo>
                    <a:pt x="3425" y="1451"/>
                  </a:moveTo>
                  <a:cubicBezTo>
                    <a:pt x="2437" y="713"/>
                    <a:pt x="1288" y="226"/>
                    <a:pt x="88" y="13"/>
                  </a:cubicBezTo>
                  <a:cubicBezTo>
                    <a:pt x="25" y="1"/>
                    <a:pt x="0" y="88"/>
                    <a:pt x="50" y="101"/>
                  </a:cubicBezTo>
                  <a:cubicBezTo>
                    <a:pt x="1250" y="326"/>
                    <a:pt x="2387" y="801"/>
                    <a:pt x="3387" y="1513"/>
                  </a:cubicBezTo>
                  <a:cubicBezTo>
                    <a:pt x="3425" y="1538"/>
                    <a:pt x="3462" y="1476"/>
                    <a:pt x="3425" y="14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9" name="Google Shape;3509;p97"/>
            <p:cNvSpPr/>
            <p:nvPr/>
          </p:nvSpPr>
          <p:spPr>
            <a:xfrm>
              <a:off x="6752650" y="2919175"/>
              <a:ext cx="16575" cy="17825"/>
            </a:xfrm>
            <a:custGeom>
              <a:rect b="b" l="l" r="r" t="t"/>
              <a:pathLst>
                <a:path extrusionOk="0" h="713" w="663">
                  <a:moveTo>
                    <a:pt x="525" y="463"/>
                  </a:moveTo>
                  <a:cubicBezTo>
                    <a:pt x="488" y="363"/>
                    <a:pt x="488" y="351"/>
                    <a:pt x="500" y="425"/>
                  </a:cubicBezTo>
                  <a:cubicBezTo>
                    <a:pt x="500" y="463"/>
                    <a:pt x="500" y="500"/>
                    <a:pt x="500" y="538"/>
                  </a:cubicBezTo>
                  <a:cubicBezTo>
                    <a:pt x="500" y="575"/>
                    <a:pt x="550" y="600"/>
                    <a:pt x="563" y="563"/>
                  </a:cubicBezTo>
                  <a:cubicBezTo>
                    <a:pt x="663" y="338"/>
                    <a:pt x="438" y="1"/>
                    <a:pt x="213" y="238"/>
                  </a:cubicBezTo>
                  <a:cubicBezTo>
                    <a:pt x="1" y="488"/>
                    <a:pt x="376" y="713"/>
                    <a:pt x="575" y="525"/>
                  </a:cubicBezTo>
                  <a:cubicBezTo>
                    <a:pt x="625" y="488"/>
                    <a:pt x="563" y="425"/>
                    <a:pt x="513" y="4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0" name="Google Shape;3510;p97"/>
            <p:cNvSpPr/>
            <p:nvPr/>
          </p:nvSpPr>
          <p:spPr>
            <a:xfrm>
              <a:off x="6783275" y="2974800"/>
              <a:ext cx="81875" cy="30325"/>
            </a:xfrm>
            <a:custGeom>
              <a:rect b="b" l="l" r="r" t="t"/>
              <a:pathLst>
                <a:path extrusionOk="0" h="1213" w="3275">
                  <a:moveTo>
                    <a:pt x="3212" y="137"/>
                  </a:moveTo>
                  <a:cubicBezTo>
                    <a:pt x="2112" y="0"/>
                    <a:pt x="738" y="225"/>
                    <a:pt x="13" y="1150"/>
                  </a:cubicBezTo>
                  <a:cubicBezTo>
                    <a:pt x="0" y="1187"/>
                    <a:pt x="25" y="1212"/>
                    <a:pt x="63" y="1200"/>
                  </a:cubicBezTo>
                  <a:cubicBezTo>
                    <a:pt x="1000" y="412"/>
                    <a:pt x="2000" y="87"/>
                    <a:pt x="3212" y="225"/>
                  </a:cubicBezTo>
                  <a:cubicBezTo>
                    <a:pt x="3274" y="225"/>
                    <a:pt x="3274" y="137"/>
                    <a:pt x="3212" y="1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1" name="Google Shape;3511;p97"/>
            <p:cNvSpPr/>
            <p:nvPr/>
          </p:nvSpPr>
          <p:spPr>
            <a:xfrm>
              <a:off x="6773575" y="3001650"/>
              <a:ext cx="14725" cy="13150"/>
            </a:xfrm>
            <a:custGeom>
              <a:rect b="b" l="l" r="r" t="t"/>
              <a:pathLst>
                <a:path extrusionOk="0" h="526" w="589">
                  <a:moveTo>
                    <a:pt x="338" y="426"/>
                  </a:moveTo>
                  <a:cubicBezTo>
                    <a:pt x="338" y="326"/>
                    <a:pt x="313" y="313"/>
                    <a:pt x="263" y="376"/>
                  </a:cubicBezTo>
                  <a:cubicBezTo>
                    <a:pt x="226" y="388"/>
                    <a:pt x="238" y="438"/>
                    <a:pt x="276" y="438"/>
                  </a:cubicBezTo>
                  <a:cubicBezTo>
                    <a:pt x="563" y="438"/>
                    <a:pt x="588" y="1"/>
                    <a:pt x="301" y="38"/>
                  </a:cubicBezTo>
                  <a:cubicBezTo>
                    <a:pt x="1" y="63"/>
                    <a:pt x="38" y="526"/>
                    <a:pt x="338" y="488"/>
                  </a:cubicBezTo>
                  <a:cubicBezTo>
                    <a:pt x="376" y="488"/>
                    <a:pt x="376" y="426"/>
                    <a:pt x="338" y="4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2" name="Google Shape;3512;p97"/>
            <p:cNvSpPr/>
            <p:nvPr/>
          </p:nvSpPr>
          <p:spPr>
            <a:xfrm>
              <a:off x="6888250" y="3178475"/>
              <a:ext cx="60325" cy="237475"/>
            </a:xfrm>
            <a:custGeom>
              <a:rect b="b" l="l" r="r" t="t"/>
              <a:pathLst>
                <a:path extrusionOk="0" h="9499" w="2413">
                  <a:moveTo>
                    <a:pt x="2337" y="38"/>
                  </a:moveTo>
                  <a:cubicBezTo>
                    <a:pt x="1650" y="1800"/>
                    <a:pt x="925" y="3125"/>
                    <a:pt x="738" y="5050"/>
                  </a:cubicBezTo>
                  <a:cubicBezTo>
                    <a:pt x="575" y="6762"/>
                    <a:pt x="975" y="8011"/>
                    <a:pt x="1925" y="9436"/>
                  </a:cubicBezTo>
                  <a:cubicBezTo>
                    <a:pt x="1975" y="9498"/>
                    <a:pt x="2075" y="9436"/>
                    <a:pt x="2037" y="9373"/>
                  </a:cubicBezTo>
                  <a:cubicBezTo>
                    <a:pt x="0" y="6049"/>
                    <a:pt x="1137" y="3375"/>
                    <a:pt x="2400" y="51"/>
                  </a:cubicBezTo>
                  <a:cubicBezTo>
                    <a:pt x="2412" y="13"/>
                    <a:pt x="2350" y="1"/>
                    <a:pt x="2337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3" name="Google Shape;3513;p97"/>
            <p:cNvSpPr/>
            <p:nvPr/>
          </p:nvSpPr>
          <p:spPr>
            <a:xfrm>
              <a:off x="6844200" y="2899500"/>
              <a:ext cx="49375" cy="31575"/>
            </a:xfrm>
            <a:custGeom>
              <a:rect b="b" l="l" r="r" t="t"/>
              <a:pathLst>
                <a:path extrusionOk="0" h="1263" w="1975">
                  <a:moveTo>
                    <a:pt x="1912" y="25"/>
                  </a:moveTo>
                  <a:cubicBezTo>
                    <a:pt x="1825" y="450"/>
                    <a:pt x="1612" y="838"/>
                    <a:pt x="1212" y="1025"/>
                  </a:cubicBezTo>
                  <a:cubicBezTo>
                    <a:pt x="712" y="1237"/>
                    <a:pt x="125" y="975"/>
                    <a:pt x="113" y="400"/>
                  </a:cubicBezTo>
                  <a:cubicBezTo>
                    <a:pt x="113" y="325"/>
                    <a:pt x="0" y="325"/>
                    <a:pt x="0" y="400"/>
                  </a:cubicBezTo>
                  <a:cubicBezTo>
                    <a:pt x="0" y="888"/>
                    <a:pt x="438" y="1262"/>
                    <a:pt x="925" y="1212"/>
                  </a:cubicBezTo>
                  <a:cubicBezTo>
                    <a:pt x="1525" y="1150"/>
                    <a:pt x="1875" y="613"/>
                    <a:pt x="1975" y="50"/>
                  </a:cubicBezTo>
                  <a:cubicBezTo>
                    <a:pt x="1975" y="13"/>
                    <a:pt x="1912" y="0"/>
                    <a:pt x="1912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4" name="Google Shape;3514;p97"/>
            <p:cNvSpPr/>
            <p:nvPr/>
          </p:nvSpPr>
          <p:spPr>
            <a:xfrm>
              <a:off x="6887300" y="3113825"/>
              <a:ext cx="31575" cy="62500"/>
            </a:xfrm>
            <a:custGeom>
              <a:rect b="b" l="l" r="r" t="t"/>
              <a:pathLst>
                <a:path extrusionOk="0" h="2500" w="1263">
                  <a:moveTo>
                    <a:pt x="626" y="2449"/>
                  </a:moveTo>
                  <a:cubicBezTo>
                    <a:pt x="626" y="2149"/>
                    <a:pt x="563" y="1850"/>
                    <a:pt x="426" y="1575"/>
                  </a:cubicBezTo>
                  <a:cubicBezTo>
                    <a:pt x="126" y="875"/>
                    <a:pt x="426" y="200"/>
                    <a:pt x="1225" y="88"/>
                  </a:cubicBezTo>
                  <a:cubicBezTo>
                    <a:pt x="1263" y="88"/>
                    <a:pt x="1250" y="13"/>
                    <a:pt x="1213" y="13"/>
                  </a:cubicBezTo>
                  <a:cubicBezTo>
                    <a:pt x="776" y="0"/>
                    <a:pt x="376" y="275"/>
                    <a:pt x="226" y="687"/>
                  </a:cubicBezTo>
                  <a:cubicBezTo>
                    <a:pt x="1" y="1325"/>
                    <a:pt x="563" y="1825"/>
                    <a:pt x="538" y="2449"/>
                  </a:cubicBezTo>
                  <a:cubicBezTo>
                    <a:pt x="538" y="2499"/>
                    <a:pt x="613" y="2499"/>
                    <a:pt x="626" y="244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5" name="Google Shape;3515;p97"/>
            <p:cNvSpPr/>
            <p:nvPr/>
          </p:nvSpPr>
          <p:spPr>
            <a:xfrm>
              <a:off x="6912925" y="3112575"/>
              <a:ext cx="21575" cy="30625"/>
            </a:xfrm>
            <a:custGeom>
              <a:rect b="b" l="l" r="r" t="t"/>
              <a:pathLst>
                <a:path extrusionOk="0" h="1225" w="863">
                  <a:moveTo>
                    <a:pt x="63" y="175"/>
                  </a:moveTo>
                  <a:cubicBezTo>
                    <a:pt x="588" y="0"/>
                    <a:pt x="825" y="837"/>
                    <a:pt x="575" y="1162"/>
                  </a:cubicBezTo>
                  <a:cubicBezTo>
                    <a:pt x="550" y="1200"/>
                    <a:pt x="588" y="1225"/>
                    <a:pt x="613" y="1212"/>
                  </a:cubicBezTo>
                  <a:cubicBezTo>
                    <a:pt x="863" y="1062"/>
                    <a:pt x="788" y="675"/>
                    <a:pt x="700" y="437"/>
                  </a:cubicBezTo>
                  <a:cubicBezTo>
                    <a:pt x="588" y="163"/>
                    <a:pt x="338" y="0"/>
                    <a:pt x="38" y="113"/>
                  </a:cubicBezTo>
                  <a:cubicBezTo>
                    <a:pt x="0" y="125"/>
                    <a:pt x="13" y="200"/>
                    <a:pt x="63" y="1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6" name="Google Shape;3516;p97"/>
            <p:cNvSpPr/>
            <p:nvPr/>
          </p:nvSpPr>
          <p:spPr>
            <a:xfrm>
              <a:off x="6775450" y="2872625"/>
              <a:ext cx="56575" cy="81250"/>
            </a:xfrm>
            <a:custGeom>
              <a:rect b="b" l="l" r="r" t="t"/>
              <a:pathLst>
                <a:path extrusionOk="0" h="3250" w="2263">
                  <a:moveTo>
                    <a:pt x="2213" y="3162"/>
                  </a:moveTo>
                  <a:cubicBezTo>
                    <a:pt x="1263" y="2350"/>
                    <a:pt x="201" y="1463"/>
                    <a:pt x="388" y="76"/>
                  </a:cubicBezTo>
                  <a:cubicBezTo>
                    <a:pt x="388" y="26"/>
                    <a:pt x="301" y="1"/>
                    <a:pt x="288" y="51"/>
                  </a:cubicBezTo>
                  <a:cubicBezTo>
                    <a:pt x="1" y="1450"/>
                    <a:pt x="1213" y="2425"/>
                    <a:pt x="2163" y="3212"/>
                  </a:cubicBezTo>
                  <a:cubicBezTo>
                    <a:pt x="2200" y="3250"/>
                    <a:pt x="2263" y="3187"/>
                    <a:pt x="2213" y="3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7" name="Google Shape;3517;p97"/>
            <p:cNvSpPr/>
            <p:nvPr/>
          </p:nvSpPr>
          <p:spPr>
            <a:xfrm>
              <a:off x="6867625" y="3101950"/>
              <a:ext cx="15325" cy="30950"/>
            </a:xfrm>
            <a:custGeom>
              <a:rect b="b" l="l" r="r" t="t"/>
              <a:pathLst>
                <a:path extrusionOk="0" h="1238" w="613">
                  <a:moveTo>
                    <a:pt x="588" y="1175"/>
                  </a:moveTo>
                  <a:cubicBezTo>
                    <a:pt x="613" y="950"/>
                    <a:pt x="563" y="725"/>
                    <a:pt x="450" y="525"/>
                  </a:cubicBezTo>
                  <a:cubicBezTo>
                    <a:pt x="375" y="325"/>
                    <a:pt x="250" y="150"/>
                    <a:pt x="88" y="25"/>
                  </a:cubicBezTo>
                  <a:cubicBezTo>
                    <a:pt x="50" y="0"/>
                    <a:pt x="0" y="63"/>
                    <a:pt x="38" y="100"/>
                  </a:cubicBezTo>
                  <a:cubicBezTo>
                    <a:pt x="313" y="388"/>
                    <a:pt x="488" y="775"/>
                    <a:pt x="500" y="1175"/>
                  </a:cubicBezTo>
                  <a:cubicBezTo>
                    <a:pt x="500" y="1237"/>
                    <a:pt x="588" y="1237"/>
                    <a:pt x="600" y="11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8" name="Google Shape;3518;p97"/>
            <p:cNvSpPr/>
            <p:nvPr/>
          </p:nvSpPr>
          <p:spPr>
            <a:xfrm>
              <a:off x="6861375" y="3101625"/>
              <a:ext cx="21900" cy="34075"/>
            </a:xfrm>
            <a:custGeom>
              <a:rect b="b" l="l" r="r" t="t"/>
              <a:pathLst>
                <a:path extrusionOk="0" h="1363" w="876">
                  <a:moveTo>
                    <a:pt x="238" y="51"/>
                  </a:moveTo>
                  <a:cubicBezTo>
                    <a:pt x="0" y="538"/>
                    <a:pt x="300" y="1150"/>
                    <a:pt x="775" y="1350"/>
                  </a:cubicBezTo>
                  <a:cubicBezTo>
                    <a:pt x="838" y="1363"/>
                    <a:pt x="875" y="1275"/>
                    <a:pt x="825" y="1250"/>
                  </a:cubicBezTo>
                  <a:cubicBezTo>
                    <a:pt x="413" y="1050"/>
                    <a:pt x="113" y="551"/>
                    <a:pt x="325" y="101"/>
                  </a:cubicBezTo>
                  <a:cubicBezTo>
                    <a:pt x="350" y="51"/>
                    <a:pt x="275" y="1"/>
                    <a:pt x="238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9" name="Google Shape;3519;p97"/>
            <p:cNvSpPr/>
            <p:nvPr/>
          </p:nvSpPr>
          <p:spPr>
            <a:xfrm>
              <a:off x="6864175" y="3338125"/>
              <a:ext cx="59700" cy="132175"/>
            </a:xfrm>
            <a:custGeom>
              <a:rect b="b" l="l" r="r" t="t"/>
              <a:pathLst>
                <a:path extrusionOk="0" h="5287" w="2388">
                  <a:moveTo>
                    <a:pt x="1738" y="63"/>
                  </a:moveTo>
                  <a:cubicBezTo>
                    <a:pt x="2038" y="1600"/>
                    <a:pt x="2350" y="4912"/>
                    <a:pt x="51" y="5212"/>
                  </a:cubicBezTo>
                  <a:cubicBezTo>
                    <a:pt x="1" y="5212"/>
                    <a:pt x="1" y="5287"/>
                    <a:pt x="51" y="5287"/>
                  </a:cubicBezTo>
                  <a:cubicBezTo>
                    <a:pt x="2388" y="5074"/>
                    <a:pt x="2125" y="1638"/>
                    <a:pt x="1813" y="51"/>
                  </a:cubicBezTo>
                  <a:cubicBezTo>
                    <a:pt x="1813" y="1"/>
                    <a:pt x="1738" y="26"/>
                    <a:pt x="1738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0" name="Google Shape;3520;p97"/>
            <p:cNvSpPr/>
            <p:nvPr/>
          </p:nvSpPr>
          <p:spPr>
            <a:xfrm>
              <a:off x="6826700" y="3402175"/>
              <a:ext cx="65000" cy="61250"/>
            </a:xfrm>
            <a:custGeom>
              <a:rect b="b" l="l" r="r" t="t"/>
              <a:pathLst>
                <a:path extrusionOk="0" h="2450" w="2600">
                  <a:moveTo>
                    <a:pt x="2537" y="1475"/>
                  </a:moveTo>
                  <a:cubicBezTo>
                    <a:pt x="2212" y="2100"/>
                    <a:pt x="1437" y="2362"/>
                    <a:pt x="838" y="1938"/>
                  </a:cubicBezTo>
                  <a:cubicBezTo>
                    <a:pt x="300" y="1563"/>
                    <a:pt x="138" y="588"/>
                    <a:pt x="650" y="125"/>
                  </a:cubicBezTo>
                  <a:cubicBezTo>
                    <a:pt x="700" y="76"/>
                    <a:pt x="638" y="1"/>
                    <a:pt x="575" y="51"/>
                  </a:cubicBezTo>
                  <a:cubicBezTo>
                    <a:pt x="0" y="538"/>
                    <a:pt x="200" y="1613"/>
                    <a:pt x="788" y="2012"/>
                  </a:cubicBezTo>
                  <a:cubicBezTo>
                    <a:pt x="1412" y="2450"/>
                    <a:pt x="2275" y="2200"/>
                    <a:pt x="2587" y="1500"/>
                  </a:cubicBezTo>
                  <a:cubicBezTo>
                    <a:pt x="2600" y="1475"/>
                    <a:pt x="2550" y="1438"/>
                    <a:pt x="2537" y="1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1" name="Google Shape;3521;p97"/>
            <p:cNvSpPr/>
            <p:nvPr/>
          </p:nvSpPr>
          <p:spPr>
            <a:xfrm>
              <a:off x="6837325" y="3392175"/>
              <a:ext cx="46575" cy="35950"/>
            </a:xfrm>
            <a:custGeom>
              <a:rect b="b" l="l" r="r" t="t"/>
              <a:pathLst>
                <a:path extrusionOk="0" h="1438" w="1863">
                  <a:moveTo>
                    <a:pt x="75" y="738"/>
                  </a:moveTo>
                  <a:cubicBezTo>
                    <a:pt x="263" y="326"/>
                    <a:pt x="738" y="138"/>
                    <a:pt x="1150" y="301"/>
                  </a:cubicBezTo>
                  <a:cubicBezTo>
                    <a:pt x="1587" y="488"/>
                    <a:pt x="1712" y="938"/>
                    <a:pt x="1575" y="1363"/>
                  </a:cubicBezTo>
                  <a:cubicBezTo>
                    <a:pt x="1562" y="1413"/>
                    <a:pt x="1637" y="1438"/>
                    <a:pt x="1662" y="1400"/>
                  </a:cubicBezTo>
                  <a:cubicBezTo>
                    <a:pt x="1862" y="938"/>
                    <a:pt x="1650" y="401"/>
                    <a:pt x="1200" y="201"/>
                  </a:cubicBezTo>
                  <a:cubicBezTo>
                    <a:pt x="738" y="1"/>
                    <a:pt x="200" y="226"/>
                    <a:pt x="13" y="700"/>
                  </a:cubicBezTo>
                  <a:cubicBezTo>
                    <a:pt x="0" y="738"/>
                    <a:pt x="50" y="775"/>
                    <a:pt x="75" y="7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2" name="Google Shape;3522;p97"/>
            <p:cNvSpPr/>
            <p:nvPr/>
          </p:nvSpPr>
          <p:spPr>
            <a:xfrm>
              <a:off x="6849500" y="3422475"/>
              <a:ext cx="30950" cy="17525"/>
            </a:xfrm>
            <a:custGeom>
              <a:rect b="b" l="l" r="r" t="t"/>
              <a:pathLst>
                <a:path extrusionOk="0" h="701" w="1238">
                  <a:moveTo>
                    <a:pt x="1125" y="51"/>
                  </a:moveTo>
                  <a:cubicBezTo>
                    <a:pt x="1163" y="638"/>
                    <a:pt x="13" y="701"/>
                    <a:pt x="201" y="88"/>
                  </a:cubicBezTo>
                  <a:cubicBezTo>
                    <a:pt x="226" y="26"/>
                    <a:pt x="138" y="13"/>
                    <a:pt x="113" y="63"/>
                  </a:cubicBezTo>
                  <a:cubicBezTo>
                    <a:pt x="1" y="351"/>
                    <a:pt x="263" y="626"/>
                    <a:pt x="550" y="626"/>
                  </a:cubicBezTo>
                  <a:cubicBezTo>
                    <a:pt x="838" y="626"/>
                    <a:pt x="1238" y="388"/>
                    <a:pt x="1200" y="51"/>
                  </a:cubicBezTo>
                  <a:cubicBezTo>
                    <a:pt x="1200" y="1"/>
                    <a:pt x="1125" y="1"/>
                    <a:pt x="1125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3" name="Google Shape;3523;p97"/>
            <p:cNvSpPr/>
            <p:nvPr/>
          </p:nvSpPr>
          <p:spPr>
            <a:xfrm>
              <a:off x="6819200" y="3138500"/>
              <a:ext cx="71575" cy="55325"/>
            </a:xfrm>
            <a:custGeom>
              <a:rect b="b" l="l" r="r" t="t"/>
              <a:pathLst>
                <a:path extrusionOk="0" h="2213" w="2863">
                  <a:moveTo>
                    <a:pt x="2812" y="388"/>
                  </a:moveTo>
                  <a:cubicBezTo>
                    <a:pt x="1538" y="0"/>
                    <a:pt x="100" y="788"/>
                    <a:pt x="0" y="2175"/>
                  </a:cubicBezTo>
                  <a:cubicBezTo>
                    <a:pt x="0" y="2212"/>
                    <a:pt x="50" y="2212"/>
                    <a:pt x="50" y="2187"/>
                  </a:cubicBezTo>
                  <a:cubicBezTo>
                    <a:pt x="375" y="925"/>
                    <a:pt x="1463" y="113"/>
                    <a:pt x="2787" y="463"/>
                  </a:cubicBezTo>
                  <a:cubicBezTo>
                    <a:pt x="2837" y="475"/>
                    <a:pt x="2862" y="400"/>
                    <a:pt x="2800" y="3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4" name="Google Shape;3524;p97"/>
            <p:cNvSpPr/>
            <p:nvPr/>
          </p:nvSpPr>
          <p:spPr>
            <a:xfrm>
              <a:off x="6798275" y="2819200"/>
              <a:ext cx="15325" cy="20025"/>
            </a:xfrm>
            <a:custGeom>
              <a:rect b="b" l="l" r="r" t="t"/>
              <a:pathLst>
                <a:path extrusionOk="0" h="801" w="613">
                  <a:moveTo>
                    <a:pt x="550" y="688"/>
                  </a:moveTo>
                  <a:cubicBezTo>
                    <a:pt x="325" y="538"/>
                    <a:pt x="163" y="313"/>
                    <a:pt x="100" y="51"/>
                  </a:cubicBezTo>
                  <a:cubicBezTo>
                    <a:pt x="88" y="1"/>
                    <a:pt x="0" y="1"/>
                    <a:pt x="0" y="63"/>
                  </a:cubicBezTo>
                  <a:cubicBezTo>
                    <a:pt x="50" y="363"/>
                    <a:pt x="238" y="625"/>
                    <a:pt x="513" y="775"/>
                  </a:cubicBezTo>
                  <a:cubicBezTo>
                    <a:pt x="562" y="800"/>
                    <a:pt x="612" y="713"/>
                    <a:pt x="550" y="6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5" name="Google Shape;3525;p97"/>
            <p:cNvSpPr/>
            <p:nvPr/>
          </p:nvSpPr>
          <p:spPr>
            <a:xfrm>
              <a:off x="6794825" y="2818575"/>
              <a:ext cx="5975" cy="16900"/>
            </a:xfrm>
            <a:custGeom>
              <a:rect b="b" l="l" r="r" t="t"/>
              <a:pathLst>
                <a:path extrusionOk="0" h="676" w="239">
                  <a:moveTo>
                    <a:pt x="101" y="76"/>
                  </a:moveTo>
                  <a:cubicBezTo>
                    <a:pt x="26" y="238"/>
                    <a:pt x="1" y="426"/>
                    <a:pt x="26" y="613"/>
                  </a:cubicBezTo>
                  <a:cubicBezTo>
                    <a:pt x="38" y="675"/>
                    <a:pt x="138" y="663"/>
                    <a:pt x="138" y="601"/>
                  </a:cubicBezTo>
                  <a:cubicBezTo>
                    <a:pt x="138" y="426"/>
                    <a:pt x="163" y="263"/>
                    <a:pt x="213" y="101"/>
                  </a:cubicBezTo>
                  <a:cubicBezTo>
                    <a:pt x="238" y="26"/>
                    <a:pt x="126" y="1"/>
                    <a:pt x="101" y="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6" name="Google Shape;3526;p97"/>
            <p:cNvSpPr/>
            <p:nvPr/>
          </p:nvSpPr>
          <p:spPr>
            <a:xfrm>
              <a:off x="6810775" y="2837625"/>
              <a:ext cx="7500" cy="9400"/>
            </a:xfrm>
            <a:custGeom>
              <a:rect b="b" l="l" r="r" t="t"/>
              <a:pathLst>
                <a:path extrusionOk="0" h="376" w="300">
                  <a:moveTo>
                    <a:pt x="75" y="101"/>
                  </a:moveTo>
                  <a:cubicBezTo>
                    <a:pt x="112" y="163"/>
                    <a:pt x="87" y="226"/>
                    <a:pt x="38" y="263"/>
                  </a:cubicBezTo>
                  <a:cubicBezTo>
                    <a:pt x="0" y="301"/>
                    <a:pt x="38" y="376"/>
                    <a:pt x="87" y="351"/>
                  </a:cubicBezTo>
                  <a:cubicBezTo>
                    <a:pt x="237" y="288"/>
                    <a:pt x="300" y="113"/>
                    <a:pt x="137" y="26"/>
                  </a:cubicBezTo>
                  <a:cubicBezTo>
                    <a:pt x="87" y="1"/>
                    <a:pt x="38" y="63"/>
                    <a:pt x="75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7" name="Google Shape;3527;p97"/>
            <p:cNvSpPr/>
            <p:nvPr/>
          </p:nvSpPr>
          <p:spPr>
            <a:xfrm>
              <a:off x="6797325" y="2844825"/>
              <a:ext cx="15650" cy="20325"/>
            </a:xfrm>
            <a:custGeom>
              <a:rect b="b" l="l" r="r" t="t"/>
              <a:pathLst>
                <a:path extrusionOk="0" h="813" w="626">
                  <a:moveTo>
                    <a:pt x="526" y="25"/>
                  </a:moveTo>
                  <a:cubicBezTo>
                    <a:pt x="288" y="188"/>
                    <a:pt x="1" y="450"/>
                    <a:pt x="63" y="763"/>
                  </a:cubicBezTo>
                  <a:cubicBezTo>
                    <a:pt x="76" y="813"/>
                    <a:pt x="138" y="813"/>
                    <a:pt x="151" y="763"/>
                  </a:cubicBezTo>
                  <a:cubicBezTo>
                    <a:pt x="201" y="500"/>
                    <a:pt x="363" y="263"/>
                    <a:pt x="588" y="100"/>
                  </a:cubicBezTo>
                  <a:cubicBezTo>
                    <a:pt x="625" y="63"/>
                    <a:pt x="576" y="0"/>
                    <a:pt x="526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8" name="Google Shape;3528;p97"/>
            <p:cNvSpPr/>
            <p:nvPr/>
          </p:nvSpPr>
          <p:spPr>
            <a:xfrm>
              <a:off x="6792950" y="2840450"/>
              <a:ext cx="10025" cy="24075"/>
            </a:xfrm>
            <a:custGeom>
              <a:rect b="b" l="l" r="r" t="t"/>
              <a:pathLst>
                <a:path extrusionOk="0" h="963" w="401">
                  <a:moveTo>
                    <a:pt x="288" y="850"/>
                  </a:moveTo>
                  <a:cubicBezTo>
                    <a:pt x="113" y="613"/>
                    <a:pt x="188" y="350"/>
                    <a:pt x="351" y="138"/>
                  </a:cubicBezTo>
                  <a:cubicBezTo>
                    <a:pt x="401" y="75"/>
                    <a:pt x="326" y="0"/>
                    <a:pt x="276" y="50"/>
                  </a:cubicBezTo>
                  <a:cubicBezTo>
                    <a:pt x="26" y="275"/>
                    <a:pt x="1" y="663"/>
                    <a:pt x="201" y="925"/>
                  </a:cubicBezTo>
                  <a:cubicBezTo>
                    <a:pt x="238" y="963"/>
                    <a:pt x="326" y="900"/>
                    <a:pt x="288" y="8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9" name="Google Shape;3529;p97"/>
            <p:cNvSpPr/>
            <p:nvPr/>
          </p:nvSpPr>
          <p:spPr>
            <a:xfrm>
              <a:off x="6795150" y="2829825"/>
              <a:ext cx="8150" cy="14075"/>
            </a:xfrm>
            <a:custGeom>
              <a:rect b="b" l="l" r="r" t="t"/>
              <a:pathLst>
                <a:path extrusionOk="0" h="563" w="326">
                  <a:moveTo>
                    <a:pt x="263" y="425"/>
                  </a:moveTo>
                  <a:cubicBezTo>
                    <a:pt x="175" y="325"/>
                    <a:pt x="125" y="200"/>
                    <a:pt x="113" y="63"/>
                  </a:cubicBezTo>
                  <a:cubicBezTo>
                    <a:pt x="100" y="1"/>
                    <a:pt x="13" y="26"/>
                    <a:pt x="13" y="76"/>
                  </a:cubicBezTo>
                  <a:cubicBezTo>
                    <a:pt x="0" y="238"/>
                    <a:pt x="63" y="400"/>
                    <a:pt x="188" y="500"/>
                  </a:cubicBezTo>
                  <a:cubicBezTo>
                    <a:pt x="238" y="563"/>
                    <a:pt x="325" y="475"/>
                    <a:pt x="263" y="4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0" name="Google Shape;3530;p97"/>
            <p:cNvSpPr/>
            <p:nvPr/>
          </p:nvSpPr>
          <p:spPr>
            <a:xfrm>
              <a:off x="6781075" y="2835125"/>
              <a:ext cx="12525" cy="14400"/>
            </a:xfrm>
            <a:custGeom>
              <a:rect b="b" l="l" r="r" t="t"/>
              <a:pathLst>
                <a:path extrusionOk="0" h="576" w="501">
                  <a:moveTo>
                    <a:pt x="476" y="288"/>
                  </a:moveTo>
                  <a:cubicBezTo>
                    <a:pt x="463" y="163"/>
                    <a:pt x="426" y="38"/>
                    <a:pt x="288" y="13"/>
                  </a:cubicBezTo>
                  <a:cubicBezTo>
                    <a:pt x="163" y="1"/>
                    <a:pt x="63" y="88"/>
                    <a:pt x="63" y="213"/>
                  </a:cubicBezTo>
                  <a:cubicBezTo>
                    <a:pt x="1" y="501"/>
                    <a:pt x="463" y="576"/>
                    <a:pt x="488" y="263"/>
                  </a:cubicBezTo>
                  <a:cubicBezTo>
                    <a:pt x="501" y="188"/>
                    <a:pt x="376" y="176"/>
                    <a:pt x="363" y="251"/>
                  </a:cubicBezTo>
                  <a:cubicBezTo>
                    <a:pt x="363" y="263"/>
                    <a:pt x="363" y="276"/>
                    <a:pt x="351" y="288"/>
                  </a:cubicBezTo>
                  <a:cubicBezTo>
                    <a:pt x="351" y="376"/>
                    <a:pt x="488" y="376"/>
                    <a:pt x="476" y="2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1" name="Google Shape;3531;p97"/>
            <p:cNvSpPr/>
            <p:nvPr/>
          </p:nvSpPr>
          <p:spPr>
            <a:xfrm>
              <a:off x="695500" y="2835450"/>
              <a:ext cx="104675" cy="111250"/>
            </a:xfrm>
            <a:custGeom>
              <a:rect b="b" l="l" r="r" t="t"/>
              <a:pathLst>
                <a:path extrusionOk="0" h="4450" w="4187">
                  <a:moveTo>
                    <a:pt x="288" y="2650"/>
                  </a:moveTo>
                  <a:cubicBezTo>
                    <a:pt x="100" y="1075"/>
                    <a:pt x="1912" y="0"/>
                    <a:pt x="3124" y="1125"/>
                  </a:cubicBezTo>
                  <a:cubicBezTo>
                    <a:pt x="4062" y="2000"/>
                    <a:pt x="3624" y="3475"/>
                    <a:pt x="2974" y="4374"/>
                  </a:cubicBezTo>
                  <a:cubicBezTo>
                    <a:pt x="2949" y="4412"/>
                    <a:pt x="2999" y="4449"/>
                    <a:pt x="3037" y="4424"/>
                  </a:cubicBezTo>
                  <a:cubicBezTo>
                    <a:pt x="3974" y="3412"/>
                    <a:pt x="4187" y="1475"/>
                    <a:pt x="2799" y="738"/>
                  </a:cubicBezTo>
                  <a:cubicBezTo>
                    <a:pt x="1450" y="25"/>
                    <a:pt x="0" y="1213"/>
                    <a:pt x="188" y="2650"/>
                  </a:cubicBezTo>
                  <a:cubicBezTo>
                    <a:pt x="188" y="2712"/>
                    <a:pt x="300" y="2725"/>
                    <a:pt x="288" y="2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2" name="Google Shape;3532;p97"/>
            <p:cNvSpPr/>
            <p:nvPr/>
          </p:nvSpPr>
          <p:spPr>
            <a:xfrm>
              <a:off x="628000" y="2941675"/>
              <a:ext cx="146875" cy="263700"/>
            </a:xfrm>
            <a:custGeom>
              <a:rect b="b" l="l" r="r" t="t"/>
              <a:pathLst>
                <a:path extrusionOk="0" h="10548" w="5875">
                  <a:moveTo>
                    <a:pt x="5812" y="25"/>
                  </a:moveTo>
                  <a:cubicBezTo>
                    <a:pt x="3937" y="1350"/>
                    <a:pt x="1513" y="2550"/>
                    <a:pt x="738" y="4862"/>
                  </a:cubicBezTo>
                  <a:cubicBezTo>
                    <a:pt x="151" y="6599"/>
                    <a:pt x="1" y="9073"/>
                    <a:pt x="1263" y="10523"/>
                  </a:cubicBezTo>
                  <a:cubicBezTo>
                    <a:pt x="1288" y="10548"/>
                    <a:pt x="1338" y="10510"/>
                    <a:pt x="1313" y="10485"/>
                  </a:cubicBezTo>
                  <a:cubicBezTo>
                    <a:pt x="113" y="8848"/>
                    <a:pt x="288" y="6086"/>
                    <a:pt x="1138" y="4324"/>
                  </a:cubicBezTo>
                  <a:cubicBezTo>
                    <a:pt x="2063" y="2412"/>
                    <a:pt x="4175" y="1300"/>
                    <a:pt x="5837" y="100"/>
                  </a:cubicBezTo>
                  <a:cubicBezTo>
                    <a:pt x="5874" y="63"/>
                    <a:pt x="5837" y="0"/>
                    <a:pt x="5799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3" name="Google Shape;3533;p97"/>
            <p:cNvSpPr/>
            <p:nvPr/>
          </p:nvSpPr>
          <p:spPr>
            <a:xfrm>
              <a:off x="668000" y="3137875"/>
              <a:ext cx="85000" cy="100300"/>
            </a:xfrm>
            <a:custGeom>
              <a:rect b="b" l="l" r="r" t="t"/>
              <a:pathLst>
                <a:path extrusionOk="0" h="4012" w="3400">
                  <a:moveTo>
                    <a:pt x="38" y="2925"/>
                  </a:moveTo>
                  <a:cubicBezTo>
                    <a:pt x="900" y="3424"/>
                    <a:pt x="2075" y="3624"/>
                    <a:pt x="2812" y="2787"/>
                  </a:cubicBezTo>
                  <a:cubicBezTo>
                    <a:pt x="3237" y="2312"/>
                    <a:pt x="3400" y="1175"/>
                    <a:pt x="2975" y="625"/>
                  </a:cubicBezTo>
                  <a:cubicBezTo>
                    <a:pt x="2500" y="0"/>
                    <a:pt x="1350" y="88"/>
                    <a:pt x="1025" y="825"/>
                  </a:cubicBezTo>
                  <a:cubicBezTo>
                    <a:pt x="813" y="1262"/>
                    <a:pt x="838" y="1775"/>
                    <a:pt x="1088" y="2200"/>
                  </a:cubicBezTo>
                  <a:cubicBezTo>
                    <a:pt x="1450" y="2837"/>
                    <a:pt x="2425" y="3237"/>
                    <a:pt x="2537" y="3987"/>
                  </a:cubicBezTo>
                  <a:cubicBezTo>
                    <a:pt x="2537" y="4012"/>
                    <a:pt x="2575" y="4012"/>
                    <a:pt x="2575" y="3987"/>
                  </a:cubicBezTo>
                  <a:cubicBezTo>
                    <a:pt x="2562" y="3574"/>
                    <a:pt x="2287" y="3337"/>
                    <a:pt x="2000" y="3062"/>
                  </a:cubicBezTo>
                  <a:cubicBezTo>
                    <a:pt x="1713" y="2787"/>
                    <a:pt x="1350" y="2500"/>
                    <a:pt x="1188" y="2150"/>
                  </a:cubicBezTo>
                  <a:cubicBezTo>
                    <a:pt x="825" y="1287"/>
                    <a:pt x="1075" y="288"/>
                    <a:pt x="2200" y="425"/>
                  </a:cubicBezTo>
                  <a:cubicBezTo>
                    <a:pt x="2550" y="350"/>
                    <a:pt x="2762" y="488"/>
                    <a:pt x="2837" y="838"/>
                  </a:cubicBezTo>
                  <a:cubicBezTo>
                    <a:pt x="2975" y="913"/>
                    <a:pt x="3050" y="1063"/>
                    <a:pt x="3050" y="1212"/>
                  </a:cubicBezTo>
                  <a:cubicBezTo>
                    <a:pt x="3062" y="1275"/>
                    <a:pt x="3062" y="1337"/>
                    <a:pt x="3050" y="1400"/>
                  </a:cubicBezTo>
                  <a:cubicBezTo>
                    <a:pt x="3087" y="1650"/>
                    <a:pt x="3075" y="1912"/>
                    <a:pt x="3025" y="2162"/>
                  </a:cubicBezTo>
                  <a:cubicBezTo>
                    <a:pt x="2687" y="3524"/>
                    <a:pt x="1025" y="3399"/>
                    <a:pt x="75" y="2862"/>
                  </a:cubicBezTo>
                  <a:cubicBezTo>
                    <a:pt x="38" y="2837"/>
                    <a:pt x="0" y="2900"/>
                    <a:pt x="38" y="29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4" name="Google Shape;3534;p97"/>
            <p:cNvSpPr/>
            <p:nvPr/>
          </p:nvSpPr>
          <p:spPr>
            <a:xfrm>
              <a:off x="722350" y="3245025"/>
              <a:ext cx="13775" cy="55325"/>
            </a:xfrm>
            <a:custGeom>
              <a:rect b="b" l="l" r="r" t="t"/>
              <a:pathLst>
                <a:path extrusionOk="0" h="2213" w="551">
                  <a:moveTo>
                    <a:pt x="401" y="51"/>
                  </a:moveTo>
                  <a:cubicBezTo>
                    <a:pt x="476" y="825"/>
                    <a:pt x="238" y="1438"/>
                    <a:pt x="13" y="2163"/>
                  </a:cubicBezTo>
                  <a:cubicBezTo>
                    <a:pt x="1" y="2200"/>
                    <a:pt x="51" y="2213"/>
                    <a:pt x="76" y="2188"/>
                  </a:cubicBezTo>
                  <a:cubicBezTo>
                    <a:pt x="488" y="1588"/>
                    <a:pt x="551" y="738"/>
                    <a:pt x="476" y="51"/>
                  </a:cubicBezTo>
                  <a:cubicBezTo>
                    <a:pt x="476" y="1"/>
                    <a:pt x="388" y="1"/>
                    <a:pt x="401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5" name="Google Shape;3535;p97"/>
            <p:cNvSpPr/>
            <p:nvPr/>
          </p:nvSpPr>
          <p:spPr>
            <a:xfrm>
              <a:off x="692050" y="2972300"/>
              <a:ext cx="96575" cy="82175"/>
            </a:xfrm>
            <a:custGeom>
              <a:rect b="b" l="l" r="r" t="t"/>
              <a:pathLst>
                <a:path extrusionOk="0" h="3287" w="3863">
                  <a:moveTo>
                    <a:pt x="63" y="1100"/>
                  </a:moveTo>
                  <a:cubicBezTo>
                    <a:pt x="738" y="575"/>
                    <a:pt x="1563" y="113"/>
                    <a:pt x="2450" y="350"/>
                  </a:cubicBezTo>
                  <a:cubicBezTo>
                    <a:pt x="2900" y="487"/>
                    <a:pt x="3287" y="812"/>
                    <a:pt x="3500" y="1250"/>
                  </a:cubicBezTo>
                  <a:cubicBezTo>
                    <a:pt x="3650" y="1525"/>
                    <a:pt x="3737" y="1837"/>
                    <a:pt x="3737" y="2149"/>
                  </a:cubicBezTo>
                  <a:cubicBezTo>
                    <a:pt x="3725" y="2887"/>
                    <a:pt x="3300" y="3037"/>
                    <a:pt x="2463" y="2612"/>
                  </a:cubicBezTo>
                  <a:cubicBezTo>
                    <a:pt x="2500" y="2574"/>
                    <a:pt x="2463" y="2512"/>
                    <a:pt x="2425" y="2537"/>
                  </a:cubicBezTo>
                  <a:cubicBezTo>
                    <a:pt x="2050" y="2824"/>
                    <a:pt x="2463" y="3162"/>
                    <a:pt x="2812" y="3212"/>
                  </a:cubicBezTo>
                  <a:cubicBezTo>
                    <a:pt x="3475" y="3287"/>
                    <a:pt x="3862" y="2612"/>
                    <a:pt x="3837" y="2037"/>
                  </a:cubicBezTo>
                  <a:cubicBezTo>
                    <a:pt x="3812" y="1237"/>
                    <a:pt x="3250" y="450"/>
                    <a:pt x="2475" y="250"/>
                  </a:cubicBezTo>
                  <a:cubicBezTo>
                    <a:pt x="1550" y="0"/>
                    <a:pt x="701" y="475"/>
                    <a:pt x="26" y="1050"/>
                  </a:cubicBezTo>
                  <a:cubicBezTo>
                    <a:pt x="1" y="1075"/>
                    <a:pt x="38" y="1112"/>
                    <a:pt x="63" y="1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6" name="Google Shape;3536;p97"/>
            <p:cNvSpPr/>
            <p:nvPr/>
          </p:nvSpPr>
          <p:spPr>
            <a:xfrm>
              <a:off x="720175" y="2958850"/>
              <a:ext cx="110625" cy="22825"/>
            </a:xfrm>
            <a:custGeom>
              <a:rect b="b" l="l" r="r" t="t"/>
              <a:pathLst>
                <a:path extrusionOk="0" h="913" w="4425">
                  <a:moveTo>
                    <a:pt x="100" y="875"/>
                  </a:moveTo>
                  <a:cubicBezTo>
                    <a:pt x="1100" y="38"/>
                    <a:pt x="3250" y="1"/>
                    <a:pt x="4362" y="588"/>
                  </a:cubicBezTo>
                  <a:cubicBezTo>
                    <a:pt x="4399" y="601"/>
                    <a:pt x="4424" y="551"/>
                    <a:pt x="4399" y="526"/>
                  </a:cubicBezTo>
                  <a:cubicBezTo>
                    <a:pt x="3712" y="1"/>
                    <a:pt x="2725" y="88"/>
                    <a:pt x="1912" y="176"/>
                  </a:cubicBezTo>
                  <a:cubicBezTo>
                    <a:pt x="1250" y="251"/>
                    <a:pt x="563" y="376"/>
                    <a:pt x="38" y="825"/>
                  </a:cubicBezTo>
                  <a:cubicBezTo>
                    <a:pt x="0" y="863"/>
                    <a:pt x="63" y="913"/>
                    <a:pt x="100" y="8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7" name="Google Shape;3537;p97"/>
            <p:cNvSpPr/>
            <p:nvPr/>
          </p:nvSpPr>
          <p:spPr>
            <a:xfrm>
              <a:off x="830150" y="2969475"/>
              <a:ext cx="12200" cy="11900"/>
            </a:xfrm>
            <a:custGeom>
              <a:rect b="b" l="l" r="r" t="t"/>
              <a:pathLst>
                <a:path extrusionOk="0" h="476" w="488">
                  <a:moveTo>
                    <a:pt x="50" y="126"/>
                  </a:moveTo>
                  <a:cubicBezTo>
                    <a:pt x="0" y="213"/>
                    <a:pt x="25" y="325"/>
                    <a:pt x="88" y="388"/>
                  </a:cubicBezTo>
                  <a:cubicBezTo>
                    <a:pt x="163" y="450"/>
                    <a:pt x="250" y="475"/>
                    <a:pt x="338" y="463"/>
                  </a:cubicBezTo>
                  <a:cubicBezTo>
                    <a:pt x="375" y="450"/>
                    <a:pt x="400" y="438"/>
                    <a:pt x="425" y="425"/>
                  </a:cubicBezTo>
                  <a:cubicBezTo>
                    <a:pt x="450" y="388"/>
                    <a:pt x="463" y="350"/>
                    <a:pt x="463" y="313"/>
                  </a:cubicBezTo>
                  <a:cubicBezTo>
                    <a:pt x="488" y="188"/>
                    <a:pt x="425" y="63"/>
                    <a:pt x="300" y="13"/>
                  </a:cubicBezTo>
                  <a:cubicBezTo>
                    <a:pt x="175" y="1"/>
                    <a:pt x="50" y="101"/>
                    <a:pt x="50" y="2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8" name="Google Shape;3538;p97"/>
            <p:cNvSpPr/>
            <p:nvPr/>
          </p:nvSpPr>
          <p:spPr>
            <a:xfrm>
              <a:off x="828275" y="2965425"/>
              <a:ext cx="16275" cy="17825"/>
            </a:xfrm>
            <a:custGeom>
              <a:rect b="b" l="l" r="r" t="t"/>
              <a:pathLst>
                <a:path extrusionOk="0" h="713" w="651">
                  <a:moveTo>
                    <a:pt x="63" y="275"/>
                  </a:moveTo>
                  <a:cubicBezTo>
                    <a:pt x="0" y="438"/>
                    <a:pt x="88" y="625"/>
                    <a:pt x="263" y="675"/>
                  </a:cubicBezTo>
                  <a:cubicBezTo>
                    <a:pt x="425" y="712"/>
                    <a:pt x="575" y="650"/>
                    <a:pt x="588" y="487"/>
                  </a:cubicBezTo>
                  <a:cubicBezTo>
                    <a:pt x="650" y="88"/>
                    <a:pt x="88" y="0"/>
                    <a:pt x="88" y="400"/>
                  </a:cubicBezTo>
                  <a:cubicBezTo>
                    <a:pt x="88" y="438"/>
                    <a:pt x="163" y="450"/>
                    <a:pt x="163" y="413"/>
                  </a:cubicBezTo>
                  <a:cubicBezTo>
                    <a:pt x="488" y="288"/>
                    <a:pt x="563" y="313"/>
                    <a:pt x="388" y="462"/>
                  </a:cubicBezTo>
                  <a:cubicBezTo>
                    <a:pt x="275" y="637"/>
                    <a:pt x="213" y="587"/>
                    <a:pt x="175" y="300"/>
                  </a:cubicBezTo>
                  <a:cubicBezTo>
                    <a:pt x="188" y="238"/>
                    <a:pt x="88" y="200"/>
                    <a:pt x="63" y="2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9" name="Google Shape;3539;p97"/>
            <p:cNvSpPr/>
            <p:nvPr/>
          </p:nvSpPr>
          <p:spPr>
            <a:xfrm>
              <a:off x="662375" y="3207225"/>
              <a:ext cx="3150" cy="2850"/>
            </a:xfrm>
            <a:custGeom>
              <a:rect b="b" l="l" r="r" t="t"/>
              <a:pathLst>
                <a:path extrusionOk="0" h="114" w="126">
                  <a:moveTo>
                    <a:pt x="63" y="101"/>
                  </a:moveTo>
                  <a:lnTo>
                    <a:pt x="88" y="88"/>
                  </a:lnTo>
                  <a:cubicBezTo>
                    <a:pt x="126" y="76"/>
                    <a:pt x="126" y="38"/>
                    <a:pt x="88" y="26"/>
                  </a:cubicBezTo>
                  <a:lnTo>
                    <a:pt x="63" y="13"/>
                  </a:lnTo>
                  <a:cubicBezTo>
                    <a:pt x="1" y="1"/>
                    <a:pt x="1" y="113"/>
                    <a:pt x="63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0" name="Google Shape;3540;p97"/>
            <p:cNvSpPr/>
            <p:nvPr/>
          </p:nvSpPr>
          <p:spPr>
            <a:xfrm>
              <a:off x="705800" y="3297525"/>
              <a:ext cx="17525" cy="42200"/>
            </a:xfrm>
            <a:custGeom>
              <a:rect b="b" l="l" r="r" t="t"/>
              <a:pathLst>
                <a:path extrusionOk="0" h="1688" w="701">
                  <a:moveTo>
                    <a:pt x="613" y="25"/>
                  </a:moveTo>
                  <a:cubicBezTo>
                    <a:pt x="76" y="225"/>
                    <a:pt x="1" y="1175"/>
                    <a:pt x="138" y="1637"/>
                  </a:cubicBezTo>
                  <a:cubicBezTo>
                    <a:pt x="163" y="1687"/>
                    <a:pt x="251" y="1675"/>
                    <a:pt x="238" y="1612"/>
                  </a:cubicBezTo>
                  <a:cubicBezTo>
                    <a:pt x="201" y="1375"/>
                    <a:pt x="188" y="1125"/>
                    <a:pt x="226" y="887"/>
                  </a:cubicBezTo>
                  <a:cubicBezTo>
                    <a:pt x="263" y="650"/>
                    <a:pt x="375" y="225"/>
                    <a:pt x="638" y="125"/>
                  </a:cubicBezTo>
                  <a:cubicBezTo>
                    <a:pt x="700" y="100"/>
                    <a:pt x="675" y="0"/>
                    <a:pt x="600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1" name="Google Shape;3541;p97"/>
            <p:cNvSpPr/>
            <p:nvPr/>
          </p:nvSpPr>
          <p:spPr>
            <a:xfrm>
              <a:off x="708300" y="3297825"/>
              <a:ext cx="19700" cy="42200"/>
            </a:xfrm>
            <a:custGeom>
              <a:rect b="b" l="l" r="r" t="t"/>
              <a:pathLst>
                <a:path extrusionOk="0" h="1688" w="788">
                  <a:moveTo>
                    <a:pt x="113" y="1638"/>
                  </a:moveTo>
                  <a:cubicBezTo>
                    <a:pt x="475" y="1288"/>
                    <a:pt x="788" y="563"/>
                    <a:pt x="638" y="63"/>
                  </a:cubicBezTo>
                  <a:cubicBezTo>
                    <a:pt x="625" y="1"/>
                    <a:pt x="538" y="26"/>
                    <a:pt x="550" y="88"/>
                  </a:cubicBezTo>
                  <a:cubicBezTo>
                    <a:pt x="600" y="625"/>
                    <a:pt x="413" y="1175"/>
                    <a:pt x="38" y="1575"/>
                  </a:cubicBezTo>
                  <a:cubicBezTo>
                    <a:pt x="1" y="1613"/>
                    <a:pt x="63" y="1688"/>
                    <a:pt x="113" y="16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2" name="Google Shape;3542;p97"/>
            <p:cNvSpPr/>
            <p:nvPr/>
          </p:nvSpPr>
          <p:spPr>
            <a:xfrm>
              <a:off x="732050" y="3237525"/>
              <a:ext cx="30000" cy="33150"/>
            </a:xfrm>
            <a:custGeom>
              <a:rect b="b" l="l" r="r" t="t"/>
              <a:pathLst>
                <a:path extrusionOk="0" h="1326" w="1200">
                  <a:moveTo>
                    <a:pt x="25" y="51"/>
                  </a:moveTo>
                  <a:cubicBezTo>
                    <a:pt x="0" y="388"/>
                    <a:pt x="175" y="663"/>
                    <a:pt x="388" y="913"/>
                  </a:cubicBezTo>
                  <a:cubicBezTo>
                    <a:pt x="563" y="1163"/>
                    <a:pt x="850" y="1313"/>
                    <a:pt x="1150" y="1325"/>
                  </a:cubicBezTo>
                  <a:cubicBezTo>
                    <a:pt x="1200" y="1325"/>
                    <a:pt x="1200" y="1250"/>
                    <a:pt x="1163" y="1250"/>
                  </a:cubicBezTo>
                  <a:cubicBezTo>
                    <a:pt x="875" y="1225"/>
                    <a:pt x="613" y="1088"/>
                    <a:pt x="450" y="863"/>
                  </a:cubicBezTo>
                  <a:cubicBezTo>
                    <a:pt x="263" y="613"/>
                    <a:pt x="88" y="363"/>
                    <a:pt x="100" y="51"/>
                  </a:cubicBezTo>
                  <a:cubicBezTo>
                    <a:pt x="100" y="1"/>
                    <a:pt x="25" y="1"/>
                    <a:pt x="25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3" name="Google Shape;3543;p97"/>
            <p:cNvSpPr/>
            <p:nvPr/>
          </p:nvSpPr>
          <p:spPr>
            <a:xfrm>
              <a:off x="732675" y="3237850"/>
              <a:ext cx="29375" cy="33125"/>
            </a:xfrm>
            <a:custGeom>
              <a:rect b="b" l="l" r="r" t="t"/>
              <a:pathLst>
                <a:path extrusionOk="0" h="1325" w="1175">
                  <a:moveTo>
                    <a:pt x="1163" y="1262"/>
                  </a:moveTo>
                  <a:cubicBezTo>
                    <a:pt x="1088" y="700"/>
                    <a:pt x="675" y="125"/>
                    <a:pt x="100" y="13"/>
                  </a:cubicBezTo>
                  <a:cubicBezTo>
                    <a:pt x="38" y="0"/>
                    <a:pt x="0" y="75"/>
                    <a:pt x="50" y="113"/>
                  </a:cubicBezTo>
                  <a:cubicBezTo>
                    <a:pt x="288" y="250"/>
                    <a:pt x="525" y="313"/>
                    <a:pt x="700" y="550"/>
                  </a:cubicBezTo>
                  <a:cubicBezTo>
                    <a:pt x="875" y="763"/>
                    <a:pt x="1013" y="1012"/>
                    <a:pt x="1100" y="1287"/>
                  </a:cubicBezTo>
                  <a:cubicBezTo>
                    <a:pt x="1113" y="1325"/>
                    <a:pt x="1175" y="1312"/>
                    <a:pt x="1163" y="12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4" name="Google Shape;3544;p97"/>
            <p:cNvSpPr/>
            <p:nvPr/>
          </p:nvSpPr>
          <p:spPr>
            <a:xfrm>
              <a:off x="739850" y="2929475"/>
              <a:ext cx="86875" cy="38475"/>
            </a:xfrm>
            <a:custGeom>
              <a:rect b="b" l="l" r="r" t="t"/>
              <a:pathLst>
                <a:path extrusionOk="0" h="1539" w="3475">
                  <a:moveTo>
                    <a:pt x="76" y="1513"/>
                  </a:moveTo>
                  <a:cubicBezTo>
                    <a:pt x="1075" y="801"/>
                    <a:pt x="2213" y="326"/>
                    <a:pt x="3412" y="101"/>
                  </a:cubicBezTo>
                  <a:cubicBezTo>
                    <a:pt x="3475" y="88"/>
                    <a:pt x="3450" y="1"/>
                    <a:pt x="3387" y="13"/>
                  </a:cubicBezTo>
                  <a:cubicBezTo>
                    <a:pt x="2175" y="226"/>
                    <a:pt x="1025" y="726"/>
                    <a:pt x="38" y="1451"/>
                  </a:cubicBezTo>
                  <a:cubicBezTo>
                    <a:pt x="1" y="1476"/>
                    <a:pt x="38" y="1538"/>
                    <a:pt x="76" y="15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5" name="Google Shape;3545;p97"/>
            <p:cNvSpPr/>
            <p:nvPr/>
          </p:nvSpPr>
          <p:spPr>
            <a:xfrm>
              <a:off x="824200" y="2919175"/>
              <a:ext cx="16275" cy="17825"/>
            </a:xfrm>
            <a:custGeom>
              <a:rect b="b" l="l" r="r" t="t"/>
              <a:pathLst>
                <a:path extrusionOk="0" h="713" w="651">
                  <a:moveTo>
                    <a:pt x="88" y="525"/>
                  </a:moveTo>
                  <a:cubicBezTo>
                    <a:pt x="288" y="713"/>
                    <a:pt x="651" y="475"/>
                    <a:pt x="451" y="238"/>
                  </a:cubicBezTo>
                  <a:cubicBezTo>
                    <a:pt x="238" y="1"/>
                    <a:pt x="1" y="338"/>
                    <a:pt x="101" y="563"/>
                  </a:cubicBezTo>
                  <a:cubicBezTo>
                    <a:pt x="113" y="600"/>
                    <a:pt x="176" y="575"/>
                    <a:pt x="176" y="538"/>
                  </a:cubicBezTo>
                  <a:cubicBezTo>
                    <a:pt x="163" y="500"/>
                    <a:pt x="163" y="463"/>
                    <a:pt x="176" y="425"/>
                  </a:cubicBezTo>
                  <a:cubicBezTo>
                    <a:pt x="176" y="351"/>
                    <a:pt x="176" y="351"/>
                    <a:pt x="151" y="463"/>
                  </a:cubicBezTo>
                  <a:cubicBezTo>
                    <a:pt x="101" y="425"/>
                    <a:pt x="38" y="488"/>
                    <a:pt x="88" y="5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6" name="Google Shape;3546;p97"/>
            <p:cNvSpPr/>
            <p:nvPr/>
          </p:nvSpPr>
          <p:spPr>
            <a:xfrm>
              <a:off x="728300" y="2974800"/>
              <a:ext cx="82175" cy="30625"/>
            </a:xfrm>
            <a:custGeom>
              <a:rect b="b" l="l" r="r" t="t"/>
              <a:pathLst>
                <a:path extrusionOk="0" h="1225" w="3287">
                  <a:moveTo>
                    <a:pt x="63" y="225"/>
                  </a:moveTo>
                  <a:cubicBezTo>
                    <a:pt x="1288" y="87"/>
                    <a:pt x="2287" y="425"/>
                    <a:pt x="3225" y="1200"/>
                  </a:cubicBezTo>
                  <a:cubicBezTo>
                    <a:pt x="3250" y="1225"/>
                    <a:pt x="3287" y="1187"/>
                    <a:pt x="3262" y="1150"/>
                  </a:cubicBezTo>
                  <a:cubicBezTo>
                    <a:pt x="2537" y="212"/>
                    <a:pt x="1163" y="0"/>
                    <a:pt x="63" y="137"/>
                  </a:cubicBezTo>
                  <a:cubicBezTo>
                    <a:pt x="0" y="137"/>
                    <a:pt x="0" y="237"/>
                    <a:pt x="63" y="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7" name="Google Shape;3547;p97"/>
            <p:cNvSpPr/>
            <p:nvPr/>
          </p:nvSpPr>
          <p:spPr>
            <a:xfrm>
              <a:off x="805150" y="3001975"/>
              <a:ext cx="15025" cy="12825"/>
            </a:xfrm>
            <a:custGeom>
              <a:rect b="b" l="l" r="r" t="t"/>
              <a:pathLst>
                <a:path extrusionOk="0" h="513" w="601">
                  <a:moveTo>
                    <a:pt x="250" y="475"/>
                  </a:moveTo>
                  <a:cubicBezTo>
                    <a:pt x="550" y="513"/>
                    <a:pt x="600" y="50"/>
                    <a:pt x="288" y="25"/>
                  </a:cubicBezTo>
                  <a:cubicBezTo>
                    <a:pt x="1" y="0"/>
                    <a:pt x="26" y="425"/>
                    <a:pt x="313" y="425"/>
                  </a:cubicBezTo>
                  <a:cubicBezTo>
                    <a:pt x="350" y="425"/>
                    <a:pt x="363" y="375"/>
                    <a:pt x="325" y="363"/>
                  </a:cubicBezTo>
                  <a:cubicBezTo>
                    <a:pt x="275" y="300"/>
                    <a:pt x="250" y="325"/>
                    <a:pt x="250" y="413"/>
                  </a:cubicBezTo>
                  <a:cubicBezTo>
                    <a:pt x="213" y="413"/>
                    <a:pt x="213" y="475"/>
                    <a:pt x="250" y="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8" name="Google Shape;3548;p97"/>
            <p:cNvSpPr/>
            <p:nvPr/>
          </p:nvSpPr>
          <p:spPr>
            <a:xfrm>
              <a:off x="644875" y="3178475"/>
              <a:ext cx="60325" cy="237475"/>
            </a:xfrm>
            <a:custGeom>
              <a:rect b="b" l="l" r="r" t="t"/>
              <a:pathLst>
                <a:path extrusionOk="0" h="9499" w="2413">
                  <a:moveTo>
                    <a:pt x="26" y="51"/>
                  </a:moveTo>
                  <a:cubicBezTo>
                    <a:pt x="1275" y="3362"/>
                    <a:pt x="2413" y="6049"/>
                    <a:pt x="388" y="9373"/>
                  </a:cubicBezTo>
                  <a:cubicBezTo>
                    <a:pt x="338" y="9448"/>
                    <a:pt x="451" y="9498"/>
                    <a:pt x="488" y="9436"/>
                  </a:cubicBezTo>
                  <a:cubicBezTo>
                    <a:pt x="1438" y="8024"/>
                    <a:pt x="1838" y="6749"/>
                    <a:pt x="1675" y="5050"/>
                  </a:cubicBezTo>
                  <a:cubicBezTo>
                    <a:pt x="1488" y="3113"/>
                    <a:pt x="776" y="1813"/>
                    <a:pt x="76" y="38"/>
                  </a:cubicBezTo>
                  <a:cubicBezTo>
                    <a:pt x="63" y="1"/>
                    <a:pt x="1" y="13"/>
                    <a:pt x="26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9" name="Google Shape;3549;p97"/>
            <p:cNvSpPr/>
            <p:nvPr/>
          </p:nvSpPr>
          <p:spPr>
            <a:xfrm>
              <a:off x="699875" y="2899175"/>
              <a:ext cx="49375" cy="31900"/>
            </a:xfrm>
            <a:custGeom>
              <a:rect b="b" l="l" r="r" t="t"/>
              <a:pathLst>
                <a:path extrusionOk="0" h="1276" w="1975">
                  <a:moveTo>
                    <a:pt x="13" y="63"/>
                  </a:moveTo>
                  <a:cubicBezTo>
                    <a:pt x="100" y="613"/>
                    <a:pt x="450" y="1151"/>
                    <a:pt x="1062" y="1213"/>
                  </a:cubicBezTo>
                  <a:cubicBezTo>
                    <a:pt x="1550" y="1275"/>
                    <a:pt x="1975" y="888"/>
                    <a:pt x="1975" y="401"/>
                  </a:cubicBezTo>
                  <a:cubicBezTo>
                    <a:pt x="1975" y="326"/>
                    <a:pt x="1862" y="326"/>
                    <a:pt x="1862" y="401"/>
                  </a:cubicBezTo>
                  <a:cubicBezTo>
                    <a:pt x="1850" y="976"/>
                    <a:pt x="1275" y="1263"/>
                    <a:pt x="775" y="1026"/>
                  </a:cubicBezTo>
                  <a:cubicBezTo>
                    <a:pt x="363" y="838"/>
                    <a:pt x="163" y="463"/>
                    <a:pt x="75" y="38"/>
                  </a:cubicBezTo>
                  <a:cubicBezTo>
                    <a:pt x="63" y="1"/>
                    <a:pt x="0" y="13"/>
                    <a:pt x="13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0" name="Google Shape;3550;p97"/>
            <p:cNvSpPr/>
            <p:nvPr/>
          </p:nvSpPr>
          <p:spPr>
            <a:xfrm>
              <a:off x="674550" y="3113825"/>
              <a:ext cx="31600" cy="62800"/>
            </a:xfrm>
            <a:custGeom>
              <a:rect b="b" l="l" r="r" t="t"/>
              <a:pathLst>
                <a:path extrusionOk="0" h="2512" w="1264">
                  <a:moveTo>
                    <a:pt x="726" y="2449"/>
                  </a:moveTo>
                  <a:cubicBezTo>
                    <a:pt x="713" y="1825"/>
                    <a:pt x="1263" y="1325"/>
                    <a:pt x="1038" y="687"/>
                  </a:cubicBezTo>
                  <a:cubicBezTo>
                    <a:pt x="888" y="275"/>
                    <a:pt x="488" y="0"/>
                    <a:pt x="51" y="13"/>
                  </a:cubicBezTo>
                  <a:cubicBezTo>
                    <a:pt x="13" y="13"/>
                    <a:pt x="1" y="75"/>
                    <a:pt x="38" y="88"/>
                  </a:cubicBezTo>
                  <a:cubicBezTo>
                    <a:pt x="838" y="200"/>
                    <a:pt x="1138" y="875"/>
                    <a:pt x="838" y="1575"/>
                  </a:cubicBezTo>
                  <a:cubicBezTo>
                    <a:pt x="701" y="1850"/>
                    <a:pt x="638" y="2149"/>
                    <a:pt x="651" y="2449"/>
                  </a:cubicBezTo>
                  <a:cubicBezTo>
                    <a:pt x="651" y="2499"/>
                    <a:pt x="726" y="2512"/>
                    <a:pt x="726" y="244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1" name="Google Shape;3551;p97"/>
            <p:cNvSpPr/>
            <p:nvPr/>
          </p:nvSpPr>
          <p:spPr>
            <a:xfrm>
              <a:off x="658950" y="3112575"/>
              <a:ext cx="21575" cy="30625"/>
            </a:xfrm>
            <a:custGeom>
              <a:rect b="b" l="l" r="r" t="t"/>
              <a:pathLst>
                <a:path extrusionOk="0" h="1225" w="863">
                  <a:moveTo>
                    <a:pt x="825" y="113"/>
                  </a:moveTo>
                  <a:cubicBezTo>
                    <a:pt x="525" y="0"/>
                    <a:pt x="275" y="163"/>
                    <a:pt x="163" y="437"/>
                  </a:cubicBezTo>
                  <a:cubicBezTo>
                    <a:pt x="75" y="675"/>
                    <a:pt x="0" y="1062"/>
                    <a:pt x="250" y="1212"/>
                  </a:cubicBezTo>
                  <a:cubicBezTo>
                    <a:pt x="275" y="1225"/>
                    <a:pt x="313" y="1200"/>
                    <a:pt x="300" y="1162"/>
                  </a:cubicBezTo>
                  <a:cubicBezTo>
                    <a:pt x="50" y="837"/>
                    <a:pt x="275" y="0"/>
                    <a:pt x="800" y="175"/>
                  </a:cubicBezTo>
                  <a:cubicBezTo>
                    <a:pt x="850" y="200"/>
                    <a:pt x="862" y="125"/>
                    <a:pt x="825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2" name="Google Shape;3552;p97"/>
            <p:cNvSpPr/>
            <p:nvPr/>
          </p:nvSpPr>
          <p:spPr>
            <a:xfrm>
              <a:off x="762050" y="2872625"/>
              <a:ext cx="56250" cy="81250"/>
            </a:xfrm>
            <a:custGeom>
              <a:rect b="b" l="l" r="r" t="t"/>
              <a:pathLst>
                <a:path extrusionOk="0" h="3250" w="2250">
                  <a:moveTo>
                    <a:pt x="87" y="3212"/>
                  </a:moveTo>
                  <a:cubicBezTo>
                    <a:pt x="1037" y="2425"/>
                    <a:pt x="2249" y="1450"/>
                    <a:pt x="1962" y="51"/>
                  </a:cubicBezTo>
                  <a:cubicBezTo>
                    <a:pt x="1949" y="1"/>
                    <a:pt x="1862" y="26"/>
                    <a:pt x="1875" y="76"/>
                  </a:cubicBezTo>
                  <a:cubicBezTo>
                    <a:pt x="2062" y="1463"/>
                    <a:pt x="987" y="2350"/>
                    <a:pt x="37" y="3162"/>
                  </a:cubicBezTo>
                  <a:cubicBezTo>
                    <a:pt x="0" y="3187"/>
                    <a:pt x="62" y="3250"/>
                    <a:pt x="100" y="32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3" name="Google Shape;3553;p97"/>
            <p:cNvSpPr/>
            <p:nvPr/>
          </p:nvSpPr>
          <p:spPr>
            <a:xfrm>
              <a:off x="710800" y="3101950"/>
              <a:ext cx="15325" cy="30950"/>
            </a:xfrm>
            <a:custGeom>
              <a:rect b="b" l="l" r="r" t="t"/>
              <a:pathLst>
                <a:path extrusionOk="0" h="1238" w="613">
                  <a:moveTo>
                    <a:pt x="101" y="1175"/>
                  </a:moveTo>
                  <a:cubicBezTo>
                    <a:pt x="126" y="775"/>
                    <a:pt x="288" y="388"/>
                    <a:pt x="575" y="100"/>
                  </a:cubicBezTo>
                  <a:cubicBezTo>
                    <a:pt x="613" y="63"/>
                    <a:pt x="563" y="0"/>
                    <a:pt x="525" y="25"/>
                  </a:cubicBezTo>
                  <a:cubicBezTo>
                    <a:pt x="350" y="150"/>
                    <a:pt x="225" y="325"/>
                    <a:pt x="163" y="525"/>
                  </a:cubicBezTo>
                  <a:cubicBezTo>
                    <a:pt x="51" y="725"/>
                    <a:pt x="1" y="950"/>
                    <a:pt x="13" y="1175"/>
                  </a:cubicBezTo>
                  <a:cubicBezTo>
                    <a:pt x="13" y="1237"/>
                    <a:pt x="113" y="1237"/>
                    <a:pt x="113" y="11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4" name="Google Shape;3554;p97"/>
            <p:cNvSpPr/>
            <p:nvPr/>
          </p:nvSpPr>
          <p:spPr>
            <a:xfrm>
              <a:off x="710175" y="3101625"/>
              <a:ext cx="21900" cy="34400"/>
            </a:xfrm>
            <a:custGeom>
              <a:rect b="b" l="l" r="r" t="t"/>
              <a:pathLst>
                <a:path extrusionOk="0" h="1376" w="876">
                  <a:moveTo>
                    <a:pt x="550" y="101"/>
                  </a:moveTo>
                  <a:cubicBezTo>
                    <a:pt x="763" y="538"/>
                    <a:pt x="475" y="1050"/>
                    <a:pt x="51" y="1250"/>
                  </a:cubicBezTo>
                  <a:cubicBezTo>
                    <a:pt x="1" y="1275"/>
                    <a:pt x="38" y="1375"/>
                    <a:pt x="101" y="1350"/>
                  </a:cubicBezTo>
                  <a:cubicBezTo>
                    <a:pt x="575" y="1138"/>
                    <a:pt x="875" y="538"/>
                    <a:pt x="638" y="51"/>
                  </a:cubicBezTo>
                  <a:cubicBezTo>
                    <a:pt x="613" y="1"/>
                    <a:pt x="525" y="51"/>
                    <a:pt x="550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5" name="Google Shape;3555;p97"/>
            <p:cNvSpPr/>
            <p:nvPr/>
          </p:nvSpPr>
          <p:spPr>
            <a:xfrm>
              <a:off x="669550" y="3338125"/>
              <a:ext cx="60025" cy="132175"/>
            </a:xfrm>
            <a:custGeom>
              <a:rect b="b" l="l" r="r" t="t"/>
              <a:pathLst>
                <a:path extrusionOk="0" h="5287" w="2401">
                  <a:moveTo>
                    <a:pt x="576" y="51"/>
                  </a:moveTo>
                  <a:cubicBezTo>
                    <a:pt x="263" y="1638"/>
                    <a:pt x="1" y="5074"/>
                    <a:pt x="2350" y="5287"/>
                  </a:cubicBezTo>
                  <a:cubicBezTo>
                    <a:pt x="2400" y="5287"/>
                    <a:pt x="2388" y="5224"/>
                    <a:pt x="2350" y="5212"/>
                  </a:cubicBezTo>
                  <a:cubicBezTo>
                    <a:pt x="63" y="4912"/>
                    <a:pt x="363" y="1600"/>
                    <a:pt x="651" y="63"/>
                  </a:cubicBezTo>
                  <a:cubicBezTo>
                    <a:pt x="663" y="13"/>
                    <a:pt x="588" y="1"/>
                    <a:pt x="576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6" name="Google Shape;3556;p97"/>
            <p:cNvSpPr/>
            <p:nvPr/>
          </p:nvSpPr>
          <p:spPr>
            <a:xfrm>
              <a:off x="701750" y="3402175"/>
              <a:ext cx="65000" cy="61575"/>
            </a:xfrm>
            <a:custGeom>
              <a:rect b="b" l="l" r="r" t="t"/>
              <a:pathLst>
                <a:path extrusionOk="0" h="2463" w="2600">
                  <a:moveTo>
                    <a:pt x="13" y="1500"/>
                  </a:moveTo>
                  <a:cubicBezTo>
                    <a:pt x="350" y="2175"/>
                    <a:pt x="1175" y="2462"/>
                    <a:pt x="1825" y="2012"/>
                  </a:cubicBezTo>
                  <a:cubicBezTo>
                    <a:pt x="2400" y="1600"/>
                    <a:pt x="2599" y="538"/>
                    <a:pt x="2025" y="38"/>
                  </a:cubicBezTo>
                  <a:cubicBezTo>
                    <a:pt x="1975" y="1"/>
                    <a:pt x="1900" y="76"/>
                    <a:pt x="1950" y="113"/>
                  </a:cubicBezTo>
                  <a:cubicBezTo>
                    <a:pt x="2462" y="588"/>
                    <a:pt x="2300" y="1563"/>
                    <a:pt x="1762" y="1938"/>
                  </a:cubicBezTo>
                  <a:cubicBezTo>
                    <a:pt x="1150" y="2350"/>
                    <a:pt x="400" y="2112"/>
                    <a:pt x="75" y="1463"/>
                  </a:cubicBezTo>
                  <a:cubicBezTo>
                    <a:pt x="50" y="1425"/>
                    <a:pt x="0" y="1463"/>
                    <a:pt x="13" y="1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7" name="Google Shape;3557;p97"/>
            <p:cNvSpPr/>
            <p:nvPr/>
          </p:nvSpPr>
          <p:spPr>
            <a:xfrm>
              <a:off x="709550" y="3392175"/>
              <a:ext cx="46575" cy="35950"/>
            </a:xfrm>
            <a:custGeom>
              <a:rect b="b" l="l" r="r" t="t"/>
              <a:pathLst>
                <a:path extrusionOk="0" h="1438" w="1863">
                  <a:moveTo>
                    <a:pt x="1850" y="700"/>
                  </a:moveTo>
                  <a:cubicBezTo>
                    <a:pt x="1663" y="226"/>
                    <a:pt x="1125" y="1"/>
                    <a:pt x="663" y="201"/>
                  </a:cubicBezTo>
                  <a:cubicBezTo>
                    <a:pt x="200" y="401"/>
                    <a:pt x="1" y="938"/>
                    <a:pt x="200" y="1400"/>
                  </a:cubicBezTo>
                  <a:cubicBezTo>
                    <a:pt x="225" y="1438"/>
                    <a:pt x="300" y="1413"/>
                    <a:pt x="288" y="1363"/>
                  </a:cubicBezTo>
                  <a:cubicBezTo>
                    <a:pt x="163" y="938"/>
                    <a:pt x="275" y="488"/>
                    <a:pt x="713" y="301"/>
                  </a:cubicBezTo>
                  <a:cubicBezTo>
                    <a:pt x="1125" y="138"/>
                    <a:pt x="1600" y="326"/>
                    <a:pt x="1788" y="738"/>
                  </a:cubicBezTo>
                  <a:cubicBezTo>
                    <a:pt x="1800" y="775"/>
                    <a:pt x="1863" y="738"/>
                    <a:pt x="1838" y="7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8" name="Google Shape;3558;p97"/>
            <p:cNvSpPr/>
            <p:nvPr/>
          </p:nvSpPr>
          <p:spPr>
            <a:xfrm>
              <a:off x="713300" y="3422475"/>
              <a:ext cx="30950" cy="17225"/>
            </a:xfrm>
            <a:custGeom>
              <a:rect b="b" l="l" r="r" t="t"/>
              <a:pathLst>
                <a:path extrusionOk="0" h="689" w="1238">
                  <a:moveTo>
                    <a:pt x="26" y="51"/>
                  </a:moveTo>
                  <a:cubicBezTo>
                    <a:pt x="1" y="388"/>
                    <a:pt x="375" y="638"/>
                    <a:pt x="688" y="626"/>
                  </a:cubicBezTo>
                  <a:cubicBezTo>
                    <a:pt x="1000" y="626"/>
                    <a:pt x="1238" y="351"/>
                    <a:pt x="1113" y="63"/>
                  </a:cubicBezTo>
                  <a:cubicBezTo>
                    <a:pt x="1100" y="13"/>
                    <a:pt x="1013" y="26"/>
                    <a:pt x="1025" y="88"/>
                  </a:cubicBezTo>
                  <a:cubicBezTo>
                    <a:pt x="1213" y="688"/>
                    <a:pt x="75" y="638"/>
                    <a:pt x="100" y="51"/>
                  </a:cubicBezTo>
                  <a:cubicBezTo>
                    <a:pt x="100" y="1"/>
                    <a:pt x="38" y="1"/>
                    <a:pt x="26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9" name="Google Shape;3559;p97"/>
            <p:cNvSpPr/>
            <p:nvPr/>
          </p:nvSpPr>
          <p:spPr>
            <a:xfrm>
              <a:off x="702675" y="3138500"/>
              <a:ext cx="71875" cy="55325"/>
            </a:xfrm>
            <a:custGeom>
              <a:rect b="b" l="l" r="r" t="t"/>
              <a:pathLst>
                <a:path extrusionOk="0" h="2213" w="2875">
                  <a:moveTo>
                    <a:pt x="88" y="463"/>
                  </a:moveTo>
                  <a:cubicBezTo>
                    <a:pt x="1400" y="113"/>
                    <a:pt x="2487" y="925"/>
                    <a:pt x="2812" y="2187"/>
                  </a:cubicBezTo>
                  <a:cubicBezTo>
                    <a:pt x="2812" y="2212"/>
                    <a:pt x="2875" y="2212"/>
                    <a:pt x="2862" y="2175"/>
                  </a:cubicBezTo>
                  <a:cubicBezTo>
                    <a:pt x="2762" y="788"/>
                    <a:pt x="1325" y="0"/>
                    <a:pt x="51" y="388"/>
                  </a:cubicBezTo>
                  <a:cubicBezTo>
                    <a:pt x="1" y="400"/>
                    <a:pt x="26" y="475"/>
                    <a:pt x="76" y="4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0" name="Google Shape;3560;p97"/>
            <p:cNvSpPr/>
            <p:nvPr/>
          </p:nvSpPr>
          <p:spPr>
            <a:xfrm>
              <a:off x="695500" y="2739850"/>
              <a:ext cx="104675" cy="111550"/>
            </a:xfrm>
            <a:custGeom>
              <a:rect b="b" l="l" r="r" t="t"/>
              <a:pathLst>
                <a:path extrusionOk="0" h="4462" w="4187">
                  <a:moveTo>
                    <a:pt x="188" y="1800"/>
                  </a:moveTo>
                  <a:cubicBezTo>
                    <a:pt x="0" y="3250"/>
                    <a:pt x="1450" y="4424"/>
                    <a:pt x="2799" y="3712"/>
                  </a:cubicBezTo>
                  <a:cubicBezTo>
                    <a:pt x="4187" y="2975"/>
                    <a:pt x="3962" y="1038"/>
                    <a:pt x="3024" y="25"/>
                  </a:cubicBezTo>
                  <a:cubicBezTo>
                    <a:pt x="2999" y="0"/>
                    <a:pt x="2949" y="38"/>
                    <a:pt x="2974" y="75"/>
                  </a:cubicBezTo>
                  <a:cubicBezTo>
                    <a:pt x="3624" y="975"/>
                    <a:pt x="4074" y="2450"/>
                    <a:pt x="3124" y="3325"/>
                  </a:cubicBezTo>
                  <a:cubicBezTo>
                    <a:pt x="1912" y="4462"/>
                    <a:pt x="100" y="3375"/>
                    <a:pt x="288" y="1800"/>
                  </a:cubicBezTo>
                  <a:cubicBezTo>
                    <a:pt x="300" y="1738"/>
                    <a:pt x="188" y="1738"/>
                    <a:pt x="175" y="1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1" name="Google Shape;3561;p97"/>
            <p:cNvSpPr/>
            <p:nvPr/>
          </p:nvSpPr>
          <p:spPr>
            <a:xfrm>
              <a:off x="628325" y="2481475"/>
              <a:ext cx="146850" cy="263400"/>
            </a:xfrm>
            <a:custGeom>
              <a:rect b="b" l="l" r="r" t="t"/>
              <a:pathLst>
                <a:path extrusionOk="0" h="10536" w="5874">
                  <a:moveTo>
                    <a:pt x="5836" y="10448"/>
                  </a:moveTo>
                  <a:cubicBezTo>
                    <a:pt x="4162" y="9236"/>
                    <a:pt x="2050" y="8124"/>
                    <a:pt x="1125" y="6224"/>
                  </a:cubicBezTo>
                  <a:cubicBezTo>
                    <a:pt x="275" y="4462"/>
                    <a:pt x="100" y="1688"/>
                    <a:pt x="1300" y="63"/>
                  </a:cubicBezTo>
                  <a:cubicBezTo>
                    <a:pt x="1325" y="38"/>
                    <a:pt x="1275" y="1"/>
                    <a:pt x="1250" y="26"/>
                  </a:cubicBezTo>
                  <a:cubicBezTo>
                    <a:pt x="0" y="1463"/>
                    <a:pt x="138" y="3950"/>
                    <a:pt x="725" y="5674"/>
                  </a:cubicBezTo>
                  <a:cubicBezTo>
                    <a:pt x="1513" y="7986"/>
                    <a:pt x="3912" y="9186"/>
                    <a:pt x="5799" y="10510"/>
                  </a:cubicBezTo>
                  <a:cubicBezTo>
                    <a:pt x="5836" y="10535"/>
                    <a:pt x="5874" y="10473"/>
                    <a:pt x="5836" y="1044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2" name="Google Shape;3562;p97"/>
            <p:cNvSpPr/>
            <p:nvPr/>
          </p:nvSpPr>
          <p:spPr>
            <a:xfrm>
              <a:off x="667675" y="2448375"/>
              <a:ext cx="84700" cy="100925"/>
            </a:xfrm>
            <a:custGeom>
              <a:rect b="b" l="l" r="r" t="t"/>
              <a:pathLst>
                <a:path extrusionOk="0" h="4037" w="3388">
                  <a:moveTo>
                    <a:pt x="88" y="1150"/>
                  </a:moveTo>
                  <a:cubicBezTo>
                    <a:pt x="1026" y="625"/>
                    <a:pt x="2413" y="500"/>
                    <a:pt x="2950" y="1662"/>
                  </a:cubicBezTo>
                  <a:cubicBezTo>
                    <a:pt x="3075" y="1937"/>
                    <a:pt x="3113" y="2249"/>
                    <a:pt x="3075" y="2549"/>
                  </a:cubicBezTo>
                  <a:cubicBezTo>
                    <a:pt x="3063" y="2624"/>
                    <a:pt x="3075" y="2712"/>
                    <a:pt x="3075" y="2774"/>
                  </a:cubicBezTo>
                  <a:cubicBezTo>
                    <a:pt x="2938" y="3549"/>
                    <a:pt x="2738" y="3524"/>
                    <a:pt x="2213" y="3587"/>
                  </a:cubicBezTo>
                  <a:cubicBezTo>
                    <a:pt x="1313" y="3699"/>
                    <a:pt x="976" y="3087"/>
                    <a:pt x="1113" y="2312"/>
                  </a:cubicBezTo>
                  <a:cubicBezTo>
                    <a:pt x="1226" y="1737"/>
                    <a:pt x="1526" y="1425"/>
                    <a:pt x="1938" y="1037"/>
                  </a:cubicBezTo>
                  <a:cubicBezTo>
                    <a:pt x="2250" y="737"/>
                    <a:pt x="2575" y="487"/>
                    <a:pt x="2588" y="25"/>
                  </a:cubicBezTo>
                  <a:cubicBezTo>
                    <a:pt x="2588" y="0"/>
                    <a:pt x="2550" y="0"/>
                    <a:pt x="2538" y="25"/>
                  </a:cubicBezTo>
                  <a:cubicBezTo>
                    <a:pt x="2438" y="750"/>
                    <a:pt x="1538" y="1137"/>
                    <a:pt x="1163" y="1725"/>
                  </a:cubicBezTo>
                  <a:cubicBezTo>
                    <a:pt x="863" y="2149"/>
                    <a:pt x="813" y="2712"/>
                    <a:pt x="1026" y="3187"/>
                  </a:cubicBezTo>
                  <a:cubicBezTo>
                    <a:pt x="1363" y="3912"/>
                    <a:pt x="2500" y="4036"/>
                    <a:pt x="2988" y="3387"/>
                  </a:cubicBezTo>
                  <a:cubicBezTo>
                    <a:pt x="3388" y="2874"/>
                    <a:pt x="3263" y="1800"/>
                    <a:pt x="2900" y="1312"/>
                  </a:cubicBezTo>
                  <a:cubicBezTo>
                    <a:pt x="2200" y="387"/>
                    <a:pt x="938" y="575"/>
                    <a:pt x="51" y="1087"/>
                  </a:cubicBezTo>
                  <a:cubicBezTo>
                    <a:pt x="1" y="1112"/>
                    <a:pt x="51" y="1187"/>
                    <a:pt x="88" y="1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3" name="Google Shape;3563;p97"/>
            <p:cNvSpPr/>
            <p:nvPr/>
          </p:nvSpPr>
          <p:spPr>
            <a:xfrm>
              <a:off x="722350" y="2386200"/>
              <a:ext cx="13775" cy="55325"/>
            </a:xfrm>
            <a:custGeom>
              <a:rect b="b" l="l" r="r" t="t"/>
              <a:pathLst>
                <a:path extrusionOk="0" h="2213" w="551">
                  <a:moveTo>
                    <a:pt x="476" y="2162"/>
                  </a:moveTo>
                  <a:cubicBezTo>
                    <a:pt x="551" y="1475"/>
                    <a:pt x="488" y="625"/>
                    <a:pt x="76" y="25"/>
                  </a:cubicBezTo>
                  <a:cubicBezTo>
                    <a:pt x="51" y="0"/>
                    <a:pt x="1" y="13"/>
                    <a:pt x="13" y="50"/>
                  </a:cubicBezTo>
                  <a:cubicBezTo>
                    <a:pt x="251" y="775"/>
                    <a:pt x="476" y="1387"/>
                    <a:pt x="401" y="2162"/>
                  </a:cubicBezTo>
                  <a:cubicBezTo>
                    <a:pt x="401" y="2212"/>
                    <a:pt x="476" y="2212"/>
                    <a:pt x="476" y="2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4" name="Google Shape;3564;p97"/>
            <p:cNvSpPr/>
            <p:nvPr/>
          </p:nvSpPr>
          <p:spPr>
            <a:xfrm>
              <a:off x="691750" y="2632075"/>
              <a:ext cx="96875" cy="81550"/>
            </a:xfrm>
            <a:custGeom>
              <a:rect b="b" l="l" r="r" t="t"/>
              <a:pathLst>
                <a:path extrusionOk="0" h="3262" w="3875">
                  <a:moveTo>
                    <a:pt x="38" y="2237"/>
                  </a:moveTo>
                  <a:cubicBezTo>
                    <a:pt x="688" y="2787"/>
                    <a:pt x="1500" y="3262"/>
                    <a:pt x="2375" y="3074"/>
                  </a:cubicBezTo>
                  <a:cubicBezTo>
                    <a:pt x="3212" y="2887"/>
                    <a:pt x="3812" y="2087"/>
                    <a:pt x="3849" y="1250"/>
                  </a:cubicBezTo>
                  <a:cubicBezTo>
                    <a:pt x="3874" y="675"/>
                    <a:pt x="3487" y="0"/>
                    <a:pt x="2824" y="75"/>
                  </a:cubicBezTo>
                  <a:cubicBezTo>
                    <a:pt x="2475" y="113"/>
                    <a:pt x="2062" y="463"/>
                    <a:pt x="2437" y="750"/>
                  </a:cubicBezTo>
                  <a:cubicBezTo>
                    <a:pt x="2475" y="775"/>
                    <a:pt x="2512" y="712"/>
                    <a:pt x="2475" y="675"/>
                  </a:cubicBezTo>
                  <a:cubicBezTo>
                    <a:pt x="3299" y="250"/>
                    <a:pt x="3724" y="400"/>
                    <a:pt x="3749" y="1137"/>
                  </a:cubicBezTo>
                  <a:cubicBezTo>
                    <a:pt x="3737" y="1450"/>
                    <a:pt x="3662" y="1762"/>
                    <a:pt x="3499" y="2037"/>
                  </a:cubicBezTo>
                  <a:cubicBezTo>
                    <a:pt x="3299" y="2474"/>
                    <a:pt x="2912" y="2799"/>
                    <a:pt x="2450" y="2937"/>
                  </a:cubicBezTo>
                  <a:cubicBezTo>
                    <a:pt x="1562" y="3174"/>
                    <a:pt x="750" y="2712"/>
                    <a:pt x="75" y="2187"/>
                  </a:cubicBezTo>
                  <a:cubicBezTo>
                    <a:pt x="50" y="2162"/>
                    <a:pt x="0" y="2212"/>
                    <a:pt x="38" y="22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5" name="Google Shape;3565;p97"/>
            <p:cNvSpPr/>
            <p:nvPr/>
          </p:nvSpPr>
          <p:spPr>
            <a:xfrm>
              <a:off x="720475" y="2704850"/>
              <a:ext cx="110625" cy="22850"/>
            </a:xfrm>
            <a:custGeom>
              <a:rect b="b" l="l" r="r" t="t"/>
              <a:pathLst>
                <a:path extrusionOk="0" h="914" w="4425">
                  <a:moveTo>
                    <a:pt x="38" y="88"/>
                  </a:moveTo>
                  <a:cubicBezTo>
                    <a:pt x="551" y="538"/>
                    <a:pt x="1238" y="663"/>
                    <a:pt x="1913" y="738"/>
                  </a:cubicBezTo>
                  <a:cubicBezTo>
                    <a:pt x="2725" y="826"/>
                    <a:pt x="3712" y="913"/>
                    <a:pt x="4400" y="388"/>
                  </a:cubicBezTo>
                  <a:cubicBezTo>
                    <a:pt x="4425" y="363"/>
                    <a:pt x="4400" y="313"/>
                    <a:pt x="4362" y="326"/>
                  </a:cubicBezTo>
                  <a:cubicBezTo>
                    <a:pt x="3238" y="913"/>
                    <a:pt x="1101" y="876"/>
                    <a:pt x="101" y="26"/>
                  </a:cubicBezTo>
                  <a:cubicBezTo>
                    <a:pt x="63" y="1"/>
                    <a:pt x="1" y="51"/>
                    <a:pt x="38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6" name="Google Shape;3566;p97"/>
            <p:cNvSpPr/>
            <p:nvPr/>
          </p:nvSpPr>
          <p:spPr>
            <a:xfrm>
              <a:off x="830150" y="2705175"/>
              <a:ext cx="12200" cy="11900"/>
            </a:xfrm>
            <a:custGeom>
              <a:rect b="b" l="l" r="r" t="t"/>
              <a:pathLst>
                <a:path extrusionOk="0" h="476" w="488">
                  <a:moveTo>
                    <a:pt x="50" y="350"/>
                  </a:moveTo>
                  <a:cubicBezTo>
                    <a:pt x="0" y="263"/>
                    <a:pt x="25" y="150"/>
                    <a:pt x="88" y="88"/>
                  </a:cubicBezTo>
                  <a:cubicBezTo>
                    <a:pt x="163" y="25"/>
                    <a:pt x="250" y="0"/>
                    <a:pt x="338" y="13"/>
                  </a:cubicBezTo>
                  <a:cubicBezTo>
                    <a:pt x="375" y="13"/>
                    <a:pt x="400" y="25"/>
                    <a:pt x="425" y="50"/>
                  </a:cubicBezTo>
                  <a:cubicBezTo>
                    <a:pt x="450" y="88"/>
                    <a:pt x="463" y="125"/>
                    <a:pt x="463" y="163"/>
                  </a:cubicBezTo>
                  <a:cubicBezTo>
                    <a:pt x="488" y="288"/>
                    <a:pt x="425" y="413"/>
                    <a:pt x="300" y="463"/>
                  </a:cubicBezTo>
                  <a:cubicBezTo>
                    <a:pt x="175" y="475"/>
                    <a:pt x="50" y="375"/>
                    <a:pt x="50" y="2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7" name="Google Shape;3567;p97"/>
            <p:cNvSpPr/>
            <p:nvPr/>
          </p:nvSpPr>
          <p:spPr>
            <a:xfrm>
              <a:off x="827325" y="2698925"/>
              <a:ext cx="17225" cy="22200"/>
            </a:xfrm>
            <a:custGeom>
              <a:rect b="b" l="l" r="r" t="t"/>
              <a:pathLst>
                <a:path extrusionOk="0" h="888" w="689">
                  <a:moveTo>
                    <a:pt x="213" y="588"/>
                  </a:moveTo>
                  <a:cubicBezTo>
                    <a:pt x="251" y="300"/>
                    <a:pt x="313" y="250"/>
                    <a:pt x="426" y="425"/>
                  </a:cubicBezTo>
                  <a:cubicBezTo>
                    <a:pt x="601" y="575"/>
                    <a:pt x="526" y="588"/>
                    <a:pt x="201" y="475"/>
                  </a:cubicBezTo>
                  <a:cubicBezTo>
                    <a:pt x="201" y="438"/>
                    <a:pt x="126" y="450"/>
                    <a:pt x="126" y="488"/>
                  </a:cubicBezTo>
                  <a:cubicBezTo>
                    <a:pt x="126" y="888"/>
                    <a:pt x="688" y="800"/>
                    <a:pt x="626" y="400"/>
                  </a:cubicBezTo>
                  <a:cubicBezTo>
                    <a:pt x="576" y="0"/>
                    <a:pt x="1" y="238"/>
                    <a:pt x="101" y="613"/>
                  </a:cubicBezTo>
                  <a:cubicBezTo>
                    <a:pt x="113" y="700"/>
                    <a:pt x="238" y="663"/>
                    <a:pt x="213" y="5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8" name="Google Shape;3568;p97"/>
            <p:cNvSpPr/>
            <p:nvPr/>
          </p:nvSpPr>
          <p:spPr>
            <a:xfrm>
              <a:off x="662375" y="2476475"/>
              <a:ext cx="3150" cy="3150"/>
            </a:xfrm>
            <a:custGeom>
              <a:rect b="b" l="l" r="r" t="t"/>
              <a:pathLst>
                <a:path extrusionOk="0" h="126" w="126">
                  <a:moveTo>
                    <a:pt x="63" y="88"/>
                  </a:moveTo>
                  <a:lnTo>
                    <a:pt x="88" y="88"/>
                  </a:lnTo>
                  <a:cubicBezTo>
                    <a:pt x="126" y="88"/>
                    <a:pt x="126" y="38"/>
                    <a:pt x="88" y="26"/>
                  </a:cubicBezTo>
                  <a:lnTo>
                    <a:pt x="63" y="26"/>
                  </a:lnTo>
                  <a:cubicBezTo>
                    <a:pt x="1" y="1"/>
                    <a:pt x="1" y="126"/>
                    <a:pt x="63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9" name="Google Shape;3569;p97"/>
            <p:cNvSpPr/>
            <p:nvPr/>
          </p:nvSpPr>
          <p:spPr>
            <a:xfrm>
              <a:off x="705800" y="2346825"/>
              <a:ext cx="17525" cy="42200"/>
            </a:xfrm>
            <a:custGeom>
              <a:rect b="b" l="l" r="r" t="t"/>
              <a:pathLst>
                <a:path extrusionOk="0" h="1688" w="701">
                  <a:moveTo>
                    <a:pt x="638" y="1550"/>
                  </a:moveTo>
                  <a:cubicBezTo>
                    <a:pt x="388" y="1463"/>
                    <a:pt x="276" y="1025"/>
                    <a:pt x="226" y="800"/>
                  </a:cubicBezTo>
                  <a:cubicBezTo>
                    <a:pt x="188" y="563"/>
                    <a:pt x="201" y="313"/>
                    <a:pt x="238" y="63"/>
                  </a:cubicBezTo>
                  <a:cubicBezTo>
                    <a:pt x="238" y="13"/>
                    <a:pt x="163" y="1"/>
                    <a:pt x="138" y="51"/>
                  </a:cubicBezTo>
                  <a:cubicBezTo>
                    <a:pt x="1" y="513"/>
                    <a:pt x="76" y="1463"/>
                    <a:pt x="613" y="1663"/>
                  </a:cubicBezTo>
                  <a:cubicBezTo>
                    <a:pt x="675" y="1688"/>
                    <a:pt x="700" y="1575"/>
                    <a:pt x="638" y="15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0" name="Google Shape;3570;p97"/>
            <p:cNvSpPr/>
            <p:nvPr/>
          </p:nvSpPr>
          <p:spPr>
            <a:xfrm>
              <a:off x="708300" y="2346525"/>
              <a:ext cx="19700" cy="42200"/>
            </a:xfrm>
            <a:custGeom>
              <a:rect b="b" l="l" r="r" t="t"/>
              <a:pathLst>
                <a:path extrusionOk="0" h="1688" w="788">
                  <a:moveTo>
                    <a:pt x="38" y="113"/>
                  </a:moveTo>
                  <a:cubicBezTo>
                    <a:pt x="413" y="513"/>
                    <a:pt x="600" y="1062"/>
                    <a:pt x="550" y="1600"/>
                  </a:cubicBezTo>
                  <a:cubicBezTo>
                    <a:pt x="550" y="1662"/>
                    <a:pt x="625" y="1687"/>
                    <a:pt x="638" y="1625"/>
                  </a:cubicBezTo>
                  <a:cubicBezTo>
                    <a:pt x="788" y="1125"/>
                    <a:pt x="475" y="400"/>
                    <a:pt x="113" y="50"/>
                  </a:cubicBezTo>
                  <a:cubicBezTo>
                    <a:pt x="63" y="0"/>
                    <a:pt x="1" y="63"/>
                    <a:pt x="38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1" name="Google Shape;3571;p97"/>
            <p:cNvSpPr/>
            <p:nvPr/>
          </p:nvSpPr>
          <p:spPr>
            <a:xfrm>
              <a:off x="732050" y="2415875"/>
              <a:ext cx="30000" cy="33150"/>
            </a:xfrm>
            <a:custGeom>
              <a:rect b="b" l="l" r="r" t="t"/>
              <a:pathLst>
                <a:path extrusionOk="0" h="1326" w="1200">
                  <a:moveTo>
                    <a:pt x="100" y="1275"/>
                  </a:moveTo>
                  <a:cubicBezTo>
                    <a:pt x="88" y="963"/>
                    <a:pt x="250" y="713"/>
                    <a:pt x="450" y="463"/>
                  </a:cubicBezTo>
                  <a:cubicBezTo>
                    <a:pt x="613" y="238"/>
                    <a:pt x="875" y="100"/>
                    <a:pt x="1163" y="75"/>
                  </a:cubicBezTo>
                  <a:cubicBezTo>
                    <a:pt x="1200" y="75"/>
                    <a:pt x="1200" y="0"/>
                    <a:pt x="1150" y="0"/>
                  </a:cubicBezTo>
                  <a:cubicBezTo>
                    <a:pt x="850" y="13"/>
                    <a:pt x="563" y="163"/>
                    <a:pt x="388" y="413"/>
                  </a:cubicBezTo>
                  <a:cubicBezTo>
                    <a:pt x="188" y="663"/>
                    <a:pt x="0" y="938"/>
                    <a:pt x="25" y="1275"/>
                  </a:cubicBezTo>
                  <a:cubicBezTo>
                    <a:pt x="25" y="1325"/>
                    <a:pt x="100" y="1325"/>
                    <a:pt x="100" y="12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2" name="Google Shape;3572;p97"/>
            <p:cNvSpPr/>
            <p:nvPr/>
          </p:nvSpPr>
          <p:spPr>
            <a:xfrm>
              <a:off x="732675" y="2415550"/>
              <a:ext cx="29075" cy="33475"/>
            </a:xfrm>
            <a:custGeom>
              <a:rect b="b" l="l" r="r" t="t"/>
              <a:pathLst>
                <a:path extrusionOk="0" h="1339" w="1163">
                  <a:moveTo>
                    <a:pt x="1100" y="51"/>
                  </a:moveTo>
                  <a:cubicBezTo>
                    <a:pt x="1013" y="313"/>
                    <a:pt x="875" y="563"/>
                    <a:pt x="700" y="788"/>
                  </a:cubicBezTo>
                  <a:cubicBezTo>
                    <a:pt x="525" y="1013"/>
                    <a:pt x="288" y="1076"/>
                    <a:pt x="50" y="1213"/>
                  </a:cubicBezTo>
                  <a:cubicBezTo>
                    <a:pt x="0" y="1251"/>
                    <a:pt x="38" y="1338"/>
                    <a:pt x="100" y="1313"/>
                  </a:cubicBezTo>
                  <a:cubicBezTo>
                    <a:pt x="675" y="1201"/>
                    <a:pt x="1088" y="626"/>
                    <a:pt x="1163" y="63"/>
                  </a:cubicBezTo>
                  <a:cubicBezTo>
                    <a:pt x="1163" y="26"/>
                    <a:pt x="1113" y="1"/>
                    <a:pt x="1100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3" name="Google Shape;3573;p97"/>
            <p:cNvSpPr/>
            <p:nvPr/>
          </p:nvSpPr>
          <p:spPr>
            <a:xfrm>
              <a:off x="739850" y="2718600"/>
              <a:ext cx="86875" cy="38450"/>
            </a:xfrm>
            <a:custGeom>
              <a:rect b="b" l="l" r="r" t="t"/>
              <a:pathLst>
                <a:path extrusionOk="0" h="1538" w="3475">
                  <a:moveTo>
                    <a:pt x="38" y="88"/>
                  </a:moveTo>
                  <a:cubicBezTo>
                    <a:pt x="1025" y="813"/>
                    <a:pt x="2175" y="1313"/>
                    <a:pt x="3387" y="1525"/>
                  </a:cubicBezTo>
                  <a:cubicBezTo>
                    <a:pt x="3450" y="1538"/>
                    <a:pt x="3475" y="1450"/>
                    <a:pt x="3412" y="1438"/>
                  </a:cubicBezTo>
                  <a:cubicBezTo>
                    <a:pt x="2213" y="1213"/>
                    <a:pt x="1075" y="738"/>
                    <a:pt x="76" y="26"/>
                  </a:cubicBezTo>
                  <a:cubicBezTo>
                    <a:pt x="38" y="1"/>
                    <a:pt x="1" y="63"/>
                    <a:pt x="38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4" name="Google Shape;3574;p97"/>
            <p:cNvSpPr/>
            <p:nvPr/>
          </p:nvSpPr>
          <p:spPr>
            <a:xfrm>
              <a:off x="824200" y="2749525"/>
              <a:ext cx="16600" cy="17850"/>
            </a:xfrm>
            <a:custGeom>
              <a:rect b="b" l="l" r="r" t="t"/>
              <a:pathLst>
                <a:path extrusionOk="0" h="714" w="664">
                  <a:moveTo>
                    <a:pt x="151" y="251"/>
                  </a:moveTo>
                  <a:cubicBezTo>
                    <a:pt x="176" y="351"/>
                    <a:pt x="188" y="363"/>
                    <a:pt x="176" y="288"/>
                  </a:cubicBezTo>
                  <a:cubicBezTo>
                    <a:pt x="163" y="251"/>
                    <a:pt x="163" y="213"/>
                    <a:pt x="176" y="176"/>
                  </a:cubicBezTo>
                  <a:cubicBezTo>
                    <a:pt x="176" y="138"/>
                    <a:pt x="113" y="113"/>
                    <a:pt x="101" y="151"/>
                  </a:cubicBezTo>
                  <a:cubicBezTo>
                    <a:pt x="1" y="376"/>
                    <a:pt x="238" y="713"/>
                    <a:pt x="451" y="463"/>
                  </a:cubicBezTo>
                  <a:cubicBezTo>
                    <a:pt x="663" y="213"/>
                    <a:pt x="288" y="1"/>
                    <a:pt x="88" y="176"/>
                  </a:cubicBezTo>
                  <a:cubicBezTo>
                    <a:pt x="38" y="213"/>
                    <a:pt x="101" y="276"/>
                    <a:pt x="151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5" name="Google Shape;3575;p97"/>
            <p:cNvSpPr/>
            <p:nvPr/>
          </p:nvSpPr>
          <p:spPr>
            <a:xfrm>
              <a:off x="728300" y="2681125"/>
              <a:ext cx="82175" cy="30625"/>
            </a:xfrm>
            <a:custGeom>
              <a:rect b="b" l="l" r="r" t="t"/>
              <a:pathLst>
                <a:path extrusionOk="0" h="1225" w="3287">
                  <a:moveTo>
                    <a:pt x="63" y="1087"/>
                  </a:moveTo>
                  <a:cubicBezTo>
                    <a:pt x="1163" y="1225"/>
                    <a:pt x="2537" y="1000"/>
                    <a:pt x="3262" y="75"/>
                  </a:cubicBezTo>
                  <a:cubicBezTo>
                    <a:pt x="3287" y="38"/>
                    <a:pt x="3250" y="0"/>
                    <a:pt x="3225" y="25"/>
                  </a:cubicBezTo>
                  <a:cubicBezTo>
                    <a:pt x="2287" y="812"/>
                    <a:pt x="1288" y="1137"/>
                    <a:pt x="63" y="1000"/>
                  </a:cubicBezTo>
                  <a:cubicBezTo>
                    <a:pt x="0" y="987"/>
                    <a:pt x="0" y="1087"/>
                    <a:pt x="63" y="10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6" name="Google Shape;3576;p97"/>
            <p:cNvSpPr/>
            <p:nvPr/>
          </p:nvSpPr>
          <p:spPr>
            <a:xfrm>
              <a:off x="805150" y="2671750"/>
              <a:ext cx="15025" cy="12825"/>
            </a:xfrm>
            <a:custGeom>
              <a:rect b="b" l="l" r="r" t="t"/>
              <a:pathLst>
                <a:path extrusionOk="0" h="513" w="601">
                  <a:moveTo>
                    <a:pt x="250" y="100"/>
                  </a:moveTo>
                  <a:cubicBezTo>
                    <a:pt x="250" y="188"/>
                    <a:pt x="275" y="213"/>
                    <a:pt x="325" y="150"/>
                  </a:cubicBezTo>
                  <a:cubicBezTo>
                    <a:pt x="363" y="138"/>
                    <a:pt x="350" y="88"/>
                    <a:pt x="313" y="88"/>
                  </a:cubicBezTo>
                  <a:cubicBezTo>
                    <a:pt x="26" y="88"/>
                    <a:pt x="1" y="513"/>
                    <a:pt x="288" y="488"/>
                  </a:cubicBezTo>
                  <a:cubicBezTo>
                    <a:pt x="600" y="450"/>
                    <a:pt x="550" y="0"/>
                    <a:pt x="250" y="25"/>
                  </a:cubicBezTo>
                  <a:cubicBezTo>
                    <a:pt x="213" y="25"/>
                    <a:pt x="213" y="100"/>
                    <a:pt x="250" y="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7" name="Google Shape;3577;p97"/>
            <p:cNvSpPr/>
            <p:nvPr/>
          </p:nvSpPr>
          <p:spPr>
            <a:xfrm>
              <a:off x="644875" y="2270600"/>
              <a:ext cx="60325" cy="237450"/>
            </a:xfrm>
            <a:custGeom>
              <a:rect b="b" l="l" r="r" t="t"/>
              <a:pathLst>
                <a:path extrusionOk="0" h="9498" w="2413">
                  <a:moveTo>
                    <a:pt x="76" y="9473"/>
                  </a:moveTo>
                  <a:cubicBezTo>
                    <a:pt x="776" y="7698"/>
                    <a:pt x="1488" y="6374"/>
                    <a:pt x="1675" y="4462"/>
                  </a:cubicBezTo>
                  <a:cubicBezTo>
                    <a:pt x="1838" y="2737"/>
                    <a:pt x="1438" y="1488"/>
                    <a:pt x="488" y="63"/>
                  </a:cubicBezTo>
                  <a:cubicBezTo>
                    <a:pt x="451" y="0"/>
                    <a:pt x="338" y="63"/>
                    <a:pt x="388" y="125"/>
                  </a:cubicBezTo>
                  <a:cubicBezTo>
                    <a:pt x="2413" y="3450"/>
                    <a:pt x="1275" y="6124"/>
                    <a:pt x="26" y="9448"/>
                  </a:cubicBezTo>
                  <a:cubicBezTo>
                    <a:pt x="1" y="9485"/>
                    <a:pt x="63" y="9498"/>
                    <a:pt x="76" y="947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8" name="Google Shape;3578;p97"/>
            <p:cNvSpPr/>
            <p:nvPr/>
          </p:nvSpPr>
          <p:spPr>
            <a:xfrm>
              <a:off x="699875" y="2755475"/>
              <a:ext cx="49375" cy="31875"/>
            </a:xfrm>
            <a:custGeom>
              <a:rect b="b" l="l" r="r" t="t"/>
              <a:pathLst>
                <a:path extrusionOk="0" h="1275" w="1975">
                  <a:moveTo>
                    <a:pt x="75" y="1238"/>
                  </a:moveTo>
                  <a:cubicBezTo>
                    <a:pt x="163" y="813"/>
                    <a:pt x="363" y="425"/>
                    <a:pt x="775" y="238"/>
                  </a:cubicBezTo>
                  <a:cubicBezTo>
                    <a:pt x="1262" y="25"/>
                    <a:pt x="1850" y="288"/>
                    <a:pt x="1862" y="863"/>
                  </a:cubicBezTo>
                  <a:cubicBezTo>
                    <a:pt x="1862" y="938"/>
                    <a:pt x="1975" y="938"/>
                    <a:pt x="1975" y="863"/>
                  </a:cubicBezTo>
                  <a:cubicBezTo>
                    <a:pt x="1975" y="375"/>
                    <a:pt x="1550" y="0"/>
                    <a:pt x="1062" y="50"/>
                  </a:cubicBezTo>
                  <a:cubicBezTo>
                    <a:pt x="450" y="113"/>
                    <a:pt x="100" y="663"/>
                    <a:pt x="13" y="1213"/>
                  </a:cubicBezTo>
                  <a:cubicBezTo>
                    <a:pt x="0" y="1250"/>
                    <a:pt x="63" y="1275"/>
                    <a:pt x="75" y="1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9" name="Google Shape;3579;p97"/>
            <p:cNvSpPr/>
            <p:nvPr/>
          </p:nvSpPr>
          <p:spPr>
            <a:xfrm>
              <a:off x="674550" y="2510225"/>
              <a:ext cx="31600" cy="62500"/>
            </a:xfrm>
            <a:custGeom>
              <a:rect b="b" l="l" r="r" t="t"/>
              <a:pathLst>
                <a:path extrusionOk="0" h="2500" w="1264">
                  <a:moveTo>
                    <a:pt x="651" y="50"/>
                  </a:moveTo>
                  <a:cubicBezTo>
                    <a:pt x="638" y="350"/>
                    <a:pt x="701" y="650"/>
                    <a:pt x="838" y="925"/>
                  </a:cubicBezTo>
                  <a:cubicBezTo>
                    <a:pt x="1138" y="1625"/>
                    <a:pt x="838" y="2312"/>
                    <a:pt x="38" y="2412"/>
                  </a:cubicBezTo>
                  <a:cubicBezTo>
                    <a:pt x="1" y="2412"/>
                    <a:pt x="13" y="2487"/>
                    <a:pt x="51" y="2487"/>
                  </a:cubicBezTo>
                  <a:cubicBezTo>
                    <a:pt x="488" y="2500"/>
                    <a:pt x="888" y="2225"/>
                    <a:pt x="1038" y="1812"/>
                  </a:cubicBezTo>
                  <a:cubicBezTo>
                    <a:pt x="1263" y="1175"/>
                    <a:pt x="713" y="675"/>
                    <a:pt x="726" y="50"/>
                  </a:cubicBezTo>
                  <a:cubicBezTo>
                    <a:pt x="726" y="0"/>
                    <a:pt x="651" y="0"/>
                    <a:pt x="651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0" name="Google Shape;3580;p97"/>
            <p:cNvSpPr/>
            <p:nvPr/>
          </p:nvSpPr>
          <p:spPr>
            <a:xfrm>
              <a:off x="658950" y="2543350"/>
              <a:ext cx="21575" cy="30625"/>
            </a:xfrm>
            <a:custGeom>
              <a:rect b="b" l="l" r="r" t="t"/>
              <a:pathLst>
                <a:path extrusionOk="0" h="1225" w="863">
                  <a:moveTo>
                    <a:pt x="800" y="1050"/>
                  </a:moveTo>
                  <a:cubicBezTo>
                    <a:pt x="288" y="1225"/>
                    <a:pt x="38" y="387"/>
                    <a:pt x="300" y="63"/>
                  </a:cubicBezTo>
                  <a:cubicBezTo>
                    <a:pt x="313" y="25"/>
                    <a:pt x="275" y="0"/>
                    <a:pt x="250" y="13"/>
                  </a:cubicBezTo>
                  <a:cubicBezTo>
                    <a:pt x="0" y="163"/>
                    <a:pt x="75" y="550"/>
                    <a:pt x="163" y="775"/>
                  </a:cubicBezTo>
                  <a:cubicBezTo>
                    <a:pt x="275" y="1062"/>
                    <a:pt x="525" y="1225"/>
                    <a:pt x="825" y="1112"/>
                  </a:cubicBezTo>
                  <a:cubicBezTo>
                    <a:pt x="862" y="1100"/>
                    <a:pt x="850" y="1025"/>
                    <a:pt x="800" y="10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1" name="Google Shape;3581;p97"/>
            <p:cNvSpPr/>
            <p:nvPr/>
          </p:nvSpPr>
          <p:spPr>
            <a:xfrm>
              <a:off x="761725" y="2732675"/>
              <a:ext cx="56575" cy="81250"/>
            </a:xfrm>
            <a:custGeom>
              <a:rect b="b" l="l" r="r" t="t"/>
              <a:pathLst>
                <a:path extrusionOk="0" h="3250" w="2263">
                  <a:moveTo>
                    <a:pt x="50" y="88"/>
                  </a:moveTo>
                  <a:cubicBezTo>
                    <a:pt x="988" y="900"/>
                    <a:pt x="2062" y="1787"/>
                    <a:pt x="1875" y="3174"/>
                  </a:cubicBezTo>
                  <a:cubicBezTo>
                    <a:pt x="1875" y="3224"/>
                    <a:pt x="1950" y="3249"/>
                    <a:pt x="1962" y="3199"/>
                  </a:cubicBezTo>
                  <a:cubicBezTo>
                    <a:pt x="2262" y="1800"/>
                    <a:pt x="1050" y="825"/>
                    <a:pt x="88" y="38"/>
                  </a:cubicBezTo>
                  <a:cubicBezTo>
                    <a:pt x="50" y="0"/>
                    <a:pt x="1" y="63"/>
                    <a:pt x="38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2" name="Google Shape;3582;p97"/>
            <p:cNvSpPr/>
            <p:nvPr/>
          </p:nvSpPr>
          <p:spPr>
            <a:xfrm>
              <a:off x="710500" y="2553650"/>
              <a:ext cx="15325" cy="30950"/>
            </a:xfrm>
            <a:custGeom>
              <a:rect b="b" l="l" r="r" t="t"/>
              <a:pathLst>
                <a:path extrusionOk="0" h="1238" w="613">
                  <a:moveTo>
                    <a:pt x="25" y="63"/>
                  </a:moveTo>
                  <a:cubicBezTo>
                    <a:pt x="0" y="288"/>
                    <a:pt x="50" y="513"/>
                    <a:pt x="162" y="713"/>
                  </a:cubicBezTo>
                  <a:cubicBezTo>
                    <a:pt x="237" y="900"/>
                    <a:pt x="362" y="1075"/>
                    <a:pt x="525" y="1213"/>
                  </a:cubicBezTo>
                  <a:cubicBezTo>
                    <a:pt x="575" y="1238"/>
                    <a:pt x="612" y="1175"/>
                    <a:pt x="587" y="1138"/>
                  </a:cubicBezTo>
                  <a:cubicBezTo>
                    <a:pt x="300" y="850"/>
                    <a:pt x="125" y="463"/>
                    <a:pt x="113" y="63"/>
                  </a:cubicBezTo>
                  <a:cubicBezTo>
                    <a:pt x="113" y="0"/>
                    <a:pt x="25" y="0"/>
                    <a:pt x="25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3" name="Google Shape;3583;p97"/>
            <p:cNvSpPr/>
            <p:nvPr/>
          </p:nvSpPr>
          <p:spPr>
            <a:xfrm>
              <a:off x="710175" y="2550525"/>
              <a:ext cx="21900" cy="34400"/>
            </a:xfrm>
            <a:custGeom>
              <a:rect b="b" l="l" r="r" t="t"/>
              <a:pathLst>
                <a:path extrusionOk="0" h="1376" w="876">
                  <a:moveTo>
                    <a:pt x="638" y="1325"/>
                  </a:moveTo>
                  <a:cubicBezTo>
                    <a:pt x="875" y="838"/>
                    <a:pt x="575" y="225"/>
                    <a:pt x="101" y="25"/>
                  </a:cubicBezTo>
                  <a:cubicBezTo>
                    <a:pt x="38" y="0"/>
                    <a:pt x="1" y="100"/>
                    <a:pt x="51" y="125"/>
                  </a:cubicBezTo>
                  <a:cubicBezTo>
                    <a:pt x="475" y="313"/>
                    <a:pt x="763" y="825"/>
                    <a:pt x="550" y="1275"/>
                  </a:cubicBezTo>
                  <a:cubicBezTo>
                    <a:pt x="525" y="1325"/>
                    <a:pt x="613" y="1375"/>
                    <a:pt x="638" y="13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4" name="Google Shape;3584;p97"/>
            <p:cNvSpPr/>
            <p:nvPr/>
          </p:nvSpPr>
          <p:spPr>
            <a:xfrm>
              <a:off x="669550" y="2216250"/>
              <a:ext cx="59700" cy="132175"/>
            </a:xfrm>
            <a:custGeom>
              <a:rect b="b" l="l" r="r" t="t"/>
              <a:pathLst>
                <a:path extrusionOk="0" h="5287" w="2388">
                  <a:moveTo>
                    <a:pt x="651" y="5211"/>
                  </a:moveTo>
                  <a:cubicBezTo>
                    <a:pt x="363" y="3674"/>
                    <a:pt x="51" y="375"/>
                    <a:pt x="2338" y="75"/>
                  </a:cubicBezTo>
                  <a:cubicBezTo>
                    <a:pt x="2388" y="75"/>
                    <a:pt x="2388" y="0"/>
                    <a:pt x="2338" y="0"/>
                  </a:cubicBezTo>
                  <a:cubicBezTo>
                    <a:pt x="1" y="212"/>
                    <a:pt x="263" y="3649"/>
                    <a:pt x="576" y="5236"/>
                  </a:cubicBezTo>
                  <a:cubicBezTo>
                    <a:pt x="588" y="5286"/>
                    <a:pt x="663" y="5261"/>
                    <a:pt x="651" y="52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5" name="Google Shape;3585;p97"/>
            <p:cNvSpPr/>
            <p:nvPr/>
          </p:nvSpPr>
          <p:spPr>
            <a:xfrm>
              <a:off x="701750" y="2223100"/>
              <a:ext cx="65000" cy="61275"/>
            </a:xfrm>
            <a:custGeom>
              <a:rect b="b" l="l" r="r" t="t"/>
              <a:pathLst>
                <a:path extrusionOk="0" h="2451" w="2600">
                  <a:moveTo>
                    <a:pt x="75" y="976"/>
                  </a:moveTo>
                  <a:cubicBezTo>
                    <a:pt x="400" y="351"/>
                    <a:pt x="1162" y="88"/>
                    <a:pt x="1762" y="513"/>
                  </a:cubicBezTo>
                  <a:cubicBezTo>
                    <a:pt x="2300" y="888"/>
                    <a:pt x="2474" y="1863"/>
                    <a:pt x="1950" y="2325"/>
                  </a:cubicBezTo>
                  <a:cubicBezTo>
                    <a:pt x="1900" y="2375"/>
                    <a:pt x="1975" y="2450"/>
                    <a:pt x="2025" y="2400"/>
                  </a:cubicBezTo>
                  <a:cubicBezTo>
                    <a:pt x="2599" y="1913"/>
                    <a:pt x="2412" y="838"/>
                    <a:pt x="1825" y="438"/>
                  </a:cubicBezTo>
                  <a:cubicBezTo>
                    <a:pt x="1187" y="1"/>
                    <a:pt x="325" y="251"/>
                    <a:pt x="13" y="938"/>
                  </a:cubicBezTo>
                  <a:cubicBezTo>
                    <a:pt x="0" y="976"/>
                    <a:pt x="50" y="1013"/>
                    <a:pt x="75" y="9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6" name="Google Shape;3586;p97"/>
            <p:cNvSpPr/>
            <p:nvPr/>
          </p:nvSpPr>
          <p:spPr>
            <a:xfrm>
              <a:off x="709550" y="2258100"/>
              <a:ext cx="46900" cy="35950"/>
            </a:xfrm>
            <a:custGeom>
              <a:rect b="b" l="l" r="r" t="t"/>
              <a:pathLst>
                <a:path extrusionOk="0" h="1438" w="1876">
                  <a:moveTo>
                    <a:pt x="1788" y="713"/>
                  </a:moveTo>
                  <a:cubicBezTo>
                    <a:pt x="1600" y="1125"/>
                    <a:pt x="1138" y="1313"/>
                    <a:pt x="725" y="1150"/>
                  </a:cubicBezTo>
                  <a:cubicBezTo>
                    <a:pt x="288" y="963"/>
                    <a:pt x="163" y="513"/>
                    <a:pt x="288" y="88"/>
                  </a:cubicBezTo>
                  <a:cubicBezTo>
                    <a:pt x="300" y="38"/>
                    <a:pt x="225" y="1"/>
                    <a:pt x="213" y="51"/>
                  </a:cubicBezTo>
                  <a:cubicBezTo>
                    <a:pt x="1" y="513"/>
                    <a:pt x="213" y="1050"/>
                    <a:pt x="675" y="1250"/>
                  </a:cubicBezTo>
                  <a:cubicBezTo>
                    <a:pt x="1138" y="1438"/>
                    <a:pt x="1675" y="1225"/>
                    <a:pt x="1850" y="750"/>
                  </a:cubicBezTo>
                  <a:cubicBezTo>
                    <a:pt x="1875" y="713"/>
                    <a:pt x="1813" y="675"/>
                    <a:pt x="1800" y="7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7" name="Google Shape;3587;p97"/>
            <p:cNvSpPr/>
            <p:nvPr/>
          </p:nvSpPr>
          <p:spPr>
            <a:xfrm>
              <a:off x="713300" y="2246550"/>
              <a:ext cx="30950" cy="17500"/>
            </a:xfrm>
            <a:custGeom>
              <a:rect b="b" l="l" r="r" t="t"/>
              <a:pathLst>
                <a:path extrusionOk="0" h="700" w="1238">
                  <a:moveTo>
                    <a:pt x="100" y="650"/>
                  </a:moveTo>
                  <a:cubicBezTo>
                    <a:pt x="75" y="63"/>
                    <a:pt x="1213" y="0"/>
                    <a:pt x="1025" y="613"/>
                  </a:cubicBezTo>
                  <a:cubicBezTo>
                    <a:pt x="1013" y="675"/>
                    <a:pt x="1100" y="688"/>
                    <a:pt x="1113" y="638"/>
                  </a:cubicBezTo>
                  <a:cubicBezTo>
                    <a:pt x="1238" y="350"/>
                    <a:pt x="975" y="75"/>
                    <a:pt x="688" y="75"/>
                  </a:cubicBezTo>
                  <a:cubicBezTo>
                    <a:pt x="388" y="75"/>
                    <a:pt x="1" y="313"/>
                    <a:pt x="26" y="650"/>
                  </a:cubicBezTo>
                  <a:cubicBezTo>
                    <a:pt x="26" y="700"/>
                    <a:pt x="113" y="700"/>
                    <a:pt x="100" y="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8" name="Google Shape;3588;p97"/>
            <p:cNvSpPr/>
            <p:nvPr/>
          </p:nvSpPr>
          <p:spPr>
            <a:xfrm>
              <a:off x="703000" y="2492725"/>
              <a:ext cx="71550" cy="55325"/>
            </a:xfrm>
            <a:custGeom>
              <a:rect b="b" l="l" r="r" t="t"/>
              <a:pathLst>
                <a:path extrusionOk="0" h="2213" w="2862">
                  <a:moveTo>
                    <a:pt x="50" y="1838"/>
                  </a:moveTo>
                  <a:cubicBezTo>
                    <a:pt x="1312" y="2213"/>
                    <a:pt x="2749" y="1438"/>
                    <a:pt x="2862" y="38"/>
                  </a:cubicBezTo>
                  <a:cubicBezTo>
                    <a:pt x="2862" y="13"/>
                    <a:pt x="2812" y="1"/>
                    <a:pt x="2799" y="38"/>
                  </a:cubicBezTo>
                  <a:cubicBezTo>
                    <a:pt x="2474" y="1300"/>
                    <a:pt x="1400" y="2113"/>
                    <a:pt x="75" y="1763"/>
                  </a:cubicBezTo>
                  <a:cubicBezTo>
                    <a:pt x="25" y="1750"/>
                    <a:pt x="0" y="1825"/>
                    <a:pt x="50" y="18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9" name="Google Shape;3589;p97"/>
            <p:cNvSpPr/>
            <p:nvPr/>
          </p:nvSpPr>
          <p:spPr>
            <a:xfrm>
              <a:off x="779850" y="2847325"/>
              <a:ext cx="15325" cy="20025"/>
            </a:xfrm>
            <a:custGeom>
              <a:rect b="b" l="l" r="r" t="t"/>
              <a:pathLst>
                <a:path extrusionOk="0" h="801" w="613">
                  <a:moveTo>
                    <a:pt x="63" y="113"/>
                  </a:moveTo>
                  <a:cubicBezTo>
                    <a:pt x="288" y="263"/>
                    <a:pt x="450" y="488"/>
                    <a:pt x="513" y="750"/>
                  </a:cubicBezTo>
                  <a:cubicBezTo>
                    <a:pt x="525" y="800"/>
                    <a:pt x="613" y="800"/>
                    <a:pt x="613" y="738"/>
                  </a:cubicBezTo>
                  <a:cubicBezTo>
                    <a:pt x="575" y="438"/>
                    <a:pt x="388" y="163"/>
                    <a:pt x="113" y="25"/>
                  </a:cubicBezTo>
                  <a:cubicBezTo>
                    <a:pt x="50" y="0"/>
                    <a:pt x="0" y="88"/>
                    <a:pt x="63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0" name="Google Shape;3590;p97"/>
            <p:cNvSpPr/>
            <p:nvPr/>
          </p:nvSpPr>
          <p:spPr>
            <a:xfrm>
              <a:off x="792975" y="2850750"/>
              <a:ext cx="5950" cy="16900"/>
            </a:xfrm>
            <a:custGeom>
              <a:rect b="b" l="l" r="r" t="t"/>
              <a:pathLst>
                <a:path extrusionOk="0" h="676" w="238">
                  <a:moveTo>
                    <a:pt x="125" y="613"/>
                  </a:moveTo>
                  <a:cubicBezTo>
                    <a:pt x="200" y="451"/>
                    <a:pt x="238" y="251"/>
                    <a:pt x="200" y="76"/>
                  </a:cubicBezTo>
                  <a:cubicBezTo>
                    <a:pt x="188" y="1"/>
                    <a:pt x="100" y="26"/>
                    <a:pt x="88" y="88"/>
                  </a:cubicBezTo>
                  <a:cubicBezTo>
                    <a:pt x="100" y="251"/>
                    <a:pt x="63" y="426"/>
                    <a:pt x="13" y="588"/>
                  </a:cubicBezTo>
                  <a:cubicBezTo>
                    <a:pt x="0" y="651"/>
                    <a:pt x="100" y="676"/>
                    <a:pt x="125" y="6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1" name="Google Shape;3591;p97"/>
            <p:cNvSpPr/>
            <p:nvPr/>
          </p:nvSpPr>
          <p:spPr>
            <a:xfrm>
              <a:off x="775150" y="2839500"/>
              <a:ext cx="7525" cy="9400"/>
            </a:xfrm>
            <a:custGeom>
              <a:rect b="b" l="l" r="r" t="t"/>
              <a:pathLst>
                <a:path extrusionOk="0" h="376" w="301">
                  <a:moveTo>
                    <a:pt x="226" y="276"/>
                  </a:moveTo>
                  <a:cubicBezTo>
                    <a:pt x="201" y="213"/>
                    <a:pt x="213" y="151"/>
                    <a:pt x="263" y="113"/>
                  </a:cubicBezTo>
                  <a:cubicBezTo>
                    <a:pt x="301" y="76"/>
                    <a:pt x="263" y="1"/>
                    <a:pt x="213" y="26"/>
                  </a:cubicBezTo>
                  <a:cubicBezTo>
                    <a:pt x="76" y="76"/>
                    <a:pt x="1" y="263"/>
                    <a:pt x="163" y="351"/>
                  </a:cubicBezTo>
                  <a:cubicBezTo>
                    <a:pt x="213" y="376"/>
                    <a:pt x="276" y="313"/>
                    <a:pt x="226" y="2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2" name="Google Shape;3592;p97"/>
            <p:cNvSpPr/>
            <p:nvPr/>
          </p:nvSpPr>
          <p:spPr>
            <a:xfrm>
              <a:off x="780775" y="2821400"/>
              <a:ext cx="15650" cy="20325"/>
            </a:xfrm>
            <a:custGeom>
              <a:rect b="b" l="l" r="r" t="t"/>
              <a:pathLst>
                <a:path extrusionOk="0" h="813" w="626">
                  <a:moveTo>
                    <a:pt x="88" y="787"/>
                  </a:moveTo>
                  <a:cubicBezTo>
                    <a:pt x="338" y="625"/>
                    <a:pt x="626" y="363"/>
                    <a:pt x="563" y="50"/>
                  </a:cubicBezTo>
                  <a:cubicBezTo>
                    <a:pt x="538" y="0"/>
                    <a:pt x="488" y="0"/>
                    <a:pt x="463" y="50"/>
                  </a:cubicBezTo>
                  <a:cubicBezTo>
                    <a:pt x="413" y="313"/>
                    <a:pt x="263" y="550"/>
                    <a:pt x="38" y="712"/>
                  </a:cubicBezTo>
                  <a:cubicBezTo>
                    <a:pt x="1" y="750"/>
                    <a:pt x="51" y="812"/>
                    <a:pt x="88" y="7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3" name="Google Shape;3593;p97"/>
            <p:cNvSpPr/>
            <p:nvPr/>
          </p:nvSpPr>
          <p:spPr>
            <a:xfrm>
              <a:off x="790475" y="2821700"/>
              <a:ext cx="10325" cy="24400"/>
            </a:xfrm>
            <a:custGeom>
              <a:rect b="b" l="l" r="r" t="t"/>
              <a:pathLst>
                <a:path extrusionOk="0" h="976" w="413">
                  <a:moveTo>
                    <a:pt x="113" y="126"/>
                  </a:moveTo>
                  <a:cubicBezTo>
                    <a:pt x="288" y="363"/>
                    <a:pt x="225" y="625"/>
                    <a:pt x="50" y="838"/>
                  </a:cubicBezTo>
                  <a:cubicBezTo>
                    <a:pt x="0" y="900"/>
                    <a:pt x="75" y="975"/>
                    <a:pt x="138" y="925"/>
                  </a:cubicBezTo>
                  <a:cubicBezTo>
                    <a:pt x="375" y="700"/>
                    <a:pt x="413" y="313"/>
                    <a:pt x="200" y="51"/>
                  </a:cubicBezTo>
                  <a:cubicBezTo>
                    <a:pt x="163" y="1"/>
                    <a:pt x="75" y="76"/>
                    <a:pt x="113" y="1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4" name="Google Shape;3594;p97"/>
            <p:cNvSpPr/>
            <p:nvPr/>
          </p:nvSpPr>
          <p:spPr>
            <a:xfrm>
              <a:off x="790150" y="2842625"/>
              <a:ext cx="8150" cy="14100"/>
            </a:xfrm>
            <a:custGeom>
              <a:rect b="b" l="l" r="r" t="t"/>
              <a:pathLst>
                <a:path extrusionOk="0" h="564" w="326">
                  <a:moveTo>
                    <a:pt x="63" y="138"/>
                  </a:moveTo>
                  <a:cubicBezTo>
                    <a:pt x="151" y="238"/>
                    <a:pt x="201" y="363"/>
                    <a:pt x="213" y="501"/>
                  </a:cubicBezTo>
                  <a:cubicBezTo>
                    <a:pt x="226" y="563"/>
                    <a:pt x="313" y="538"/>
                    <a:pt x="313" y="488"/>
                  </a:cubicBezTo>
                  <a:cubicBezTo>
                    <a:pt x="326" y="326"/>
                    <a:pt x="263" y="163"/>
                    <a:pt x="138" y="63"/>
                  </a:cubicBezTo>
                  <a:cubicBezTo>
                    <a:pt x="88" y="1"/>
                    <a:pt x="1" y="88"/>
                    <a:pt x="63" y="1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5" name="Google Shape;3595;p97"/>
            <p:cNvSpPr/>
            <p:nvPr/>
          </p:nvSpPr>
          <p:spPr>
            <a:xfrm>
              <a:off x="799850" y="2837000"/>
              <a:ext cx="12500" cy="14400"/>
            </a:xfrm>
            <a:custGeom>
              <a:rect b="b" l="l" r="r" t="t"/>
              <a:pathLst>
                <a:path extrusionOk="0" h="576" w="500">
                  <a:moveTo>
                    <a:pt x="25" y="288"/>
                  </a:moveTo>
                  <a:cubicBezTo>
                    <a:pt x="38" y="413"/>
                    <a:pt x="75" y="538"/>
                    <a:pt x="225" y="563"/>
                  </a:cubicBezTo>
                  <a:cubicBezTo>
                    <a:pt x="338" y="576"/>
                    <a:pt x="437" y="488"/>
                    <a:pt x="437" y="363"/>
                  </a:cubicBezTo>
                  <a:cubicBezTo>
                    <a:pt x="500" y="63"/>
                    <a:pt x="38" y="1"/>
                    <a:pt x="13" y="313"/>
                  </a:cubicBezTo>
                  <a:cubicBezTo>
                    <a:pt x="0" y="388"/>
                    <a:pt x="125" y="401"/>
                    <a:pt x="150" y="326"/>
                  </a:cubicBezTo>
                  <a:cubicBezTo>
                    <a:pt x="150" y="313"/>
                    <a:pt x="150" y="301"/>
                    <a:pt x="163" y="288"/>
                  </a:cubicBezTo>
                  <a:cubicBezTo>
                    <a:pt x="163" y="201"/>
                    <a:pt x="25" y="201"/>
                    <a:pt x="25" y="2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9" name="Shape 3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0" name="Google Shape;3600;p98"/>
          <p:cNvSpPr/>
          <p:nvPr/>
        </p:nvSpPr>
        <p:spPr>
          <a:xfrm>
            <a:off x="713225" y="835950"/>
            <a:ext cx="3471600" cy="3471600"/>
          </a:xfrm>
          <a:prstGeom prst="plaque">
            <a:avLst>
              <a:gd fmla="val 5534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1" name="Google Shape;3601;p98"/>
          <p:cNvSpPr txBox="1"/>
          <p:nvPr>
            <p:ph type="title"/>
          </p:nvPr>
        </p:nvSpPr>
        <p:spPr>
          <a:xfrm>
            <a:off x="4613575" y="688751"/>
            <a:ext cx="3817200" cy="115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35240A"/>
                </a:solidFill>
                <a:highlight>
                  <a:srgbClr val="DED6C2"/>
                </a:highlight>
              </a:rPr>
              <a:t>Grecia Antică: Idealul Spartan</a:t>
            </a:r>
            <a:endParaRPr b="1" sz="3300">
              <a:solidFill>
                <a:srgbClr val="35240A"/>
              </a:solidFill>
              <a:highlight>
                <a:srgbClr val="DED6C2"/>
              </a:highlight>
            </a:endParaRPr>
          </a:p>
          <a:p>
            <a:pPr indent="0" lvl="0" marL="0" rtl="0" algn="l">
              <a:spcBef>
                <a:spcPts val="2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2" name="Google Shape;3602;p98"/>
          <p:cNvSpPr txBox="1"/>
          <p:nvPr>
            <p:ph idx="1" type="subTitle"/>
          </p:nvPr>
        </p:nvSpPr>
        <p:spPr>
          <a:xfrm>
            <a:off x="4370425" y="1895550"/>
            <a:ext cx="4278900" cy="281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35240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Cetățeanul-Soldat</a:t>
            </a:r>
            <a:endParaRPr b="1" sz="1200">
              <a:solidFill>
                <a:srgbClr val="35240A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rtl="0" algn="l">
              <a:lnSpc>
                <a:spcPct val="140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5240A"/>
                </a:solidFill>
              </a:rPr>
              <a:t>În Sparta, educația (Agoge) era strict subordonată statului. Idealul era un războinic disciplinat, robust și loial cetății.</a:t>
            </a:r>
            <a:endParaRPr sz="1200">
              <a:solidFill>
                <a:srgbClr val="35240A"/>
              </a:solidFill>
            </a:endParaRPr>
          </a:p>
          <a:p>
            <a:pPr indent="-304800" lvl="0" marL="457200" rtl="0" algn="l">
              <a:lnSpc>
                <a:spcPct val="140000"/>
              </a:lnSpc>
              <a:spcBef>
                <a:spcPts val="1700"/>
              </a:spcBef>
              <a:spcAft>
                <a:spcPts val="0"/>
              </a:spcAft>
              <a:buClr>
                <a:srgbClr val="35240A"/>
              </a:buClr>
              <a:buSzPts val="1200"/>
              <a:buFont typeface="Source Sans 3"/>
              <a:buChar char="●"/>
            </a:pPr>
            <a:r>
              <a:rPr b="1" lang="en" sz="1200">
                <a:solidFill>
                  <a:srgbClr val="35240A"/>
                </a:solidFill>
              </a:rPr>
              <a:t>Dezvoltare fizică:</a:t>
            </a:r>
            <a:r>
              <a:rPr lang="en" sz="1200">
                <a:solidFill>
                  <a:srgbClr val="35240A"/>
                </a:solidFill>
              </a:rPr>
              <a:t> Rezistență extremă la efort și durere.</a:t>
            </a:r>
            <a:endParaRPr sz="1200">
              <a:solidFill>
                <a:srgbClr val="35240A"/>
              </a:solidFill>
            </a:endParaRPr>
          </a:p>
          <a:p>
            <a:pPr indent="-3048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5240A"/>
              </a:buClr>
              <a:buSzPts val="1200"/>
              <a:buFont typeface="Source Sans 3"/>
              <a:buChar char="●"/>
            </a:pPr>
            <a:r>
              <a:rPr b="1" lang="en" sz="1200">
                <a:solidFill>
                  <a:srgbClr val="35240A"/>
                </a:solidFill>
              </a:rPr>
              <a:t>Laconism:</a:t>
            </a:r>
            <a:r>
              <a:rPr lang="en" sz="1200">
                <a:solidFill>
                  <a:srgbClr val="35240A"/>
                </a:solidFill>
              </a:rPr>
              <a:t> Abilitatea de a comunica concis și eficient.</a:t>
            </a:r>
            <a:endParaRPr sz="1200">
              <a:solidFill>
                <a:srgbClr val="35240A"/>
              </a:solidFill>
            </a:endParaRPr>
          </a:p>
          <a:p>
            <a:pPr indent="-3048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5240A"/>
              </a:buClr>
              <a:buSzPts val="1200"/>
              <a:buFont typeface="Source Sans 3"/>
              <a:buChar char="●"/>
            </a:pPr>
            <a:r>
              <a:rPr b="1" lang="en" sz="1200">
                <a:solidFill>
                  <a:srgbClr val="35240A"/>
                </a:solidFill>
              </a:rPr>
              <a:t>Supunere:</a:t>
            </a:r>
            <a:r>
              <a:rPr lang="en" sz="1200">
                <a:solidFill>
                  <a:srgbClr val="35240A"/>
                </a:solidFill>
              </a:rPr>
              <a:t> Disciplina militară ca fundament al societății.</a:t>
            </a:r>
            <a:endParaRPr sz="1200">
              <a:solidFill>
                <a:srgbClr val="35240A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pic>
        <p:nvPicPr>
          <p:cNvPr id="3603" name="Google Shape;3603;p98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16676" r="16676" t="0"/>
          <a:stretch/>
        </p:blipFill>
        <p:spPr>
          <a:xfrm>
            <a:off x="938600" y="1061400"/>
            <a:ext cx="3020698" cy="3020701"/>
          </a:xfrm>
          <a:prstGeom prst="rect">
            <a:avLst/>
          </a:prstGeom>
        </p:spPr>
      </p:pic>
      <p:pic>
        <p:nvPicPr>
          <p:cNvPr id="3604" name="Google Shape;3604;p98"/>
          <p:cNvPicPr preferRelativeResize="0"/>
          <p:nvPr/>
        </p:nvPicPr>
        <p:blipFill rotWithShape="1">
          <a:blip r:embed="rId4">
            <a:alphaModFix/>
          </a:blip>
          <a:srcRect b="0" l="0" r="33928" t="892"/>
          <a:stretch/>
        </p:blipFill>
        <p:spPr>
          <a:xfrm>
            <a:off x="938600" y="1061400"/>
            <a:ext cx="3020699" cy="302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8" name="Shape 3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9" name="Google Shape;3609;p99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35240A"/>
                </a:solidFill>
                <a:highlight>
                  <a:srgbClr val="DED6C2"/>
                </a:highlight>
              </a:rPr>
              <a:t>Atena: Idealul "Kalokagathia"</a:t>
            </a:r>
            <a:endParaRPr b="1" sz="3300">
              <a:solidFill>
                <a:srgbClr val="35240A"/>
              </a:solidFill>
              <a:highlight>
                <a:srgbClr val="DED6C2"/>
              </a:highlight>
            </a:endParaRPr>
          </a:p>
          <a:p>
            <a:pPr indent="0" lvl="0" marL="0" rtl="0" algn="ctr">
              <a:spcBef>
                <a:spcPts val="2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0" name="Google Shape;3610;p99"/>
          <p:cNvSpPr txBox="1"/>
          <p:nvPr>
            <p:ph idx="1" type="subTitle"/>
          </p:nvPr>
        </p:nvSpPr>
        <p:spPr>
          <a:xfrm>
            <a:off x="4590325" y="2738925"/>
            <a:ext cx="4223700" cy="19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40000"/>
              </a:lnSpc>
              <a:spcBef>
                <a:spcPts val="1500"/>
              </a:spcBef>
              <a:spcAft>
                <a:spcPts val="0"/>
              </a:spcAft>
              <a:buClr>
                <a:srgbClr val="35240A"/>
              </a:buClr>
              <a:buSzPts val="1400"/>
              <a:buChar char="●"/>
            </a:pPr>
            <a:r>
              <a:rPr b="1" lang="en">
                <a:solidFill>
                  <a:srgbClr val="35240A"/>
                </a:solidFill>
              </a:rPr>
              <a:t>Educația Intelectuală:</a:t>
            </a:r>
            <a:r>
              <a:rPr lang="en">
                <a:solidFill>
                  <a:srgbClr val="35240A"/>
                </a:solidFill>
              </a:rPr>
              <a:t> Filosofie, retorică și poezie.</a:t>
            </a:r>
            <a:endParaRPr>
              <a:solidFill>
                <a:srgbClr val="35240A"/>
              </a:solidFill>
            </a:endParaRPr>
          </a:p>
          <a:p>
            <a:pPr indent="-3175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5240A"/>
              </a:buClr>
              <a:buSzPts val="1400"/>
              <a:buChar char="●"/>
            </a:pPr>
            <a:r>
              <a:rPr b="1" lang="en">
                <a:solidFill>
                  <a:srgbClr val="35240A"/>
                </a:solidFill>
              </a:rPr>
              <a:t>Educația Fizică:</a:t>
            </a:r>
            <a:r>
              <a:rPr lang="en">
                <a:solidFill>
                  <a:srgbClr val="35240A"/>
                </a:solidFill>
              </a:rPr>
              <a:t> Gimnastica pentru un corp estetic și sănătos.</a:t>
            </a:r>
            <a:endParaRPr>
              <a:solidFill>
                <a:srgbClr val="35240A"/>
              </a:solidFill>
            </a:endParaRPr>
          </a:p>
          <a:p>
            <a:pPr indent="-3175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5240A"/>
              </a:buClr>
              <a:buSzPts val="1400"/>
              <a:buChar char="●"/>
            </a:pPr>
            <a:r>
              <a:rPr b="1" lang="en">
                <a:solidFill>
                  <a:srgbClr val="35240A"/>
                </a:solidFill>
              </a:rPr>
              <a:t>Educația Morală:</a:t>
            </a:r>
            <a:r>
              <a:rPr lang="en">
                <a:solidFill>
                  <a:srgbClr val="35240A"/>
                </a:solidFill>
              </a:rPr>
              <a:t> Virtutea și simțul civic.</a:t>
            </a:r>
            <a:endParaRPr>
              <a:solidFill>
                <a:srgbClr val="35240A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1" name="Google Shape;3611;p99"/>
          <p:cNvSpPr txBox="1"/>
          <p:nvPr>
            <p:ph idx="2" type="subTitle"/>
          </p:nvPr>
        </p:nvSpPr>
        <p:spPr>
          <a:xfrm>
            <a:off x="1446626" y="2766412"/>
            <a:ext cx="3320700" cy="17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5240A"/>
                </a:solidFill>
              </a:rPr>
              <a:t>Atena promova dezvoltarea multilaterală. Idealul era </a:t>
            </a:r>
            <a:r>
              <a:rPr b="1" lang="en">
                <a:solidFill>
                  <a:srgbClr val="35240A"/>
                </a:solidFill>
              </a:rPr>
              <a:t>Kalokagathia</a:t>
            </a:r>
            <a:r>
              <a:rPr lang="en">
                <a:solidFill>
                  <a:srgbClr val="35240A"/>
                </a:solidFill>
              </a:rPr>
              <a:t> — îmbinarea dintre </a:t>
            </a:r>
            <a:r>
              <a:rPr i="1" lang="en">
                <a:solidFill>
                  <a:srgbClr val="35240A"/>
                </a:solidFill>
              </a:rPr>
              <a:t>kalos</a:t>
            </a:r>
            <a:r>
              <a:rPr lang="en">
                <a:solidFill>
                  <a:srgbClr val="35240A"/>
                </a:solidFill>
              </a:rPr>
              <a:t> (frumos) și </a:t>
            </a:r>
            <a:r>
              <a:rPr i="1" lang="en">
                <a:solidFill>
                  <a:srgbClr val="35240A"/>
                </a:solidFill>
              </a:rPr>
              <a:t>agathos</a:t>
            </a:r>
            <a:r>
              <a:rPr lang="en">
                <a:solidFill>
                  <a:srgbClr val="35240A"/>
                </a:solidFill>
              </a:rPr>
              <a:t> (bun).</a:t>
            </a:r>
            <a:endParaRPr>
              <a:solidFill>
                <a:srgbClr val="35240A"/>
              </a:solidFill>
            </a:endParaRPr>
          </a:p>
          <a:p>
            <a:pPr indent="0" lvl="0" marL="0" rtl="0" algn="ctr">
              <a:spcBef>
                <a:spcPts val="17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2" name="Google Shape;3612;p99"/>
          <p:cNvSpPr txBox="1"/>
          <p:nvPr>
            <p:ph idx="3" type="subTitle"/>
          </p:nvPr>
        </p:nvSpPr>
        <p:spPr>
          <a:xfrm>
            <a:off x="2011931" y="2457675"/>
            <a:ext cx="18636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35240A"/>
                </a:solidFill>
              </a:rPr>
              <a:t>Armonia Spiritului și a Corpului</a:t>
            </a:r>
            <a:endParaRPr/>
          </a:p>
        </p:txBody>
      </p:sp>
      <p:sp>
        <p:nvSpPr>
          <p:cNvPr id="3613" name="Google Shape;3613;p99"/>
          <p:cNvSpPr txBox="1"/>
          <p:nvPr>
            <p:ph idx="4" type="subTitle"/>
          </p:nvPr>
        </p:nvSpPr>
        <p:spPr>
          <a:xfrm>
            <a:off x="4914511" y="2292753"/>
            <a:ext cx="25749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Tipurile de educație</a:t>
            </a:r>
            <a:endParaRPr sz="1300"/>
          </a:p>
        </p:txBody>
      </p:sp>
      <p:sp>
        <p:nvSpPr>
          <p:cNvPr id="3614" name="Google Shape;3614;p99"/>
          <p:cNvSpPr/>
          <p:nvPr/>
        </p:nvSpPr>
        <p:spPr>
          <a:xfrm>
            <a:off x="2771250" y="1889562"/>
            <a:ext cx="341579" cy="341772"/>
          </a:xfrm>
          <a:custGeom>
            <a:rect b="b" l="l" r="r" t="t"/>
            <a:pathLst>
              <a:path extrusionOk="0" h="14155" w="14147">
                <a:moveTo>
                  <a:pt x="7058" y="891"/>
                </a:moveTo>
                <a:lnTo>
                  <a:pt x="11311" y="3285"/>
                </a:lnTo>
                <a:lnTo>
                  <a:pt x="2805" y="3285"/>
                </a:lnTo>
                <a:lnTo>
                  <a:pt x="7058" y="891"/>
                </a:lnTo>
                <a:close/>
                <a:moveTo>
                  <a:pt x="12886" y="4136"/>
                </a:moveTo>
                <a:cubicBezTo>
                  <a:pt x="13107" y="4136"/>
                  <a:pt x="13264" y="4325"/>
                  <a:pt x="13264" y="4545"/>
                </a:cubicBezTo>
                <a:lnTo>
                  <a:pt x="13264" y="4986"/>
                </a:lnTo>
                <a:lnTo>
                  <a:pt x="851" y="4986"/>
                </a:lnTo>
                <a:lnTo>
                  <a:pt x="851" y="4545"/>
                </a:lnTo>
                <a:cubicBezTo>
                  <a:pt x="851" y="4325"/>
                  <a:pt x="1040" y="4136"/>
                  <a:pt x="1261" y="4136"/>
                </a:cubicBezTo>
                <a:close/>
                <a:moveTo>
                  <a:pt x="3309" y="5806"/>
                </a:moveTo>
                <a:lnTo>
                  <a:pt x="3309" y="9996"/>
                </a:lnTo>
                <a:lnTo>
                  <a:pt x="2490" y="9996"/>
                </a:lnTo>
                <a:lnTo>
                  <a:pt x="2490" y="5806"/>
                </a:lnTo>
                <a:close/>
                <a:moveTo>
                  <a:pt x="5798" y="5806"/>
                </a:moveTo>
                <a:lnTo>
                  <a:pt x="5798" y="9996"/>
                </a:lnTo>
                <a:lnTo>
                  <a:pt x="4128" y="9996"/>
                </a:lnTo>
                <a:lnTo>
                  <a:pt x="4128" y="5806"/>
                </a:lnTo>
                <a:close/>
                <a:moveTo>
                  <a:pt x="7499" y="5806"/>
                </a:moveTo>
                <a:lnTo>
                  <a:pt x="7499" y="9996"/>
                </a:lnTo>
                <a:lnTo>
                  <a:pt x="6617" y="9996"/>
                </a:lnTo>
                <a:lnTo>
                  <a:pt x="6617" y="5806"/>
                </a:lnTo>
                <a:close/>
                <a:moveTo>
                  <a:pt x="9956" y="5806"/>
                </a:moveTo>
                <a:lnTo>
                  <a:pt x="9956" y="9996"/>
                </a:lnTo>
                <a:lnTo>
                  <a:pt x="8286" y="9996"/>
                </a:lnTo>
                <a:lnTo>
                  <a:pt x="8286" y="5806"/>
                </a:lnTo>
                <a:close/>
                <a:moveTo>
                  <a:pt x="11626" y="5806"/>
                </a:moveTo>
                <a:lnTo>
                  <a:pt x="11626" y="9996"/>
                </a:lnTo>
                <a:lnTo>
                  <a:pt x="10807" y="9996"/>
                </a:lnTo>
                <a:lnTo>
                  <a:pt x="10807" y="5806"/>
                </a:lnTo>
                <a:close/>
                <a:moveTo>
                  <a:pt x="12004" y="10815"/>
                </a:moveTo>
                <a:cubicBezTo>
                  <a:pt x="12256" y="10815"/>
                  <a:pt x="12445" y="11004"/>
                  <a:pt x="12445" y="11256"/>
                </a:cubicBezTo>
                <a:lnTo>
                  <a:pt x="12445" y="11634"/>
                </a:lnTo>
                <a:lnTo>
                  <a:pt x="1670" y="11634"/>
                </a:lnTo>
                <a:lnTo>
                  <a:pt x="1670" y="11256"/>
                </a:lnTo>
                <a:cubicBezTo>
                  <a:pt x="1670" y="11004"/>
                  <a:pt x="1859" y="10815"/>
                  <a:pt x="2048" y="10815"/>
                </a:cubicBezTo>
                <a:close/>
                <a:moveTo>
                  <a:pt x="12886" y="12422"/>
                </a:moveTo>
                <a:cubicBezTo>
                  <a:pt x="13107" y="12422"/>
                  <a:pt x="13264" y="12642"/>
                  <a:pt x="13264" y="12863"/>
                </a:cubicBezTo>
                <a:lnTo>
                  <a:pt x="13264" y="13304"/>
                </a:lnTo>
                <a:lnTo>
                  <a:pt x="851" y="13304"/>
                </a:lnTo>
                <a:lnTo>
                  <a:pt x="851" y="12863"/>
                </a:lnTo>
                <a:cubicBezTo>
                  <a:pt x="851" y="12642"/>
                  <a:pt x="1040" y="12422"/>
                  <a:pt x="1261" y="12422"/>
                </a:cubicBezTo>
                <a:close/>
                <a:moveTo>
                  <a:pt x="7058" y="1"/>
                </a:moveTo>
                <a:cubicBezTo>
                  <a:pt x="6987" y="1"/>
                  <a:pt x="6916" y="24"/>
                  <a:pt x="6869" y="72"/>
                </a:cubicBezTo>
                <a:lnTo>
                  <a:pt x="1103" y="3348"/>
                </a:lnTo>
                <a:cubicBezTo>
                  <a:pt x="473" y="3411"/>
                  <a:pt x="1" y="3915"/>
                  <a:pt x="1" y="4545"/>
                </a:cubicBezTo>
                <a:lnTo>
                  <a:pt x="1" y="5365"/>
                </a:lnTo>
                <a:cubicBezTo>
                  <a:pt x="1" y="5617"/>
                  <a:pt x="221" y="5806"/>
                  <a:pt x="442" y="5806"/>
                </a:cubicBezTo>
                <a:lnTo>
                  <a:pt x="1702" y="5806"/>
                </a:lnTo>
                <a:lnTo>
                  <a:pt x="1702" y="10059"/>
                </a:lnTo>
                <a:cubicBezTo>
                  <a:pt x="1229" y="10216"/>
                  <a:pt x="883" y="10689"/>
                  <a:pt x="883" y="11256"/>
                </a:cubicBezTo>
                <a:lnTo>
                  <a:pt x="883" y="11729"/>
                </a:lnTo>
                <a:cubicBezTo>
                  <a:pt x="410" y="11886"/>
                  <a:pt x="64" y="12359"/>
                  <a:pt x="64" y="12894"/>
                </a:cubicBezTo>
                <a:lnTo>
                  <a:pt x="64" y="13713"/>
                </a:lnTo>
                <a:cubicBezTo>
                  <a:pt x="64" y="13965"/>
                  <a:pt x="253" y="14154"/>
                  <a:pt x="473" y="14154"/>
                </a:cubicBezTo>
                <a:lnTo>
                  <a:pt x="13768" y="14154"/>
                </a:lnTo>
                <a:cubicBezTo>
                  <a:pt x="13989" y="14154"/>
                  <a:pt x="14146" y="13965"/>
                  <a:pt x="14146" y="13713"/>
                </a:cubicBezTo>
                <a:lnTo>
                  <a:pt x="14146" y="12894"/>
                </a:lnTo>
                <a:cubicBezTo>
                  <a:pt x="14146" y="12359"/>
                  <a:pt x="13800" y="11918"/>
                  <a:pt x="13327" y="11729"/>
                </a:cubicBezTo>
                <a:lnTo>
                  <a:pt x="13327" y="11256"/>
                </a:lnTo>
                <a:cubicBezTo>
                  <a:pt x="13327" y="10689"/>
                  <a:pt x="12981" y="10248"/>
                  <a:pt x="12508" y="10059"/>
                </a:cubicBezTo>
                <a:lnTo>
                  <a:pt x="12508" y="5806"/>
                </a:lnTo>
                <a:lnTo>
                  <a:pt x="13768" y="5806"/>
                </a:lnTo>
                <a:cubicBezTo>
                  <a:pt x="13989" y="5806"/>
                  <a:pt x="14146" y="5617"/>
                  <a:pt x="14146" y="5396"/>
                </a:cubicBezTo>
                <a:lnTo>
                  <a:pt x="14146" y="4545"/>
                </a:lnTo>
                <a:cubicBezTo>
                  <a:pt x="14115" y="3915"/>
                  <a:pt x="13642" y="3380"/>
                  <a:pt x="13012" y="3348"/>
                </a:cubicBezTo>
                <a:lnTo>
                  <a:pt x="7247" y="72"/>
                </a:lnTo>
                <a:cubicBezTo>
                  <a:pt x="7200" y="24"/>
                  <a:pt x="7129" y="1"/>
                  <a:pt x="705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615" name="Google Shape;3615;p99"/>
          <p:cNvGrpSpPr/>
          <p:nvPr/>
        </p:nvGrpSpPr>
        <p:grpSpPr>
          <a:xfrm>
            <a:off x="6031552" y="1890043"/>
            <a:ext cx="340807" cy="340807"/>
            <a:chOff x="-10027775" y="1622900"/>
            <a:chExt cx="352875" cy="352875"/>
          </a:xfrm>
        </p:grpSpPr>
        <p:sp>
          <p:nvSpPr>
            <p:cNvPr id="3616" name="Google Shape;3616;p99"/>
            <p:cNvSpPr/>
            <p:nvPr/>
          </p:nvSpPr>
          <p:spPr>
            <a:xfrm>
              <a:off x="-10027775" y="1622900"/>
              <a:ext cx="352875" cy="352875"/>
            </a:xfrm>
            <a:custGeom>
              <a:rect b="b" l="l" r="r" t="t"/>
              <a:pathLst>
                <a:path extrusionOk="0" h="14115" w="14115">
                  <a:moveTo>
                    <a:pt x="12067" y="819"/>
                  </a:moveTo>
                  <a:cubicBezTo>
                    <a:pt x="12287" y="819"/>
                    <a:pt x="12476" y="1008"/>
                    <a:pt x="12476" y="1197"/>
                  </a:cubicBezTo>
                  <a:cubicBezTo>
                    <a:pt x="12476" y="1449"/>
                    <a:pt x="12287" y="1638"/>
                    <a:pt x="12067" y="1638"/>
                  </a:cubicBezTo>
                  <a:lnTo>
                    <a:pt x="2080" y="1638"/>
                  </a:lnTo>
                  <a:cubicBezTo>
                    <a:pt x="1859" y="1638"/>
                    <a:pt x="1702" y="1449"/>
                    <a:pt x="1702" y="1197"/>
                  </a:cubicBezTo>
                  <a:cubicBezTo>
                    <a:pt x="1702" y="977"/>
                    <a:pt x="1891" y="819"/>
                    <a:pt x="2080" y="819"/>
                  </a:cubicBezTo>
                  <a:close/>
                  <a:moveTo>
                    <a:pt x="11657" y="2458"/>
                  </a:moveTo>
                  <a:lnTo>
                    <a:pt x="11657" y="4285"/>
                  </a:lnTo>
                  <a:lnTo>
                    <a:pt x="10239" y="4978"/>
                  </a:lnTo>
                  <a:cubicBezTo>
                    <a:pt x="10082" y="5072"/>
                    <a:pt x="10019" y="5199"/>
                    <a:pt x="10019" y="5356"/>
                  </a:cubicBezTo>
                  <a:cubicBezTo>
                    <a:pt x="10019" y="5514"/>
                    <a:pt x="10082" y="5671"/>
                    <a:pt x="10239" y="5703"/>
                  </a:cubicBezTo>
                  <a:lnTo>
                    <a:pt x="11657" y="6396"/>
                  </a:lnTo>
                  <a:lnTo>
                    <a:pt x="11657" y="11562"/>
                  </a:lnTo>
                  <a:lnTo>
                    <a:pt x="2521" y="11562"/>
                  </a:lnTo>
                  <a:lnTo>
                    <a:pt x="2521" y="9704"/>
                  </a:lnTo>
                  <a:lnTo>
                    <a:pt x="3938" y="9011"/>
                  </a:lnTo>
                  <a:cubicBezTo>
                    <a:pt x="4096" y="8916"/>
                    <a:pt x="4191" y="8822"/>
                    <a:pt x="4191" y="8664"/>
                  </a:cubicBezTo>
                  <a:cubicBezTo>
                    <a:pt x="4191" y="8475"/>
                    <a:pt x="4096" y="8349"/>
                    <a:pt x="3938" y="8286"/>
                  </a:cubicBezTo>
                  <a:lnTo>
                    <a:pt x="2521" y="7593"/>
                  </a:lnTo>
                  <a:lnTo>
                    <a:pt x="2521" y="2458"/>
                  </a:lnTo>
                  <a:close/>
                  <a:moveTo>
                    <a:pt x="12098" y="12382"/>
                  </a:moveTo>
                  <a:cubicBezTo>
                    <a:pt x="12319" y="12382"/>
                    <a:pt x="12539" y="12602"/>
                    <a:pt x="12539" y="12823"/>
                  </a:cubicBezTo>
                  <a:cubicBezTo>
                    <a:pt x="12476" y="13075"/>
                    <a:pt x="12287" y="13264"/>
                    <a:pt x="12098" y="13264"/>
                  </a:cubicBezTo>
                  <a:lnTo>
                    <a:pt x="2143" y="13264"/>
                  </a:lnTo>
                  <a:cubicBezTo>
                    <a:pt x="1891" y="13264"/>
                    <a:pt x="1733" y="13075"/>
                    <a:pt x="1733" y="12823"/>
                  </a:cubicBezTo>
                  <a:cubicBezTo>
                    <a:pt x="1733" y="12602"/>
                    <a:pt x="1922" y="12382"/>
                    <a:pt x="2143" y="12382"/>
                  </a:cubicBezTo>
                  <a:close/>
                  <a:moveTo>
                    <a:pt x="2080" y="0"/>
                  </a:moveTo>
                  <a:cubicBezTo>
                    <a:pt x="1544" y="0"/>
                    <a:pt x="1103" y="347"/>
                    <a:pt x="914" y="819"/>
                  </a:cubicBezTo>
                  <a:lnTo>
                    <a:pt x="441" y="819"/>
                  </a:lnTo>
                  <a:cubicBezTo>
                    <a:pt x="189" y="819"/>
                    <a:pt x="0" y="1008"/>
                    <a:pt x="0" y="1197"/>
                  </a:cubicBezTo>
                  <a:cubicBezTo>
                    <a:pt x="0" y="1418"/>
                    <a:pt x="189" y="1638"/>
                    <a:pt x="441" y="1638"/>
                  </a:cubicBezTo>
                  <a:lnTo>
                    <a:pt x="914" y="1638"/>
                  </a:lnTo>
                  <a:cubicBezTo>
                    <a:pt x="1040" y="1985"/>
                    <a:pt x="1292" y="2269"/>
                    <a:pt x="1670" y="2395"/>
                  </a:cubicBezTo>
                  <a:lnTo>
                    <a:pt x="1670" y="7876"/>
                  </a:lnTo>
                  <a:cubicBezTo>
                    <a:pt x="1670" y="8034"/>
                    <a:pt x="1733" y="8191"/>
                    <a:pt x="1891" y="8223"/>
                  </a:cubicBezTo>
                  <a:lnTo>
                    <a:pt x="2804" y="8696"/>
                  </a:lnTo>
                  <a:lnTo>
                    <a:pt x="1891" y="9168"/>
                  </a:lnTo>
                  <a:cubicBezTo>
                    <a:pt x="1733" y="9231"/>
                    <a:pt x="1670" y="9357"/>
                    <a:pt x="1670" y="9515"/>
                  </a:cubicBezTo>
                  <a:lnTo>
                    <a:pt x="1670" y="11689"/>
                  </a:lnTo>
                  <a:cubicBezTo>
                    <a:pt x="1292" y="11815"/>
                    <a:pt x="1040" y="12067"/>
                    <a:pt x="914" y="12445"/>
                  </a:cubicBezTo>
                  <a:lnTo>
                    <a:pt x="441" y="12445"/>
                  </a:lnTo>
                  <a:cubicBezTo>
                    <a:pt x="189" y="12445"/>
                    <a:pt x="0" y="12634"/>
                    <a:pt x="0" y="12854"/>
                  </a:cubicBezTo>
                  <a:cubicBezTo>
                    <a:pt x="0" y="13106"/>
                    <a:pt x="189" y="13295"/>
                    <a:pt x="441" y="13295"/>
                  </a:cubicBezTo>
                  <a:lnTo>
                    <a:pt x="914" y="13295"/>
                  </a:lnTo>
                  <a:cubicBezTo>
                    <a:pt x="1072" y="13768"/>
                    <a:pt x="1544" y="14114"/>
                    <a:pt x="2080" y="14114"/>
                  </a:cubicBezTo>
                  <a:lnTo>
                    <a:pt x="12067" y="14114"/>
                  </a:lnTo>
                  <a:cubicBezTo>
                    <a:pt x="12602" y="14114"/>
                    <a:pt x="13043" y="13768"/>
                    <a:pt x="13232" y="13295"/>
                  </a:cubicBezTo>
                  <a:lnTo>
                    <a:pt x="13705" y="13295"/>
                  </a:lnTo>
                  <a:cubicBezTo>
                    <a:pt x="13957" y="13295"/>
                    <a:pt x="14115" y="13106"/>
                    <a:pt x="14115" y="12854"/>
                  </a:cubicBezTo>
                  <a:cubicBezTo>
                    <a:pt x="14115" y="12634"/>
                    <a:pt x="13894" y="12445"/>
                    <a:pt x="13705" y="12445"/>
                  </a:cubicBezTo>
                  <a:lnTo>
                    <a:pt x="13232" y="12445"/>
                  </a:lnTo>
                  <a:cubicBezTo>
                    <a:pt x="13106" y="12067"/>
                    <a:pt x="12854" y="11815"/>
                    <a:pt x="12476" y="11689"/>
                  </a:cubicBezTo>
                  <a:lnTo>
                    <a:pt x="12476" y="6207"/>
                  </a:lnTo>
                  <a:cubicBezTo>
                    <a:pt x="12476" y="6049"/>
                    <a:pt x="12413" y="5892"/>
                    <a:pt x="12256" y="5860"/>
                  </a:cubicBezTo>
                  <a:lnTo>
                    <a:pt x="11342" y="5388"/>
                  </a:lnTo>
                  <a:lnTo>
                    <a:pt x="12256" y="4915"/>
                  </a:lnTo>
                  <a:cubicBezTo>
                    <a:pt x="12413" y="4883"/>
                    <a:pt x="12476" y="4726"/>
                    <a:pt x="12476" y="4568"/>
                  </a:cubicBezTo>
                  <a:lnTo>
                    <a:pt x="12476" y="2395"/>
                  </a:lnTo>
                  <a:cubicBezTo>
                    <a:pt x="12854" y="2269"/>
                    <a:pt x="13106" y="1985"/>
                    <a:pt x="13232" y="1638"/>
                  </a:cubicBezTo>
                  <a:lnTo>
                    <a:pt x="13705" y="1638"/>
                  </a:lnTo>
                  <a:cubicBezTo>
                    <a:pt x="13957" y="1638"/>
                    <a:pt x="14115" y="1449"/>
                    <a:pt x="14115" y="1197"/>
                  </a:cubicBezTo>
                  <a:cubicBezTo>
                    <a:pt x="14115" y="977"/>
                    <a:pt x="13894" y="819"/>
                    <a:pt x="13705" y="819"/>
                  </a:cubicBezTo>
                  <a:lnTo>
                    <a:pt x="13232" y="819"/>
                  </a:lnTo>
                  <a:cubicBezTo>
                    <a:pt x="13075" y="347"/>
                    <a:pt x="12602" y="0"/>
                    <a:pt x="120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7" name="Google Shape;3617;p99"/>
            <p:cNvSpPr/>
            <p:nvPr/>
          </p:nvSpPr>
          <p:spPr>
            <a:xfrm>
              <a:off x="-9923800" y="1705600"/>
              <a:ext cx="145725" cy="20500"/>
            </a:xfrm>
            <a:custGeom>
              <a:rect b="b" l="l" r="r" t="t"/>
              <a:pathLst>
                <a:path extrusionOk="0" h="820" w="5829">
                  <a:moveTo>
                    <a:pt x="410" y="0"/>
                  </a:moveTo>
                  <a:cubicBezTo>
                    <a:pt x="189" y="0"/>
                    <a:pt x="0" y="189"/>
                    <a:pt x="0" y="410"/>
                  </a:cubicBezTo>
                  <a:cubicBezTo>
                    <a:pt x="32" y="630"/>
                    <a:pt x="221" y="819"/>
                    <a:pt x="410" y="819"/>
                  </a:cubicBezTo>
                  <a:lnTo>
                    <a:pt x="5419" y="819"/>
                  </a:lnTo>
                  <a:cubicBezTo>
                    <a:pt x="5671" y="819"/>
                    <a:pt x="5828" y="630"/>
                    <a:pt x="5828" y="410"/>
                  </a:cubicBezTo>
                  <a:cubicBezTo>
                    <a:pt x="5828" y="189"/>
                    <a:pt x="5608" y="0"/>
                    <a:pt x="54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8" name="Google Shape;3618;p99"/>
            <p:cNvSpPr/>
            <p:nvPr/>
          </p:nvSpPr>
          <p:spPr>
            <a:xfrm>
              <a:off x="-9902550" y="1746550"/>
              <a:ext cx="83525" cy="20500"/>
            </a:xfrm>
            <a:custGeom>
              <a:rect b="b" l="l" r="r" t="t"/>
              <a:pathLst>
                <a:path extrusionOk="0" h="820" w="3341">
                  <a:moveTo>
                    <a:pt x="379" y="0"/>
                  </a:moveTo>
                  <a:cubicBezTo>
                    <a:pt x="158" y="0"/>
                    <a:pt x="1" y="190"/>
                    <a:pt x="1" y="410"/>
                  </a:cubicBezTo>
                  <a:cubicBezTo>
                    <a:pt x="1" y="631"/>
                    <a:pt x="190" y="820"/>
                    <a:pt x="379" y="820"/>
                  </a:cubicBezTo>
                  <a:lnTo>
                    <a:pt x="2899" y="820"/>
                  </a:lnTo>
                  <a:cubicBezTo>
                    <a:pt x="3151" y="820"/>
                    <a:pt x="3340" y="631"/>
                    <a:pt x="3340" y="410"/>
                  </a:cubicBezTo>
                  <a:cubicBezTo>
                    <a:pt x="3340" y="158"/>
                    <a:pt x="3151" y="0"/>
                    <a:pt x="28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9" name="Google Shape;3619;p99"/>
            <p:cNvSpPr/>
            <p:nvPr/>
          </p:nvSpPr>
          <p:spPr>
            <a:xfrm>
              <a:off x="-9923800" y="1788300"/>
              <a:ext cx="145725" cy="20500"/>
            </a:xfrm>
            <a:custGeom>
              <a:rect b="b" l="l" r="r" t="t"/>
              <a:pathLst>
                <a:path extrusionOk="0" h="820" w="5829">
                  <a:moveTo>
                    <a:pt x="410" y="0"/>
                  </a:moveTo>
                  <a:cubicBezTo>
                    <a:pt x="189" y="0"/>
                    <a:pt x="0" y="189"/>
                    <a:pt x="0" y="410"/>
                  </a:cubicBezTo>
                  <a:cubicBezTo>
                    <a:pt x="32" y="662"/>
                    <a:pt x="221" y="819"/>
                    <a:pt x="410" y="819"/>
                  </a:cubicBezTo>
                  <a:lnTo>
                    <a:pt x="5419" y="819"/>
                  </a:lnTo>
                  <a:cubicBezTo>
                    <a:pt x="5671" y="819"/>
                    <a:pt x="5828" y="630"/>
                    <a:pt x="5828" y="410"/>
                  </a:cubicBezTo>
                  <a:cubicBezTo>
                    <a:pt x="5828" y="189"/>
                    <a:pt x="5608" y="0"/>
                    <a:pt x="54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0" name="Google Shape;3620;p99"/>
            <p:cNvSpPr/>
            <p:nvPr/>
          </p:nvSpPr>
          <p:spPr>
            <a:xfrm>
              <a:off x="-9901750" y="1828450"/>
              <a:ext cx="83500" cy="21300"/>
            </a:xfrm>
            <a:custGeom>
              <a:rect b="b" l="l" r="r" t="t"/>
              <a:pathLst>
                <a:path extrusionOk="0" h="852" w="3340">
                  <a:moveTo>
                    <a:pt x="410" y="1"/>
                  </a:moveTo>
                  <a:cubicBezTo>
                    <a:pt x="158" y="1"/>
                    <a:pt x="0" y="190"/>
                    <a:pt x="0" y="442"/>
                  </a:cubicBezTo>
                  <a:cubicBezTo>
                    <a:pt x="0" y="663"/>
                    <a:pt x="189" y="852"/>
                    <a:pt x="410" y="852"/>
                  </a:cubicBezTo>
                  <a:lnTo>
                    <a:pt x="2930" y="852"/>
                  </a:lnTo>
                  <a:cubicBezTo>
                    <a:pt x="3151" y="852"/>
                    <a:pt x="3340" y="663"/>
                    <a:pt x="3340" y="442"/>
                  </a:cubicBezTo>
                  <a:cubicBezTo>
                    <a:pt x="3340" y="190"/>
                    <a:pt x="3151" y="1"/>
                    <a:pt x="29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1" name="Google Shape;3621;p99"/>
            <p:cNvSpPr/>
            <p:nvPr/>
          </p:nvSpPr>
          <p:spPr>
            <a:xfrm>
              <a:off x="-9923025" y="1871000"/>
              <a:ext cx="145725" cy="20500"/>
            </a:xfrm>
            <a:custGeom>
              <a:rect b="b" l="l" r="r" t="t"/>
              <a:pathLst>
                <a:path extrusionOk="0" h="820" w="5829">
                  <a:moveTo>
                    <a:pt x="410" y="0"/>
                  </a:moveTo>
                  <a:cubicBezTo>
                    <a:pt x="190" y="0"/>
                    <a:pt x="1" y="189"/>
                    <a:pt x="1" y="378"/>
                  </a:cubicBezTo>
                  <a:cubicBezTo>
                    <a:pt x="1" y="630"/>
                    <a:pt x="190" y="819"/>
                    <a:pt x="410" y="819"/>
                  </a:cubicBezTo>
                  <a:lnTo>
                    <a:pt x="5419" y="819"/>
                  </a:lnTo>
                  <a:cubicBezTo>
                    <a:pt x="5671" y="819"/>
                    <a:pt x="5829" y="630"/>
                    <a:pt x="5829" y="378"/>
                  </a:cubicBezTo>
                  <a:cubicBezTo>
                    <a:pt x="5829" y="189"/>
                    <a:pt x="5671" y="0"/>
                    <a:pt x="54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22" name="Google Shape;3622;p99"/>
          <p:cNvGrpSpPr/>
          <p:nvPr/>
        </p:nvGrpSpPr>
        <p:grpSpPr>
          <a:xfrm>
            <a:off x="2569952" y="1748075"/>
            <a:ext cx="744564" cy="624959"/>
            <a:chOff x="2361225" y="3521900"/>
            <a:chExt cx="4421400" cy="589250"/>
          </a:xfrm>
        </p:grpSpPr>
        <p:cxnSp>
          <p:nvCxnSpPr>
            <p:cNvPr id="3623" name="Google Shape;3623;p99"/>
            <p:cNvCxnSpPr/>
            <p:nvPr/>
          </p:nvCxnSpPr>
          <p:spPr>
            <a:xfrm>
              <a:off x="2361225" y="3521900"/>
              <a:ext cx="4421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24" name="Google Shape;3624;p99"/>
            <p:cNvCxnSpPr/>
            <p:nvPr/>
          </p:nvCxnSpPr>
          <p:spPr>
            <a:xfrm>
              <a:off x="2361225" y="4111150"/>
              <a:ext cx="4421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625" name="Google Shape;3625;p99"/>
          <p:cNvGrpSpPr/>
          <p:nvPr/>
        </p:nvGrpSpPr>
        <p:grpSpPr>
          <a:xfrm>
            <a:off x="5829664" y="1748075"/>
            <a:ext cx="744564" cy="624959"/>
            <a:chOff x="2361225" y="3521900"/>
            <a:chExt cx="4421400" cy="589250"/>
          </a:xfrm>
        </p:grpSpPr>
        <p:cxnSp>
          <p:nvCxnSpPr>
            <p:cNvPr id="3626" name="Google Shape;3626;p99"/>
            <p:cNvCxnSpPr/>
            <p:nvPr/>
          </p:nvCxnSpPr>
          <p:spPr>
            <a:xfrm>
              <a:off x="2361225" y="3521900"/>
              <a:ext cx="4421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27" name="Google Shape;3627;p99"/>
            <p:cNvCxnSpPr/>
            <p:nvPr/>
          </p:nvCxnSpPr>
          <p:spPr>
            <a:xfrm>
              <a:off x="2361225" y="4111150"/>
              <a:ext cx="4421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1" name="Shape 3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2" name="Google Shape;3632;p100"/>
          <p:cNvSpPr txBox="1"/>
          <p:nvPr>
            <p:ph idx="1" type="subTitle"/>
          </p:nvPr>
        </p:nvSpPr>
        <p:spPr>
          <a:xfrm>
            <a:off x="720000" y="3117025"/>
            <a:ext cx="2559900" cy="176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650">
                <a:solidFill>
                  <a:srgbClr val="35240A"/>
                </a:solidFill>
              </a:rPr>
              <a:t>Maieutica:</a:t>
            </a:r>
            <a:r>
              <a:rPr lang="en" sz="1650">
                <a:solidFill>
                  <a:srgbClr val="35240A"/>
                </a:solidFill>
              </a:rPr>
              <a:t> metoda prin care elevul este condus prin dialog să descopere singur adevărul din interiorul său.</a:t>
            </a:r>
            <a:endParaRPr/>
          </a:p>
        </p:txBody>
      </p:sp>
      <p:sp>
        <p:nvSpPr>
          <p:cNvPr id="3633" name="Google Shape;3633;p100"/>
          <p:cNvSpPr txBox="1"/>
          <p:nvPr>
            <p:ph idx="2" type="subTitle"/>
          </p:nvPr>
        </p:nvSpPr>
        <p:spPr>
          <a:xfrm>
            <a:off x="3484350" y="3117025"/>
            <a:ext cx="2175300" cy="155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rgbClr val="35240A"/>
                </a:solidFill>
              </a:rPr>
              <a:t>Educația ca pregătire pentru înțelegerea lumii Ideilor și pentru guvernarea înțeleaptă a cetății.</a:t>
            </a:r>
            <a:endParaRPr/>
          </a:p>
        </p:txBody>
      </p:sp>
      <p:sp>
        <p:nvSpPr>
          <p:cNvPr id="3634" name="Google Shape;3634;p100"/>
          <p:cNvSpPr txBox="1"/>
          <p:nvPr>
            <p:ph idx="3" type="subTitle"/>
          </p:nvPr>
        </p:nvSpPr>
        <p:spPr>
          <a:xfrm>
            <a:off x="6031075" y="3117025"/>
            <a:ext cx="2175300" cy="150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rgbClr val="35240A"/>
                </a:solidFill>
              </a:rPr>
              <a:t>Accent pe educația prin deprinderi morale și pe observarea naturii. A pus bazele Liceului.</a:t>
            </a:r>
            <a:endParaRPr/>
          </a:p>
        </p:txBody>
      </p:sp>
      <p:sp>
        <p:nvSpPr>
          <p:cNvPr id="3635" name="Google Shape;3635;p100"/>
          <p:cNvSpPr txBox="1"/>
          <p:nvPr>
            <p:ph idx="4" type="subTitle"/>
          </p:nvPr>
        </p:nvSpPr>
        <p:spPr>
          <a:xfrm>
            <a:off x="937625" y="2669922"/>
            <a:ext cx="2175300" cy="44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Socrate</a:t>
            </a:r>
            <a:endParaRPr/>
          </a:p>
        </p:txBody>
      </p:sp>
      <p:sp>
        <p:nvSpPr>
          <p:cNvPr id="3636" name="Google Shape;3636;p100"/>
          <p:cNvSpPr txBox="1"/>
          <p:nvPr>
            <p:ph idx="5" type="subTitle"/>
          </p:nvPr>
        </p:nvSpPr>
        <p:spPr>
          <a:xfrm>
            <a:off x="3484350" y="2669922"/>
            <a:ext cx="2175300" cy="44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Platon</a:t>
            </a:r>
            <a:endParaRPr/>
          </a:p>
        </p:txBody>
      </p:sp>
      <p:sp>
        <p:nvSpPr>
          <p:cNvPr id="3637" name="Google Shape;3637;p100"/>
          <p:cNvSpPr txBox="1"/>
          <p:nvPr>
            <p:ph idx="6" type="subTitle"/>
          </p:nvPr>
        </p:nvSpPr>
        <p:spPr>
          <a:xfrm>
            <a:off x="6031075" y="2669922"/>
            <a:ext cx="2175300" cy="44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Aristotel</a:t>
            </a:r>
            <a:endParaRPr/>
          </a:p>
        </p:txBody>
      </p:sp>
      <p:grpSp>
        <p:nvGrpSpPr>
          <p:cNvPr id="3638" name="Google Shape;3638;p100"/>
          <p:cNvGrpSpPr/>
          <p:nvPr/>
        </p:nvGrpSpPr>
        <p:grpSpPr>
          <a:xfrm>
            <a:off x="1652989" y="1824750"/>
            <a:ext cx="744564" cy="624959"/>
            <a:chOff x="2361225" y="3521900"/>
            <a:chExt cx="4421400" cy="589250"/>
          </a:xfrm>
        </p:grpSpPr>
        <p:cxnSp>
          <p:nvCxnSpPr>
            <p:cNvPr id="3639" name="Google Shape;3639;p100"/>
            <p:cNvCxnSpPr/>
            <p:nvPr/>
          </p:nvCxnSpPr>
          <p:spPr>
            <a:xfrm>
              <a:off x="2361225" y="3521900"/>
              <a:ext cx="4421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40" name="Google Shape;3640;p100"/>
            <p:cNvCxnSpPr/>
            <p:nvPr/>
          </p:nvCxnSpPr>
          <p:spPr>
            <a:xfrm>
              <a:off x="2361225" y="4111150"/>
              <a:ext cx="4421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641" name="Google Shape;3641;p100"/>
          <p:cNvGrpSpPr/>
          <p:nvPr/>
        </p:nvGrpSpPr>
        <p:grpSpPr>
          <a:xfrm>
            <a:off x="4199714" y="1824750"/>
            <a:ext cx="744564" cy="624959"/>
            <a:chOff x="2361225" y="3521900"/>
            <a:chExt cx="4421400" cy="589250"/>
          </a:xfrm>
        </p:grpSpPr>
        <p:cxnSp>
          <p:nvCxnSpPr>
            <p:cNvPr id="3642" name="Google Shape;3642;p100"/>
            <p:cNvCxnSpPr/>
            <p:nvPr/>
          </p:nvCxnSpPr>
          <p:spPr>
            <a:xfrm>
              <a:off x="2361225" y="3521900"/>
              <a:ext cx="4421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43" name="Google Shape;3643;p100"/>
            <p:cNvCxnSpPr/>
            <p:nvPr/>
          </p:nvCxnSpPr>
          <p:spPr>
            <a:xfrm>
              <a:off x="2361225" y="4111150"/>
              <a:ext cx="4421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644" name="Google Shape;3644;p100"/>
          <p:cNvGrpSpPr/>
          <p:nvPr/>
        </p:nvGrpSpPr>
        <p:grpSpPr>
          <a:xfrm>
            <a:off x="6746439" y="1824750"/>
            <a:ext cx="744564" cy="624959"/>
            <a:chOff x="2361225" y="3521900"/>
            <a:chExt cx="4421400" cy="589250"/>
          </a:xfrm>
        </p:grpSpPr>
        <p:cxnSp>
          <p:nvCxnSpPr>
            <p:cNvPr id="3645" name="Google Shape;3645;p100"/>
            <p:cNvCxnSpPr/>
            <p:nvPr/>
          </p:nvCxnSpPr>
          <p:spPr>
            <a:xfrm>
              <a:off x="2361225" y="3521900"/>
              <a:ext cx="4421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46" name="Google Shape;3646;p100"/>
            <p:cNvCxnSpPr/>
            <p:nvPr/>
          </p:nvCxnSpPr>
          <p:spPr>
            <a:xfrm>
              <a:off x="2361225" y="4111150"/>
              <a:ext cx="4421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647" name="Google Shape;3647;p100"/>
          <p:cNvGrpSpPr/>
          <p:nvPr/>
        </p:nvGrpSpPr>
        <p:grpSpPr>
          <a:xfrm>
            <a:off x="1852843" y="1984131"/>
            <a:ext cx="340186" cy="318904"/>
            <a:chOff x="3865000" y="847675"/>
            <a:chExt cx="483150" cy="452925"/>
          </a:xfrm>
        </p:grpSpPr>
        <p:sp>
          <p:nvSpPr>
            <p:cNvPr id="3648" name="Google Shape;3648;p100"/>
            <p:cNvSpPr/>
            <p:nvPr/>
          </p:nvSpPr>
          <p:spPr>
            <a:xfrm>
              <a:off x="3865000" y="847675"/>
              <a:ext cx="483150" cy="452925"/>
            </a:xfrm>
            <a:custGeom>
              <a:rect b="b" l="l" r="r" t="t"/>
              <a:pathLst>
                <a:path extrusionOk="0" h="18117" w="19326">
                  <a:moveTo>
                    <a:pt x="9627" y="1132"/>
                  </a:moveTo>
                  <a:cubicBezTo>
                    <a:pt x="14349" y="1132"/>
                    <a:pt x="18193" y="4436"/>
                    <a:pt x="18193" y="8494"/>
                  </a:cubicBezTo>
                  <a:cubicBezTo>
                    <a:pt x="18193" y="12552"/>
                    <a:pt x="14349" y="15852"/>
                    <a:pt x="9627" y="15852"/>
                  </a:cubicBezTo>
                  <a:cubicBezTo>
                    <a:pt x="9619" y="15852"/>
                    <a:pt x="9611" y="15852"/>
                    <a:pt x="9603" y="15852"/>
                  </a:cubicBezTo>
                  <a:cubicBezTo>
                    <a:pt x="8397" y="15852"/>
                    <a:pt x="7207" y="15626"/>
                    <a:pt x="6088" y="15185"/>
                  </a:cubicBezTo>
                  <a:cubicBezTo>
                    <a:pt x="6019" y="15158"/>
                    <a:pt x="5947" y="15144"/>
                    <a:pt x="5876" y="15144"/>
                  </a:cubicBezTo>
                  <a:cubicBezTo>
                    <a:pt x="5720" y="15144"/>
                    <a:pt x="5568" y="15208"/>
                    <a:pt x="5460" y="15327"/>
                  </a:cubicBezTo>
                  <a:cubicBezTo>
                    <a:pt x="4780" y="16070"/>
                    <a:pt x="3896" y="16595"/>
                    <a:pt x="2917" y="16837"/>
                  </a:cubicBezTo>
                  <a:cubicBezTo>
                    <a:pt x="3461" y="15801"/>
                    <a:pt x="3582" y="14593"/>
                    <a:pt x="3262" y="13467"/>
                  </a:cubicBezTo>
                  <a:cubicBezTo>
                    <a:pt x="3238" y="13379"/>
                    <a:pt x="3189" y="13295"/>
                    <a:pt x="3126" y="13228"/>
                  </a:cubicBezTo>
                  <a:cubicBezTo>
                    <a:pt x="1843" y="11906"/>
                    <a:pt x="1133" y="10224"/>
                    <a:pt x="1133" y="8494"/>
                  </a:cubicBezTo>
                  <a:cubicBezTo>
                    <a:pt x="1133" y="4436"/>
                    <a:pt x="4944" y="1132"/>
                    <a:pt x="9627" y="1132"/>
                  </a:cubicBezTo>
                  <a:close/>
                  <a:moveTo>
                    <a:pt x="9627" y="0"/>
                  </a:moveTo>
                  <a:cubicBezTo>
                    <a:pt x="7066" y="0"/>
                    <a:pt x="4663" y="876"/>
                    <a:pt x="2848" y="2461"/>
                  </a:cubicBezTo>
                  <a:cubicBezTo>
                    <a:pt x="1012" y="4067"/>
                    <a:pt x="1" y="6211"/>
                    <a:pt x="1" y="8494"/>
                  </a:cubicBezTo>
                  <a:cubicBezTo>
                    <a:pt x="1" y="10472"/>
                    <a:pt x="783" y="12389"/>
                    <a:pt x="2208" y="13908"/>
                  </a:cubicBezTo>
                  <a:cubicBezTo>
                    <a:pt x="2492" y="15073"/>
                    <a:pt x="2148" y="16302"/>
                    <a:pt x="1299" y="17151"/>
                  </a:cubicBezTo>
                  <a:cubicBezTo>
                    <a:pt x="943" y="17507"/>
                    <a:pt x="1193" y="18117"/>
                    <a:pt x="1701" y="18117"/>
                  </a:cubicBezTo>
                  <a:cubicBezTo>
                    <a:pt x="3313" y="18114"/>
                    <a:pt x="4862" y="17489"/>
                    <a:pt x="6024" y="16372"/>
                  </a:cubicBezTo>
                  <a:cubicBezTo>
                    <a:pt x="7173" y="16776"/>
                    <a:pt x="8380" y="16985"/>
                    <a:pt x="9600" y="16985"/>
                  </a:cubicBezTo>
                  <a:cubicBezTo>
                    <a:pt x="9609" y="16985"/>
                    <a:pt x="9618" y="16985"/>
                    <a:pt x="9627" y="16985"/>
                  </a:cubicBezTo>
                  <a:cubicBezTo>
                    <a:pt x="12184" y="16985"/>
                    <a:pt x="14606" y="16112"/>
                    <a:pt x="16439" y="14524"/>
                  </a:cubicBezTo>
                  <a:cubicBezTo>
                    <a:pt x="18302" y="12914"/>
                    <a:pt x="19325" y="10773"/>
                    <a:pt x="19325" y="8494"/>
                  </a:cubicBezTo>
                  <a:cubicBezTo>
                    <a:pt x="19325" y="6211"/>
                    <a:pt x="18302" y="4070"/>
                    <a:pt x="16439" y="2461"/>
                  </a:cubicBezTo>
                  <a:cubicBezTo>
                    <a:pt x="14606" y="873"/>
                    <a:pt x="12184" y="0"/>
                    <a:pt x="96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649" name="Google Shape;3649;p100"/>
            <p:cNvSpPr/>
            <p:nvPr/>
          </p:nvSpPr>
          <p:spPr>
            <a:xfrm>
              <a:off x="4173600" y="1029775"/>
              <a:ext cx="78450" cy="75550"/>
            </a:xfrm>
            <a:custGeom>
              <a:rect b="b" l="l" r="r" t="t"/>
              <a:pathLst>
                <a:path extrusionOk="0" h="3022" w="3138">
                  <a:moveTo>
                    <a:pt x="1510" y="1134"/>
                  </a:moveTo>
                  <a:cubicBezTo>
                    <a:pt x="1845" y="1134"/>
                    <a:pt x="2014" y="1539"/>
                    <a:pt x="1776" y="1777"/>
                  </a:cubicBezTo>
                  <a:cubicBezTo>
                    <a:pt x="1698" y="1855"/>
                    <a:pt x="1604" y="1889"/>
                    <a:pt x="1511" y="1889"/>
                  </a:cubicBezTo>
                  <a:cubicBezTo>
                    <a:pt x="1318" y="1889"/>
                    <a:pt x="1132" y="1738"/>
                    <a:pt x="1132" y="1512"/>
                  </a:cubicBezTo>
                  <a:cubicBezTo>
                    <a:pt x="1132" y="1300"/>
                    <a:pt x="1299" y="1134"/>
                    <a:pt x="1510" y="1134"/>
                  </a:cubicBezTo>
                  <a:close/>
                  <a:moveTo>
                    <a:pt x="1509" y="1"/>
                  </a:moveTo>
                  <a:cubicBezTo>
                    <a:pt x="1314" y="1"/>
                    <a:pt x="1118" y="39"/>
                    <a:pt x="930" y="117"/>
                  </a:cubicBezTo>
                  <a:cubicBezTo>
                    <a:pt x="366" y="349"/>
                    <a:pt x="0" y="899"/>
                    <a:pt x="0" y="1512"/>
                  </a:cubicBezTo>
                  <a:cubicBezTo>
                    <a:pt x="0" y="2345"/>
                    <a:pt x="674" y="3021"/>
                    <a:pt x="1510" y="3021"/>
                  </a:cubicBezTo>
                  <a:cubicBezTo>
                    <a:pt x="2120" y="3021"/>
                    <a:pt x="2669" y="2653"/>
                    <a:pt x="2902" y="2088"/>
                  </a:cubicBezTo>
                  <a:cubicBezTo>
                    <a:pt x="3137" y="1524"/>
                    <a:pt x="3008" y="875"/>
                    <a:pt x="2576" y="443"/>
                  </a:cubicBezTo>
                  <a:cubicBezTo>
                    <a:pt x="2287" y="154"/>
                    <a:pt x="1902" y="1"/>
                    <a:pt x="15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650" name="Google Shape;3650;p100"/>
            <p:cNvSpPr/>
            <p:nvPr/>
          </p:nvSpPr>
          <p:spPr>
            <a:xfrm>
              <a:off x="4068825" y="1029775"/>
              <a:ext cx="78450" cy="75550"/>
            </a:xfrm>
            <a:custGeom>
              <a:rect b="b" l="l" r="r" t="t"/>
              <a:pathLst>
                <a:path extrusionOk="0" h="3022" w="3138">
                  <a:moveTo>
                    <a:pt x="1510" y="1134"/>
                  </a:moveTo>
                  <a:cubicBezTo>
                    <a:pt x="1845" y="1134"/>
                    <a:pt x="2014" y="1539"/>
                    <a:pt x="1776" y="1777"/>
                  </a:cubicBezTo>
                  <a:cubicBezTo>
                    <a:pt x="1699" y="1855"/>
                    <a:pt x="1605" y="1889"/>
                    <a:pt x="1513" y="1889"/>
                  </a:cubicBezTo>
                  <a:cubicBezTo>
                    <a:pt x="1319" y="1889"/>
                    <a:pt x="1132" y="1738"/>
                    <a:pt x="1132" y="1512"/>
                  </a:cubicBezTo>
                  <a:cubicBezTo>
                    <a:pt x="1132" y="1300"/>
                    <a:pt x="1302" y="1134"/>
                    <a:pt x="1510" y="1134"/>
                  </a:cubicBezTo>
                  <a:close/>
                  <a:moveTo>
                    <a:pt x="1511" y="1"/>
                  </a:moveTo>
                  <a:cubicBezTo>
                    <a:pt x="1316" y="1"/>
                    <a:pt x="1120" y="39"/>
                    <a:pt x="933" y="117"/>
                  </a:cubicBezTo>
                  <a:cubicBezTo>
                    <a:pt x="369" y="349"/>
                    <a:pt x="0" y="899"/>
                    <a:pt x="0" y="1512"/>
                  </a:cubicBezTo>
                  <a:cubicBezTo>
                    <a:pt x="0" y="2345"/>
                    <a:pt x="677" y="3021"/>
                    <a:pt x="1510" y="3021"/>
                  </a:cubicBezTo>
                  <a:cubicBezTo>
                    <a:pt x="2120" y="3021"/>
                    <a:pt x="2672" y="2653"/>
                    <a:pt x="2905" y="2088"/>
                  </a:cubicBezTo>
                  <a:cubicBezTo>
                    <a:pt x="3137" y="1524"/>
                    <a:pt x="3011" y="875"/>
                    <a:pt x="2579" y="443"/>
                  </a:cubicBezTo>
                  <a:cubicBezTo>
                    <a:pt x="2290" y="154"/>
                    <a:pt x="1903" y="1"/>
                    <a:pt x="15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651" name="Google Shape;3651;p100"/>
            <p:cNvSpPr/>
            <p:nvPr/>
          </p:nvSpPr>
          <p:spPr>
            <a:xfrm>
              <a:off x="3964125" y="1029775"/>
              <a:ext cx="78450" cy="75550"/>
            </a:xfrm>
            <a:custGeom>
              <a:rect b="b" l="l" r="r" t="t"/>
              <a:pathLst>
                <a:path extrusionOk="0" h="3022" w="3138">
                  <a:moveTo>
                    <a:pt x="1510" y="1134"/>
                  </a:moveTo>
                  <a:cubicBezTo>
                    <a:pt x="1845" y="1134"/>
                    <a:pt x="2014" y="1539"/>
                    <a:pt x="1776" y="1777"/>
                  </a:cubicBezTo>
                  <a:cubicBezTo>
                    <a:pt x="1698" y="1855"/>
                    <a:pt x="1604" y="1889"/>
                    <a:pt x="1511" y="1889"/>
                  </a:cubicBezTo>
                  <a:cubicBezTo>
                    <a:pt x="1318" y="1889"/>
                    <a:pt x="1133" y="1738"/>
                    <a:pt x="1133" y="1512"/>
                  </a:cubicBezTo>
                  <a:cubicBezTo>
                    <a:pt x="1133" y="1300"/>
                    <a:pt x="1299" y="1134"/>
                    <a:pt x="1510" y="1134"/>
                  </a:cubicBezTo>
                  <a:close/>
                  <a:moveTo>
                    <a:pt x="1509" y="1"/>
                  </a:moveTo>
                  <a:cubicBezTo>
                    <a:pt x="1314" y="1"/>
                    <a:pt x="1118" y="39"/>
                    <a:pt x="930" y="117"/>
                  </a:cubicBezTo>
                  <a:cubicBezTo>
                    <a:pt x="366" y="349"/>
                    <a:pt x="0" y="899"/>
                    <a:pt x="0" y="1512"/>
                  </a:cubicBezTo>
                  <a:cubicBezTo>
                    <a:pt x="0" y="2345"/>
                    <a:pt x="674" y="3021"/>
                    <a:pt x="1510" y="3021"/>
                  </a:cubicBezTo>
                  <a:cubicBezTo>
                    <a:pt x="2120" y="3021"/>
                    <a:pt x="2669" y="2653"/>
                    <a:pt x="2902" y="2088"/>
                  </a:cubicBezTo>
                  <a:cubicBezTo>
                    <a:pt x="3137" y="1524"/>
                    <a:pt x="3008" y="875"/>
                    <a:pt x="2576" y="443"/>
                  </a:cubicBezTo>
                  <a:cubicBezTo>
                    <a:pt x="2287" y="154"/>
                    <a:pt x="1902" y="1"/>
                    <a:pt x="15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3652" name="Google Shape;3652;p100"/>
          <p:cNvSpPr/>
          <p:nvPr/>
        </p:nvSpPr>
        <p:spPr>
          <a:xfrm>
            <a:off x="6950975" y="1966337"/>
            <a:ext cx="341579" cy="341772"/>
          </a:xfrm>
          <a:custGeom>
            <a:rect b="b" l="l" r="r" t="t"/>
            <a:pathLst>
              <a:path extrusionOk="0" h="14155" w="14147">
                <a:moveTo>
                  <a:pt x="7058" y="891"/>
                </a:moveTo>
                <a:lnTo>
                  <a:pt x="11311" y="3285"/>
                </a:lnTo>
                <a:lnTo>
                  <a:pt x="2805" y="3285"/>
                </a:lnTo>
                <a:lnTo>
                  <a:pt x="7058" y="891"/>
                </a:lnTo>
                <a:close/>
                <a:moveTo>
                  <a:pt x="12886" y="4136"/>
                </a:moveTo>
                <a:cubicBezTo>
                  <a:pt x="13107" y="4136"/>
                  <a:pt x="13264" y="4325"/>
                  <a:pt x="13264" y="4545"/>
                </a:cubicBezTo>
                <a:lnTo>
                  <a:pt x="13264" y="4986"/>
                </a:lnTo>
                <a:lnTo>
                  <a:pt x="851" y="4986"/>
                </a:lnTo>
                <a:lnTo>
                  <a:pt x="851" y="4545"/>
                </a:lnTo>
                <a:cubicBezTo>
                  <a:pt x="851" y="4325"/>
                  <a:pt x="1040" y="4136"/>
                  <a:pt x="1261" y="4136"/>
                </a:cubicBezTo>
                <a:close/>
                <a:moveTo>
                  <a:pt x="3309" y="5806"/>
                </a:moveTo>
                <a:lnTo>
                  <a:pt x="3309" y="9996"/>
                </a:lnTo>
                <a:lnTo>
                  <a:pt x="2490" y="9996"/>
                </a:lnTo>
                <a:lnTo>
                  <a:pt x="2490" y="5806"/>
                </a:lnTo>
                <a:close/>
                <a:moveTo>
                  <a:pt x="5798" y="5806"/>
                </a:moveTo>
                <a:lnTo>
                  <a:pt x="5798" y="9996"/>
                </a:lnTo>
                <a:lnTo>
                  <a:pt x="4128" y="9996"/>
                </a:lnTo>
                <a:lnTo>
                  <a:pt x="4128" y="5806"/>
                </a:lnTo>
                <a:close/>
                <a:moveTo>
                  <a:pt x="7499" y="5806"/>
                </a:moveTo>
                <a:lnTo>
                  <a:pt x="7499" y="9996"/>
                </a:lnTo>
                <a:lnTo>
                  <a:pt x="6617" y="9996"/>
                </a:lnTo>
                <a:lnTo>
                  <a:pt x="6617" y="5806"/>
                </a:lnTo>
                <a:close/>
                <a:moveTo>
                  <a:pt x="9956" y="5806"/>
                </a:moveTo>
                <a:lnTo>
                  <a:pt x="9956" y="9996"/>
                </a:lnTo>
                <a:lnTo>
                  <a:pt x="8286" y="9996"/>
                </a:lnTo>
                <a:lnTo>
                  <a:pt x="8286" y="5806"/>
                </a:lnTo>
                <a:close/>
                <a:moveTo>
                  <a:pt x="11626" y="5806"/>
                </a:moveTo>
                <a:lnTo>
                  <a:pt x="11626" y="9996"/>
                </a:lnTo>
                <a:lnTo>
                  <a:pt x="10807" y="9996"/>
                </a:lnTo>
                <a:lnTo>
                  <a:pt x="10807" y="5806"/>
                </a:lnTo>
                <a:close/>
                <a:moveTo>
                  <a:pt x="12004" y="10815"/>
                </a:moveTo>
                <a:cubicBezTo>
                  <a:pt x="12256" y="10815"/>
                  <a:pt x="12445" y="11004"/>
                  <a:pt x="12445" y="11256"/>
                </a:cubicBezTo>
                <a:lnTo>
                  <a:pt x="12445" y="11634"/>
                </a:lnTo>
                <a:lnTo>
                  <a:pt x="1670" y="11634"/>
                </a:lnTo>
                <a:lnTo>
                  <a:pt x="1670" y="11256"/>
                </a:lnTo>
                <a:cubicBezTo>
                  <a:pt x="1670" y="11004"/>
                  <a:pt x="1859" y="10815"/>
                  <a:pt x="2048" y="10815"/>
                </a:cubicBezTo>
                <a:close/>
                <a:moveTo>
                  <a:pt x="12886" y="12422"/>
                </a:moveTo>
                <a:cubicBezTo>
                  <a:pt x="13107" y="12422"/>
                  <a:pt x="13264" y="12642"/>
                  <a:pt x="13264" y="12863"/>
                </a:cubicBezTo>
                <a:lnTo>
                  <a:pt x="13264" y="13304"/>
                </a:lnTo>
                <a:lnTo>
                  <a:pt x="851" y="13304"/>
                </a:lnTo>
                <a:lnTo>
                  <a:pt x="851" y="12863"/>
                </a:lnTo>
                <a:cubicBezTo>
                  <a:pt x="851" y="12642"/>
                  <a:pt x="1040" y="12422"/>
                  <a:pt x="1261" y="12422"/>
                </a:cubicBezTo>
                <a:close/>
                <a:moveTo>
                  <a:pt x="7058" y="1"/>
                </a:moveTo>
                <a:cubicBezTo>
                  <a:pt x="6987" y="1"/>
                  <a:pt x="6916" y="24"/>
                  <a:pt x="6869" y="72"/>
                </a:cubicBezTo>
                <a:lnTo>
                  <a:pt x="1103" y="3348"/>
                </a:lnTo>
                <a:cubicBezTo>
                  <a:pt x="473" y="3411"/>
                  <a:pt x="1" y="3915"/>
                  <a:pt x="1" y="4545"/>
                </a:cubicBezTo>
                <a:lnTo>
                  <a:pt x="1" y="5365"/>
                </a:lnTo>
                <a:cubicBezTo>
                  <a:pt x="1" y="5617"/>
                  <a:pt x="221" y="5806"/>
                  <a:pt x="442" y="5806"/>
                </a:cubicBezTo>
                <a:lnTo>
                  <a:pt x="1702" y="5806"/>
                </a:lnTo>
                <a:lnTo>
                  <a:pt x="1702" y="10059"/>
                </a:lnTo>
                <a:cubicBezTo>
                  <a:pt x="1229" y="10216"/>
                  <a:pt x="883" y="10689"/>
                  <a:pt x="883" y="11256"/>
                </a:cubicBezTo>
                <a:lnTo>
                  <a:pt x="883" y="11729"/>
                </a:lnTo>
                <a:cubicBezTo>
                  <a:pt x="410" y="11886"/>
                  <a:pt x="64" y="12359"/>
                  <a:pt x="64" y="12894"/>
                </a:cubicBezTo>
                <a:lnTo>
                  <a:pt x="64" y="13713"/>
                </a:lnTo>
                <a:cubicBezTo>
                  <a:pt x="64" y="13965"/>
                  <a:pt x="253" y="14154"/>
                  <a:pt x="473" y="14154"/>
                </a:cubicBezTo>
                <a:lnTo>
                  <a:pt x="13768" y="14154"/>
                </a:lnTo>
                <a:cubicBezTo>
                  <a:pt x="13989" y="14154"/>
                  <a:pt x="14146" y="13965"/>
                  <a:pt x="14146" y="13713"/>
                </a:cubicBezTo>
                <a:lnTo>
                  <a:pt x="14146" y="12894"/>
                </a:lnTo>
                <a:cubicBezTo>
                  <a:pt x="14146" y="12359"/>
                  <a:pt x="13800" y="11918"/>
                  <a:pt x="13327" y="11729"/>
                </a:cubicBezTo>
                <a:lnTo>
                  <a:pt x="13327" y="11256"/>
                </a:lnTo>
                <a:cubicBezTo>
                  <a:pt x="13327" y="10689"/>
                  <a:pt x="12981" y="10248"/>
                  <a:pt x="12508" y="10059"/>
                </a:cubicBezTo>
                <a:lnTo>
                  <a:pt x="12508" y="5806"/>
                </a:lnTo>
                <a:lnTo>
                  <a:pt x="13768" y="5806"/>
                </a:lnTo>
                <a:cubicBezTo>
                  <a:pt x="13989" y="5806"/>
                  <a:pt x="14146" y="5617"/>
                  <a:pt x="14146" y="5396"/>
                </a:cubicBezTo>
                <a:lnTo>
                  <a:pt x="14146" y="4545"/>
                </a:lnTo>
                <a:cubicBezTo>
                  <a:pt x="14115" y="3915"/>
                  <a:pt x="13642" y="3380"/>
                  <a:pt x="13012" y="3348"/>
                </a:cubicBezTo>
                <a:lnTo>
                  <a:pt x="7247" y="72"/>
                </a:lnTo>
                <a:cubicBezTo>
                  <a:pt x="7200" y="24"/>
                  <a:pt x="7129" y="1"/>
                  <a:pt x="705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653" name="Google Shape;3653;p100"/>
          <p:cNvGrpSpPr/>
          <p:nvPr/>
        </p:nvGrpSpPr>
        <p:grpSpPr>
          <a:xfrm>
            <a:off x="4401602" y="1973168"/>
            <a:ext cx="340807" cy="340807"/>
            <a:chOff x="-10027775" y="1622900"/>
            <a:chExt cx="352875" cy="352875"/>
          </a:xfrm>
        </p:grpSpPr>
        <p:sp>
          <p:nvSpPr>
            <p:cNvPr id="3654" name="Google Shape;3654;p100"/>
            <p:cNvSpPr/>
            <p:nvPr/>
          </p:nvSpPr>
          <p:spPr>
            <a:xfrm>
              <a:off x="-10027775" y="1622900"/>
              <a:ext cx="352875" cy="352875"/>
            </a:xfrm>
            <a:custGeom>
              <a:rect b="b" l="l" r="r" t="t"/>
              <a:pathLst>
                <a:path extrusionOk="0" h="14115" w="14115">
                  <a:moveTo>
                    <a:pt x="12067" y="819"/>
                  </a:moveTo>
                  <a:cubicBezTo>
                    <a:pt x="12287" y="819"/>
                    <a:pt x="12476" y="1008"/>
                    <a:pt x="12476" y="1197"/>
                  </a:cubicBezTo>
                  <a:cubicBezTo>
                    <a:pt x="12476" y="1449"/>
                    <a:pt x="12287" y="1638"/>
                    <a:pt x="12067" y="1638"/>
                  </a:cubicBezTo>
                  <a:lnTo>
                    <a:pt x="2080" y="1638"/>
                  </a:lnTo>
                  <a:cubicBezTo>
                    <a:pt x="1859" y="1638"/>
                    <a:pt x="1702" y="1449"/>
                    <a:pt x="1702" y="1197"/>
                  </a:cubicBezTo>
                  <a:cubicBezTo>
                    <a:pt x="1702" y="977"/>
                    <a:pt x="1891" y="819"/>
                    <a:pt x="2080" y="819"/>
                  </a:cubicBezTo>
                  <a:close/>
                  <a:moveTo>
                    <a:pt x="11657" y="2458"/>
                  </a:moveTo>
                  <a:lnTo>
                    <a:pt x="11657" y="4285"/>
                  </a:lnTo>
                  <a:lnTo>
                    <a:pt x="10239" y="4978"/>
                  </a:lnTo>
                  <a:cubicBezTo>
                    <a:pt x="10082" y="5072"/>
                    <a:pt x="10019" y="5199"/>
                    <a:pt x="10019" y="5356"/>
                  </a:cubicBezTo>
                  <a:cubicBezTo>
                    <a:pt x="10019" y="5514"/>
                    <a:pt x="10082" y="5671"/>
                    <a:pt x="10239" y="5703"/>
                  </a:cubicBezTo>
                  <a:lnTo>
                    <a:pt x="11657" y="6396"/>
                  </a:lnTo>
                  <a:lnTo>
                    <a:pt x="11657" y="11562"/>
                  </a:lnTo>
                  <a:lnTo>
                    <a:pt x="2521" y="11562"/>
                  </a:lnTo>
                  <a:lnTo>
                    <a:pt x="2521" y="9704"/>
                  </a:lnTo>
                  <a:lnTo>
                    <a:pt x="3938" y="9011"/>
                  </a:lnTo>
                  <a:cubicBezTo>
                    <a:pt x="4096" y="8916"/>
                    <a:pt x="4191" y="8822"/>
                    <a:pt x="4191" y="8664"/>
                  </a:cubicBezTo>
                  <a:cubicBezTo>
                    <a:pt x="4191" y="8475"/>
                    <a:pt x="4096" y="8349"/>
                    <a:pt x="3938" y="8286"/>
                  </a:cubicBezTo>
                  <a:lnTo>
                    <a:pt x="2521" y="7593"/>
                  </a:lnTo>
                  <a:lnTo>
                    <a:pt x="2521" y="2458"/>
                  </a:lnTo>
                  <a:close/>
                  <a:moveTo>
                    <a:pt x="12098" y="12382"/>
                  </a:moveTo>
                  <a:cubicBezTo>
                    <a:pt x="12319" y="12382"/>
                    <a:pt x="12539" y="12602"/>
                    <a:pt x="12539" y="12823"/>
                  </a:cubicBezTo>
                  <a:cubicBezTo>
                    <a:pt x="12476" y="13075"/>
                    <a:pt x="12287" y="13264"/>
                    <a:pt x="12098" y="13264"/>
                  </a:cubicBezTo>
                  <a:lnTo>
                    <a:pt x="2143" y="13264"/>
                  </a:lnTo>
                  <a:cubicBezTo>
                    <a:pt x="1891" y="13264"/>
                    <a:pt x="1733" y="13075"/>
                    <a:pt x="1733" y="12823"/>
                  </a:cubicBezTo>
                  <a:cubicBezTo>
                    <a:pt x="1733" y="12602"/>
                    <a:pt x="1922" y="12382"/>
                    <a:pt x="2143" y="12382"/>
                  </a:cubicBezTo>
                  <a:close/>
                  <a:moveTo>
                    <a:pt x="2080" y="0"/>
                  </a:moveTo>
                  <a:cubicBezTo>
                    <a:pt x="1544" y="0"/>
                    <a:pt x="1103" y="347"/>
                    <a:pt x="914" y="819"/>
                  </a:cubicBezTo>
                  <a:lnTo>
                    <a:pt x="441" y="819"/>
                  </a:lnTo>
                  <a:cubicBezTo>
                    <a:pt x="189" y="819"/>
                    <a:pt x="0" y="1008"/>
                    <a:pt x="0" y="1197"/>
                  </a:cubicBezTo>
                  <a:cubicBezTo>
                    <a:pt x="0" y="1418"/>
                    <a:pt x="189" y="1638"/>
                    <a:pt x="441" y="1638"/>
                  </a:cubicBezTo>
                  <a:lnTo>
                    <a:pt x="914" y="1638"/>
                  </a:lnTo>
                  <a:cubicBezTo>
                    <a:pt x="1040" y="1985"/>
                    <a:pt x="1292" y="2269"/>
                    <a:pt x="1670" y="2395"/>
                  </a:cubicBezTo>
                  <a:lnTo>
                    <a:pt x="1670" y="7876"/>
                  </a:lnTo>
                  <a:cubicBezTo>
                    <a:pt x="1670" y="8034"/>
                    <a:pt x="1733" y="8191"/>
                    <a:pt x="1891" y="8223"/>
                  </a:cubicBezTo>
                  <a:lnTo>
                    <a:pt x="2804" y="8696"/>
                  </a:lnTo>
                  <a:lnTo>
                    <a:pt x="1891" y="9168"/>
                  </a:lnTo>
                  <a:cubicBezTo>
                    <a:pt x="1733" y="9231"/>
                    <a:pt x="1670" y="9357"/>
                    <a:pt x="1670" y="9515"/>
                  </a:cubicBezTo>
                  <a:lnTo>
                    <a:pt x="1670" y="11689"/>
                  </a:lnTo>
                  <a:cubicBezTo>
                    <a:pt x="1292" y="11815"/>
                    <a:pt x="1040" y="12067"/>
                    <a:pt x="914" y="12445"/>
                  </a:cubicBezTo>
                  <a:lnTo>
                    <a:pt x="441" y="12445"/>
                  </a:lnTo>
                  <a:cubicBezTo>
                    <a:pt x="189" y="12445"/>
                    <a:pt x="0" y="12634"/>
                    <a:pt x="0" y="12854"/>
                  </a:cubicBezTo>
                  <a:cubicBezTo>
                    <a:pt x="0" y="13106"/>
                    <a:pt x="189" y="13295"/>
                    <a:pt x="441" y="13295"/>
                  </a:cubicBezTo>
                  <a:lnTo>
                    <a:pt x="914" y="13295"/>
                  </a:lnTo>
                  <a:cubicBezTo>
                    <a:pt x="1072" y="13768"/>
                    <a:pt x="1544" y="14114"/>
                    <a:pt x="2080" y="14114"/>
                  </a:cubicBezTo>
                  <a:lnTo>
                    <a:pt x="12067" y="14114"/>
                  </a:lnTo>
                  <a:cubicBezTo>
                    <a:pt x="12602" y="14114"/>
                    <a:pt x="13043" y="13768"/>
                    <a:pt x="13232" y="13295"/>
                  </a:cubicBezTo>
                  <a:lnTo>
                    <a:pt x="13705" y="13295"/>
                  </a:lnTo>
                  <a:cubicBezTo>
                    <a:pt x="13957" y="13295"/>
                    <a:pt x="14115" y="13106"/>
                    <a:pt x="14115" y="12854"/>
                  </a:cubicBezTo>
                  <a:cubicBezTo>
                    <a:pt x="14115" y="12634"/>
                    <a:pt x="13894" y="12445"/>
                    <a:pt x="13705" y="12445"/>
                  </a:cubicBezTo>
                  <a:lnTo>
                    <a:pt x="13232" y="12445"/>
                  </a:lnTo>
                  <a:cubicBezTo>
                    <a:pt x="13106" y="12067"/>
                    <a:pt x="12854" y="11815"/>
                    <a:pt x="12476" y="11689"/>
                  </a:cubicBezTo>
                  <a:lnTo>
                    <a:pt x="12476" y="6207"/>
                  </a:lnTo>
                  <a:cubicBezTo>
                    <a:pt x="12476" y="6049"/>
                    <a:pt x="12413" y="5892"/>
                    <a:pt x="12256" y="5860"/>
                  </a:cubicBezTo>
                  <a:lnTo>
                    <a:pt x="11342" y="5388"/>
                  </a:lnTo>
                  <a:lnTo>
                    <a:pt x="12256" y="4915"/>
                  </a:lnTo>
                  <a:cubicBezTo>
                    <a:pt x="12413" y="4883"/>
                    <a:pt x="12476" y="4726"/>
                    <a:pt x="12476" y="4568"/>
                  </a:cubicBezTo>
                  <a:lnTo>
                    <a:pt x="12476" y="2395"/>
                  </a:lnTo>
                  <a:cubicBezTo>
                    <a:pt x="12854" y="2269"/>
                    <a:pt x="13106" y="1985"/>
                    <a:pt x="13232" y="1638"/>
                  </a:cubicBezTo>
                  <a:lnTo>
                    <a:pt x="13705" y="1638"/>
                  </a:lnTo>
                  <a:cubicBezTo>
                    <a:pt x="13957" y="1638"/>
                    <a:pt x="14115" y="1449"/>
                    <a:pt x="14115" y="1197"/>
                  </a:cubicBezTo>
                  <a:cubicBezTo>
                    <a:pt x="14115" y="977"/>
                    <a:pt x="13894" y="819"/>
                    <a:pt x="13705" y="819"/>
                  </a:cubicBezTo>
                  <a:lnTo>
                    <a:pt x="13232" y="819"/>
                  </a:lnTo>
                  <a:cubicBezTo>
                    <a:pt x="13075" y="347"/>
                    <a:pt x="12602" y="0"/>
                    <a:pt x="120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5" name="Google Shape;3655;p100"/>
            <p:cNvSpPr/>
            <p:nvPr/>
          </p:nvSpPr>
          <p:spPr>
            <a:xfrm>
              <a:off x="-9923800" y="1705600"/>
              <a:ext cx="145725" cy="20500"/>
            </a:xfrm>
            <a:custGeom>
              <a:rect b="b" l="l" r="r" t="t"/>
              <a:pathLst>
                <a:path extrusionOk="0" h="820" w="5829">
                  <a:moveTo>
                    <a:pt x="410" y="0"/>
                  </a:moveTo>
                  <a:cubicBezTo>
                    <a:pt x="189" y="0"/>
                    <a:pt x="0" y="189"/>
                    <a:pt x="0" y="410"/>
                  </a:cubicBezTo>
                  <a:cubicBezTo>
                    <a:pt x="32" y="630"/>
                    <a:pt x="221" y="819"/>
                    <a:pt x="410" y="819"/>
                  </a:cubicBezTo>
                  <a:lnTo>
                    <a:pt x="5419" y="819"/>
                  </a:lnTo>
                  <a:cubicBezTo>
                    <a:pt x="5671" y="819"/>
                    <a:pt x="5828" y="630"/>
                    <a:pt x="5828" y="410"/>
                  </a:cubicBezTo>
                  <a:cubicBezTo>
                    <a:pt x="5828" y="189"/>
                    <a:pt x="5608" y="0"/>
                    <a:pt x="54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6" name="Google Shape;3656;p100"/>
            <p:cNvSpPr/>
            <p:nvPr/>
          </p:nvSpPr>
          <p:spPr>
            <a:xfrm>
              <a:off x="-9902550" y="1746550"/>
              <a:ext cx="83525" cy="20500"/>
            </a:xfrm>
            <a:custGeom>
              <a:rect b="b" l="l" r="r" t="t"/>
              <a:pathLst>
                <a:path extrusionOk="0" h="820" w="3341">
                  <a:moveTo>
                    <a:pt x="379" y="0"/>
                  </a:moveTo>
                  <a:cubicBezTo>
                    <a:pt x="158" y="0"/>
                    <a:pt x="1" y="190"/>
                    <a:pt x="1" y="410"/>
                  </a:cubicBezTo>
                  <a:cubicBezTo>
                    <a:pt x="1" y="631"/>
                    <a:pt x="190" y="820"/>
                    <a:pt x="379" y="820"/>
                  </a:cubicBezTo>
                  <a:lnTo>
                    <a:pt x="2899" y="820"/>
                  </a:lnTo>
                  <a:cubicBezTo>
                    <a:pt x="3151" y="820"/>
                    <a:pt x="3340" y="631"/>
                    <a:pt x="3340" y="410"/>
                  </a:cubicBezTo>
                  <a:cubicBezTo>
                    <a:pt x="3340" y="158"/>
                    <a:pt x="3151" y="0"/>
                    <a:pt x="28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7" name="Google Shape;3657;p100"/>
            <p:cNvSpPr/>
            <p:nvPr/>
          </p:nvSpPr>
          <p:spPr>
            <a:xfrm>
              <a:off x="-9923800" y="1788300"/>
              <a:ext cx="145725" cy="20500"/>
            </a:xfrm>
            <a:custGeom>
              <a:rect b="b" l="l" r="r" t="t"/>
              <a:pathLst>
                <a:path extrusionOk="0" h="820" w="5829">
                  <a:moveTo>
                    <a:pt x="410" y="0"/>
                  </a:moveTo>
                  <a:cubicBezTo>
                    <a:pt x="189" y="0"/>
                    <a:pt x="0" y="189"/>
                    <a:pt x="0" y="410"/>
                  </a:cubicBezTo>
                  <a:cubicBezTo>
                    <a:pt x="32" y="662"/>
                    <a:pt x="221" y="819"/>
                    <a:pt x="410" y="819"/>
                  </a:cubicBezTo>
                  <a:lnTo>
                    <a:pt x="5419" y="819"/>
                  </a:lnTo>
                  <a:cubicBezTo>
                    <a:pt x="5671" y="819"/>
                    <a:pt x="5828" y="630"/>
                    <a:pt x="5828" y="410"/>
                  </a:cubicBezTo>
                  <a:cubicBezTo>
                    <a:pt x="5828" y="189"/>
                    <a:pt x="5608" y="0"/>
                    <a:pt x="54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8" name="Google Shape;3658;p100"/>
            <p:cNvSpPr/>
            <p:nvPr/>
          </p:nvSpPr>
          <p:spPr>
            <a:xfrm>
              <a:off x="-9901750" y="1828450"/>
              <a:ext cx="83500" cy="21300"/>
            </a:xfrm>
            <a:custGeom>
              <a:rect b="b" l="l" r="r" t="t"/>
              <a:pathLst>
                <a:path extrusionOk="0" h="852" w="3340">
                  <a:moveTo>
                    <a:pt x="410" y="1"/>
                  </a:moveTo>
                  <a:cubicBezTo>
                    <a:pt x="158" y="1"/>
                    <a:pt x="0" y="190"/>
                    <a:pt x="0" y="442"/>
                  </a:cubicBezTo>
                  <a:cubicBezTo>
                    <a:pt x="0" y="663"/>
                    <a:pt x="189" y="852"/>
                    <a:pt x="410" y="852"/>
                  </a:cubicBezTo>
                  <a:lnTo>
                    <a:pt x="2930" y="852"/>
                  </a:lnTo>
                  <a:cubicBezTo>
                    <a:pt x="3151" y="852"/>
                    <a:pt x="3340" y="663"/>
                    <a:pt x="3340" y="442"/>
                  </a:cubicBezTo>
                  <a:cubicBezTo>
                    <a:pt x="3340" y="190"/>
                    <a:pt x="3151" y="1"/>
                    <a:pt x="29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9" name="Google Shape;3659;p100"/>
            <p:cNvSpPr/>
            <p:nvPr/>
          </p:nvSpPr>
          <p:spPr>
            <a:xfrm>
              <a:off x="-9923025" y="1871000"/>
              <a:ext cx="145725" cy="20500"/>
            </a:xfrm>
            <a:custGeom>
              <a:rect b="b" l="l" r="r" t="t"/>
              <a:pathLst>
                <a:path extrusionOk="0" h="820" w="5829">
                  <a:moveTo>
                    <a:pt x="410" y="0"/>
                  </a:moveTo>
                  <a:cubicBezTo>
                    <a:pt x="190" y="0"/>
                    <a:pt x="1" y="189"/>
                    <a:pt x="1" y="378"/>
                  </a:cubicBezTo>
                  <a:cubicBezTo>
                    <a:pt x="1" y="630"/>
                    <a:pt x="190" y="819"/>
                    <a:pt x="410" y="819"/>
                  </a:cubicBezTo>
                  <a:lnTo>
                    <a:pt x="5419" y="819"/>
                  </a:lnTo>
                  <a:cubicBezTo>
                    <a:pt x="5671" y="819"/>
                    <a:pt x="5829" y="630"/>
                    <a:pt x="5829" y="378"/>
                  </a:cubicBezTo>
                  <a:cubicBezTo>
                    <a:pt x="5829" y="189"/>
                    <a:pt x="5671" y="0"/>
                    <a:pt x="54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60" name="Google Shape;3660;p100"/>
          <p:cNvSpPr txBox="1"/>
          <p:nvPr/>
        </p:nvSpPr>
        <p:spPr>
          <a:xfrm>
            <a:off x="97475" y="464725"/>
            <a:ext cx="68535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Pilonii gândirii pedagogice</a:t>
            </a:r>
            <a:endParaRPr sz="33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4" name="Shape 3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5" name="Google Shape;3665;p101"/>
          <p:cNvSpPr txBox="1"/>
          <p:nvPr>
            <p:ph type="title"/>
          </p:nvPr>
        </p:nvSpPr>
        <p:spPr>
          <a:xfrm>
            <a:off x="2052362" y="2167350"/>
            <a:ext cx="5274000" cy="961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Epoca medievală</a:t>
            </a:r>
            <a:endParaRPr/>
          </a:p>
        </p:txBody>
      </p:sp>
      <p:sp>
        <p:nvSpPr>
          <p:cNvPr id="3666" name="Google Shape;3666;p101"/>
          <p:cNvSpPr txBox="1"/>
          <p:nvPr>
            <p:ph idx="2" type="title"/>
          </p:nvPr>
        </p:nvSpPr>
        <p:spPr>
          <a:xfrm>
            <a:off x="3745950" y="1111621"/>
            <a:ext cx="1652100" cy="91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667" name="Google Shape;3667;p101"/>
          <p:cNvSpPr txBox="1"/>
          <p:nvPr>
            <p:ph idx="1" type="subTitle"/>
          </p:nvPr>
        </p:nvSpPr>
        <p:spPr>
          <a:xfrm>
            <a:off x="1676700" y="3355500"/>
            <a:ext cx="5891400" cy="6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Teocentrism și cavalerism: mântuirea sufletului și onoarea prin luptă.</a:t>
            </a:r>
            <a:endParaRPr i="1"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grpSp>
        <p:nvGrpSpPr>
          <p:cNvPr id="3668" name="Google Shape;3668;p101"/>
          <p:cNvGrpSpPr/>
          <p:nvPr/>
        </p:nvGrpSpPr>
        <p:grpSpPr>
          <a:xfrm>
            <a:off x="2361225" y="3355496"/>
            <a:ext cx="4421400" cy="589250"/>
            <a:chOff x="2361225" y="3521900"/>
            <a:chExt cx="4421400" cy="589250"/>
          </a:xfrm>
        </p:grpSpPr>
        <p:cxnSp>
          <p:nvCxnSpPr>
            <p:cNvPr id="3669" name="Google Shape;3669;p101"/>
            <p:cNvCxnSpPr/>
            <p:nvPr/>
          </p:nvCxnSpPr>
          <p:spPr>
            <a:xfrm>
              <a:off x="2361225" y="3521900"/>
              <a:ext cx="4421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670" name="Google Shape;3670;p101"/>
            <p:cNvCxnSpPr/>
            <p:nvPr/>
          </p:nvCxnSpPr>
          <p:spPr>
            <a:xfrm>
              <a:off x="2361225" y="4111150"/>
              <a:ext cx="4421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671" name="Google Shape;3671;p101"/>
          <p:cNvGrpSpPr/>
          <p:nvPr/>
        </p:nvGrpSpPr>
        <p:grpSpPr>
          <a:xfrm>
            <a:off x="565056" y="519563"/>
            <a:ext cx="8012737" cy="4104778"/>
            <a:chOff x="585525" y="1202450"/>
            <a:chExt cx="6436450" cy="3297275"/>
          </a:xfrm>
        </p:grpSpPr>
        <p:sp>
          <p:nvSpPr>
            <p:cNvPr id="3672" name="Google Shape;3672;p101"/>
            <p:cNvSpPr/>
            <p:nvPr/>
          </p:nvSpPr>
          <p:spPr>
            <a:xfrm>
              <a:off x="839525" y="1202450"/>
              <a:ext cx="551125" cy="190275"/>
            </a:xfrm>
            <a:custGeom>
              <a:rect b="b" l="l" r="r" t="t"/>
              <a:pathLst>
                <a:path extrusionOk="0" h="7611" w="22045">
                  <a:moveTo>
                    <a:pt x="21819" y="2949"/>
                  </a:moveTo>
                  <a:cubicBezTo>
                    <a:pt x="16996" y="7611"/>
                    <a:pt x="10597" y="0"/>
                    <a:pt x="4949" y="1300"/>
                  </a:cubicBezTo>
                  <a:cubicBezTo>
                    <a:pt x="1962" y="2000"/>
                    <a:pt x="0" y="4312"/>
                    <a:pt x="100" y="7373"/>
                  </a:cubicBezTo>
                  <a:cubicBezTo>
                    <a:pt x="113" y="7461"/>
                    <a:pt x="225" y="7461"/>
                    <a:pt x="238" y="7373"/>
                  </a:cubicBezTo>
                  <a:cubicBezTo>
                    <a:pt x="513" y="1100"/>
                    <a:pt x="7511" y="887"/>
                    <a:pt x="11872" y="2724"/>
                  </a:cubicBezTo>
                  <a:cubicBezTo>
                    <a:pt x="13597" y="3449"/>
                    <a:pt x="15309" y="4437"/>
                    <a:pt x="17208" y="4661"/>
                  </a:cubicBezTo>
                  <a:cubicBezTo>
                    <a:pt x="19108" y="4886"/>
                    <a:pt x="20620" y="4387"/>
                    <a:pt x="21957" y="3087"/>
                  </a:cubicBezTo>
                  <a:cubicBezTo>
                    <a:pt x="22044" y="2999"/>
                    <a:pt x="21919" y="2874"/>
                    <a:pt x="21832" y="294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3" name="Google Shape;3673;p101"/>
            <p:cNvSpPr/>
            <p:nvPr/>
          </p:nvSpPr>
          <p:spPr>
            <a:xfrm>
              <a:off x="844200" y="1369575"/>
              <a:ext cx="180925" cy="121575"/>
            </a:xfrm>
            <a:custGeom>
              <a:rect b="b" l="l" r="r" t="t"/>
              <a:pathLst>
                <a:path extrusionOk="0" h="4863" w="7237">
                  <a:moveTo>
                    <a:pt x="13" y="1688"/>
                  </a:moveTo>
                  <a:cubicBezTo>
                    <a:pt x="151" y="3700"/>
                    <a:pt x="2612" y="4862"/>
                    <a:pt x="4412" y="4325"/>
                  </a:cubicBezTo>
                  <a:cubicBezTo>
                    <a:pt x="5924" y="3875"/>
                    <a:pt x="7236" y="1338"/>
                    <a:pt x="5849" y="88"/>
                  </a:cubicBezTo>
                  <a:cubicBezTo>
                    <a:pt x="5774" y="1"/>
                    <a:pt x="5649" y="126"/>
                    <a:pt x="5737" y="201"/>
                  </a:cubicBezTo>
                  <a:cubicBezTo>
                    <a:pt x="7124" y="1725"/>
                    <a:pt x="5474" y="4025"/>
                    <a:pt x="3837" y="4225"/>
                  </a:cubicBezTo>
                  <a:cubicBezTo>
                    <a:pt x="2288" y="4425"/>
                    <a:pt x="326" y="3413"/>
                    <a:pt x="201" y="1688"/>
                  </a:cubicBezTo>
                  <a:cubicBezTo>
                    <a:pt x="201" y="1563"/>
                    <a:pt x="1" y="1563"/>
                    <a:pt x="13" y="16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4" name="Google Shape;3674;p101"/>
            <p:cNvSpPr/>
            <p:nvPr/>
          </p:nvSpPr>
          <p:spPr>
            <a:xfrm>
              <a:off x="898575" y="1348025"/>
              <a:ext cx="73125" cy="77200"/>
            </a:xfrm>
            <a:custGeom>
              <a:rect b="b" l="l" r="r" t="t"/>
              <a:pathLst>
                <a:path extrusionOk="0" h="3088" w="2925">
                  <a:moveTo>
                    <a:pt x="2849" y="488"/>
                  </a:moveTo>
                  <a:cubicBezTo>
                    <a:pt x="2025" y="1"/>
                    <a:pt x="800" y="351"/>
                    <a:pt x="387" y="1238"/>
                  </a:cubicBezTo>
                  <a:cubicBezTo>
                    <a:pt x="0" y="2063"/>
                    <a:pt x="612" y="2987"/>
                    <a:pt x="1487" y="3075"/>
                  </a:cubicBezTo>
                  <a:cubicBezTo>
                    <a:pt x="1600" y="3087"/>
                    <a:pt x="1625" y="2900"/>
                    <a:pt x="1512" y="2887"/>
                  </a:cubicBezTo>
                  <a:cubicBezTo>
                    <a:pt x="700" y="2737"/>
                    <a:pt x="200" y="1913"/>
                    <a:pt x="675" y="1163"/>
                  </a:cubicBezTo>
                  <a:cubicBezTo>
                    <a:pt x="1137" y="476"/>
                    <a:pt x="2037" y="251"/>
                    <a:pt x="2774" y="625"/>
                  </a:cubicBezTo>
                  <a:cubicBezTo>
                    <a:pt x="2862" y="663"/>
                    <a:pt x="2924" y="551"/>
                    <a:pt x="2849" y="4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5" name="Google Shape;3675;p101"/>
            <p:cNvSpPr/>
            <p:nvPr/>
          </p:nvSpPr>
          <p:spPr>
            <a:xfrm>
              <a:off x="944800" y="1418950"/>
              <a:ext cx="25" cy="325"/>
            </a:xfrm>
            <a:custGeom>
              <a:rect b="b" l="l" r="r" t="t"/>
              <a:pathLst>
                <a:path extrusionOk="0" h="13" w="1">
                  <a:moveTo>
                    <a:pt x="1" y="13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6" name="Google Shape;3676;p101"/>
            <p:cNvSpPr/>
            <p:nvPr/>
          </p:nvSpPr>
          <p:spPr>
            <a:xfrm>
              <a:off x="752350" y="1240875"/>
              <a:ext cx="206850" cy="104050"/>
            </a:xfrm>
            <a:custGeom>
              <a:rect b="b" l="l" r="r" t="t"/>
              <a:pathLst>
                <a:path extrusionOk="0" h="4162" w="8274">
                  <a:moveTo>
                    <a:pt x="8123" y="25"/>
                  </a:moveTo>
                  <a:cubicBezTo>
                    <a:pt x="6999" y="263"/>
                    <a:pt x="5937" y="725"/>
                    <a:pt x="4987" y="1375"/>
                  </a:cubicBezTo>
                  <a:cubicBezTo>
                    <a:pt x="3537" y="2387"/>
                    <a:pt x="2063" y="4162"/>
                    <a:pt x="176" y="2875"/>
                  </a:cubicBezTo>
                  <a:cubicBezTo>
                    <a:pt x="101" y="2825"/>
                    <a:pt x="1" y="2950"/>
                    <a:pt x="76" y="3012"/>
                  </a:cubicBezTo>
                  <a:cubicBezTo>
                    <a:pt x="825" y="3699"/>
                    <a:pt x="1775" y="3699"/>
                    <a:pt x="2700" y="3299"/>
                  </a:cubicBezTo>
                  <a:cubicBezTo>
                    <a:pt x="3375" y="2999"/>
                    <a:pt x="3912" y="2475"/>
                    <a:pt x="4474" y="2025"/>
                  </a:cubicBezTo>
                  <a:cubicBezTo>
                    <a:pt x="5549" y="1137"/>
                    <a:pt x="6811" y="500"/>
                    <a:pt x="8173" y="175"/>
                  </a:cubicBezTo>
                  <a:cubicBezTo>
                    <a:pt x="8273" y="150"/>
                    <a:pt x="8223" y="0"/>
                    <a:pt x="8123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7" name="Google Shape;3677;p101"/>
            <p:cNvSpPr/>
            <p:nvPr/>
          </p:nvSpPr>
          <p:spPr>
            <a:xfrm>
              <a:off x="1012600" y="1245875"/>
              <a:ext cx="88750" cy="80000"/>
            </a:xfrm>
            <a:custGeom>
              <a:rect b="b" l="l" r="r" t="t"/>
              <a:pathLst>
                <a:path extrusionOk="0" h="3200" w="3550">
                  <a:moveTo>
                    <a:pt x="3437" y="313"/>
                  </a:moveTo>
                  <a:cubicBezTo>
                    <a:pt x="2562" y="113"/>
                    <a:pt x="1700" y="0"/>
                    <a:pt x="900" y="488"/>
                  </a:cubicBezTo>
                  <a:cubicBezTo>
                    <a:pt x="363" y="813"/>
                    <a:pt x="0" y="1325"/>
                    <a:pt x="100" y="1975"/>
                  </a:cubicBezTo>
                  <a:cubicBezTo>
                    <a:pt x="200" y="2587"/>
                    <a:pt x="700" y="3062"/>
                    <a:pt x="1325" y="3137"/>
                  </a:cubicBezTo>
                  <a:cubicBezTo>
                    <a:pt x="1787" y="3187"/>
                    <a:pt x="2462" y="3024"/>
                    <a:pt x="2512" y="2475"/>
                  </a:cubicBezTo>
                  <a:cubicBezTo>
                    <a:pt x="2525" y="2387"/>
                    <a:pt x="2400" y="2387"/>
                    <a:pt x="2387" y="2475"/>
                  </a:cubicBezTo>
                  <a:cubicBezTo>
                    <a:pt x="2312" y="3199"/>
                    <a:pt x="1100" y="2937"/>
                    <a:pt x="788" y="2712"/>
                  </a:cubicBezTo>
                  <a:cubicBezTo>
                    <a:pt x="300" y="2362"/>
                    <a:pt x="150" y="1700"/>
                    <a:pt x="450" y="1175"/>
                  </a:cubicBezTo>
                  <a:cubicBezTo>
                    <a:pt x="1063" y="163"/>
                    <a:pt x="2412" y="263"/>
                    <a:pt x="3387" y="488"/>
                  </a:cubicBezTo>
                  <a:cubicBezTo>
                    <a:pt x="3499" y="513"/>
                    <a:pt x="3549" y="338"/>
                    <a:pt x="3437" y="3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8" name="Google Shape;3678;p101"/>
            <p:cNvSpPr/>
            <p:nvPr/>
          </p:nvSpPr>
          <p:spPr>
            <a:xfrm>
              <a:off x="1123500" y="1272100"/>
              <a:ext cx="33450" cy="43775"/>
            </a:xfrm>
            <a:custGeom>
              <a:rect b="b" l="l" r="r" t="t"/>
              <a:pathLst>
                <a:path extrusionOk="0" h="1751" w="1338">
                  <a:moveTo>
                    <a:pt x="1238" y="188"/>
                  </a:moveTo>
                  <a:cubicBezTo>
                    <a:pt x="688" y="1"/>
                    <a:pt x="1" y="326"/>
                    <a:pt x="76" y="976"/>
                  </a:cubicBezTo>
                  <a:cubicBezTo>
                    <a:pt x="126" y="1413"/>
                    <a:pt x="825" y="1750"/>
                    <a:pt x="1088" y="1326"/>
                  </a:cubicBezTo>
                  <a:cubicBezTo>
                    <a:pt x="1163" y="1213"/>
                    <a:pt x="975" y="1101"/>
                    <a:pt x="900" y="1213"/>
                  </a:cubicBezTo>
                  <a:cubicBezTo>
                    <a:pt x="788" y="1288"/>
                    <a:pt x="651" y="1301"/>
                    <a:pt x="538" y="1263"/>
                  </a:cubicBezTo>
                  <a:cubicBezTo>
                    <a:pt x="263" y="1026"/>
                    <a:pt x="213" y="813"/>
                    <a:pt x="388" y="613"/>
                  </a:cubicBezTo>
                  <a:cubicBezTo>
                    <a:pt x="551" y="301"/>
                    <a:pt x="888" y="263"/>
                    <a:pt x="1188" y="351"/>
                  </a:cubicBezTo>
                  <a:cubicBezTo>
                    <a:pt x="1288" y="376"/>
                    <a:pt x="1338" y="226"/>
                    <a:pt x="1238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9" name="Google Shape;3679;p101"/>
            <p:cNvSpPr/>
            <p:nvPr/>
          </p:nvSpPr>
          <p:spPr>
            <a:xfrm>
              <a:off x="732975" y="1292100"/>
              <a:ext cx="31900" cy="31900"/>
            </a:xfrm>
            <a:custGeom>
              <a:rect b="b" l="l" r="r" t="t"/>
              <a:pathLst>
                <a:path extrusionOk="0" h="1276" w="1276">
                  <a:moveTo>
                    <a:pt x="951" y="925"/>
                  </a:moveTo>
                  <a:cubicBezTo>
                    <a:pt x="1275" y="563"/>
                    <a:pt x="826" y="1"/>
                    <a:pt x="413" y="326"/>
                  </a:cubicBezTo>
                  <a:cubicBezTo>
                    <a:pt x="1" y="651"/>
                    <a:pt x="476" y="1275"/>
                    <a:pt x="888" y="975"/>
                  </a:cubicBezTo>
                  <a:cubicBezTo>
                    <a:pt x="963" y="925"/>
                    <a:pt x="913" y="813"/>
                    <a:pt x="826" y="826"/>
                  </a:cubicBezTo>
                  <a:lnTo>
                    <a:pt x="826" y="826"/>
                  </a:lnTo>
                  <a:cubicBezTo>
                    <a:pt x="788" y="901"/>
                    <a:pt x="888" y="1000"/>
                    <a:pt x="951" y="9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0" name="Google Shape;3680;p101"/>
            <p:cNvSpPr/>
            <p:nvPr/>
          </p:nvSpPr>
          <p:spPr>
            <a:xfrm>
              <a:off x="809225" y="1274925"/>
              <a:ext cx="77800" cy="113125"/>
            </a:xfrm>
            <a:custGeom>
              <a:rect b="b" l="l" r="r" t="t"/>
              <a:pathLst>
                <a:path extrusionOk="0" h="4525" w="3112">
                  <a:moveTo>
                    <a:pt x="2949" y="63"/>
                  </a:moveTo>
                  <a:cubicBezTo>
                    <a:pt x="1550" y="1163"/>
                    <a:pt x="525" y="2675"/>
                    <a:pt x="25" y="4374"/>
                  </a:cubicBezTo>
                  <a:cubicBezTo>
                    <a:pt x="0" y="4462"/>
                    <a:pt x="125" y="4524"/>
                    <a:pt x="175" y="4437"/>
                  </a:cubicBezTo>
                  <a:cubicBezTo>
                    <a:pt x="925" y="2825"/>
                    <a:pt x="1687" y="1338"/>
                    <a:pt x="3049" y="150"/>
                  </a:cubicBezTo>
                  <a:cubicBezTo>
                    <a:pt x="3112" y="100"/>
                    <a:pt x="3012" y="0"/>
                    <a:pt x="2949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1" name="Google Shape;3681;p101"/>
            <p:cNvSpPr/>
            <p:nvPr/>
          </p:nvSpPr>
          <p:spPr>
            <a:xfrm>
              <a:off x="792650" y="1376150"/>
              <a:ext cx="30650" cy="32525"/>
            </a:xfrm>
            <a:custGeom>
              <a:rect b="b" l="l" r="r" t="t"/>
              <a:pathLst>
                <a:path extrusionOk="0" h="1301" w="1226">
                  <a:moveTo>
                    <a:pt x="725" y="500"/>
                  </a:moveTo>
                  <a:lnTo>
                    <a:pt x="725" y="563"/>
                  </a:lnTo>
                  <a:cubicBezTo>
                    <a:pt x="800" y="638"/>
                    <a:pt x="913" y="550"/>
                    <a:pt x="875" y="450"/>
                  </a:cubicBezTo>
                  <a:cubicBezTo>
                    <a:pt x="626" y="0"/>
                    <a:pt x="1" y="550"/>
                    <a:pt x="338" y="925"/>
                  </a:cubicBezTo>
                  <a:cubicBezTo>
                    <a:pt x="688" y="1300"/>
                    <a:pt x="1225" y="750"/>
                    <a:pt x="838" y="388"/>
                  </a:cubicBezTo>
                  <a:cubicBezTo>
                    <a:pt x="763" y="325"/>
                    <a:pt x="663" y="425"/>
                    <a:pt x="725" y="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2" name="Google Shape;3682;p101"/>
            <p:cNvSpPr/>
            <p:nvPr/>
          </p:nvSpPr>
          <p:spPr>
            <a:xfrm>
              <a:off x="841400" y="1393325"/>
              <a:ext cx="5650" cy="9725"/>
            </a:xfrm>
            <a:custGeom>
              <a:rect b="b" l="l" r="r" t="t"/>
              <a:pathLst>
                <a:path extrusionOk="0" h="389" w="226">
                  <a:moveTo>
                    <a:pt x="13" y="126"/>
                  </a:moveTo>
                  <a:cubicBezTo>
                    <a:pt x="0" y="201"/>
                    <a:pt x="13" y="276"/>
                    <a:pt x="63" y="326"/>
                  </a:cubicBezTo>
                  <a:cubicBezTo>
                    <a:pt x="100" y="388"/>
                    <a:pt x="225" y="376"/>
                    <a:pt x="225" y="288"/>
                  </a:cubicBezTo>
                  <a:cubicBezTo>
                    <a:pt x="213" y="238"/>
                    <a:pt x="213" y="176"/>
                    <a:pt x="213" y="126"/>
                  </a:cubicBezTo>
                  <a:cubicBezTo>
                    <a:pt x="200" y="1"/>
                    <a:pt x="13" y="1"/>
                    <a:pt x="13" y="1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3" name="Google Shape;3683;p101"/>
            <p:cNvSpPr/>
            <p:nvPr/>
          </p:nvSpPr>
          <p:spPr>
            <a:xfrm>
              <a:off x="973550" y="1363650"/>
              <a:ext cx="9700" cy="6900"/>
            </a:xfrm>
            <a:custGeom>
              <a:rect b="b" l="l" r="r" t="t"/>
              <a:pathLst>
                <a:path extrusionOk="0" h="276" w="388">
                  <a:moveTo>
                    <a:pt x="75" y="188"/>
                  </a:moveTo>
                  <a:cubicBezTo>
                    <a:pt x="138" y="225"/>
                    <a:pt x="213" y="250"/>
                    <a:pt x="288" y="263"/>
                  </a:cubicBezTo>
                  <a:cubicBezTo>
                    <a:pt x="350" y="275"/>
                    <a:pt x="388" y="213"/>
                    <a:pt x="350" y="163"/>
                  </a:cubicBezTo>
                  <a:cubicBezTo>
                    <a:pt x="300" y="100"/>
                    <a:pt x="225" y="50"/>
                    <a:pt x="138" y="25"/>
                  </a:cubicBezTo>
                  <a:cubicBezTo>
                    <a:pt x="50" y="0"/>
                    <a:pt x="0" y="138"/>
                    <a:pt x="75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4" name="Google Shape;3684;p101"/>
            <p:cNvSpPr/>
            <p:nvPr/>
          </p:nvSpPr>
          <p:spPr>
            <a:xfrm>
              <a:off x="832025" y="1234000"/>
              <a:ext cx="156850" cy="27525"/>
            </a:xfrm>
            <a:custGeom>
              <a:rect b="b" l="l" r="r" t="t"/>
              <a:pathLst>
                <a:path extrusionOk="0" h="1101" w="6274">
                  <a:moveTo>
                    <a:pt x="6174" y="13"/>
                  </a:moveTo>
                  <a:cubicBezTo>
                    <a:pt x="5324" y="0"/>
                    <a:pt x="4462" y="75"/>
                    <a:pt x="3624" y="250"/>
                  </a:cubicBezTo>
                  <a:cubicBezTo>
                    <a:pt x="2475" y="488"/>
                    <a:pt x="1350" y="925"/>
                    <a:pt x="163" y="613"/>
                  </a:cubicBezTo>
                  <a:cubicBezTo>
                    <a:pt x="50" y="575"/>
                    <a:pt x="0" y="763"/>
                    <a:pt x="113" y="788"/>
                  </a:cubicBezTo>
                  <a:cubicBezTo>
                    <a:pt x="913" y="1100"/>
                    <a:pt x="1625" y="950"/>
                    <a:pt x="2450" y="775"/>
                  </a:cubicBezTo>
                  <a:cubicBezTo>
                    <a:pt x="3687" y="500"/>
                    <a:pt x="4899" y="250"/>
                    <a:pt x="6174" y="188"/>
                  </a:cubicBezTo>
                  <a:cubicBezTo>
                    <a:pt x="6274" y="175"/>
                    <a:pt x="6274" y="25"/>
                    <a:pt x="6174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5" name="Google Shape;3685;p101"/>
            <p:cNvSpPr/>
            <p:nvPr/>
          </p:nvSpPr>
          <p:spPr>
            <a:xfrm>
              <a:off x="810775" y="1233675"/>
              <a:ext cx="33150" cy="30975"/>
            </a:xfrm>
            <a:custGeom>
              <a:rect b="b" l="l" r="r" t="t"/>
              <a:pathLst>
                <a:path extrusionOk="0" h="1239" w="1326">
                  <a:moveTo>
                    <a:pt x="875" y="688"/>
                  </a:moveTo>
                  <a:lnTo>
                    <a:pt x="763" y="651"/>
                  </a:lnTo>
                  <a:cubicBezTo>
                    <a:pt x="700" y="726"/>
                    <a:pt x="763" y="826"/>
                    <a:pt x="850" y="813"/>
                  </a:cubicBezTo>
                  <a:cubicBezTo>
                    <a:pt x="1325" y="651"/>
                    <a:pt x="850" y="1"/>
                    <a:pt x="463" y="226"/>
                  </a:cubicBezTo>
                  <a:cubicBezTo>
                    <a:pt x="0" y="526"/>
                    <a:pt x="550" y="1238"/>
                    <a:pt x="975" y="801"/>
                  </a:cubicBezTo>
                  <a:cubicBezTo>
                    <a:pt x="1038" y="738"/>
                    <a:pt x="950" y="638"/>
                    <a:pt x="875" y="6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6" name="Google Shape;3686;p101"/>
            <p:cNvSpPr/>
            <p:nvPr/>
          </p:nvSpPr>
          <p:spPr>
            <a:xfrm>
              <a:off x="766400" y="1291175"/>
              <a:ext cx="73150" cy="22525"/>
            </a:xfrm>
            <a:custGeom>
              <a:rect b="b" l="l" r="r" t="t"/>
              <a:pathLst>
                <a:path extrusionOk="0" h="901" w="2926">
                  <a:moveTo>
                    <a:pt x="2813" y="638"/>
                  </a:moveTo>
                  <a:cubicBezTo>
                    <a:pt x="2500" y="338"/>
                    <a:pt x="2113" y="150"/>
                    <a:pt x="1688" y="100"/>
                  </a:cubicBezTo>
                  <a:cubicBezTo>
                    <a:pt x="1226" y="38"/>
                    <a:pt x="526" y="0"/>
                    <a:pt x="113" y="263"/>
                  </a:cubicBezTo>
                  <a:cubicBezTo>
                    <a:pt x="1" y="325"/>
                    <a:pt x="76" y="488"/>
                    <a:pt x="201" y="463"/>
                  </a:cubicBezTo>
                  <a:cubicBezTo>
                    <a:pt x="976" y="263"/>
                    <a:pt x="2025" y="213"/>
                    <a:pt x="2650" y="800"/>
                  </a:cubicBezTo>
                  <a:cubicBezTo>
                    <a:pt x="2763" y="900"/>
                    <a:pt x="2925" y="738"/>
                    <a:pt x="2813" y="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7" name="Google Shape;3687;p101"/>
            <p:cNvSpPr/>
            <p:nvPr/>
          </p:nvSpPr>
          <p:spPr>
            <a:xfrm>
              <a:off x="767350" y="1296800"/>
              <a:ext cx="70625" cy="23450"/>
            </a:xfrm>
            <a:custGeom>
              <a:rect b="b" l="l" r="r" t="t"/>
              <a:pathLst>
                <a:path extrusionOk="0" h="938" w="2825">
                  <a:moveTo>
                    <a:pt x="63" y="200"/>
                  </a:moveTo>
                  <a:cubicBezTo>
                    <a:pt x="575" y="887"/>
                    <a:pt x="2012" y="937"/>
                    <a:pt x="2712" y="575"/>
                  </a:cubicBezTo>
                  <a:cubicBezTo>
                    <a:pt x="2825" y="513"/>
                    <a:pt x="2737" y="375"/>
                    <a:pt x="2637" y="388"/>
                  </a:cubicBezTo>
                  <a:cubicBezTo>
                    <a:pt x="1925" y="500"/>
                    <a:pt x="763" y="762"/>
                    <a:pt x="213" y="88"/>
                  </a:cubicBezTo>
                  <a:cubicBezTo>
                    <a:pt x="150" y="0"/>
                    <a:pt x="0" y="113"/>
                    <a:pt x="63" y="2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8" name="Google Shape;3688;p101"/>
            <p:cNvSpPr/>
            <p:nvPr/>
          </p:nvSpPr>
          <p:spPr>
            <a:xfrm>
              <a:off x="919500" y="1249000"/>
              <a:ext cx="18150" cy="56875"/>
            </a:xfrm>
            <a:custGeom>
              <a:rect b="b" l="l" r="r" t="t"/>
              <a:pathLst>
                <a:path extrusionOk="0" h="2275" w="726">
                  <a:moveTo>
                    <a:pt x="325" y="163"/>
                  </a:moveTo>
                  <a:cubicBezTo>
                    <a:pt x="488" y="800"/>
                    <a:pt x="400" y="1475"/>
                    <a:pt x="75" y="2037"/>
                  </a:cubicBezTo>
                  <a:cubicBezTo>
                    <a:pt x="0" y="2162"/>
                    <a:pt x="188" y="2275"/>
                    <a:pt x="263" y="2150"/>
                  </a:cubicBezTo>
                  <a:cubicBezTo>
                    <a:pt x="638" y="1537"/>
                    <a:pt x="725" y="800"/>
                    <a:pt x="500" y="113"/>
                  </a:cubicBezTo>
                  <a:cubicBezTo>
                    <a:pt x="463" y="0"/>
                    <a:pt x="288" y="50"/>
                    <a:pt x="325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9" name="Google Shape;3689;p101"/>
            <p:cNvSpPr/>
            <p:nvPr/>
          </p:nvSpPr>
          <p:spPr>
            <a:xfrm>
              <a:off x="914500" y="1250875"/>
              <a:ext cx="16275" cy="54375"/>
            </a:xfrm>
            <a:custGeom>
              <a:rect b="b" l="l" r="r" t="t"/>
              <a:pathLst>
                <a:path extrusionOk="0" h="2175" w="651">
                  <a:moveTo>
                    <a:pt x="463" y="1987"/>
                  </a:moveTo>
                  <a:cubicBezTo>
                    <a:pt x="338" y="1625"/>
                    <a:pt x="288" y="1225"/>
                    <a:pt x="350" y="850"/>
                  </a:cubicBezTo>
                  <a:cubicBezTo>
                    <a:pt x="400" y="563"/>
                    <a:pt x="538" y="388"/>
                    <a:pt x="638" y="150"/>
                  </a:cubicBezTo>
                  <a:cubicBezTo>
                    <a:pt x="650" y="100"/>
                    <a:pt x="625" y="63"/>
                    <a:pt x="588" y="50"/>
                  </a:cubicBezTo>
                  <a:cubicBezTo>
                    <a:pt x="288" y="0"/>
                    <a:pt x="188" y="325"/>
                    <a:pt x="113" y="563"/>
                  </a:cubicBezTo>
                  <a:cubicBezTo>
                    <a:pt x="0" y="1062"/>
                    <a:pt x="50" y="1575"/>
                    <a:pt x="250" y="2050"/>
                  </a:cubicBezTo>
                  <a:cubicBezTo>
                    <a:pt x="300" y="2175"/>
                    <a:pt x="500" y="2125"/>
                    <a:pt x="463" y="19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0" name="Google Shape;3690;p101"/>
            <p:cNvSpPr/>
            <p:nvPr/>
          </p:nvSpPr>
          <p:spPr>
            <a:xfrm>
              <a:off x="1186925" y="1310225"/>
              <a:ext cx="83125" cy="26900"/>
            </a:xfrm>
            <a:custGeom>
              <a:rect b="b" l="l" r="r" t="t"/>
              <a:pathLst>
                <a:path extrusionOk="0" h="1076" w="3325">
                  <a:moveTo>
                    <a:pt x="3200" y="151"/>
                  </a:moveTo>
                  <a:cubicBezTo>
                    <a:pt x="2187" y="1"/>
                    <a:pt x="813" y="151"/>
                    <a:pt x="63" y="913"/>
                  </a:cubicBezTo>
                  <a:cubicBezTo>
                    <a:pt x="1" y="963"/>
                    <a:pt x="63" y="1075"/>
                    <a:pt x="138" y="1050"/>
                  </a:cubicBezTo>
                  <a:cubicBezTo>
                    <a:pt x="613" y="888"/>
                    <a:pt x="1013" y="600"/>
                    <a:pt x="1500" y="475"/>
                  </a:cubicBezTo>
                  <a:cubicBezTo>
                    <a:pt x="2050" y="338"/>
                    <a:pt x="2612" y="300"/>
                    <a:pt x="3162" y="363"/>
                  </a:cubicBezTo>
                  <a:cubicBezTo>
                    <a:pt x="3287" y="375"/>
                    <a:pt x="3325" y="163"/>
                    <a:pt x="3200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1" name="Google Shape;3691;p101"/>
            <p:cNvSpPr/>
            <p:nvPr/>
          </p:nvSpPr>
          <p:spPr>
            <a:xfrm>
              <a:off x="1187250" y="1314900"/>
              <a:ext cx="100600" cy="30975"/>
            </a:xfrm>
            <a:custGeom>
              <a:rect b="b" l="l" r="r" t="t"/>
              <a:pathLst>
                <a:path extrusionOk="0" h="1239" w="4024">
                  <a:moveTo>
                    <a:pt x="138" y="1001"/>
                  </a:moveTo>
                  <a:cubicBezTo>
                    <a:pt x="762" y="1113"/>
                    <a:pt x="1412" y="1238"/>
                    <a:pt x="2049" y="1151"/>
                  </a:cubicBezTo>
                  <a:cubicBezTo>
                    <a:pt x="2724" y="1038"/>
                    <a:pt x="3312" y="688"/>
                    <a:pt x="3887" y="313"/>
                  </a:cubicBezTo>
                  <a:cubicBezTo>
                    <a:pt x="4024" y="226"/>
                    <a:pt x="3887" y="1"/>
                    <a:pt x="3749" y="88"/>
                  </a:cubicBezTo>
                  <a:cubicBezTo>
                    <a:pt x="3287" y="401"/>
                    <a:pt x="2787" y="713"/>
                    <a:pt x="2237" y="851"/>
                  </a:cubicBezTo>
                  <a:cubicBezTo>
                    <a:pt x="1575" y="1013"/>
                    <a:pt x="862" y="901"/>
                    <a:pt x="187" y="788"/>
                  </a:cubicBezTo>
                  <a:cubicBezTo>
                    <a:pt x="50" y="776"/>
                    <a:pt x="0" y="976"/>
                    <a:pt x="138" y="10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2" name="Google Shape;3692;p101"/>
            <p:cNvSpPr/>
            <p:nvPr/>
          </p:nvSpPr>
          <p:spPr>
            <a:xfrm>
              <a:off x="585525" y="1460800"/>
              <a:ext cx="199975" cy="551150"/>
            </a:xfrm>
            <a:custGeom>
              <a:rect b="b" l="l" r="r" t="t"/>
              <a:pathLst>
                <a:path extrusionOk="0" h="22046" w="7999">
                  <a:moveTo>
                    <a:pt x="3487" y="21958"/>
                  </a:moveTo>
                  <a:cubicBezTo>
                    <a:pt x="4799" y="20621"/>
                    <a:pt x="5299" y="19108"/>
                    <a:pt x="5074" y="17209"/>
                  </a:cubicBezTo>
                  <a:cubicBezTo>
                    <a:pt x="4912" y="15809"/>
                    <a:pt x="4287" y="14560"/>
                    <a:pt x="3749" y="13285"/>
                  </a:cubicBezTo>
                  <a:cubicBezTo>
                    <a:pt x="1875" y="8811"/>
                    <a:pt x="0" y="576"/>
                    <a:pt x="7786" y="238"/>
                  </a:cubicBezTo>
                  <a:cubicBezTo>
                    <a:pt x="7861" y="238"/>
                    <a:pt x="7861" y="113"/>
                    <a:pt x="7786" y="101"/>
                  </a:cubicBezTo>
                  <a:cubicBezTo>
                    <a:pt x="4737" y="1"/>
                    <a:pt x="2400" y="1975"/>
                    <a:pt x="1712" y="4962"/>
                  </a:cubicBezTo>
                  <a:cubicBezTo>
                    <a:pt x="400" y="10611"/>
                    <a:pt x="7998" y="17034"/>
                    <a:pt x="3362" y="21833"/>
                  </a:cubicBezTo>
                  <a:cubicBezTo>
                    <a:pt x="3274" y="21908"/>
                    <a:pt x="3412" y="22045"/>
                    <a:pt x="3487" y="219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3" name="Google Shape;3693;p101"/>
            <p:cNvSpPr/>
            <p:nvPr/>
          </p:nvSpPr>
          <p:spPr>
            <a:xfrm>
              <a:off x="762975" y="1465800"/>
              <a:ext cx="121550" cy="180925"/>
            </a:xfrm>
            <a:custGeom>
              <a:rect b="b" l="l" r="r" t="t"/>
              <a:pathLst>
                <a:path extrusionOk="0" h="7237" w="4862">
                  <a:moveTo>
                    <a:pt x="1688" y="201"/>
                  </a:moveTo>
                  <a:cubicBezTo>
                    <a:pt x="3412" y="326"/>
                    <a:pt x="4424" y="2288"/>
                    <a:pt x="4224" y="3837"/>
                  </a:cubicBezTo>
                  <a:cubicBezTo>
                    <a:pt x="4024" y="5462"/>
                    <a:pt x="1725" y="7124"/>
                    <a:pt x="200" y="5724"/>
                  </a:cubicBezTo>
                  <a:cubicBezTo>
                    <a:pt x="125" y="5649"/>
                    <a:pt x="0" y="5774"/>
                    <a:pt x="88" y="5849"/>
                  </a:cubicBezTo>
                  <a:cubicBezTo>
                    <a:pt x="1338" y="7237"/>
                    <a:pt x="3874" y="5924"/>
                    <a:pt x="4324" y="4412"/>
                  </a:cubicBezTo>
                  <a:cubicBezTo>
                    <a:pt x="4862" y="2600"/>
                    <a:pt x="3700" y="151"/>
                    <a:pt x="1688" y="13"/>
                  </a:cubicBezTo>
                  <a:cubicBezTo>
                    <a:pt x="1563" y="1"/>
                    <a:pt x="1563" y="201"/>
                    <a:pt x="1688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4" name="Google Shape;3694;p101"/>
            <p:cNvSpPr/>
            <p:nvPr/>
          </p:nvSpPr>
          <p:spPr>
            <a:xfrm>
              <a:off x="741425" y="1520175"/>
              <a:ext cx="77175" cy="73125"/>
            </a:xfrm>
            <a:custGeom>
              <a:rect b="b" l="l" r="r" t="t"/>
              <a:pathLst>
                <a:path extrusionOk="0" h="2925" w="3087">
                  <a:moveTo>
                    <a:pt x="625" y="2775"/>
                  </a:moveTo>
                  <a:cubicBezTo>
                    <a:pt x="250" y="2037"/>
                    <a:pt x="475" y="1138"/>
                    <a:pt x="1162" y="675"/>
                  </a:cubicBezTo>
                  <a:cubicBezTo>
                    <a:pt x="1900" y="188"/>
                    <a:pt x="2737" y="713"/>
                    <a:pt x="2874" y="1512"/>
                  </a:cubicBezTo>
                  <a:cubicBezTo>
                    <a:pt x="2899" y="1625"/>
                    <a:pt x="3087" y="1600"/>
                    <a:pt x="3074" y="1487"/>
                  </a:cubicBezTo>
                  <a:cubicBezTo>
                    <a:pt x="2987" y="613"/>
                    <a:pt x="2062" y="0"/>
                    <a:pt x="1237" y="388"/>
                  </a:cubicBezTo>
                  <a:cubicBezTo>
                    <a:pt x="350" y="800"/>
                    <a:pt x="0" y="2025"/>
                    <a:pt x="488" y="2850"/>
                  </a:cubicBezTo>
                  <a:cubicBezTo>
                    <a:pt x="538" y="2925"/>
                    <a:pt x="663" y="2862"/>
                    <a:pt x="625" y="27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5" name="Google Shape;3695;p101"/>
            <p:cNvSpPr/>
            <p:nvPr/>
          </p:nvSpPr>
          <p:spPr>
            <a:xfrm>
              <a:off x="812325" y="1566400"/>
              <a:ext cx="25" cy="350"/>
            </a:xfrm>
            <a:custGeom>
              <a:rect b="b" l="l" r="r" t="t"/>
              <a:pathLst>
                <a:path extrusionOk="0" h="14" w="1">
                  <a:moveTo>
                    <a:pt x="1" y="13"/>
                  </a:moveTo>
                  <a:lnTo>
                    <a:pt x="1" y="1"/>
                  </a:lnTo>
                  <a:cubicBezTo>
                    <a:pt x="1" y="1"/>
                    <a:pt x="1" y="13"/>
                    <a:pt x="1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6" name="Google Shape;3696;p101"/>
            <p:cNvSpPr/>
            <p:nvPr/>
          </p:nvSpPr>
          <p:spPr>
            <a:xfrm>
              <a:off x="633950" y="1373950"/>
              <a:ext cx="104050" cy="206550"/>
            </a:xfrm>
            <a:custGeom>
              <a:rect b="b" l="l" r="r" t="t"/>
              <a:pathLst>
                <a:path extrusionOk="0" h="8262" w="4162">
                  <a:moveTo>
                    <a:pt x="175" y="8174"/>
                  </a:moveTo>
                  <a:cubicBezTo>
                    <a:pt x="463" y="6974"/>
                    <a:pt x="988" y="5862"/>
                    <a:pt x="1725" y="4887"/>
                  </a:cubicBezTo>
                  <a:cubicBezTo>
                    <a:pt x="2250" y="4187"/>
                    <a:pt x="2937" y="3525"/>
                    <a:pt x="3312" y="2700"/>
                  </a:cubicBezTo>
                  <a:cubicBezTo>
                    <a:pt x="3712" y="1788"/>
                    <a:pt x="3699" y="826"/>
                    <a:pt x="3025" y="76"/>
                  </a:cubicBezTo>
                  <a:cubicBezTo>
                    <a:pt x="2962" y="1"/>
                    <a:pt x="2837" y="88"/>
                    <a:pt x="2887" y="176"/>
                  </a:cubicBezTo>
                  <a:cubicBezTo>
                    <a:pt x="4162" y="2050"/>
                    <a:pt x="2400" y="3537"/>
                    <a:pt x="1387" y="4987"/>
                  </a:cubicBezTo>
                  <a:cubicBezTo>
                    <a:pt x="738" y="5937"/>
                    <a:pt x="275" y="6999"/>
                    <a:pt x="25" y="8124"/>
                  </a:cubicBezTo>
                  <a:cubicBezTo>
                    <a:pt x="0" y="8224"/>
                    <a:pt x="150" y="8261"/>
                    <a:pt x="188" y="8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7" name="Google Shape;3697;p101"/>
            <p:cNvSpPr/>
            <p:nvPr/>
          </p:nvSpPr>
          <p:spPr>
            <a:xfrm>
              <a:off x="638950" y="1634200"/>
              <a:ext cx="81550" cy="88450"/>
            </a:xfrm>
            <a:custGeom>
              <a:rect b="b" l="l" r="r" t="t"/>
              <a:pathLst>
                <a:path extrusionOk="0" h="3538" w="3262">
                  <a:moveTo>
                    <a:pt x="488" y="3387"/>
                  </a:moveTo>
                  <a:cubicBezTo>
                    <a:pt x="275" y="2413"/>
                    <a:pt x="175" y="1050"/>
                    <a:pt x="1187" y="438"/>
                  </a:cubicBezTo>
                  <a:cubicBezTo>
                    <a:pt x="1650" y="176"/>
                    <a:pt x="2250" y="263"/>
                    <a:pt x="2625" y="650"/>
                  </a:cubicBezTo>
                  <a:cubicBezTo>
                    <a:pt x="2937" y="975"/>
                    <a:pt x="3262" y="2300"/>
                    <a:pt x="2475" y="2388"/>
                  </a:cubicBezTo>
                  <a:cubicBezTo>
                    <a:pt x="2400" y="2388"/>
                    <a:pt x="2400" y="2525"/>
                    <a:pt x="2475" y="2512"/>
                  </a:cubicBezTo>
                  <a:cubicBezTo>
                    <a:pt x="3024" y="2462"/>
                    <a:pt x="3199" y="1788"/>
                    <a:pt x="3137" y="1313"/>
                  </a:cubicBezTo>
                  <a:cubicBezTo>
                    <a:pt x="3074" y="700"/>
                    <a:pt x="2600" y="201"/>
                    <a:pt x="1975" y="101"/>
                  </a:cubicBezTo>
                  <a:cubicBezTo>
                    <a:pt x="1337" y="1"/>
                    <a:pt x="825" y="363"/>
                    <a:pt x="500" y="900"/>
                  </a:cubicBezTo>
                  <a:cubicBezTo>
                    <a:pt x="0" y="1700"/>
                    <a:pt x="125" y="2562"/>
                    <a:pt x="325" y="3425"/>
                  </a:cubicBezTo>
                  <a:cubicBezTo>
                    <a:pt x="350" y="3537"/>
                    <a:pt x="525" y="3500"/>
                    <a:pt x="488" y="33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8" name="Google Shape;3698;p101"/>
            <p:cNvSpPr/>
            <p:nvPr/>
          </p:nvSpPr>
          <p:spPr>
            <a:xfrm>
              <a:off x="665200" y="1745425"/>
              <a:ext cx="44075" cy="33150"/>
            </a:xfrm>
            <a:custGeom>
              <a:rect b="b" l="l" r="r" t="t"/>
              <a:pathLst>
                <a:path extrusionOk="0" h="1326" w="1763">
                  <a:moveTo>
                    <a:pt x="350" y="1175"/>
                  </a:moveTo>
                  <a:cubicBezTo>
                    <a:pt x="262" y="863"/>
                    <a:pt x="312" y="538"/>
                    <a:pt x="625" y="363"/>
                  </a:cubicBezTo>
                  <a:cubicBezTo>
                    <a:pt x="825" y="188"/>
                    <a:pt x="1037" y="238"/>
                    <a:pt x="1262" y="525"/>
                  </a:cubicBezTo>
                  <a:cubicBezTo>
                    <a:pt x="1312" y="650"/>
                    <a:pt x="1300" y="788"/>
                    <a:pt x="1225" y="900"/>
                  </a:cubicBezTo>
                  <a:cubicBezTo>
                    <a:pt x="1112" y="975"/>
                    <a:pt x="1212" y="1150"/>
                    <a:pt x="1325" y="1075"/>
                  </a:cubicBezTo>
                  <a:cubicBezTo>
                    <a:pt x="1762" y="813"/>
                    <a:pt x="1412" y="113"/>
                    <a:pt x="987" y="63"/>
                  </a:cubicBezTo>
                  <a:cubicBezTo>
                    <a:pt x="325" y="0"/>
                    <a:pt x="0" y="688"/>
                    <a:pt x="200" y="1225"/>
                  </a:cubicBezTo>
                  <a:cubicBezTo>
                    <a:pt x="237" y="1325"/>
                    <a:pt x="387" y="1288"/>
                    <a:pt x="350" y="1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9" name="Google Shape;3699;p101"/>
            <p:cNvSpPr/>
            <p:nvPr/>
          </p:nvSpPr>
          <p:spPr>
            <a:xfrm>
              <a:off x="685175" y="1354600"/>
              <a:ext cx="32200" cy="31875"/>
            </a:xfrm>
            <a:custGeom>
              <a:rect b="b" l="l" r="r" t="t"/>
              <a:pathLst>
                <a:path extrusionOk="0" h="1275" w="1288">
                  <a:moveTo>
                    <a:pt x="838" y="825"/>
                  </a:moveTo>
                  <a:lnTo>
                    <a:pt x="838" y="825"/>
                  </a:lnTo>
                  <a:cubicBezTo>
                    <a:pt x="826" y="900"/>
                    <a:pt x="926" y="950"/>
                    <a:pt x="988" y="887"/>
                  </a:cubicBezTo>
                  <a:cubicBezTo>
                    <a:pt x="1288" y="475"/>
                    <a:pt x="663" y="0"/>
                    <a:pt x="326" y="412"/>
                  </a:cubicBezTo>
                  <a:cubicBezTo>
                    <a:pt x="1" y="825"/>
                    <a:pt x="563" y="1275"/>
                    <a:pt x="938" y="950"/>
                  </a:cubicBezTo>
                  <a:cubicBezTo>
                    <a:pt x="1001" y="887"/>
                    <a:pt x="913" y="775"/>
                    <a:pt x="838" y="8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0" name="Google Shape;3700;p101"/>
            <p:cNvSpPr/>
            <p:nvPr/>
          </p:nvSpPr>
          <p:spPr>
            <a:xfrm>
              <a:off x="668300" y="1430500"/>
              <a:ext cx="113125" cy="77500"/>
            </a:xfrm>
            <a:custGeom>
              <a:rect b="b" l="l" r="r" t="t"/>
              <a:pathLst>
                <a:path extrusionOk="0" h="3100" w="4525">
                  <a:moveTo>
                    <a:pt x="151" y="3050"/>
                  </a:moveTo>
                  <a:cubicBezTo>
                    <a:pt x="1338" y="1688"/>
                    <a:pt x="2813" y="926"/>
                    <a:pt x="4437" y="176"/>
                  </a:cubicBezTo>
                  <a:cubicBezTo>
                    <a:pt x="4525" y="138"/>
                    <a:pt x="4462" y="1"/>
                    <a:pt x="4375" y="26"/>
                  </a:cubicBezTo>
                  <a:cubicBezTo>
                    <a:pt x="2663" y="538"/>
                    <a:pt x="1163" y="1550"/>
                    <a:pt x="51" y="2950"/>
                  </a:cubicBezTo>
                  <a:cubicBezTo>
                    <a:pt x="1" y="3012"/>
                    <a:pt x="88" y="3100"/>
                    <a:pt x="151" y="30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1" name="Google Shape;3701;p101"/>
            <p:cNvSpPr/>
            <p:nvPr/>
          </p:nvSpPr>
          <p:spPr>
            <a:xfrm>
              <a:off x="769525" y="1413950"/>
              <a:ext cx="32525" cy="30950"/>
            </a:xfrm>
            <a:custGeom>
              <a:rect b="b" l="l" r="r" t="t"/>
              <a:pathLst>
                <a:path extrusionOk="0" h="1238" w="1301">
                  <a:moveTo>
                    <a:pt x="388" y="850"/>
                  </a:moveTo>
                  <a:cubicBezTo>
                    <a:pt x="751" y="1238"/>
                    <a:pt x="1301" y="700"/>
                    <a:pt x="926" y="350"/>
                  </a:cubicBezTo>
                  <a:cubicBezTo>
                    <a:pt x="551" y="0"/>
                    <a:pt x="1" y="638"/>
                    <a:pt x="451" y="888"/>
                  </a:cubicBezTo>
                  <a:cubicBezTo>
                    <a:pt x="538" y="925"/>
                    <a:pt x="626" y="813"/>
                    <a:pt x="563" y="738"/>
                  </a:cubicBezTo>
                  <a:lnTo>
                    <a:pt x="501" y="738"/>
                  </a:lnTo>
                  <a:cubicBezTo>
                    <a:pt x="426" y="675"/>
                    <a:pt x="326" y="775"/>
                    <a:pt x="388" y="8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2" name="Google Shape;3702;p101"/>
            <p:cNvSpPr/>
            <p:nvPr/>
          </p:nvSpPr>
          <p:spPr>
            <a:xfrm>
              <a:off x="786400" y="1462675"/>
              <a:ext cx="10025" cy="5975"/>
            </a:xfrm>
            <a:custGeom>
              <a:rect b="b" l="l" r="r" t="t"/>
              <a:pathLst>
                <a:path extrusionOk="0" h="239" w="401">
                  <a:moveTo>
                    <a:pt x="126" y="213"/>
                  </a:moveTo>
                  <a:cubicBezTo>
                    <a:pt x="188" y="213"/>
                    <a:pt x="238" y="213"/>
                    <a:pt x="301" y="226"/>
                  </a:cubicBezTo>
                  <a:cubicBezTo>
                    <a:pt x="388" y="238"/>
                    <a:pt x="401" y="113"/>
                    <a:pt x="338" y="76"/>
                  </a:cubicBezTo>
                  <a:cubicBezTo>
                    <a:pt x="276" y="26"/>
                    <a:pt x="201" y="1"/>
                    <a:pt x="126" y="13"/>
                  </a:cubicBezTo>
                  <a:cubicBezTo>
                    <a:pt x="1" y="13"/>
                    <a:pt x="1" y="201"/>
                    <a:pt x="126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3" name="Google Shape;3703;p101"/>
            <p:cNvSpPr/>
            <p:nvPr/>
          </p:nvSpPr>
          <p:spPr>
            <a:xfrm>
              <a:off x="756725" y="1594850"/>
              <a:ext cx="7200" cy="10000"/>
            </a:xfrm>
            <a:custGeom>
              <a:rect b="b" l="l" r="r" t="t"/>
              <a:pathLst>
                <a:path extrusionOk="0" h="400" w="288">
                  <a:moveTo>
                    <a:pt x="38" y="150"/>
                  </a:moveTo>
                  <a:cubicBezTo>
                    <a:pt x="63" y="237"/>
                    <a:pt x="101" y="312"/>
                    <a:pt x="176" y="362"/>
                  </a:cubicBezTo>
                  <a:cubicBezTo>
                    <a:pt x="213" y="400"/>
                    <a:pt x="288" y="362"/>
                    <a:pt x="275" y="300"/>
                  </a:cubicBezTo>
                  <a:cubicBezTo>
                    <a:pt x="263" y="225"/>
                    <a:pt x="238" y="150"/>
                    <a:pt x="188" y="88"/>
                  </a:cubicBezTo>
                  <a:cubicBezTo>
                    <a:pt x="151" y="0"/>
                    <a:pt x="1" y="63"/>
                    <a:pt x="38" y="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4" name="Google Shape;3704;p101"/>
            <p:cNvSpPr/>
            <p:nvPr/>
          </p:nvSpPr>
          <p:spPr>
            <a:xfrm>
              <a:off x="627075" y="1453625"/>
              <a:ext cx="27825" cy="156850"/>
            </a:xfrm>
            <a:custGeom>
              <a:rect b="b" l="l" r="r" t="t"/>
              <a:pathLst>
                <a:path extrusionOk="0" h="6274" w="1113">
                  <a:moveTo>
                    <a:pt x="188" y="6174"/>
                  </a:moveTo>
                  <a:cubicBezTo>
                    <a:pt x="250" y="4899"/>
                    <a:pt x="500" y="3675"/>
                    <a:pt x="775" y="2437"/>
                  </a:cubicBezTo>
                  <a:cubicBezTo>
                    <a:pt x="950" y="1625"/>
                    <a:pt x="1113" y="913"/>
                    <a:pt x="788" y="113"/>
                  </a:cubicBezTo>
                  <a:cubicBezTo>
                    <a:pt x="750" y="1"/>
                    <a:pt x="588" y="51"/>
                    <a:pt x="613" y="163"/>
                  </a:cubicBezTo>
                  <a:cubicBezTo>
                    <a:pt x="925" y="1338"/>
                    <a:pt x="488" y="2462"/>
                    <a:pt x="250" y="3625"/>
                  </a:cubicBezTo>
                  <a:cubicBezTo>
                    <a:pt x="75" y="4462"/>
                    <a:pt x="0" y="5312"/>
                    <a:pt x="0" y="6174"/>
                  </a:cubicBezTo>
                  <a:cubicBezTo>
                    <a:pt x="25" y="6274"/>
                    <a:pt x="175" y="6274"/>
                    <a:pt x="188" y="6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5" name="Google Shape;3705;p101"/>
            <p:cNvSpPr/>
            <p:nvPr/>
          </p:nvSpPr>
          <p:spPr>
            <a:xfrm>
              <a:off x="627075" y="1432375"/>
              <a:ext cx="30950" cy="33150"/>
            </a:xfrm>
            <a:custGeom>
              <a:rect b="b" l="l" r="r" t="t"/>
              <a:pathLst>
                <a:path extrusionOk="0" h="1326" w="1238">
                  <a:moveTo>
                    <a:pt x="800" y="976"/>
                  </a:moveTo>
                  <a:cubicBezTo>
                    <a:pt x="1238" y="551"/>
                    <a:pt x="513" y="1"/>
                    <a:pt x="225" y="476"/>
                  </a:cubicBezTo>
                  <a:cubicBezTo>
                    <a:pt x="0" y="851"/>
                    <a:pt x="663" y="1325"/>
                    <a:pt x="813" y="851"/>
                  </a:cubicBezTo>
                  <a:cubicBezTo>
                    <a:pt x="825" y="763"/>
                    <a:pt x="725" y="701"/>
                    <a:pt x="650" y="763"/>
                  </a:cubicBezTo>
                  <a:cubicBezTo>
                    <a:pt x="663" y="801"/>
                    <a:pt x="675" y="838"/>
                    <a:pt x="688" y="876"/>
                  </a:cubicBezTo>
                  <a:cubicBezTo>
                    <a:pt x="638" y="963"/>
                    <a:pt x="738" y="1038"/>
                    <a:pt x="813" y="9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6" name="Google Shape;3706;p101"/>
            <p:cNvSpPr/>
            <p:nvPr/>
          </p:nvSpPr>
          <p:spPr>
            <a:xfrm>
              <a:off x="684550" y="1388025"/>
              <a:ext cx="22525" cy="72800"/>
            </a:xfrm>
            <a:custGeom>
              <a:rect b="b" l="l" r="r" t="t"/>
              <a:pathLst>
                <a:path extrusionOk="0" h="2912" w="901">
                  <a:moveTo>
                    <a:pt x="801" y="2650"/>
                  </a:moveTo>
                  <a:cubicBezTo>
                    <a:pt x="213" y="2012"/>
                    <a:pt x="263" y="975"/>
                    <a:pt x="451" y="188"/>
                  </a:cubicBezTo>
                  <a:cubicBezTo>
                    <a:pt x="488" y="63"/>
                    <a:pt x="326" y="0"/>
                    <a:pt x="251" y="113"/>
                  </a:cubicBezTo>
                  <a:cubicBezTo>
                    <a:pt x="1" y="525"/>
                    <a:pt x="26" y="1225"/>
                    <a:pt x="101" y="1687"/>
                  </a:cubicBezTo>
                  <a:cubicBezTo>
                    <a:pt x="151" y="2112"/>
                    <a:pt x="338" y="2500"/>
                    <a:pt x="638" y="2812"/>
                  </a:cubicBezTo>
                  <a:cubicBezTo>
                    <a:pt x="738" y="2912"/>
                    <a:pt x="901" y="2750"/>
                    <a:pt x="788" y="2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7" name="Google Shape;3707;p101"/>
            <p:cNvSpPr/>
            <p:nvPr/>
          </p:nvSpPr>
          <p:spPr>
            <a:xfrm>
              <a:off x="690175" y="1388950"/>
              <a:ext cx="23775" cy="70625"/>
            </a:xfrm>
            <a:custGeom>
              <a:rect b="b" l="l" r="r" t="t"/>
              <a:pathLst>
                <a:path extrusionOk="0" h="2825" w="951">
                  <a:moveTo>
                    <a:pt x="88" y="213"/>
                  </a:moveTo>
                  <a:cubicBezTo>
                    <a:pt x="763" y="763"/>
                    <a:pt x="501" y="1938"/>
                    <a:pt x="401" y="2650"/>
                  </a:cubicBezTo>
                  <a:cubicBezTo>
                    <a:pt x="376" y="2750"/>
                    <a:pt x="513" y="2825"/>
                    <a:pt x="576" y="2725"/>
                  </a:cubicBezTo>
                  <a:cubicBezTo>
                    <a:pt x="951" y="2013"/>
                    <a:pt x="888" y="588"/>
                    <a:pt x="201" y="63"/>
                  </a:cubicBezTo>
                  <a:cubicBezTo>
                    <a:pt x="113" y="1"/>
                    <a:pt x="1" y="138"/>
                    <a:pt x="88" y="2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8" name="Google Shape;3708;p101"/>
            <p:cNvSpPr/>
            <p:nvPr/>
          </p:nvSpPr>
          <p:spPr>
            <a:xfrm>
              <a:off x="642075" y="1541100"/>
              <a:ext cx="56875" cy="18150"/>
            </a:xfrm>
            <a:custGeom>
              <a:rect b="b" l="l" r="r" t="t"/>
              <a:pathLst>
                <a:path extrusionOk="0" h="726" w="2275">
                  <a:moveTo>
                    <a:pt x="113" y="500"/>
                  </a:moveTo>
                  <a:cubicBezTo>
                    <a:pt x="800" y="725"/>
                    <a:pt x="1537" y="638"/>
                    <a:pt x="2150" y="251"/>
                  </a:cubicBezTo>
                  <a:cubicBezTo>
                    <a:pt x="2275" y="188"/>
                    <a:pt x="2162" y="1"/>
                    <a:pt x="2037" y="63"/>
                  </a:cubicBezTo>
                  <a:cubicBezTo>
                    <a:pt x="1475" y="401"/>
                    <a:pt x="800" y="488"/>
                    <a:pt x="163" y="313"/>
                  </a:cubicBezTo>
                  <a:cubicBezTo>
                    <a:pt x="50" y="288"/>
                    <a:pt x="0" y="463"/>
                    <a:pt x="113" y="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9" name="Google Shape;3709;p101"/>
            <p:cNvSpPr/>
            <p:nvPr/>
          </p:nvSpPr>
          <p:spPr>
            <a:xfrm>
              <a:off x="642375" y="1531100"/>
              <a:ext cx="55950" cy="20950"/>
            </a:xfrm>
            <a:custGeom>
              <a:rect b="b" l="l" r="r" t="t"/>
              <a:pathLst>
                <a:path extrusionOk="0" h="838" w="2238">
                  <a:moveTo>
                    <a:pt x="2113" y="438"/>
                  </a:moveTo>
                  <a:cubicBezTo>
                    <a:pt x="1763" y="313"/>
                    <a:pt x="1" y="1"/>
                    <a:pt x="113" y="776"/>
                  </a:cubicBezTo>
                  <a:cubicBezTo>
                    <a:pt x="126" y="813"/>
                    <a:pt x="176" y="838"/>
                    <a:pt x="213" y="826"/>
                  </a:cubicBezTo>
                  <a:cubicBezTo>
                    <a:pt x="463" y="738"/>
                    <a:pt x="626" y="588"/>
                    <a:pt x="913" y="538"/>
                  </a:cubicBezTo>
                  <a:cubicBezTo>
                    <a:pt x="1300" y="488"/>
                    <a:pt x="1688" y="526"/>
                    <a:pt x="2050" y="663"/>
                  </a:cubicBezTo>
                  <a:cubicBezTo>
                    <a:pt x="2188" y="701"/>
                    <a:pt x="2238" y="501"/>
                    <a:pt x="2113" y="4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0" name="Google Shape;3710;p101"/>
            <p:cNvSpPr/>
            <p:nvPr/>
          </p:nvSpPr>
          <p:spPr>
            <a:xfrm>
              <a:off x="703625" y="1808525"/>
              <a:ext cx="26875" cy="82825"/>
            </a:xfrm>
            <a:custGeom>
              <a:rect b="b" l="l" r="r" t="t"/>
              <a:pathLst>
                <a:path extrusionOk="0" h="3313" w="1075">
                  <a:moveTo>
                    <a:pt x="350" y="3162"/>
                  </a:moveTo>
                  <a:cubicBezTo>
                    <a:pt x="288" y="2600"/>
                    <a:pt x="325" y="2038"/>
                    <a:pt x="462" y="1500"/>
                  </a:cubicBezTo>
                  <a:cubicBezTo>
                    <a:pt x="600" y="1013"/>
                    <a:pt x="887" y="613"/>
                    <a:pt x="1050" y="138"/>
                  </a:cubicBezTo>
                  <a:cubicBezTo>
                    <a:pt x="1075" y="63"/>
                    <a:pt x="962" y="1"/>
                    <a:pt x="912" y="63"/>
                  </a:cubicBezTo>
                  <a:cubicBezTo>
                    <a:pt x="138" y="813"/>
                    <a:pt x="0" y="2175"/>
                    <a:pt x="138" y="3187"/>
                  </a:cubicBezTo>
                  <a:cubicBezTo>
                    <a:pt x="163" y="3312"/>
                    <a:pt x="363" y="3287"/>
                    <a:pt x="350" y="3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1" name="Google Shape;3711;p101"/>
            <p:cNvSpPr/>
            <p:nvPr/>
          </p:nvSpPr>
          <p:spPr>
            <a:xfrm>
              <a:off x="708300" y="1808525"/>
              <a:ext cx="30950" cy="100950"/>
            </a:xfrm>
            <a:custGeom>
              <a:rect b="b" l="l" r="r" t="t"/>
              <a:pathLst>
                <a:path extrusionOk="0" h="4038" w="1238">
                  <a:moveTo>
                    <a:pt x="788" y="201"/>
                  </a:moveTo>
                  <a:cubicBezTo>
                    <a:pt x="900" y="876"/>
                    <a:pt x="1000" y="1575"/>
                    <a:pt x="850" y="2250"/>
                  </a:cubicBezTo>
                  <a:cubicBezTo>
                    <a:pt x="713" y="2800"/>
                    <a:pt x="400" y="3287"/>
                    <a:pt x="88" y="3762"/>
                  </a:cubicBezTo>
                  <a:cubicBezTo>
                    <a:pt x="1" y="3900"/>
                    <a:pt x="226" y="4037"/>
                    <a:pt x="313" y="3887"/>
                  </a:cubicBezTo>
                  <a:cubicBezTo>
                    <a:pt x="688" y="3325"/>
                    <a:pt x="1038" y="2738"/>
                    <a:pt x="1138" y="2050"/>
                  </a:cubicBezTo>
                  <a:cubicBezTo>
                    <a:pt x="1238" y="1425"/>
                    <a:pt x="1113" y="763"/>
                    <a:pt x="1000" y="138"/>
                  </a:cubicBezTo>
                  <a:cubicBezTo>
                    <a:pt x="975" y="1"/>
                    <a:pt x="763" y="63"/>
                    <a:pt x="788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2" name="Google Shape;3712;p101"/>
            <p:cNvSpPr/>
            <p:nvPr/>
          </p:nvSpPr>
          <p:spPr>
            <a:xfrm>
              <a:off x="887000" y="1496125"/>
              <a:ext cx="8475" cy="8125"/>
            </a:xfrm>
            <a:custGeom>
              <a:rect b="b" l="l" r="r" t="t"/>
              <a:pathLst>
                <a:path extrusionOk="0" h="325" w="339">
                  <a:moveTo>
                    <a:pt x="251" y="13"/>
                  </a:moveTo>
                  <a:cubicBezTo>
                    <a:pt x="163" y="0"/>
                    <a:pt x="76" y="38"/>
                    <a:pt x="38" y="113"/>
                  </a:cubicBezTo>
                  <a:cubicBezTo>
                    <a:pt x="13" y="125"/>
                    <a:pt x="1" y="163"/>
                    <a:pt x="13" y="188"/>
                  </a:cubicBezTo>
                  <a:cubicBezTo>
                    <a:pt x="26" y="213"/>
                    <a:pt x="26" y="250"/>
                    <a:pt x="38" y="275"/>
                  </a:cubicBezTo>
                  <a:cubicBezTo>
                    <a:pt x="51" y="300"/>
                    <a:pt x="113" y="325"/>
                    <a:pt x="138" y="288"/>
                  </a:cubicBezTo>
                  <a:lnTo>
                    <a:pt x="276" y="150"/>
                  </a:lnTo>
                  <a:cubicBezTo>
                    <a:pt x="338" y="125"/>
                    <a:pt x="338" y="0"/>
                    <a:pt x="251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3" name="Google Shape;3713;p101"/>
            <p:cNvSpPr/>
            <p:nvPr/>
          </p:nvSpPr>
          <p:spPr>
            <a:xfrm>
              <a:off x="893575" y="1496125"/>
              <a:ext cx="58750" cy="15000"/>
            </a:xfrm>
            <a:custGeom>
              <a:rect b="b" l="l" r="r" t="t"/>
              <a:pathLst>
                <a:path extrusionOk="0" h="600" w="2350">
                  <a:moveTo>
                    <a:pt x="50" y="125"/>
                  </a:moveTo>
                  <a:cubicBezTo>
                    <a:pt x="725" y="462"/>
                    <a:pt x="1525" y="600"/>
                    <a:pt x="2262" y="375"/>
                  </a:cubicBezTo>
                  <a:cubicBezTo>
                    <a:pt x="2350" y="350"/>
                    <a:pt x="2337" y="188"/>
                    <a:pt x="2237" y="200"/>
                  </a:cubicBezTo>
                  <a:cubicBezTo>
                    <a:pt x="1487" y="288"/>
                    <a:pt x="812" y="288"/>
                    <a:pt x="100" y="25"/>
                  </a:cubicBezTo>
                  <a:cubicBezTo>
                    <a:pt x="38" y="0"/>
                    <a:pt x="0" y="100"/>
                    <a:pt x="50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4" name="Google Shape;3714;p101"/>
            <p:cNvSpPr/>
            <p:nvPr/>
          </p:nvSpPr>
          <p:spPr>
            <a:xfrm>
              <a:off x="927000" y="1501125"/>
              <a:ext cx="25325" cy="17200"/>
            </a:xfrm>
            <a:custGeom>
              <a:rect b="b" l="l" r="r" t="t"/>
              <a:pathLst>
                <a:path extrusionOk="0" h="688" w="1013">
                  <a:moveTo>
                    <a:pt x="825" y="75"/>
                  </a:moveTo>
                  <a:cubicBezTo>
                    <a:pt x="613" y="337"/>
                    <a:pt x="375" y="412"/>
                    <a:pt x="75" y="525"/>
                  </a:cubicBezTo>
                  <a:cubicBezTo>
                    <a:pt x="0" y="562"/>
                    <a:pt x="0" y="687"/>
                    <a:pt x="100" y="675"/>
                  </a:cubicBezTo>
                  <a:cubicBezTo>
                    <a:pt x="450" y="662"/>
                    <a:pt x="763" y="475"/>
                    <a:pt x="963" y="187"/>
                  </a:cubicBezTo>
                  <a:cubicBezTo>
                    <a:pt x="1013" y="100"/>
                    <a:pt x="888" y="0"/>
                    <a:pt x="825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5" name="Google Shape;3715;p101"/>
            <p:cNvSpPr/>
            <p:nvPr/>
          </p:nvSpPr>
          <p:spPr>
            <a:xfrm>
              <a:off x="886700" y="1501125"/>
              <a:ext cx="26575" cy="55300"/>
            </a:xfrm>
            <a:custGeom>
              <a:rect b="b" l="l" r="r" t="t"/>
              <a:pathLst>
                <a:path extrusionOk="0" h="2212" w="1063">
                  <a:moveTo>
                    <a:pt x="38" y="138"/>
                  </a:moveTo>
                  <a:cubicBezTo>
                    <a:pt x="213" y="437"/>
                    <a:pt x="363" y="750"/>
                    <a:pt x="488" y="1087"/>
                  </a:cubicBezTo>
                  <a:cubicBezTo>
                    <a:pt x="600" y="1437"/>
                    <a:pt x="525" y="1737"/>
                    <a:pt x="488" y="2099"/>
                  </a:cubicBezTo>
                  <a:cubicBezTo>
                    <a:pt x="475" y="2187"/>
                    <a:pt x="600" y="2212"/>
                    <a:pt x="638" y="2137"/>
                  </a:cubicBezTo>
                  <a:cubicBezTo>
                    <a:pt x="1062" y="1437"/>
                    <a:pt x="600" y="600"/>
                    <a:pt x="125" y="50"/>
                  </a:cubicBezTo>
                  <a:cubicBezTo>
                    <a:pt x="75" y="0"/>
                    <a:pt x="0" y="75"/>
                    <a:pt x="25" y="1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6" name="Google Shape;3716;p101"/>
            <p:cNvSpPr/>
            <p:nvPr/>
          </p:nvSpPr>
          <p:spPr>
            <a:xfrm>
              <a:off x="897000" y="1522975"/>
              <a:ext cx="17200" cy="34700"/>
            </a:xfrm>
            <a:custGeom>
              <a:rect b="b" l="l" r="r" t="t"/>
              <a:pathLst>
                <a:path extrusionOk="0" h="1388" w="688">
                  <a:moveTo>
                    <a:pt x="301" y="1263"/>
                  </a:moveTo>
                  <a:cubicBezTo>
                    <a:pt x="563" y="938"/>
                    <a:pt x="688" y="513"/>
                    <a:pt x="638" y="101"/>
                  </a:cubicBezTo>
                  <a:cubicBezTo>
                    <a:pt x="613" y="1"/>
                    <a:pt x="463" y="38"/>
                    <a:pt x="463" y="126"/>
                  </a:cubicBezTo>
                  <a:cubicBezTo>
                    <a:pt x="438" y="513"/>
                    <a:pt x="375" y="813"/>
                    <a:pt x="113" y="1101"/>
                  </a:cubicBezTo>
                  <a:cubicBezTo>
                    <a:pt x="1" y="1238"/>
                    <a:pt x="201" y="1388"/>
                    <a:pt x="301" y="1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7" name="Google Shape;3717;p101"/>
            <p:cNvSpPr/>
            <p:nvPr/>
          </p:nvSpPr>
          <p:spPr>
            <a:xfrm>
              <a:off x="907925" y="1521425"/>
              <a:ext cx="22850" cy="11275"/>
            </a:xfrm>
            <a:custGeom>
              <a:rect b="b" l="l" r="r" t="t"/>
              <a:pathLst>
                <a:path extrusionOk="0" h="451" w="914">
                  <a:moveTo>
                    <a:pt x="126" y="213"/>
                  </a:moveTo>
                  <a:cubicBezTo>
                    <a:pt x="351" y="275"/>
                    <a:pt x="551" y="388"/>
                    <a:pt x="776" y="425"/>
                  </a:cubicBezTo>
                  <a:cubicBezTo>
                    <a:pt x="863" y="450"/>
                    <a:pt x="913" y="338"/>
                    <a:pt x="838" y="288"/>
                  </a:cubicBezTo>
                  <a:cubicBezTo>
                    <a:pt x="638" y="163"/>
                    <a:pt x="413" y="75"/>
                    <a:pt x="176" y="38"/>
                  </a:cubicBezTo>
                  <a:cubicBezTo>
                    <a:pt x="51" y="0"/>
                    <a:pt x="1" y="175"/>
                    <a:pt x="126" y="2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8" name="Google Shape;3718;p101"/>
            <p:cNvSpPr/>
            <p:nvPr/>
          </p:nvSpPr>
          <p:spPr>
            <a:xfrm>
              <a:off x="915425" y="1512975"/>
              <a:ext cx="16275" cy="19725"/>
            </a:xfrm>
            <a:custGeom>
              <a:rect b="b" l="l" r="r" t="t"/>
              <a:pathLst>
                <a:path extrusionOk="0" h="789" w="651">
                  <a:moveTo>
                    <a:pt x="588" y="563"/>
                  </a:moveTo>
                  <a:cubicBezTo>
                    <a:pt x="501" y="376"/>
                    <a:pt x="376" y="201"/>
                    <a:pt x="213" y="63"/>
                  </a:cubicBezTo>
                  <a:cubicBezTo>
                    <a:pt x="138" y="1"/>
                    <a:pt x="1" y="88"/>
                    <a:pt x="63" y="176"/>
                  </a:cubicBezTo>
                  <a:cubicBezTo>
                    <a:pt x="176" y="351"/>
                    <a:pt x="288" y="501"/>
                    <a:pt x="401" y="663"/>
                  </a:cubicBezTo>
                  <a:cubicBezTo>
                    <a:pt x="476" y="788"/>
                    <a:pt x="651" y="688"/>
                    <a:pt x="588" y="5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9" name="Google Shape;3719;p101"/>
            <p:cNvSpPr/>
            <p:nvPr/>
          </p:nvSpPr>
          <p:spPr>
            <a:xfrm>
              <a:off x="917300" y="1513300"/>
              <a:ext cx="17225" cy="6900"/>
            </a:xfrm>
            <a:custGeom>
              <a:rect b="b" l="l" r="r" t="t"/>
              <a:pathLst>
                <a:path extrusionOk="0" h="276" w="689">
                  <a:moveTo>
                    <a:pt x="126" y="225"/>
                  </a:moveTo>
                  <a:cubicBezTo>
                    <a:pt x="288" y="275"/>
                    <a:pt x="463" y="250"/>
                    <a:pt x="613" y="163"/>
                  </a:cubicBezTo>
                  <a:cubicBezTo>
                    <a:pt x="688" y="113"/>
                    <a:pt x="626" y="0"/>
                    <a:pt x="551" y="25"/>
                  </a:cubicBezTo>
                  <a:lnTo>
                    <a:pt x="176" y="38"/>
                  </a:lnTo>
                  <a:cubicBezTo>
                    <a:pt x="51" y="13"/>
                    <a:pt x="1" y="188"/>
                    <a:pt x="126" y="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0" name="Google Shape;3720;p101"/>
            <p:cNvSpPr/>
            <p:nvPr/>
          </p:nvSpPr>
          <p:spPr>
            <a:xfrm>
              <a:off x="926050" y="1528925"/>
              <a:ext cx="28775" cy="23450"/>
            </a:xfrm>
            <a:custGeom>
              <a:rect b="b" l="l" r="r" t="t"/>
              <a:pathLst>
                <a:path extrusionOk="0" h="938" w="1151">
                  <a:moveTo>
                    <a:pt x="501" y="163"/>
                  </a:moveTo>
                  <a:cubicBezTo>
                    <a:pt x="1" y="263"/>
                    <a:pt x="276" y="937"/>
                    <a:pt x="713" y="838"/>
                  </a:cubicBezTo>
                  <a:cubicBezTo>
                    <a:pt x="1150" y="750"/>
                    <a:pt x="1013" y="0"/>
                    <a:pt x="513" y="150"/>
                  </a:cubicBezTo>
                  <a:cubicBezTo>
                    <a:pt x="401" y="188"/>
                    <a:pt x="426" y="350"/>
                    <a:pt x="538" y="350"/>
                  </a:cubicBezTo>
                  <a:cubicBezTo>
                    <a:pt x="538" y="350"/>
                    <a:pt x="538" y="325"/>
                    <a:pt x="551" y="325"/>
                  </a:cubicBezTo>
                  <a:cubicBezTo>
                    <a:pt x="663" y="288"/>
                    <a:pt x="613" y="125"/>
                    <a:pt x="501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1" name="Google Shape;3721;p101"/>
            <p:cNvSpPr/>
            <p:nvPr/>
          </p:nvSpPr>
          <p:spPr>
            <a:xfrm>
              <a:off x="6209675" y="1202450"/>
              <a:ext cx="551125" cy="190275"/>
            </a:xfrm>
            <a:custGeom>
              <a:rect b="b" l="l" r="r" t="t"/>
              <a:pathLst>
                <a:path extrusionOk="0" h="7611" w="22045">
                  <a:moveTo>
                    <a:pt x="225" y="2949"/>
                  </a:moveTo>
                  <a:cubicBezTo>
                    <a:pt x="5049" y="7611"/>
                    <a:pt x="11447" y="0"/>
                    <a:pt x="17096" y="1300"/>
                  </a:cubicBezTo>
                  <a:cubicBezTo>
                    <a:pt x="20083" y="2000"/>
                    <a:pt x="22045" y="4312"/>
                    <a:pt x="21945" y="7373"/>
                  </a:cubicBezTo>
                  <a:cubicBezTo>
                    <a:pt x="21932" y="7461"/>
                    <a:pt x="21820" y="7461"/>
                    <a:pt x="21807" y="7373"/>
                  </a:cubicBezTo>
                  <a:cubicBezTo>
                    <a:pt x="21532" y="1100"/>
                    <a:pt x="14534" y="887"/>
                    <a:pt x="10173" y="2724"/>
                  </a:cubicBezTo>
                  <a:cubicBezTo>
                    <a:pt x="8448" y="3449"/>
                    <a:pt x="6736" y="4437"/>
                    <a:pt x="4837" y="4661"/>
                  </a:cubicBezTo>
                  <a:cubicBezTo>
                    <a:pt x="2937" y="4886"/>
                    <a:pt x="1425" y="4387"/>
                    <a:pt x="88" y="3087"/>
                  </a:cubicBezTo>
                  <a:cubicBezTo>
                    <a:pt x="0" y="2999"/>
                    <a:pt x="125" y="2874"/>
                    <a:pt x="213" y="294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2" name="Google Shape;3722;p101"/>
            <p:cNvSpPr/>
            <p:nvPr/>
          </p:nvSpPr>
          <p:spPr>
            <a:xfrm>
              <a:off x="6575200" y="1369575"/>
              <a:ext cx="180925" cy="121575"/>
            </a:xfrm>
            <a:custGeom>
              <a:rect b="b" l="l" r="r" t="t"/>
              <a:pathLst>
                <a:path extrusionOk="0" h="4863" w="7237">
                  <a:moveTo>
                    <a:pt x="7224" y="1688"/>
                  </a:moveTo>
                  <a:cubicBezTo>
                    <a:pt x="7086" y="3700"/>
                    <a:pt x="4624" y="4862"/>
                    <a:pt x="2825" y="4325"/>
                  </a:cubicBezTo>
                  <a:cubicBezTo>
                    <a:pt x="1313" y="3875"/>
                    <a:pt x="0" y="1338"/>
                    <a:pt x="1388" y="88"/>
                  </a:cubicBezTo>
                  <a:cubicBezTo>
                    <a:pt x="1463" y="1"/>
                    <a:pt x="1588" y="126"/>
                    <a:pt x="1500" y="201"/>
                  </a:cubicBezTo>
                  <a:cubicBezTo>
                    <a:pt x="113" y="1725"/>
                    <a:pt x="1775" y="4025"/>
                    <a:pt x="3400" y="4225"/>
                  </a:cubicBezTo>
                  <a:cubicBezTo>
                    <a:pt x="4949" y="4425"/>
                    <a:pt x="6911" y="3413"/>
                    <a:pt x="7024" y="1688"/>
                  </a:cubicBezTo>
                  <a:cubicBezTo>
                    <a:pt x="7036" y="1563"/>
                    <a:pt x="7236" y="1563"/>
                    <a:pt x="7224" y="16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3" name="Google Shape;3723;p101"/>
            <p:cNvSpPr/>
            <p:nvPr/>
          </p:nvSpPr>
          <p:spPr>
            <a:xfrm>
              <a:off x="6628300" y="1348025"/>
              <a:ext cx="73450" cy="77200"/>
            </a:xfrm>
            <a:custGeom>
              <a:rect b="b" l="l" r="r" t="t"/>
              <a:pathLst>
                <a:path extrusionOk="0" h="3088" w="2938">
                  <a:moveTo>
                    <a:pt x="88" y="488"/>
                  </a:moveTo>
                  <a:cubicBezTo>
                    <a:pt x="913" y="1"/>
                    <a:pt x="2138" y="351"/>
                    <a:pt x="2550" y="1238"/>
                  </a:cubicBezTo>
                  <a:cubicBezTo>
                    <a:pt x="2938" y="2063"/>
                    <a:pt x="2325" y="2987"/>
                    <a:pt x="1451" y="3075"/>
                  </a:cubicBezTo>
                  <a:cubicBezTo>
                    <a:pt x="1338" y="3087"/>
                    <a:pt x="1313" y="2900"/>
                    <a:pt x="1426" y="2887"/>
                  </a:cubicBezTo>
                  <a:cubicBezTo>
                    <a:pt x="2238" y="2737"/>
                    <a:pt x="2738" y="1913"/>
                    <a:pt x="2275" y="1163"/>
                  </a:cubicBezTo>
                  <a:cubicBezTo>
                    <a:pt x="1800" y="476"/>
                    <a:pt x="901" y="251"/>
                    <a:pt x="163" y="625"/>
                  </a:cubicBezTo>
                  <a:cubicBezTo>
                    <a:pt x="76" y="675"/>
                    <a:pt x="1" y="538"/>
                    <a:pt x="88" y="4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4" name="Google Shape;3724;p101"/>
            <p:cNvSpPr/>
            <p:nvPr/>
          </p:nvSpPr>
          <p:spPr>
            <a:xfrm>
              <a:off x="6655500" y="1418950"/>
              <a:ext cx="25" cy="325"/>
            </a:xfrm>
            <a:custGeom>
              <a:rect b="b" l="l" r="r" t="t"/>
              <a:pathLst>
                <a:path extrusionOk="0" h="13" w="1">
                  <a:moveTo>
                    <a:pt x="0" y="1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5" name="Google Shape;3725;p101"/>
            <p:cNvSpPr/>
            <p:nvPr/>
          </p:nvSpPr>
          <p:spPr>
            <a:xfrm>
              <a:off x="6641425" y="1240875"/>
              <a:ext cx="206550" cy="104050"/>
            </a:xfrm>
            <a:custGeom>
              <a:rect b="b" l="l" r="r" t="t"/>
              <a:pathLst>
                <a:path extrusionOk="0" h="4162" w="8262">
                  <a:moveTo>
                    <a:pt x="138" y="25"/>
                  </a:moveTo>
                  <a:cubicBezTo>
                    <a:pt x="1263" y="263"/>
                    <a:pt x="2325" y="725"/>
                    <a:pt x="3275" y="1375"/>
                  </a:cubicBezTo>
                  <a:cubicBezTo>
                    <a:pt x="4725" y="2387"/>
                    <a:pt x="6199" y="4162"/>
                    <a:pt x="8086" y="2875"/>
                  </a:cubicBezTo>
                  <a:cubicBezTo>
                    <a:pt x="8161" y="2825"/>
                    <a:pt x="8261" y="2950"/>
                    <a:pt x="8186" y="3012"/>
                  </a:cubicBezTo>
                  <a:cubicBezTo>
                    <a:pt x="7436" y="3699"/>
                    <a:pt x="6487" y="3699"/>
                    <a:pt x="5562" y="3299"/>
                  </a:cubicBezTo>
                  <a:cubicBezTo>
                    <a:pt x="4887" y="2999"/>
                    <a:pt x="4362" y="2475"/>
                    <a:pt x="3787" y="2025"/>
                  </a:cubicBezTo>
                  <a:cubicBezTo>
                    <a:pt x="2713" y="1137"/>
                    <a:pt x="1450" y="500"/>
                    <a:pt x="88" y="175"/>
                  </a:cubicBezTo>
                  <a:cubicBezTo>
                    <a:pt x="1" y="150"/>
                    <a:pt x="38" y="0"/>
                    <a:pt x="138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6" name="Google Shape;3726;p101"/>
            <p:cNvSpPr/>
            <p:nvPr/>
          </p:nvSpPr>
          <p:spPr>
            <a:xfrm>
              <a:off x="6499275" y="1245875"/>
              <a:ext cx="88450" cy="80000"/>
            </a:xfrm>
            <a:custGeom>
              <a:rect b="b" l="l" r="r" t="t"/>
              <a:pathLst>
                <a:path extrusionOk="0" h="3200" w="3538">
                  <a:moveTo>
                    <a:pt x="101" y="313"/>
                  </a:moveTo>
                  <a:cubicBezTo>
                    <a:pt x="988" y="113"/>
                    <a:pt x="1838" y="0"/>
                    <a:pt x="2638" y="488"/>
                  </a:cubicBezTo>
                  <a:cubicBezTo>
                    <a:pt x="3175" y="813"/>
                    <a:pt x="3537" y="1325"/>
                    <a:pt x="3437" y="1975"/>
                  </a:cubicBezTo>
                  <a:cubicBezTo>
                    <a:pt x="3337" y="2587"/>
                    <a:pt x="2838" y="3062"/>
                    <a:pt x="2225" y="3137"/>
                  </a:cubicBezTo>
                  <a:cubicBezTo>
                    <a:pt x="1750" y="3187"/>
                    <a:pt x="1075" y="3024"/>
                    <a:pt x="1026" y="2475"/>
                  </a:cubicBezTo>
                  <a:cubicBezTo>
                    <a:pt x="1013" y="2387"/>
                    <a:pt x="1150" y="2387"/>
                    <a:pt x="1150" y="2475"/>
                  </a:cubicBezTo>
                  <a:cubicBezTo>
                    <a:pt x="1225" y="3199"/>
                    <a:pt x="2438" y="2937"/>
                    <a:pt x="2750" y="2712"/>
                  </a:cubicBezTo>
                  <a:cubicBezTo>
                    <a:pt x="3237" y="2362"/>
                    <a:pt x="3387" y="1700"/>
                    <a:pt x="3087" y="1175"/>
                  </a:cubicBezTo>
                  <a:cubicBezTo>
                    <a:pt x="2475" y="163"/>
                    <a:pt x="1125" y="263"/>
                    <a:pt x="151" y="488"/>
                  </a:cubicBezTo>
                  <a:cubicBezTo>
                    <a:pt x="38" y="513"/>
                    <a:pt x="1" y="338"/>
                    <a:pt x="101" y="3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7" name="Google Shape;3727;p101"/>
            <p:cNvSpPr/>
            <p:nvPr/>
          </p:nvSpPr>
          <p:spPr>
            <a:xfrm>
              <a:off x="6443675" y="1272100"/>
              <a:ext cx="33125" cy="43775"/>
            </a:xfrm>
            <a:custGeom>
              <a:rect b="b" l="l" r="r" t="t"/>
              <a:pathLst>
                <a:path extrusionOk="0" h="1751" w="1325">
                  <a:moveTo>
                    <a:pt x="88" y="188"/>
                  </a:moveTo>
                  <a:cubicBezTo>
                    <a:pt x="638" y="1"/>
                    <a:pt x="1325" y="326"/>
                    <a:pt x="1250" y="976"/>
                  </a:cubicBezTo>
                  <a:cubicBezTo>
                    <a:pt x="1200" y="1413"/>
                    <a:pt x="500" y="1750"/>
                    <a:pt x="238" y="1326"/>
                  </a:cubicBezTo>
                  <a:cubicBezTo>
                    <a:pt x="175" y="1213"/>
                    <a:pt x="350" y="1101"/>
                    <a:pt x="425" y="1213"/>
                  </a:cubicBezTo>
                  <a:cubicBezTo>
                    <a:pt x="538" y="1288"/>
                    <a:pt x="675" y="1301"/>
                    <a:pt x="800" y="1263"/>
                  </a:cubicBezTo>
                  <a:cubicBezTo>
                    <a:pt x="1075" y="1026"/>
                    <a:pt x="1125" y="813"/>
                    <a:pt x="950" y="613"/>
                  </a:cubicBezTo>
                  <a:cubicBezTo>
                    <a:pt x="788" y="301"/>
                    <a:pt x="450" y="263"/>
                    <a:pt x="138" y="351"/>
                  </a:cubicBezTo>
                  <a:cubicBezTo>
                    <a:pt x="38" y="376"/>
                    <a:pt x="0" y="226"/>
                    <a:pt x="100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8" name="Google Shape;3728;p101"/>
            <p:cNvSpPr/>
            <p:nvPr/>
          </p:nvSpPr>
          <p:spPr>
            <a:xfrm>
              <a:off x="6835450" y="1292100"/>
              <a:ext cx="31875" cy="31900"/>
            </a:xfrm>
            <a:custGeom>
              <a:rect b="b" l="l" r="r" t="t"/>
              <a:pathLst>
                <a:path extrusionOk="0" h="1276" w="1275">
                  <a:moveTo>
                    <a:pt x="325" y="925"/>
                  </a:moveTo>
                  <a:cubicBezTo>
                    <a:pt x="0" y="563"/>
                    <a:pt x="450" y="1"/>
                    <a:pt x="863" y="326"/>
                  </a:cubicBezTo>
                  <a:cubicBezTo>
                    <a:pt x="1275" y="651"/>
                    <a:pt x="800" y="1275"/>
                    <a:pt x="388" y="975"/>
                  </a:cubicBezTo>
                  <a:cubicBezTo>
                    <a:pt x="325" y="925"/>
                    <a:pt x="375" y="813"/>
                    <a:pt x="463" y="826"/>
                  </a:cubicBezTo>
                  <a:lnTo>
                    <a:pt x="463" y="826"/>
                  </a:lnTo>
                  <a:cubicBezTo>
                    <a:pt x="500" y="901"/>
                    <a:pt x="400" y="1000"/>
                    <a:pt x="338" y="9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9" name="Google Shape;3729;p101"/>
            <p:cNvSpPr/>
            <p:nvPr/>
          </p:nvSpPr>
          <p:spPr>
            <a:xfrm>
              <a:off x="6713600" y="1274925"/>
              <a:ext cx="77825" cy="113125"/>
            </a:xfrm>
            <a:custGeom>
              <a:rect b="b" l="l" r="r" t="t"/>
              <a:pathLst>
                <a:path extrusionOk="0" h="4525" w="3113">
                  <a:moveTo>
                    <a:pt x="163" y="63"/>
                  </a:moveTo>
                  <a:cubicBezTo>
                    <a:pt x="1550" y="1163"/>
                    <a:pt x="2575" y="2675"/>
                    <a:pt x="3087" y="4374"/>
                  </a:cubicBezTo>
                  <a:cubicBezTo>
                    <a:pt x="3112" y="4462"/>
                    <a:pt x="2975" y="4524"/>
                    <a:pt x="2925" y="4437"/>
                  </a:cubicBezTo>
                  <a:cubicBezTo>
                    <a:pt x="2175" y="2825"/>
                    <a:pt x="1413" y="1338"/>
                    <a:pt x="63" y="150"/>
                  </a:cubicBezTo>
                  <a:cubicBezTo>
                    <a:pt x="1" y="100"/>
                    <a:pt x="88" y="0"/>
                    <a:pt x="150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0" name="Google Shape;3730;p101"/>
            <p:cNvSpPr/>
            <p:nvPr/>
          </p:nvSpPr>
          <p:spPr>
            <a:xfrm>
              <a:off x="6777025" y="1376150"/>
              <a:ext cx="30650" cy="32525"/>
            </a:xfrm>
            <a:custGeom>
              <a:rect b="b" l="l" r="r" t="t"/>
              <a:pathLst>
                <a:path extrusionOk="0" h="1301" w="1226">
                  <a:moveTo>
                    <a:pt x="500" y="500"/>
                  </a:moveTo>
                  <a:lnTo>
                    <a:pt x="500" y="563"/>
                  </a:lnTo>
                  <a:cubicBezTo>
                    <a:pt x="425" y="638"/>
                    <a:pt x="313" y="550"/>
                    <a:pt x="350" y="450"/>
                  </a:cubicBezTo>
                  <a:cubicBezTo>
                    <a:pt x="600" y="0"/>
                    <a:pt x="1225" y="550"/>
                    <a:pt x="888" y="925"/>
                  </a:cubicBezTo>
                  <a:cubicBezTo>
                    <a:pt x="550" y="1300"/>
                    <a:pt x="0" y="750"/>
                    <a:pt x="388" y="388"/>
                  </a:cubicBezTo>
                  <a:cubicBezTo>
                    <a:pt x="463" y="325"/>
                    <a:pt x="563" y="425"/>
                    <a:pt x="500" y="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1" name="Google Shape;3731;p101"/>
            <p:cNvSpPr/>
            <p:nvPr/>
          </p:nvSpPr>
          <p:spPr>
            <a:xfrm>
              <a:off x="6753275" y="1393325"/>
              <a:ext cx="5650" cy="9725"/>
            </a:xfrm>
            <a:custGeom>
              <a:rect b="b" l="l" r="r" t="t"/>
              <a:pathLst>
                <a:path extrusionOk="0" h="389" w="226">
                  <a:moveTo>
                    <a:pt x="213" y="126"/>
                  </a:moveTo>
                  <a:cubicBezTo>
                    <a:pt x="226" y="201"/>
                    <a:pt x="213" y="276"/>
                    <a:pt x="163" y="326"/>
                  </a:cubicBezTo>
                  <a:cubicBezTo>
                    <a:pt x="126" y="388"/>
                    <a:pt x="1" y="376"/>
                    <a:pt x="1" y="288"/>
                  </a:cubicBezTo>
                  <a:cubicBezTo>
                    <a:pt x="13" y="238"/>
                    <a:pt x="13" y="176"/>
                    <a:pt x="26" y="126"/>
                  </a:cubicBezTo>
                  <a:cubicBezTo>
                    <a:pt x="26" y="1"/>
                    <a:pt x="213" y="1"/>
                    <a:pt x="213" y="1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2" name="Google Shape;3732;p101"/>
            <p:cNvSpPr/>
            <p:nvPr/>
          </p:nvSpPr>
          <p:spPr>
            <a:xfrm>
              <a:off x="6617075" y="1363650"/>
              <a:ext cx="10000" cy="6900"/>
            </a:xfrm>
            <a:custGeom>
              <a:rect b="b" l="l" r="r" t="t"/>
              <a:pathLst>
                <a:path extrusionOk="0" h="276" w="400">
                  <a:moveTo>
                    <a:pt x="312" y="188"/>
                  </a:moveTo>
                  <a:cubicBezTo>
                    <a:pt x="250" y="225"/>
                    <a:pt x="175" y="250"/>
                    <a:pt x="100" y="263"/>
                  </a:cubicBezTo>
                  <a:cubicBezTo>
                    <a:pt x="38" y="275"/>
                    <a:pt x="0" y="213"/>
                    <a:pt x="38" y="163"/>
                  </a:cubicBezTo>
                  <a:cubicBezTo>
                    <a:pt x="88" y="100"/>
                    <a:pt x="163" y="50"/>
                    <a:pt x="250" y="25"/>
                  </a:cubicBezTo>
                  <a:cubicBezTo>
                    <a:pt x="337" y="0"/>
                    <a:pt x="400" y="138"/>
                    <a:pt x="312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3" name="Google Shape;3733;p101"/>
            <p:cNvSpPr/>
            <p:nvPr/>
          </p:nvSpPr>
          <p:spPr>
            <a:xfrm>
              <a:off x="6611450" y="1234000"/>
              <a:ext cx="156850" cy="27525"/>
            </a:xfrm>
            <a:custGeom>
              <a:rect b="b" l="l" r="r" t="t"/>
              <a:pathLst>
                <a:path extrusionOk="0" h="1101" w="6274">
                  <a:moveTo>
                    <a:pt x="100" y="13"/>
                  </a:moveTo>
                  <a:cubicBezTo>
                    <a:pt x="950" y="0"/>
                    <a:pt x="1812" y="75"/>
                    <a:pt x="2649" y="250"/>
                  </a:cubicBezTo>
                  <a:cubicBezTo>
                    <a:pt x="3812" y="488"/>
                    <a:pt x="4924" y="925"/>
                    <a:pt x="6111" y="613"/>
                  </a:cubicBezTo>
                  <a:cubicBezTo>
                    <a:pt x="6223" y="575"/>
                    <a:pt x="6273" y="763"/>
                    <a:pt x="6161" y="788"/>
                  </a:cubicBezTo>
                  <a:cubicBezTo>
                    <a:pt x="5361" y="1100"/>
                    <a:pt x="4636" y="950"/>
                    <a:pt x="3824" y="775"/>
                  </a:cubicBezTo>
                  <a:cubicBezTo>
                    <a:pt x="2587" y="500"/>
                    <a:pt x="1375" y="250"/>
                    <a:pt x="100" y="188"/>
                  </a:cubicBezTo>
                  <a:cubicBezTo>
                    <a:pt x="0" y="175"/>
                    <a:pt x="0" y="25"/>
                    <a:pt x="100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4" name="Google Shape;3734;p101"/>
            <p:cNvSpPr/>
            <p:nvPr/>
          </p:nvSpPr>
          <p:spPr>
            <a:xfrm>
              <a:off x="6756400" y="1233675"/>
              <a:ext cx="33150" cy="30975"/>
            </a:xfrm>
            <a:custGeom>
              <a:rect b="b" l="l" r="r" t="t"/>
              <a:pathLst>
                <a:path extrusionOk="0" h="1239" w="1326">
                  <a:moveTo>
                    <a:pt x="450" y="688"/>
                  </a:moveTo>
                  <a:lnTo>
                    <a:pt x="563" y="651"/>
                  </a:lnTo>
                  <a:cubicBezTo>
                    <a:pt x="625" y="726"/>
                    <a:pt x="563" y="826"/>
                    <a:pt x="475" y="813"/>
                  </a:cubicBezTo>
                  <a:cubicBezTo>
                    <a:pt x="1" y="651"/>
                    <a:pt x="475" y="1"/>
                    <a:pt x="863" y="226"/>
                  </a:cubicBezTo>
                  <a:cubicBezTo>
                    <a:pt x="1325" y="526"/>
                    <a:pt x="788" y="1238"/>
                    <a:pt x="350" y="801"/>
                  </a:cubicBezTo>
                  <a:cubicBezTo>
                    <a:pt x="301" y="738"/>
                    <a:pt x="375" y="638"/>
                    <a:pt x="450" y="6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5" name="Google Shape;3735;p101"/>
            <p:cNvSpPr/>
            <p:nvPr/>
          </p:nvSpPr>
          <p:spPr>
            <a:xfrm>
              <a:off x="6761100" y="1291175"/>
              <a:ext cx="72800" cy="22525"/>
            </a:xfrm>
            <a:custGeom>
              <a:rect b="b" l="l" r="r" t="t"/>
              <a:pathLst>
                <a:path extrusionOk="0" h="901" w="2912">
                  <a:moveTo>
                    <a:pt x="100" y="638"/>
                  </a:moveTo>
                  <a:cubicBezTo>
                    <a:pt x="412" y="338"/>
                    <a:pt x="800" y="150"/>
                    <a:pt x="1225" y="100"/>
                  </a:cubicBezTo>
                  <a:cubicBezTo>
                    <a:pt x="1700" y="38"/>
                    <a:pt x="2387" y="0"/>
                    <a:pt x="2799" y="263"/>
                  </a:cubicBezTo>
                  <a:cubicBezTo>
                    <a:pt x="2912" y="325"/>
                    <a:pt x="2837" y="488"/>
                    <a:pt x="2724" y="463"/>
                  </a:cubicBezTo>
                  <a:cubicBezTo>
                    <a:pt x="1937" y="263"/>
                    <a:pt x="900" y="213"/>
                    <a:pt x="262" y="800"/>
                  </a:cubicBezTo>
                  <a:cubicBezTo>
                    <a:pt x="150" y="900"/>
                    <a:pt x="0" y="738"/>
                    <a:pt x="113" y="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6" name="Google Shape;3736;p101"/>
            <p:cNvSpPr/>
            <p:nvPr/>
          </p:nvSpPr>
          <p:spPr>
            <a:xfrm>
              <a:off x="6762650" y="1296800"/>
              <a:ext cx="70325" cy="23450"/>
            </a:xfrm>
            <a:custGeom>
              <a:rect b="b" l="l" r="r" t="t"/>
              <a:pathLst>
                <a:path extrusionOk="0" h="938" w="2813">
                  <a:moveTo>
                    <a:pt x="2750" y="200"/>
                  </a:moveTo>
                  <a:cubicBezTo>
                    <a:pt x="2237" y="887"/>
                    <a:pt x="800" y="937"/>
                    <a:pt x="100" y="575"/>
                  </a:cubicBezTo>
                  <a:cubicBezTo>
                    <a:pt x="1" y="513"/>
                    <a:pt x="75" y="375"/>
                    <a:pt x="175" y="388"/>
                  </a:cubicBezTo>
                  <a:cubicBezTo>
                    <a:pt x="888" y="500"/>
                    <a:pt x="2050" y="762"/>
                    <a:pt x="2600" y="88"/>
                  </a:cubicBezTo>
                  <a:cubicBezTo>
                    <a:pt x="2675" y="0"/>
                    <a:pt x="2812" y="113"/>
                    <a:pt x="2762" y="2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7" name="Google Shape;3737;p101"/>
            <p:cNvSpPr/>
            <p:nvPr/>
          </p:nvSpPr>
          <p:spPr>
            <a:xfrm>
              <a:off x="6662675" y="1249000"/>
              <a:ext cx="18150" cy="56875"/>
            </a:xfrm>
            <a:custGeom>
              <a:rect b="b" l="l" r="r" t="t"/>
              <a:pathLst>
                <a:path extrusionOk="0" h="2275" w="726">
                  <a:moveTo>
                    <a:pt x="413" y="163"/>
                  </a:moveTo>
                  <a:cubicBezTo>
                    <a:pt x="238" y="800"/>
                    <a:pt x="325" y="1475"/>
                    <a:pt x="650" y="2037"/>
                  </a:cubicBezTo>
                  <a:cubicBezTo>
                    <a:pt x="725" y="2162"/>
                    <a:pt x="538" y="2275"/>
                    <a:pt x="463" y="2150"/>
                  </a:cubicBezTo>
                  <a:cubicBezTo>
                    <a:pt x="88" y="1537"/>
                    <a:pt x="1" y="800"/>
                    <a:pt x="226" y="113"/>
                  </a:cubicBezTo>
                  <a:cubicBezTo>
                    <a:pt x="263" y="0"/>
                    <a:pt x="438" y="50"/>
                    <a:pt x="413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8" name="Google Shape;3738;p101"/>
            <p:cNvSpPr/>
            <p:nvPr/>
          </p:nvSpPr>
          <p:spPr>
            <a:xfrm>
              <a:off x="6669850" y="1250875"/>
              <a:ext cx="15975" cy="54375"/>
            </a:xfrm>
            <a:custGeom>
              <a:rect b="b" l="l" r="r" t="t"/>
              <a:pathLst>
                <a:path extrusionOk="0" h="2175" w="639">
                  <a:moveTo>
                    <a:pt x="176" y="1987"/>
                  </a:moveTo>
                  <a:cubicBezTo>
                    <a:pt x="313" y="1625"/>
                    <a:pt x="351" y="1225"/>
                    <a:pt x="301" y="850"/>
                  </a:cubicBezTo>
                  <a:cubicBezTo>
                    <a:pt x="251" y="563"/>
                    <a:pt x="101" y="388"/>
                    <a:pt x="13" y="150"/>
                  </a:cubicBezTo>
                  <a:cubicBezTo>
                    <a:pt x="1" y="100"/>
                    <a:pt x="26" y="63"/>
                    <a:pt x="63" y="50"/>
                  </a:cubicBezTo>
                  <a:cubicBezTo>
                    <a:pt x="363" y="0"/>
                    <a:pt x="463" y="325"/>
                    <a:pt x="526" y="563"/>
                  </a:cubicBezTo>
                  <a:cubicBezTo>
                    <a:pt x="638" y="1062"/>
                    <a:pt x="588" y="1575"/>
                    <a:pt x="401" y="2050"/>
                  </a:cubicBezTo>
                  <a:cubicBezTo>
                    <a:pt x="351" y="2175"/>
                    <a:pt x="138" y="2125"/>
                    <a:pt x="188" y="19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9" name="Google Shape;3739;p101"/>
            <p:cNvSpPr/>
            <p:nvPr/>
          </p:nvSpPr>
          <p:spPr>
            <a:xfrm>
              <a:off x="6330275" y="1310225"/>
              <a:ext cx="82800" cy="26900"/>
            </a:xfrm>
            <a:custGeom>
              <a:rect b="b" l="l" r="r" t="t"/>
              <a:pathLst>
                <a:path extrusionOk="0" h="1076" w="3312">
                  <a:moveTo>
                    <a:pt x="138" y="151"/>
                  </a:moveTo>
                  <a:cubicBezTo>
                    <a:pt x="1150" y="1"/>
                    <a:pt x="2512" y="151"/>
                    <a:pt x="3262" y="913"/>
                  </a:cubicBezTo>
                  <a:cubicBezTo>
                    <a:pt x="3312" y="963"/>
                    <a:pt x="3262" y="1075"/>
                    <a:pt x="3174" y="1050"/>
                  </a:cubicBezTo>
                  <a:cubicBezTo>
                    <a:pt x="2712" y="888"/>
                    <a:pt x="2299" y="600"/>
                    <a:pt x="1812" y="475"/>
                  </a:cubicBezTo>
                  <a:cubicBezTo>
                    <a:pt x="1275" y="338"/>
                    <a:pt x="712" y="300"/>
                    <a:pt x="150" y="363"/>
                  </a:cubicBezTo>
                  <a:cubicBezTo>
                    <a:pt x="38" y="375"/>
                    <a:pt x="0" y="163"/>
                    <a:pt x="125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0" name="Google Shape;3740;p101"/>
            <p:cNvSpPr/>
            <p:nvPr/>
          </p:nvSpPr>
          <p:spPr>
            <a:xfrm>
              <a:off x="6312450" y="1314900"/>
              <a:ext cx="100625" cy="30975"/>
            </a:xfrm>
            <a:custGeom>
              <a:rect b="b" l="l" r="r" t="t"/>
              <a:pathLst>
                <a:path extrusionOk="0" h="1239" w="4025">
                  <a:moveTo>
                    <a:pt x="3900" y="1001"/>
                  </a:moveTo>
                  <a:cubicBezTo>
                    <a:pt x="3275" y="1113"/>
                    <a:pt x="2613" y="1238"/>
                    <a:pt x="1975" y="1151"/>
                  </a:cubicBezTo>
                  <a:cubicBezTo>
                    <a:pt x="1300" y="1038"/>
                    <a:pt x="713" y="688"/>
                    <a:pt x="151" y="313"/>
                  </a:cubicBezTo>
                  <a:cubicBezTo>
                    <a:pt x="1" y="226"/>
                    <a:pt x="138" y="1"/>
                    <a:pt x="276" y="88"/>
                  </a:cubicBezTo>
                  <a:cubicBezTo>
                    <a:pt x="751" y="401"/>
                    <a:pt x="1238" y="713"/>
                    <a:pt x="1788" y="851"/>
                  </a:cubicBezTo>
                  <a:cubicBezTo>
                    <a:pt x="2463" y="1013"/>
                    <a:pt x="3175" y="901"/>
                    <a:pt x="3837" y="788"/>
                  </a:cubicBezTo>
                  <a:cubicBezTo>
                    <a:pt x="3975" y="776"/>
                    <a:pt x="4025" y="976"/>
                    <a:pt x="3900" y="10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1" name="Google Shape;3741;p101"/>
            <p:cNvSpPr/>
            <p:nvPr/>
          </p:nvSpPr>
          <p:spPr>
            <a:xfrm>
              <a:off x="6814825" y="1460800"/>
              <a:ext cx="199975" cy="551150"/>
            </a:xfrm>
            <a:custGeom>
              <a:rect b="b" l="l" r="r" t="t"/>
              <a:pathLst>
                <a:path extrusionOk="0" h="22046" w="7999">
                  <a:moveTo>
                    <a:pt x="4512" y="21958"/>
                  </a:moveTo>
                  <a:cubicBezTo>
                    <a:pt x="3200" y="20621"/>
                    <a:pt x="2700" y="19108"/>
                    <a:pt x="2925" y="17209"/>
                  </a:cubicBezTo>
                  <a:cubicBezTo>
                    <a:pt x="3087" y="15809"/>
                    <a:pt x="3712" y="14560"/>
                    <a:pt x="4249" y="13285"/>
                  </a:cubicBezTo>
                  <a:cubicBezTo>
                    <a:pt x="6124" y="8811"/>
                    <a:pt x="7998" y="576"/>
                    <a:pt x="213" y="238"/>
                  </a:cubicBezTo>
                  <a:cubicBezTo>
                    <a:pt x="138" y="238"/>
                    <a:pt x="138" y="113"/>
                    <a:pt x="213" y="101"/>
                  </a:cubicBezTo>
                  <a:cubicBezTo>
                    <a:pt x="3262" y="1"/>
                    <a:pt x="5599" y="1975"/>
                    <a:pt x="6286" y="4962"/>
                  </a:cubicBezTo>
                  <a:cubicBezTo>
                    <a:pt x="7598" y="10611"/>
                    <a:pt x="0" y="17034"/>
                    <a:pt x="4637" y="21833"/>
                  </a:cubicBezTo>
                  <a:cubicBezTo>
                    <a:pt x="4724" y="21908"/>
                    <a:pt x="4599" y="22045"/>
                    <a:pt x="4512" y="219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2" name="Google Shape;3742;p101"/>
            <p:cNvSpPr/>
            <p:nvPr/>
          </p:nvSpPr>
          <p:spPr>
            <a:xfrm>
              <a:off x="6715800" y="1465800"/>
              <a:ext cx="121550" cy="180925"/>
            </a:xfrm>
            <a:custGeom>
              <a:rect b="b" l="l" r="r" t="t"/>
              <a:pathLst>
                <a:path extrusionOk="0" h="7237" w="4862">
                  <a:moveTo>
                    <a:pt x="3187" y="201"/>
                  </a:moveTo>
                  <a:cubicBezTo>
                    <a:pt x="1450" y="326"/>
                    <a:pt x="450" y="2288"/>
                    <a:pt x="637" y="3837"/>
                  </a:cubicBezTo>
                  <a:cubicBezTo>
                    <a:pt x="850" y="5462"/>
                    <a:pt x="3137" y="7124"/>
                    <a:pt x="4661" y="5724"/>
                  </a:cubicBezTo>
                  <a:cubicBezTo>
                    <a:pt x="4736" y="5649"/>
                    <a:pt x="4861" y="5774"/>
                    <a:pt x="4786" y="5849"/>
                  </a:cubicBezTo>
                  <a:cubicBezTo>
                    <a:pt x="3537" y="7237"/>
                    <a:pt x="987" y="5924"/>
                    <a:pt x="537" y="4412"/>
                  </a:cubicBezTo>
                  <a:cubicBezTo>
                    <a:pt x="0" y="2600"/>
                    <a:pt x="1162" y="151"/>
                    <a:pt x="3187" y="13"/>
                  </a:cubicBezTo>
                  <a:cubicBezTo>
                    <a:pt x="3312" y="1"/>
                    <a:pt x="3312" y="201"/>
                    <a:pt x="3187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3" name="Google Shape;3743;p101"/>
            <p:cNvSpPr/>
            <p:nvPr/>
          </p:nvSpPr>
          <p:spPr>
            <a:xfrm>
              <a:off x="6781700" y="1520175"/>
              <a:ext cx="77200" cy="73125"/>
            </a:xfrm>
            <a:custGeom>
              <a:rect b="b" l="l" r="r" t="t"/>
              <a:pathLst>
                <a:path extrusionOk="0" h="2925" w="3088">
                  <a:moveTo>
                    <a:pt x="2463" y="2775"/>
                  </a:moveTo>
                  <a:cubicBezTo>
                    <a:pt x="2838" y="2037"/>
                    <a:pt x="2613" y="1138"/>
                    <a:pt x="1925" y="675"/>
                  </a:cubicBezTo>
                  <a:cubicBezTo>
                    <a:pt x="1188" y="188"/>
                    <a:pt x="351" y="713"/>
                    <a:pt x="213" y="1512"/>
                  </a:cubicBezTo>
                  <a:cubicBezTo>
                    <a:pt x="188" y="1625"/>
                    <a:pt x="1" y="1600"/>
                    <a:pt x="13" y="1487"/>
                  </a:cubicBezTo>
                  <a:cubicBezTo>
                    <a:pt x="101" y="613"/>
                    <a:pt x="1026" y="0"/>
                    <a:pt x="1850" y="388"/>
                  </a:cubicBezTo>
                  <a:cubicBezTo>
                    <a:pt x="2738" y="800"/>
                    <a:pt x="3088" y="2025"/>
                    <a:pt x="2600" y="2850"/>
                  </a:cubicBezTo>
                  <a:cubicBezTo>
                    <a:pt x="2550" y="2925"/>
                    <a:pt x="2425" y="2862"/>
                    <a:pt x="2463" y="27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4" name="Google Shape;3744;p101"/>
            <p:cNvSpPr/>
            <p:nvPr/>
          </p:nvSpPr>
          <p:spPr>
            <a:xfrm>
              <a:off x="6787950" y="1566400"/>
              <a:ext cx="25" cy="350"/>
            </a:xfrm>
            <a:custGeom>
              <a:rect b="b" l="l" r="r" t="t"/>
              <a:pathLst>
                <a:path extrusionOk="0" h="14" w="1">
                  <a:moveTo>
                    <a:pt x="1" y="13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5" name="Google Shape;3745;p101"/>
            <p:cNvSpPr/>
            <p:nvPr/>
          </p:nvSpPr>
          <p:spPr>
            <a:xfrm>
              <a:off x="6862300" y="1373950"/>
              <a:ext cx="104075" cy="206550"/>
            </a:xfrm>
            <a:custGeom>
              <a:rect b="b" l="l" r="r" t="t"/>
              <a:pathLst>
                <a:path extrusionOk="0" h="8262" w="4163">
                  <a:moveTo>
                    <a:pt x="3987" y="8174"/>
                  </a:moveTo>
                  <a:cubicBezTo>
                    <a:pt x="3700" y="6974"/>
                    <a:pt x="3175" y="5862"/>
                    <a:pt x="2438" y="4887"/>
                  </a:cubicBezTo>
                  <a:cubicBezTo>
                    <a:pt x="1913" y="4187"/>
                    <a:pt x="1226" y="3525"/>
                    <a:pt x="851" y="2700"/>
                  </a:cubicBezTo>
                  <a:cubicBezTo>
                    <a:pt x="451" y="1788"/>
                    <a:pt x="463" y="826"/>
                    <a:pt x="1138" y="76"/>
                  </a:cubicBezTo>
                  <a:cubicBezTo>
                    <a:pt x="1201" y="1"/>
                    <a:pt x="1338" y="88"/>
                    <a:pt x="1276" y="176"/>
                  </a:cubicBezTo>
                  <a:cubicBezTo>
                    <a:pt x="1" y="2050"/>
                    <a:pt x="1763" y="3537"/>
                    <a:pt x="2775" y="4987"/>
                  </a:cubicBezTo>
                  <a:cubicBezTo>
                    <a:pt x="3425" y="5937"/>
                    <a:pt x="3887" y="6999"/>
                    <a:pt x="4137" y="8124"/>
                  </a:cubicBezTo>
                  <a:cubicBezTo>
                    <a:pt x="4162" y="8224"/>
                    <a:pt x="4012" y="8261"/>
                    <a:pt x="3975" y="8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6" name="Google Shape;3746;p101"/>
            <p:cNvSpPr/>
            <p:nvPr/>
          </p:nvSpPr>
          <p:spPr>
            <a:xfrm>
              <a:off x="6879800" y="1634200"/>
              <a:ext cx="81575" cy="88450"/>
            </a:xfrm>
            <a:custGeom>
              <a:rect b="b" l="l" r="r" t="t"/>
              <a:pathLst>
                <a:path extrusionOk="0" h="3538" w="3263">
                  <a:moveTo>
                    <a:pt x="2775" y="3387"/>
                  </a:moveTo>
                  <a:cubicBezTo>
                    <a:pt x="2988" y="2413"/>
                    <a:pt x="3087" y="1050"/>
                    <a:pt x="2088" y="438"/>
                  </a:cubicBezTo>
                  <a:cubicBezTo>
                    <a:pt x="1613" y="176"/>
                    <a:pt x="1013" y="263"/>
                    <a:pt x="638" y="650"/>
                  </a:cubicBezTo>
                  <a:cubicBezTo>
                    <a:pt x="338" y="975"/>
                    <a:pt x="1" y="2300"/>
                    <a:pt x="788" y="2388"/>
                  </a:cubicBezTo>
                  <a:cubicBezTo>
                    <a:pt x="876" y="2388"/>
                    <a:pt x="876" y="2525"/>
                    <a:pt x="788" y="2512"/>
                  </a:cubicBezTo>
                  <a:cubicBezTo>
                    <a:pt x="251" y="2462"/>
                    <a:pt x="76" y="1788"/>
                    <a:pt x="126" y="1313"/>
                  </a:cubicBezTo>
                  <a:cubicBezTo>
                    <a:pt x="201" y="700"/>
                    <a:pt x="676" y="201"/>
                    <a:pt x="1288" y="101"/>
                  </a:cubicBezTo>
                  <a:cubicBezTo>
                    <a:pt x="1938" y="1"/>
                    <a:pt x="2450" y="363"/>
                    <a:pt x="2775" y="900"/>
                  </a:cubicBezTo>
                  <a:cubicBezTo>
                    <a:pt x="3262" y="1700"/>
                    <a:pt x="3150" y="2562"/>
                    <a:pt x="2950" y="3425"/>
                  </a:cubicBezTo>
                  <a:cubicBezTo>
                    <a:pt x="2925" y="3537"/>
                    <a:pt x="2750" y="3500"/>
                    <a:pt x="2775" y="33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7" name="Google Shape;3747;p101"/>
            <p:cNvSpPr/>
            <p:nvPr/>
          </p:nvSpPr>
          <p:spPr>
            <a:xfrm>
              <a:off x="6891050" y="1745425"/>
              <a:ext cx="44075" cy="33150"/>
            </a:xfrm>
            <a:custGeom>
              <a:rect b="b" l="l" r="r" t="t"/>
              <a:pathLst>
                <a:path extrusionOk="0" h="1326" w="1763">
                  <a:moveTo>
                    <a:pt x="1413" y="1175"/>
                  </a:moveTo>
                  <a:cubicBezTo>
                    <a:pt x="1500" y="863"/>
                    <a:pt x="1450" y="538"/>
                    <a:pt x="1150" y="363"/>
                  </a:cubicBezTo>
                  <a:cubicBezTo>
                    <a:pt x="938" y="188"/>
                    <a:pt x="725" y="238"/>
                    <a:pt x="501" y="525"/>
                  </a:cubicBezTo>
                  <a:cubicBezTo>
                    <a:pt x="451" y="650"/>
                    <a:pt x="463" y="788"/>
                    <a:pt x="538" y="900"/>
                  </a:cubicBezTo>
                  <a:cubicBezTo>
                    <a:pt x="650" y="975"/>
                    <a:pt x="551" y="1150"/>
                    <a:pt x="438" y="1075"/>
                  </a:cubicBezTo>
                  <a:cubicBezTo>
                    <a:pt x="1" y="813"/>
                    <a:pt x="351" y="113"/>
                    <a:pt x="775" y="63"/>
                  </a:cubicBezTo>
                  <a:cubicBezTo>
                    <a:pt x="1438" y="0"/>
                    <a:pt x="1763" y="688"/>
                    <a:pt x="1563" y="1225"/>
                  </a:cubicBezTo>
                  <a:cubicBezTo>
                    <a:pt x="1525" y="1325"/>
                    <a:pt x="1375" y="1288"/>
                    <a:pt x="1400" y="1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8" name="Google Shape;3748;p101"/>
            <p:cNvSpPr/>
            <p:nvPr/>
          </p:nvSpPr>
          <p:spPr>
            <a:xfrm>
              <a:off x="6882925" y="1354600"/>
              <a:ext cx="32200" cy="31875"/>
            </a:xfrm>
            <a:custGeom>
              <a:rect b="b" l="l" r="r" t="t"/>
              <a:pathLst>
                <a:path extrusionOk="0" h="1275" w="1288">
                  <a:moveTo>
                    <a:pt x="463" y="825"/>
                  </a:moveTo>
                  <a:lnTo>
                    <a:pt x="463" y="825"/>
                  </a:lnTo>
                  <a:cubicBezTo>
                    <a:pt x="463" y="900"/>
                    <a:pt x="363" y="950"/>
                    <a:pt x="301" y="887"/>
                  </a:cubicBezTo>
                  <a:cubicBezTo>
                    <a:pt x="1" y="475"/>
                    <a:pt x="638" y="0"/>
                    <a:pt x="963" y="412"/>
                  </a:cubicBezTo>
                  <a:cubicBezTo>
                    <a:pt x="1288" y="825"/>
                    <a:pt x="726" y="1275"/>
                    <a:pt x="363" y="950"/>
                  </a:cubicBezTo>
                  <a:cubicBezTo>
                    <a:pt x="288" y="887"/>
                    <a:pt x="376" y="775"/>
                    <a:pt x="463" y="8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9" name="Google Shape;3749;p101"/>
            <p:cNvSpPr/>
            <p:nvPr/>
          </p:nvSpPr>
          <p:spPr>
            <a:xfrm>
              <a:off x="6819200" y="1430500"/>
              <a:ext cx="113125" cy="77500"/>
            </a:xfrm>
            <a:custGeom>
              <a:rect b="b" l="l" r="r" t="t"/>
              <a:pathLst>
                <a:path extrusionOk="0" h="3100" w="4525">
                  <a:moveTo>
                    <a:pt x="4374" y="3050"/>
                  </a:moveTo>
                  <a:cubicBezTo>
                    <a:pt x="3187" y="1688"/>
                    <a:pt x="1700" y="926"/>
                    <a:pt x="88" y="176"/>
                  </a:cubicBezTo>
                  <a:cubicBezTo>
                    <a:pt x="0" y="138"/>
                    <a:pt x="63" y="1"/>
                    <a:pt x="150" y="26"/>
                  </a:cubicBezTo>
                  <a:cubicBezTo>
                    <a:pt x="1850" y="538"/>
                    <a:pt x="3362" y="1550"/>
                    <a:pt x="4462" y="2950"/>
                  </a:cubicBezTo>
                  <a:cubicBezTo>
                    <a:pt x="4524" y="3012"/>
                    <a:pt x="4424" y="3100"/>
                    <a:pt x="4374" y="30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0" name="Google Shape;3750;p101"/>
            <p:cNvSpPr/>
            <p:nvPr/>
          </p:nvSpPr>
          <p:spPr>
            <a:xfrm>
              <a:off x="6798275" y="1413950"/>
              <a:ext cx="32500" cy="30950"/>
            </a:xfrm>
            <a:custGeom>
              <a:rect b="b" l="l" r="r" t="t"/>
              <a:pathLst>
                <a:path extrusionOk="0" h="1238" w="1300">
                  <a:moveTo>
                    <a:pt x="912" y="850"/>
                  </a:moveTo>
                  <a:cubicBezTo>
                    <a:pt x="550" y="1238"/>
                    <a:pt x="0" y="700"/>
                    <a:pt x="375" y="350"/>
                  </a:cubicBezTo>
                  <a:cubicBezTo>
                    <a:pt x="750" y="0"/>
                    <a:pt x="1300" y="638"/>
                    <a:pt x="850" y="888"/>
                  </a:cubicBezTo>
                  <a:cubicBezTo>
                    <a:pt x="762" y="925"/>
                    <a:pt x="675" y="813"/>
                    <a:pt x="737" y="738"/>
                  </a:cubicBezTo>
                  <a:lnTo>
                    <a:pt x="800" y="738"/>
                  </a:lnTo>
                  <a:cubicBezTo>
                    <a:pt x="875" y="675"/>
                    <a:pt x="975" y="775"/>
                    <a:pt x="912" y="8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1" name="Google Shape;3751;p101"/>
            <p:cNvSpPr/>
            <p:nvPr/>
          </p:nvSpPr>
          <p:spPr>
            <a:xfrm>
              <a:off x="6803900" y="1462675"/>
              <a:ext cx="10000" cy="5975"/>
            </a:xfrm>
            <a:custGeom>
              <a:rect b="b" l="l" r="r" t="t"/>
              <a:pathLst>
                <a:path extrusionOk="0" h="239" w="400">
                  <a:moveTo>
                    <a:pt x="275" y="213"/>
                  </a:moveTo>
                  <a:cubicBezTo>
                    <a:pt x="213" y="213"/>
                    <a:pt x="163" y="213"/>
                    <a:pt x="100" y="226"/>
                  </a:cubicBezTo>
                  <a:cubicBezTo>
                    <a:pt x="25" y="238"/>
                    <a:pt x="0" y="113"/>
                    <a:pt x="63" y="76"/>
                  </a:cubicBezTo>
                  <a:cubicBezTo>
                    <a:pt x="125" y="26"/>
                    <a:pt x="200" y="1"/>
                    <a:pt x="275" y="13"/>
                  </a:cubicBezTo>
                  <a:cubicBezTo>
                    <a:pt x="400" y="13"/>
                    <a:pt x="400" y="201"/>
                    <a:pt x="275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2" name="Google Shape;3752;p101"/>
            <p:cNvSpPr/>
            <p:nvPr/>
          </p:nvSpPr>
          <p:spPr>
            <a:xfrm>
              <a:off x="6836375" y="1594850"/>
              <a:ext cx="7225" cy="10000"/>
            </a:xfrm>
            <a:custGeom>
              <a:rect b="b" l="l" r="r" t="t"/>
              <a:pathLst>
                <a:path extrusionOk="0" h="400" w="289">
                  <a:moveTo>
                    <a:pt x="251" y="150"/>
                  </a:moveTo>
                  <a:cubicBezTo>
                    <a:pt x="226" y="237"/>
                    <a:pt x="176" y="312"/>
                    <a:pt x="113" y="362"/>
                  </a:cubicBezTo>
                  <a:cubicBezTo>
                    <a:pt x="76" y="400"/>
                    <a:pt x="1" y="362"/>
                    <a:pt x="13" y="300"/>
                  </a:cubicBezTo>
                  <a:cubicBezTo>
                    <a:pt x="26" y="225"/>
                    <a:pt x="51" y="150"/>
                    <a:pt x="101" y="88"/>
                  </a:cubicBezTo>
                  <a:cubicBezTo>
                    <a:pt x="138" y="0"/>
                    <a:pt x="288" y="63"/>
                    <a:pt x="251" y="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3" name="Google Shape;3753;p101"/>
            <p:cNvSpPr/>
            <p:nvPr/>
          </p:nvSpPr>
          <p:spPr>
            <a:xfrm>
              <a:off x="6945425" y="1453625"/>
              <a:ext cx="27825" cy="156850"/>
            </a:xfrm>
            <a:custGeom>
              <a:rect b="b" l="l" r="r" t="t"/>
              <a:pathLst>
                <a:path extrusionOk="0" h="6274" w="1113">
                  <a:moveTo>
                    <a:pt x="925" y="6174"/>
                  </a:moveTo>
                  <a:cubicBezTo>
                    <a:pt x="862" y="4899"/>
                    <a:pt x="612" y="3675"/>
                    <a:pt x="338" y="2437"/>
                  </a:cubicBezTo>
                  <a:cubicBezTo>
                    <a:pt x="163" y="1625"/>
                    <a:pt x="0" y="913"/>
                    <a:pt x="325" y="113"/>
                  </a:cubicBezTo>
                  <a:cubicBezTo>
                    <a:pt x="350" y="1"/>
                    <a:pt x="537" y="51"/>
                    <a:pt x="500" y="163"/>
                  </a:cubicBezTo>
                  <a:cubicBezTo>
                    <a:pt x="188" y="1338"/>
                    <a:pt x="637" y="2462"/>
                    <a:pt x="862" y="3625"/>
                  </a:cubicBezTo>
                  <a:cubicBezTo>
                    <a:pt x="1037" y="4462"/>
                    <a:pt x="1112" y="5312"/>
                    <a:pt x="1112" y="6174"/>
                  </a:cubicBezTo>
                  <a:cubicBezTo>
                    <a:pt x="1087" y="6274"/>
                    <a:pt x="937" y="6274"/>
                    <a:pt x="925" y="6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4" name="Google Shape;3754;p101"/>
            <p:cNvSpPr/>
            <p:nvPr/>
          </p:nvSpPr>
          <p:spPr>
            <a:xfrm>
              <a:off x="6942300" y="1432375"/>
              <a:ext cx="30950" cy="33150"/>
            </a:xfrm>
            <a:custGeom>
              <a:rect b="b" l="l" r="r" t="t"/>
              <a:pathLst>
                <a:path extrusionOk="0" h="1326" w="1238">
                  <a:moveTo>
                    <a:pt x="438" y="976"/>
                  </a:moveTo>
                  <a:cubicBezTo>
                    <a:pt x="0" y="551"/>
                    <a:pt x="725" y="1"/>
                    <a:pt x="1012" y="476"/>
                  </a:cubicBezTo>
                  <a:cubicBezTo>
                    <a:pt x="1237" y="851"/>
                    <a:pt x="575" y="1325"/>
                    <a:pt x="425" y="851"/>
                  </a:cubicBezTo>
                  <a:cubicBezTo>
                    <a:pt x="413" y="763"/>
                    <a:pt x="512" y="701"/>
                    <a:pt x="587" y="763"/>
                  </a:cubicBezTo>
                  <a:cubicBezTo>
                    <a:pt x="575" y="801"/>
                    <a:pt x="562" y="838"/>
                    <a:pt x="550" y="876"/>
                  </a:cubicBezTo>
                  <a:cubicBezTo>
                    <a:pt x="600" y="963"/>
                    <a:pt x="500" y="1038"/>
                    <a:pt x="425" y="9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5" name="Google Shape;3755;p101"/>
            <p:cNvSpPr/>
            <p:nvPr/>
          </p:nvSpPr>
          <p:spPr>
            <a:xfrm>
              <a:off x="6893250" y="1388025"/>
              <a:ext cx="22500" cy="72800"/>
            </a:xfrm>
            <a:custGeom>
              <a:rect b="b" l="l" r="r" t="t"/>
              <a:pathLst>
                <a:path extrusionOk="0" h="2912" w="900">
                  <a:moveTo>
                    <a:pt x="100" y="2650"/>
                  </a:moveTo>
                  <a:cubicBezTo>
                    <a:pt x="687" y="2012"/>
                    <a:pt x="637" y="975"/>
                    <a:pt x="450" y="188"/>
                  </a:cubicBezTo>
                  <a:cubicBezTo>
                    <a:pt x="413" y="63"/>
                    <a:pt x="575" y="0"/>
                    <a:pt x="650" y="113"/>
                  </a:cubicBezTo>
                  <a:cubicBezTo>
                    <a:pt x="900" y="525"/>
                    <a:pt x="875" y="1225"/>
                    <a:pt x="800" y="1687"/>
                  </a:cubicBezTo>
                  <a:cubicBezTo>
                    <a:pt x="750" y="2112"/>
                    <a:pt x="562" y="2500"/>
                    <a:pt x="263" y="2812"/>
                  </a:cubicBezTo>
                  <a:cubicBezTo>
                    <a:pt x="163" y="2912"/>
                    <a:pt x="0" y="2750"/>
                    <a:pt x="113" y="2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6" name="Google Shape;3756;p101"/>
            <p:cNvSpPr/>
            <p:nvPr/>
          </p:nvSpPr>
          <p:spPr>
            <a:xfrm>
              <a:off x="6886375" y="1388950"/>
              <a:ext cx="23450" cy="70625"/>
            </a:xfrm>
            <a:custGeom>
              <a:rect b="b" l="l" r="r" t="t"/>
              <a:pathLst>
                <a:path extrusionOk="0" h="2825" w="938">
                  <a:moveTo>
                    <a:pt x="875" y="213"/>
                  </a:moveTo>
                  <a:cubicBezTo>
                    <a:pt x="188" y="763"/>
                    <a:pt x="450" y="1938"/>
                    <a:pt x="563" y="2650"/>
                  </a:cubicBezTo>
                  <a:cubicBezTo>
                    <a:pt x="575" y="2750"/>
                    <a:pt x="438" y="2825"/>
                    <a:pt x="375" y="2725"/>
                  </a:cubicBezTo>
                  <a:cubicBezTo>
                    <a:pt x="0" y="2013"/>
                    <a:pt x="63" y="588"/>
                    <a:pt x="750" y="63"/>
                  </a:cubicBezTo>
                  <a:cubicBezTo>
                    <a:pt x="825" y="1"/>
                    <a:pt x="937" y="138"/>
                    <a:pt x="862" y="2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7" name="Google Shape;3757;p101"/>
            <p:cNvSpPr/>
            <p:nvPr/>
          </p:nvSpPr>
          <p:spPr>
            <a:xfrm>
              <a:off x="6901375" y="1541100"/>
              <a:ext cx="56875" cy="18150"/>
            </a:xfrm>
            <a:custGeom>
              <a:rect b="b" l="l" r="r" t="t"/>
              <a:pathLst>
                <a:path extrusionOk="0" h="726" w="2275">
                  <a:moveTo>
                    <a:pt x="2149" y="500"/>
                  </a:moveTo>
                  <a:cubicBezTo>
                    <a:pt x="1475" y="725"/>
                    <a:pt x="725" y="638"/>
                    <a:pt x="125" y="251"/>
                  </a:cubicBezTo>
                  <a:cubicBezTo>
                    <a:pt x="0" y="188"/>
                    <a:pt x="113" y="1"/>
                    <a:pt x="237" y="63"/>
                  </a:cubicBezTo>
                  <a:cubicBezTo>
                    <a:pt x="800" y="401"/>
                    <a:pt x="1475" y="488"/>
                    <a:pt x="2112" y="313"/>
                  </a:cubicBezTo>
                  <a:cubicBezTo>
                    <a:pt x="2224" y="288"/>
                    <a:pt x="2274" y="463"/>
                    <a:pt x="2149" y="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8" name="Google Shape;3758;p101"/>
            <p:cNvSpPr/>
            <p:nvPr/>
          </p:nvSpPr>
          <p:spPr>
            <a:xfrm>
              <a:off x="6901675" y="1530800"/>
              <a:ext cx="56250" cy="21250"/>
            </a:xfrm>
            <a:custGeom>
              <a:rect b="b" l="l" r="r" t="t"/>
              <a:pathLst>
                <a:path extrusionOk="0" h="850" w="2250">
                  <a:moveTo>
                    <a:pt x="138" y="450"/>
                  </a:moveTo>
                  <a:cubicBezTo>
                    <a:pt x="488" y="313"/>
                    <a:pt x="2250" y="0"/>
                    <a:pt x="2137" y="788"/>
                  </a:cubicBezTo>
                  <a:cubicBezTo>
                    <a:pt x="2125" y="825"/>
                    <a:pt x="2075" y="850"/>
                    <a:pt x="2038" y="838"/>
                  </a:cubicBezTo>
                  <a:cubicBezTo>
                    <a:pt x="1788" y="738"/>
                    <a:pt x="1613" y="600"/>
                    <a:pt x="1338" y="550"/>
                  </a:cubicBezTo>
                  <a:cubicBezTo>
                    <a:pt x="950" y="488"/>
                    <a:pt x="563" y="538"/>
                    <a:pt x="188" y="663"/>
                  </a:cubicBezTo>
                  <a:cubicBezTo>
                    <a:pt x="63" y="713"/>
                    <a:pt x="1" y="513"/>
                    <a:pt x="138" y="4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9" name="Google Shape;3759;p101"/>
            <p:cNvSpPr/>
            <p:nvPr/>
          </p:nvSpPr>
          <p:spPr>
            <a:xfrm>
              <a:off x="6869800" y="1808525"/>
              <a:ext cx="26900" cy="82825"/>
            </a:xfrm>
            <a:custGeom>
              <a:rect b="b" l="l" r="r" t="t"/>
              <a:pathLst>
                <a:path extrusionOk="0" h="3313" w="1076">
                  <a:moveTo>
                    <a:pt x="726" y="3162"/>
                  </a:moveTo>
                  <a:cubicBezTo>
                    <a:pt x="788" y="2600"/>
                    <a:pt x="751" y="2038"/>
                    <a:pt x="613" y="1500"/>
                  </a:cubicBezTo>
                  <a:cubicBezTo>
                    <a:pt x="476" y="1013"/>
                    <a:pt x="188" y="613"/>
                    <a:pt x="38" y="138"/>
                  </a:cubicBezTo>
                  <a:cubicBezTo>
                    <a:pt x="1" y="63"/>
                    <a:pt x="113" y="1"/>
                    <a:pt x="176" y="63"/>
                  </a:cubicBezTo>
                  <a:cubicBezTo>
                    <a:pt x="951" y="813"/>
                    <a:pt x="1076" y="2175"/>
                    <a:pt x="938" y="3187"/>
                  </a:cubicBezTo>
                  <a:cubicBezTo>
                    <a:pt x="913" y="3312"/>
                    <a:pt x="713" y="3287"/>
                    <a:pt x="726" y="3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0" name="Google Shape;3760;p101"/>
            <p:cNvSpPr/>
            <p:nvPr/>
          </p:nvSpPr>
          <p:spPr>
            <a:xfrm>
              <a:off x="6861050" y="1808525"/>
              <a:ext cx="30975" cy="100950"/>
            </a:xfrm>
            <a:custGeom>
              <a:rect b="b" l="l" r="r" t="t"/>
              <a:pathLst>
                <a:path extrusionOk="0" h="4038" w="1239">
                  <a:moveTo>
                    <a:pt x="451" y="201"/>
                  </a:moveTo>
                  <a:cubicBezTo>
                    <a:pt x="351" y="876"/>
                    <a:pt x="238" y="1575"/>
                    <a:pt x="401" y="2250"/>
                  </a:cubicBezTo>
                  <a:cubicBezTo>
                    <a:pt x="526" y="2800"/>
                    <a:pt x="838" y="3287"/>
                    <a:pt x="1151" y="3762"/>
                  </a:cubicBezTo>
                  <a:cubicBezTo>
                    <a:pt x="1238" y="3900"/>
                    <a:pt x="1013" y="4037"/>
                    <a:pt x="926" y="3887"/>
                  </a:cubicBezTo>
                  <a:cubicBezTo>
                    <a:pt x="551" y="3325"/>
                    <a:pt x="201" y="2738"/>
                    <a:pt x="101" y="2050"/>
                  </a:cubicBezTo>
                  <a:cubicBezTo>
                    <a:pt x="1" y="1425"/>
                    <a:pt x="126" y="763"/>
                    <a:pt x="251" y="138"/>
                  </a:cubicBezTo>
                  <a:cubicBezTo>
                    <a:pt x="276" y="1"/>
                    <a:pt x="476" y="63"/>
                    <a:pt x="451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1" name="Google Shape;3761;p101"/>
            <p:cNvSpPr/>
            <p:nvPr/>
          </p:nvSpPr>
          <p:spPr>
            <a:xfrm>
              <a:off x="6704850" y="1496125"/>
              <a:ext cx="8475" cy="8125"/>
            </a:xfrm>
            <a:custGeom>
              <a:rect b="b" l="l" r="r" t="t"/>
              <a:pathLst>
                <a:path extrusionOk="0" h="325" w="339">
                  <a:moveTo>
                    <a:pt x="88" y="13"/>
                  </a:moveTo>
                  <a:cubicBezTo>
                    <a:pt x="176" y="0"/>
                    <a:pt x="263" y="38"/>
                    <a:pt x="301" y="113"/>
                  </a:cubicBezTo>
                  <a:cubicBezTo>
                    <a:pt x="326" y="125"/>
                    <a:pt x="338" y="163"/>
                    <a:pt x="326" y="188"/>
                  </a:cubicBezTo>
                  <a:lnTo>
                    <a:pt x="301" y="275"/>
                  </a:lnTo>
                  <a:cubicBezTo>
                    <a:pt x="288" y="313"/>
                    <a:pt x="226" y="325"/>
                    <a:pt x="213" y="288"/>
                  </a:cubicBezTo>
                  <a:lnTo>
                    <a:pt x="76" y="150"/>
                  </a:lnTo>
                  <a:cubicBezTo>
                    <a:pt x="1" y="125"/>
                    <a:pt x="13" y="0"/>
                    <a:pt x="88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2" name="Google Shape;3762;p101"/>
            <p:cNvSpPr/>
            <p:nvPr/>
          </p:nvSpPr>
          <p:spPr>
            <a:xfrm>
              <a:off x="6648000" y="1496125"/>
              <a:ext cx="59075" cy="15000"/>
            </a:xfrm>
            <a:custGeom>
              <a:rect b="b" l="l" r="r" t="t"/>
              <a:pathLst>
                <a:path extrusionOk="0" h="600" w="2363">
                  <a:moveTo>
                    <a:pt x="2300" y="125"/>
                  </a:moveTo>
                  <a:cubicBezTo>
                    <a:pt x="1625" y="462"/>
                    <a:pt x="825" y="600"/>
                    <a:pt x="100" y="375"/>
                  </a:cubicBezTo>
                  <a:cubicBezTo>
                    <a:pt x="0" y="350"/>
                    <a:pt x="13" y="188"/>
                    <a:pt x="125" y="200"/>
                  </a:cubicBezTo>
                  <a:cubicBezTo>
                    <a:pt x="862" y="288"/>
                    <a:pt x="1537" y="288"/>
                    <a:pt x="2262" y="25"/>
                  </a:cubicBezTo>
                  <a:cubicBezTo>
                    <a:pt x="2325" y="0"/>
                    <a:pt x="2362" y="88"/>
                    <a:pt x="2300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3" name="Google Shape;3763;p101"/>
            <p:cNvSpPr/>
            <p:nvPr/>
          </p:nvSpPr>
          <p:spPr>
            <a:xfrm>
              <a:off x="6648000" y="1501125"/>
              <a:ext cx="25325" cy="17200"/>
            </a:xfrm>
            <a:custGeom>
              <a:rect b="b" l="l" r="r" t="t"/>
              <a:pathLst>
                <a:path extrusionOk="0" h="688" w="1013">
                  <a:moveTo>
                    <a:pt x="188" y="75"/>
                  </a:moveTo>
                  <a:cubicBezTo>
                    <a:pt x="400" y="337"/>
                    <a:pt x="638" y="412"/>
                    <a:pt x="937" y="525"/>
                  </a:cubicBezTo>
                  <a:cubicBezTo>
                    <a:pt x="1012" y="562"/>
                    <a:pt x="1012" y="687"/>
                    <a:pt x="925" y="675"/>
                  </a:cubicBezTo>
                  <a:cubicBezTo>
                    <a:pt x="563" y="662"/>
                    <a:pt x="250" y="475"/>
                    <a:pt x="63" y="187"/>
                  </a:cubicBezTo>
                  <a:cubicBezTo>
                    <a:pt x="0" y="100"/>
                    <a:pt x="125" y="0"/>
                    <a:pt x="188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4" name="Google Shape;3764;p101"/>
            <p:cNvSpPr/>
            <p:nvPr/>
          </p:nvSpPr>
          <p:spPr>
            <a:xfrm>
              <a:off x="6687050" y="1501125"/>
              <a:ext cx="26575" cy="55300"/>
            </a:xfrm>
            <a:custGeom>
              <a:rect b="b" l="l" r="r" t="t"/>
              <a:pathLst>
                <a:path extrusionOk="0" h="2212" w="1063">
                  <a:moveTo>
                    <a:pt x="1025" y="138"/>
                  </a:moveTo>
                  <a:cubicBezTo>
                    <a:pt x="850" y="437"/>
                    <a:pt x="700" y="750"/>
                    <a:pt x="575" y="1087"/>
                  </a:cubicBezTo>
                  <a:cubicBezTo>
                    <a:pt x="475" y="1437"/>
                    <a:pt x="538" y="1737"/>
                    <a:pt x="575" y="2099"/>
                  </a:cubicBezTo>
                  <a:cubicBezTo>
                    <a:pt x="588" y="2187"/>
                    <a:pt x="463" y="2212"/>
                    <a:pt x="425" y="2137"/>
                  </a:cubicBezTo>
                  <a:cubicBezTo>
                    <a:pt x="0" y="1437"/>
                    <a:pt x="475" y="600"/>
                    <a:pt x="938" y="50"/>
                  </a:cubicBezTo>
                  <a:cubicBezTo>
                    <a:pt x="988" y="0"/>
                    <a:pt x="1063" y="75"/>
                    <a:pt x="1038" y="1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5" name="Google Shape;3765;p101"/>
            <p:cNvSpPr/>
            <p:nvPr/>
          </p:nvSpPr>
          <p:spPr>
            <a:xfrm>
              <a:off x="6686100" y="1522975"/>
              <a:ext cx="17225" cy="34700"/>
            </a:xfrm>
            <a:custGeom>
              <a:rect b="b" l="l" r="r" t="t"/>
              <a:pathLst>
                <a:path extrusionOk="0" h="1388" w="689">
                  <a:moveTo>
                    <a:pt x="388" y="1263"/>
                  </a:moveTo>
                  <a:cubicBezTo>
                    <a:pt x="126" y="938"/>
                    <a:pt x="1" y="513"/>
                    <a:pt x="63" y="101"/>
                  </a:cubicBezTo>
                  <a:cubicBezTo>
                    <a:pt x="76" y="1"/>
                    <a:pt x="226" y="38"/>
                    <a:pt x="226" y="126"/>
                  </a:cubicBezTo>
                  <a:cubicBezTo>
                    <a:pt x="251" y="513"/>
                    <a:pt x="313" y="813"/>
                    <a:pt x="576" y="1101"/>
                  </a:cubicBezTo>
                  <a:cubicBezTo>
                    <a:pt x="688" y="1238"/>
                    <a:pt x="488" y="1388"/>
                    <a:pt x="388" y="1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6" name="Google Shape;3766;p101"/>
            <p:cNvSpPr/>
            <p:nvPr/>
          </p:nvSpPr>
          <p:spPr>
            <a:xfrm>
              <a:off x="6669850" y="1521425"/>
              <a:ext cx="22525" cy="11275"/>
            </a:xfrm>
            <a:custGeom>
              <a:rect b="b" l="l" r="r" t="t"/>
              <a:pathLst>
                <a:path extrusionOk="0" h="451" w="901">
                  <a:moveTo>
                    <a:pt x="776" y="213"/>
                  </a:moveTo>
                  <a:cubicBezTo>
                    <a:pt x="563" y="275"/>
                    <a:pt x="351" y="388"/>
                    <a:pt x="126" y="425"/>
                  </a:cubicBezTo>
                  <a:cubicBezTo>
                    <a:pt x="51" y="450"/>
                    <a:pt x="1" y="338"/>
                    <a:pt x="63" y="288"/>
                  </a:cubicBezTo>
                  <a:cubicBezTo>
                    <a:pt x="263" y="163"/>
                    <a:pt x="488" y="75"/>
                    <a:pt x="726" y="38"/>
                  </a:cubicBezTo>
                  <a:cubicBezTo>
                    <a:pt x="851" y="0"/>
                    <a:pt x="901" y="175"/>
                    <a:pt x="776" y="2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7" name="Google Shape;3767;p101"/>
            <p:cNvSpPr/>
            <p:nvPr/>
          </p:nvSpPr>
          <p:spPr>
            <a:xfrm>
              <a:off x="6668925" y="1512975"/>
              <a:ext cx="15650" cy="19100"/>
            </a:xfrm>
            <a:custGeom>
              <a:rect b="b" l="l" r="r" t="t"/>
              <a:pathLst>
                <a:path extrusionOk="0" h="764" w="626">
                  <a:moveTo>
                    <a:pt x="50" y="563"/>
                  </a:moveTo>
                  <a:cubicBezTo>
                    <a:pt x="138" y="376"/>
                    <a:pt x="263" y="201"/>
                    <a:pt x="425" y="63"/>
                  </a:cubicBezTo>
                  <a:cubicBezTo>
                    <a:pt x="500" y="1"/>
                    <a:pt x="625" y="88"/>
                    <a:pt x="575" y="176"/>
                  </a:cubicBezTo>
                  <a:cubicBezTo>
                    <a:pt x="463" y="351"/>
                    <a:pt x="338" y="501"/>
                    <a:pt x="238" y="663"/>
                  </a:cubicBezTo>
                  <a:cubicBezTo>
                    <a:pt x="163" y="763"/>
                    <a:pt x="1" y="676"/>
                    <a:pt x="50" y="5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8" name="Google Shape;3768;p101"/>
            <p:cNvSpPr/>
            <p:nvPr/>
          </p:nvSpPr>
          <p:spPr>
            <a:xfrm>
              <a:off x="6665800" y="1513300"/>
              <a:ext cx="17525" cy="6900"/>
            </a:xfrm>
            <a:custGeom>
              <a:rect b="b" l="l" r="r" t="t"/>
              <a:pathLst>
                <a:path extrusionOk="0" h="276" w="701">
                  <a:moveTo>
                    <a:pt x="575" y="225"/>
                  </a:moveTo>
                  <a:cubicBezTo>
                    <a:pt x="400" y="275"/>
                    <a:pt x="225" y="250"/>
                    <a:pt x="76" y="163"/>
                  </a:cubicBezTo>
                  <a:cubicBezTo>
                    <a:pt x="1" y="113"/>
                    <a:pt x="63" y="0"/>
                    <a:pt x="138" y="25"/>
                  </a:cubicBezTo>
                  <a:lnTo>
                    <a:pt x="513" y="38"/>
                  </a:lnTo>
                  <a:cubicBezTo>
                    <a:pt x="638" y="13"/>
                    <a:pt x="700" y="188"/>
                    <a:pt x="575" y="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9" name="Google Shape;3769;p101"/>
            <p:cNvSpPr/>
            <p:nvPr/>
          </p:nvSpPr>
          <p:spPr>
            <a:xfrm>
              <a:off x="6645800" y="1528925"/>
              <a:ext cx="28775" cy="23450"/>
            </a:xfrm>
            <a:custGeom>
              <a:rect b="b" l="l" r="r" t="t"/>
              <a:pathLst>
                <a:path extrusionOk="0" h="938" w="1151">
                  <a:moveTo>
                    <a:pt x="638" y="163"/>
                  </a:moveTo>
                  <a:cubicBezTo>
                    <a:pt x="1150" y="263"/>
                    <a:pt x="863" y="937"/>
                    <a:pt x="426" y="838"/>
                  </a:cubicBezTo>
                  <a:cubicBezTo>
                    <a:pt x="1" y="750"/>
                    <a:pt x="126" y="0"/>
                    <a:pt x="626" y="150"/>
                  </a:cubicBezTo>
                  <a:cubicBezTo>
                    <a:pt x="738" y="188"/>
                    <a:pt x="713" y="350"/>
                    <a:pt x="601" y="350"/>
                  </a:cubicBezTo>
                  <a:lnTo>
                    <a:pt x="601" y="325"/>
                  </a:lnTo>
                  <a:cubicBezTo>
                    <a:pt x="501" y="288"/>
                    <a:pt x="538" y="138"/>
                    <a:pt x="651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0" name="Google Shape;3770;p101"/>
            <p:cNvSpPr/>
            <p:nvPr/>
          </p:nvSpPr>
          <p:spPr>
            <a:xfrm>
              <a:off x="6217175" y="4309125"/>
              <a:ext cx="551125" cy="190600"/>
            </a:xfrm>
            <a:custGeom>
              <a:rect b="b" l="l" r="r" t="t"/>
              <a:pathLst>
                <a:path extrusionOk="0" h="7624" w="22045">
                  <a:moveTo>
                    <a:pt x="213" y="4662"/>
                  </a:moveTo>
                  <a:cubicBezTo>
                    <a:pt x="5036" y="0"/>
                    <a:pt x="11447" y="7623"/>
                    <a:pt x="17083" y="6311"/>
                  </a:cubicBezTo>
                  <a:cubicBezTo>
                    <a:pt x="20070" y="5611"/>
                    <a:pt x="22044" y="3300"/>
                    <a:pt x="21932" y="238"/>
                  </a:cubicBezTo>
                  <a:cubicBezTo>
                    <a:pt x="21932" y="150"/>
                    <a:pt x="21795" y="150"/>
                    <a:pt x="21795" y="238"/>
                  </a:cubicBezTo>
                  <a:cubicBezTo>
                    <a:pt x="21532" y="6511"/>
                    <a:pt x="14521" y="6724"/>
                    <a:pt x="10160" y="4887"/>
                  </a:cubicBezTo>
                  <a:cubicBezTo>
                    <a:pt x="8448" y="4162"/>
                    <a:pt x="6723" y="3175"/>
                    <a:pt x="4824" y="2950"/>
                  </a:cubicBezTo>
                  <a:cubicBezTo>
                    <a:pt x="2924" y="2725"/>
                    <a:pt x="1425" y="3225"/>
                    <a:pt x="88" y="4537"/>
                  </a:cubicBezTo>
                  <a:cubicBezTo>
                    <a:pt x="0" y="4612"/>
                    <a:pt x="125" y="4737"/>
                    <a:pt x="213" y="46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1" name="Google Shape;3771;p101"/>
            <p:cNvSpPr/>
            <p:nvPr/>
          </p:nvSpPr>
          <p:spPr>
            <a:xfrm>
              <a:off x="6582375" y="4210725"/>
              <a:ext cx="180925" cy="121225"/>
            </a:xfrm>
            <a:custGeom>
              <a:rect b="b" l="l" r="r" t="t"/>
              <a:pathLst>
                <a:path extrusionOk="0" h="4849" w="7237">
                  <a:moveTo>
                    <a:pt x="7224" y="3174"/>
                  </a:moveTo>
                  <a:cubicBezTo>
                    <a:pt x="7087" y="1162"/>
                    <a:pt x="4637" y="0"/>
                    <a:pt x="2825" y="537"/>
                  </a:cubicBezTo>
                  <a:cubicBezTo>
                    <a:pt x="1326" y="987"/>
                    <a:pt x="1" y="3524"/>
                    <a:pt x="1388" y="4774"/>
                  </a:cubicBezTo>
                  <a:cubicBezTo>
                    <a:pt x="1463" y="4849"/>
                    <a:pt x="1575" y="4736"/>
                    <a:pt x="1513" y="4661"/>
                  </a:cubicBezTo>
                  <a:cubicBezTo>
                    <a:pt x="113" y="3137"/>
                    <a:pt x="1775" y="837"/>
                    <a:pt x="3400" y="637"/>
                  </a:cubicBezTo>
                  <a:cubicBezTo>
                    <a:pt x="4950" y="437"/>
                    <a:pt x="6912" y="1450"/>
                    <a:pt x="7037" y="3174"/>
                  </a:cubicBezTo>
                  <a:cubicBezTo>
                    <a:pt x="7037" y="3299"/>
                    <a:pt x="7237" y="3299"/>
                    <a:pt x="7224" y="3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2" name="Google Shape;3772;p101"/>
            <p:cNvSpPr/>
            <p:nvPr/>
          </p:nvSpPr>
          <p:spPr>
            <a:xfrm>
              <a:off x="6636125" y="4276625"/>
              <a:ext cx="72825" cy="77200"/>
            </a:xfrm>
            <a:custGeom>
              <a:rect b="b" l="l" r="r" t="t"/>
              <a:pathLst>
                <a:path extrusionOk="0" h="3088" w="2913">
                  <a:moveTo>
                    <a:pt x="63" y="2600"/>
                  </a:moveTo>
                  <a:cubicBezTo>
                    <a:pt x="888" y="3087"/>
                    <a:pt x="2112" y="2738"/>
                    <a:pt x="2537" y="1850"/>
                  </a:cubicBezTo>
                  <a:cubicBezTo>
                    <a:pt x="2912" y="1026"/>
                    <a:pt x="2300" y="101"/>
                    <a:pt x="1437" y="13"/>
                  </a:cubicBezTo>
                  <a:cubicBezTo>
                    <a:pt x="1325" y="1"/>
                    <a:pt x="1300" y="188"/>
                    <a:pt x="1412" y="213"/>
                  </a:cubicBezTo>
                  <a:cubicBezTo>
                    <a:pt x="2225" y="351"/>
                    <a:pt x="2725" y="1176"/>
                    <a:pt x="2250" y="1925"/>
                  </a:cubicBezTo>
                  <a:cubicBezTo>
                    <a:pt x="1787" y="2613"/>
                    <a:pt x="888" y="2838"/>
                    <a:pt x="150" y="2463"/>
                  </a:cubicBezTo>
                  <a:cubicBezTo>
                    <a:pt x="63" y="2425"/>
                    <a:pt x="0" y="2538"/>
                    <a:pt x="75" y="26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3" name="Google Shape;3773;p101"/>
            <p:cNvSpPr/>
            <p:nvPr/>
          </p:nvSpPr>
          <p:spPr>
            <a:xfrm>
              <a:off x="6662675" y="4282575"/>
              <a:ext cx="25" cy="325"/>
            </a:xfrm>
            <a:custGeom>
              <a:rect b="b" l="l" r="r" t="t"/>
              <a:pathLst>
                <a:path extrusionOk="0" h="13" w="1">
                  <a:moveTo>
                    <a:pt x="1" y="0"/>
                  </a:moveTo>
                  <a:lnTo>
                    <a:pt x="1" y="1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4" name="Google Shape;3774;p101"/>
            <p:cNvSpPr/>
            <p:nvPr/>
          </p:nvSpPr>
          <p:spPr>
            <a:xfrm>
              <a:off x="6648925" y="4357225"/>
              <a:ext cx="206550" cy="103750"/>
            </a:xfrm>
            <a:custGeom>
              <a:rect b="b" l="l" r="r" t="t"/>
              <a:pathLst>
                <a:path extrusionOk="0" h="4150" w="8262">
                  <a:moveTo>
                    <a:pt x="126" y="4137"/>
                  </a:moveTo>
                  <a:cubicBezTo>
                    <a:pt x="1250" y="3887"/>
                    <a:pt x="2325" y="3425"/>
                    <a:pt x="3275" y="2775"/>
                  </a:cubicBezTo>
                  <a:cubicBezTo>
                    <a:pt x="4724" y="1763"/>
                    <a:pt x="6199" y="1"/>
                    <a:pt x="8074" y="1276"/>
                  </a:cubicBezTo>
                  <a:cubicBezTo>
                    <a:pt x="8161" y="1326"/>
                    <a:pt x="8261" y="1201"/>
                    <a:pt x="8186" y="1138"/>
                  </a:cubicBezTo>
                  <a:cubicBezTo>
                    <a:pt x="7424" y="451"/>
                    <a:pt x="6474" y="451"/>
                    <a:pt x="5549" y="851"/>
                  </a:cubicBezTo>
                  <a:cubicBezTo>
                    <a:pt x="4887" y="1151"/>
                    <a:pt x="4350" y="1676"/>
                    <a:pt x="3787" y="2125"/>
                  </a:cubicBezTo>
                  <a:cubicBezTo>
                    <a:pt x="2700" y="3013"/>
                    <a:pt x="1450" y="3650"/>
                    <a:pt x="88" y="3987"/>
                  </a:cubicBezTo>
                  <a:cubicBezTo>
                    <a:pt x="1" y="4000"/>
                    <a:pt x="38" y="4150"/>
                    <a:pt x="138" y="41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5" name="Google Shape;3775;p101"/>
            <p:cNvSpPr/>
            <p:nvPr/>
          </p:nvSpPr>
          <p:spPr>
            <a:xfrm>
              <a:off x="6506475" y="4375975"/>
              <a:ext cx="88425" cy="80000"/>
            </a:xfrm>
            <a:custGeom>
              <a:rect b="b" l="l" r="r" t="t"/>
              <a:pathLst>
                <a:path extrusionOk="0" h="3200" w="3537">
                  <a:moveTo>
                    <a:pt x="113" y="2888"/>
                  </a:moveTo>
                  <a:cubicBezTo>
                    <a:pt x="987" y="3087"/>
                    <a:pt x="1837" y="3200"/>
                    <a:pt x="2650" y="2713"/>
                  </a:cubicBezTo>
                  <a:cubicBezTo>
                    <a:pt x="3174" y="2388"/>
                    <a:pt x="3537" y="1875"/>
                    <a:pt x="3437" y="1225"/>
                  </a:cubicBezTo>
                  <a:cubicBezTo>
                    <a:pt x="3349" y="613"/>
                    <a:pt x="2849" y="138"/>
                    <a:pt x="2225" y="63"/>
                  </a:cubicBezTo>
                  <a:cubicBezTo>
                    <a:pt x="1750" y="13"/>
                    <a:pt x="1075" y="176"/>
                    <a:pt x="1025" y="726"/>
                  </a:cubicBezTo>
                  <a:cubicBezTo>
                    <a:pt x="1025" y="813"/>
                    <a:pt x="1150" y="813"/>
                    <a:pt x="1150" y="726"/>
                  </a:cubicBezTo>
                  <a:cubicBezTo>
                    <a:pt x="1225" y="1"/>
                    <a:pt x="2437" y="263"/>
                    <a:pt x="2762" y="488"/>
                  </a:cubicBezTo>
                  <a:cubicBezTo>
                    <a:pt x="3249" y="838"/>
                    <a:pt x="3387" y="1500"/>
                    <a:pt x="3099" y="2025"/>
                  </a:cubicBezTo>
                  <a:cubicBezTo>
                    <a:pt x="2475" y="3037"/>
                    <a:pt x="1125" y="2937"/>
                    <a:pt x="150" y="2713"/>
                  </a:cubicBezTo>
                  <a:cubicBezTo>
                    <a:pt x="38" y="2688"/>
                    <a:pt x="0" y="2863"/>
                    <a:pt x="113" y="28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6" name="Google Shape;3776;p101"/>
            <p:cNvSpPr/>
            <p:nvPr/>
          </p:nvSpPr>
          <p:spPr>
            <a:xfrm>
              <a:off x="6450850" y="4386300"/>
              <a:ext cx="33150" cy="43450"/>
            </a:xfrm>
            <a:custGeom>
              <a:rect b="b" l="l" r="r" t="t"/>
              <a:pathLst>
                <a:path extrusionOk="0" h="1738" w="1326">
                  <a:moveTo>
                    <a:pt x="101" y="1550"/>
                  </a:moveTo>
                  <a:cubicBezTo>
                    <a:pt x="638" y="1737"/>
                    <a:pt x="1325" y="1412"/>
                    <a:pt x="1263" y="762"/>
                  </a:cubicBezTo>
                  <a:cubicBezTo>
                    <a:pt x="1213" y="338"/>
                    <a:pt x="513" y="0"/>
                    <a:pt x="251" y="425"/>
                  </a:cubicBezTo>
                  <a:cubicBezTo>
                    <a:pt x="176" y="538"/>
                    <a:pt x="351" y="637"/>
                    <a:pt x="426" y="525"/>
                  </a:cubicBezTo>
                  <a:cubicBezTo>
                    <a:pt x="538" y="463"/>
                    <a:pt x="676" y="438"/>
                    <a:pt x="801" y="488"/>
                  </a:cubicBezTo>
                  <a:cubicBezTo>
                    <a:pt x="1076" y="712"/>
                    <a:pt x="1125" y="937"/>
                    <a:pt x="951" y="1137"/>
                  </a:cubicBezTo>
                  <a:cubicBezTo>
                    <a:pt x="776" y="1450"/>
                    <a:pt x="451" y="1487"/>
                    <a:pt x="138" y="1400"/>
                  </a:cubicBezTo>
                  <a:cubicBezTo>
                    <a:pt x="38" y="1362"/>
                    <a:pt x="1" y="1525"/>
                    <a:pt x="101" y="15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7" name="Google Shape;3777;p101"/>
            <p:cNvSpPr/>
            <p:nvPr/>
          </p:nvSpPr>
          <p:spPr>
            <a:xfrm>
              <a:off x="6842625" y="4377850"/>
              <a:ext cx="31900" cy="31900"/>
            </a:xfrm>
            <a:custGeom>
              <a:rect b="b" l="l" r="r" t="t"/>
              <a:pathLst>
                <a:path extrusionOk="0" h="1276" w="1276">
                  <a:moveTo>
                    <a:pt x="326" y="351"/>
                  </a:moveTo>
                  <a:cubicBezTo>
                    <a:pt x="1" y="713"/>
                    <a:pt x="451" y="1275"/>
                    <a:pt x="863" y="950"/>
                  </a:cubicBezTo>
                  <a:cubicBezTo>
                    <a:pt x="1275" y="626"/>
                    <a:pt x="800" y="1"/>
                    <a:pt x="401" y="301"/>
                  </a:cubicBezTo>
                  <a:cubicBezTo>
                    <a:pt x="326" y="351"/>
                    <a:pt x="376" y="463"/>
                    <a:pt x="463" y="451"/>
                  </a:cubicBezTo>
                  <a:lnTo>
                    <a:pt x="463" y="451"/>
                  </a:lnTo>
                  <a:cubicBezTo>
                    <a:pt x="501" y="376"/>
                    <a:pt x="401" y="276"/>
                    <a:pt x="338" y="3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8" name="Google Shape;3778;p101"/>
            <p:cNvSpPr/>
            <p:nvPr/>
          </p:nvSpPr>
          <p:spPr>
            <a:xfrm>
              <a:off x="6720775" y="4313800"/>
              <a:ext cx="77825" cy="113125"/>
            </a:xfrm>
            <a:custGeom>
              <a:rect b="b" l="l" r="r" t="t"/>
              <a:pathLst>
                <a:path extrusionOk="0" h="4525" w="3113">
                  <a:moveTo>
                    <a:pt x="163" y="4462"/>
                  </a:moveTo>
                  <a:cubicBezTo>
                    <a:pt x="1551" y="3363"/>
                    <a:pt x="2575" y="1850"/>
                    <a:pt x="3088" y="151"/>
                  </a:cubicBezTo>
                  <a:cubicBezTo>
                    <a:pt x="3113" y="63"/>
                    <a:pt x="2975" y="1"/>
                    <a:pt x="2925" y="88"/>
                  </a:cubicBezTo>
                  <a:cubicBezTo>
                    <a:pt x="2188" y="1700"/>
                    <a:pt x="1413" y="3188"/>
                    <a:pt x="63" y="4375"/>
                  </a:cubicBezTo>
                  <a:cubicBezTo>
                    <a:pt x="1" y="4437"/>
                    <a:pt x="88" y="4525"/>
                    <a:pt x="163" y="44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9" name="Google Shape;3779;p101"/>
            <p:cNvSpPr/>
            <p:nvPr/>
          </p:nvSpPr>
          <p:spPr>
            <a:xfrm>
              <a:off x="6784200" y="4293200"/>
              <a:ext cx="30650" cy="32500"/>
            </a:xfrm>
            <a:custGeom>
              <a:rect b="b" l="l" r="r" t="t"/>
              <a:pathLst>
                <a:path extrusionOk="0" h="1300" w="1226">
                  <a:moveTo>
                    <a:pt x="501" y="800"/>
                  </a:moveTo>
                  <a:lnTo>
                    <a:pt x="501" y="737"/>
                  </a:lnTo>
                  <a:cubicBezTo>
                    <a:pt x="426" y="662"/>
                    <a:pt x="313" y="750"/>
                    <a:pt x="363" y="850"/>
                  </a:cubicBezTo>
                  <a:cubicBezTo>
                    <a:pt x="601" y="1300"/>
                    <a:pt x="1225" y="750"/>
                    <a:pt x="888" y="375"/>
                  </a:cubicBezTo>
                  <a:cubicBezTo>
                    <a:pt x="551" y="0"/>
                    <a:pt x="1" y="550"/>
                    <a:pt x="388" y="912"/>
                  </a:cubicBezTo>
                  <a:cubicBezTo>
                    <a:pt x="463" y="975"/>
                    <a:pt x="563" y="875"/>
                    <a:pt x="501" y="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0" name="Google Shape;3780;p101"/>
            <p:cNvSpPr/>
            <p:nvPr/>
          </p:nvSpPr>
          <p:spPr>
            <a:xfrm>
              <a:off x="6760775" y="4298825"/>
              <a:ext cx="5650" cy="9375"/>
            </a:xfrm>
            <a:custGeom>
              <a:rect b="b" l="l" r="r" t="t"/>
              <a:pathLst>
                <a:path extrusionOk="0" h="375" w="226">
                  <a:moveTo>
                    <a:pt x="213" y="263"/>
                  </a:moveTo>
                  <a:cubicBezTo>
                    <a:pt x="225" y="188"/>
                    <a:pt x="200" y="113"/>
                    <a:pt x="150" y="63"/>
                  </a:cubicBezTo>
                  <a:cubicBezTo>
                    <a:pt x="113" y="0"/>
                    <a:pt x="1" y="13"/>
                    <a:pt x="1" y="100"/>
                  </a:cubicBezTo>
                  <a:cubicBezTo>
                    <a:pt x="1" y="150"/>
                    <a:pt x="13" y="213"/>
                    <a:pt x="13" y="263"/>
                  </a:cubicBezTo>
                  <a:cubicBezTo>
                    <a:pt x="26" y="375"/>
                    <a:pt x="188" y="375"/>
                    <a:pt x="200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1" name="Google Shape;3781;p101"/>
            <p:cNvSpPr/>
            <p:nvPr/>
          </p:nvSpPr>
          <p:spPr>
            <a:xfrm>
              <a:off x="6624250" y="4331300"/>
              <a:ext cx="10025" cy="6900"/>
            </a:xfrm>
            <a:custGeom>
              <a:rect b="b" l="l" r="r" t="t"/>
              <a:pathLst>
                <a:path extrusionOk="0" h="276" w="401">
                  <a:moveTo>
                    <a:pt x="313" y="88"/>
                  </a:moveTo>
                  <a:cubicBezTo>
                    <a:pt x="250" y="51"/>
                    <a:pt x="175" y="26"/>
                    <a:pt x="100" y="13"/>
                  </a:cubicBezTo>
                  <a:cubicBezTo>
                    <a:pt x="38" y="1"/>
                    <a:pt x="0" y="63"/>
                    <a:pt x="50" y="113"/>
                  </a:cubicBezTo>
                  <a:cubicBezTo>
                    <a:pt x="100" y="176"/>
                    <a:pt x="163" y="226"/>
                    <a:pt x="250" y="251"/>
                  </a:cubicBezTo>
                  <a:cubicBezTo>
                    <a:pt x="338" y="276"/>
                    <a:pt x="400" y="138"/>
                    <a:pt x="313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2" name="Google Shape;3782;p101"/>
            <p:cNvSpPr/>
            <p:nvPr/>
          </p:nvSpPr>
          <p:spPr>
            <a:xfrm>
              <a:off x="6618625" y="4440350"/>
              <a:ext cx="156850" cy="27825"/>
            </a:xfrm>
            <a:custGeom>
              <a:rect b="b" l="l" r="r" t="t"/>
              <a:pathLst>
                <a:path extrusionOk="0" h="1113" w="6274">
                  <a:moveTo>
                    <a:pt x="101" y="1100"/>
                  </a:moveTo>
                  <a:cubicBezTo>
                    <a:pt x="963" y="1112"/>
                    <a:pt x="1813" y="1025"/>
                    <a:pt x="2662" y="850"/>
                  </a:cubicBezTo>
                  <a:cubicBezTo>
                    <a:pt x="3812" y="625"/>
                    <a:pt x="4937" y="175"/>
                    <a:pt x="6111" y="500"/>
                  </a:cubicBezTo>
                  <a:cubicBezTo>
                    <a:pt x="6224" y="525"/>
                    <a:pt x="6274" y="362"/>
                    <a:pt x="6161" y="313"/>
                  </a:cubicBezTo>
                  <a:cubicBezTo>
                    <a:pt x="5362" y="0"/>
                    <a:pt x="4649" y="163"/>
                    <a:pt x="3837" y="337"/>
                  </a:cubicBezTo>
                  <a:cubicBezTo>
                    <a:pt x="2587" y="612"/>
                    <a:pt x="1375" y="862"/>
                    <a:pt x="101" y="925"/>
                  </a:cubicBezTo>
                  <a:cubicBezTo>
                    <a:pt x="1" y="937"/>
                    <a:pt x="1" y="1087"/>
                    <a:pt x="101" y="1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3" name="Google Shape;3783;p101"/>
            <p:cNvSpPr/>
            <p:nvPr/>
          </p:nvSpPr>
          <p:spPr>
            <a:xfrm>
              <a:off x="6763900" y="4437225"/>
              <a:ext cx="32825" cy="31250"/>
            </a:xfrm>
            <a:custGeom>
              <a:rect b="b" l="l" r="r" t="t"/>
              <a:pathLst>
                <a:path extrusionOk="0" h="1250" w="1313">
                  <a:moveTo>
                    <a:pt x="450" y="550"/>
                  </a:moveTo>
                  <a:lnTo>
                    <a:pt x="563" y="587"/>
                  </a:lnTo>
                  <a:cubicBezTo>
                    <a:pt x="613" y="512"/>
                    <a:pt x="550" y="413"/>
                    <a:pt x="463" y="425"/>
                  </a:cubicBezTo>
                  <a:cubicBezTo>
                    <a:pt x="1" y="587"/>
                    <a:pt x="463" y="1250"/>
                    <a:pt x="850" y="1012"/>
                  </a:cubicBezTo>
                  <a:cubicBezTo>
                    <a:pt x="1313" y="712"/>
                    <a:pt x="775" y="0"/>
                    <a:pt x="350" y="438"/>
                  </a:cubicBezTo>
                  <a:cubicBezTo>
                    <a:pt x="288" y="500"/>
                    <a:pt x="363" y="600"/>
                    <a:pt x="450" y="5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4" name="Google Shape;3784;p101"/>
            <p:cNvSpPr/>
            <p:nvPr/>
          </p:nvSpPr>
          <p:spPr>
            <a:xfrm>
              <a:off x="6768275" y="4388175"/>
              <a:ext cx="72825" cy="22500"/>
            </a:xfrm>
            <a:custGeom>
              <a:rect b="b" l="l" r="r" t="t"/>
              <a:pathLst>
                <a:path extrusionOk="0" h="900" w="2913">
                  <a:moveTo>
                    <a:pt x="100" y="263"/>
                  </a:moveTo>
                  <a:cubicBezTo>
                    <a:pt x="413" y="562"/>
                    <a:pt x="813" y="750"/>
                    <a:pt x="1225" y="800"/>
                  </a:cubicBezTo>
                  <a:cubicBezTo>
                    <a:pt x="1700" y="862"/>
                    <a:pt x="2400" y="900"/>
                    <a:pt x="2812" y="637"/>
                  </a:cubicBezTo>
                  <a:cubicBezTo>
                    <a:pt x="2912" y="575"/>
                    <a:pt x="2850" y="413"/>
                    <a:pt x="2725" y="438"/>
                  </a:cubicBezTo>
                  <a:cubicBezTo>
                    <a:pt x="1937" y="637"/>
                    <a:pt x="900" y="687"/>
                    <a:pt x="263" y="100"/>
                  </a:cubicBezTo>
                  <a:cubicBezTo>
                    <a:pt x="163" y="0"/>
                    <a:pt x="0" y="163"/>
                    <a:pt x="113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5" name="Google Shape;3785;p101"/>
            <p:cNvSpPr/>
            <p:nvPr/>
          </p:nvSpPr>
          <p:spPr>
            <a:xfrm>
              <a:off x="6769525" y="4381600"/>
              <a:ext cx="70625" cy="23450"/>
            </a:xfrm>
            <a:custGeom>
              <a:rect b="b" l="l" r="r" t="t"/>
              <a:pathLst>
                <a:path extrusionOk="0" h="938" w="2825">
                  <a:moveTo>
                    <a:pt x="2762" y="738"/>
                  </a:moveTo>
                  <a:cubicBezTo>
                    <a:pt x="2250" y="51"/>
                    <a:pt x="813" y="1"/>
                    <a:pt x="113" y="376"/>
                  </a:cubicBezTo>
                  <a:cubicBezTo>
                    <a:pt x="0" y="426"/>
                    <a:pt x="88" y="563"/>
                    <a:pt x="188" y="551"/>
                  </a:cubicBezTo>
                  <a:cubicBezTo>
                    <a:pt x="900" y="438"/>
                    <a:pt x="2062" y="176"/>
                    <a:pt x="2612" y="850"/>
                  </a:cubicBezTo>
                  <a:cubicBezTo>
                    <a:pt x="2687" y="938"/>
                    <a:pt x="2825" y="825"/>
                    <a:pt x="2775" y="7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6" name="Google Shape;3786;p101"/>
            <p:cNvSpPr/>
            <p:nvPr/>
          </p:nvSpPr>
          <p:spPr>
            <a:xfrm>
              <a:off x="6669850" y="4396600"/>
              <a:ext cx="17850" cy="55950"/>
            </a:xfrm>
            <a:custGeom>
              <a:rect b="b" l="l" r="r" t="t"/>
              <a:pathLst>
                <a:path extrusionOk="0" h="2238" w="714">
                  <a:moveTo>
                    <a:pt x="413" y="2087"/>
                  </a:moveTo>
                  <a:cubicBezTo>
                    <a:pt x="238" y="1450"/>
                    <a:pt x="326" y="775"/>
                    <a:pt x="663" y="213"/>
                  </a:cubicBezTo>
                  <a:cubicBezTo>
                    <a:pt x="713" y="101"/>
                    <a:pt x="551" y="1"/>
                    <a:pt x="476" y="101"/>
                  </a:cubicBezTo>
                  <a:cubicBezTo>
                    <a:pt x="88" y="713"/>
                    <a:pt x="1" y="1450"/>
                    <a:pt x="238" y="2137"/>
                  </a:cubicBezTo>
                  <a:cubicBezTo>
                    <a:pt x="276" y="2237"/>
                    <a:pt x="426" y="2200"/>
                    <a:pt x="413" y="20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7" name="Google Shape;3787;p101"/>
            <p:cNvSpPr/>
            <p:nvPr/>
          </p:nvSpPr>
          <p:spPr>
            <a:xfrm>
              <a:off x="6677050" y="4396600"/>
              <a:ext cx="16275" cy="54375"/>
            </a:xfrm>
            <a:custGeom>
              <a:rect b="b" l="l" r="r" t="t"/>
              <a:pathLst>
                <a:path extrusionOk="0" h="2175" w="651">
                  <a:moveTo>
                    <a:pt x="188" y="188"/>
                  </a:moveTo>
                  <a:cubicBezTo>
                    <a:pt x="313" y="550"/>
                    <a:pt x="363" y="950"/>
                    <a:pt x="300" y="1338"/>
                  </a:cubicBezTo>
                  <a:cubicBezTo>
                    <a:pt x="250" y="1613"/>
                    <a:pt x="113" y="1788"/>
                    <a:pt x="13" y="2038"/>
                  </a:cubicBezTo>
                  <a:cubicBezTo>
                    <a:pt x="0" y="2075"/>
                    <a:pt x="25" y="2112"/>
                    <a:pt x="63" y="2125"/>
                  </a:cubicBezTo>
                  <a:cubicBezTo>
                    <a:pt x="363" y="2175"/>
                    <a:pt x="463" y="1850"/>
                    <a:pt x="538" y="1613"/>
                  </a:cubicBezTo>
                  <a:cubicBezTo>
                    <a:pt x="650" y="1113"/>
                    <a:pt x="600" y="600"/>
                    <a:pt x="400" y="126"/>
                  </a:cubicBezTo>
                  <a:cubicBezTo>
                    <a:pt x="350" y="1"/>
                    <a:pt x="150" y="51"/>
                    <a:pt x="188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8" name="Google Shape;3788;p101"/>
            <p:cNvSpPr/>
            <p:nvPr/>
          </p:nvSpPr>
          <p:spPr>
            <a:xfrm>
              <a:off x="6337750" y="4364725"/>
              <a:ext cx="82825" cy="26900"/>
            </a:xfrm>
            <a:custGeom>
              <a:rect b="b" l="l" r="r" t="t"/>
              <a:pathLst>
                <a:path extrusionOk="0" h="1076" w="3313">
                  <a:moveTo>
                    <a:pt x="126" y="926"/>
                  </a:moveTo>
                  <a:cubicBezTo>
                    <a:pt x="1138" y="1076"/>
                    <a:pt x="2500" y="926"/>
                    <a:pt x="3263" y="163"/>
                  </a:cubicBezTo>
                  <a:cubicBezTo>
                    <a:pt x="3313" y="113"/>
                    <a:pt x="3263" y="1"/>
                    <a:pt x="3175" y="26"/>
                  </a:cubicBezTo>
                  <a:cubicBezTo>
                    <a:pt x="2713" y="188"/>
                    <a:pt x="2300" y="476"/>
                    <a:pt x="1813" y="601"/>
                  </a:cubicBezTo>
                  <a:cubicBezTo>
                    <a:pt x="1276" y="738"/>
                    <a:pt x="713" y="776"/>
                    <a:pt x="151" y="713"/>
                  </a:cubicBezTo>
                  <a:cubicBezTo>
                    <a:pt x="38" y="701"/>
                    <a:pt x="1" y="913"/>
                    <a:pt x="126" y="9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9" name="Google Shape;3789;p101"/>
            <p:cNvSpPr/>
            <p:nvPr/>
          </p:nvSpPr>
          <p:spPr>
            <a:xfrm>
              <a:off x="6319650" y="4355975"/>
              <a:ext cx="100625" cy="30975"/>
            </a:xfrm>
            <a:custGeom>
              <a:rect b="b" l="l" r="r" t="t"/>
              <a:pathLst>
                <a:path extrusionOk="0" h="1239" w="4025">
                  <a:moveTo>
                    <a:pt x="3887" y="238"/>
                  </a:moveTo>
                  <a:cubicBezTo>
                    <a:pt x="3262" y="126"/>
                    <a:pt x="2612" y="1"/>
                    <a:pt x="1975" y="101"/>
                  </a:cubicBezTo>
                  <a:cubicBezTo>
                    <a:pt x="1300" y="201"/>
                    <a:pt x="712" y="551"/>
                    <a:pt x="138" y="926"/>
                  </a:cubicBezTo>
                  <a:cubicBezTo>
                    <a:pt x="0" y="1013"/>
                    <a:pt x="138" y="1238"/>
                    <a:pt x="275" y="1151"/>
                  </a:cubicBezTo>
                  <a:cubicBezTo>
                    <a:pt x="737" y="838"/>
                    <a:pt x="1225" y="526"/>
                    <a:pt x="1787" y="388"/>
                  </a:cubicBezTo>
                  <a:cubicBezTo>
                    <a:pt x="2450" y="226"/>
                    <a:pt x="3162" y="338"/>
                    <a:pt x="3837" y="451"/>
                  </a:cubicBezTo>
                  <a:cubicBezTo>
                    <a:pt x="3962" y="463"/>
                    <a:pt x="4024" y="263"/>
                    <a:pt x="3887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0" name="Google Shape;3790;p101"/>
            <p:cNvSpPr/>
            <p:nvPr/>
          </p:nvSpPr>
          <p:spPr>
            <a:xfrm>
              <a:off x="6822325" y="3689900"/>
              <a:ext cx="199650" cy="551150"/>
            </a:xfrm>
            <a:custGeom>
              <a:rect b="b" l="l" r="r" t="t"/>
              <a:pathLst>
                <a:path extrusionOk="0" h="22046" w="7986">
                  <a:moveTo>
                    <a:pt x="4499" y="88"/>
                  </a:moveTo>
                  <a:cubicBezTo>
                    <a:pt x="3187" y="1426"/>
                    <a:pt x="2700" y="2938"/>
                    <a:pt x="2912" y="4837"/>
                  </a:cubicBezTo>
                  <a:cubicBezTo>
                    <a:pt x="3087" y="6237"/>
                    <a:pt x="3699" y="7487"/>
                    <a:pt x="4237" y="8761"/>
                  </a:cubicBezTo>
                  <a:cubicBezTo>
                    <a:pt x="6111" y="13235"/>
                    <a:pt x="7986" y="21470"/>
                    <a:pt x="213" y="21808"/>
                  </a:cubicBezTo>
                  <a:cubicBezTo>
                    <a:pt x="125" y="21808"/>
                    <a:pt x="125" y="21933"/>
                    <a:pt x="213" y="21945"/>
                  </a:cubicBezTo>
                  <a:cubicBezTo>
                    <a:pt x="3250" y="22045"/>
                    <a:pt x="5586" y="20071"/>
                    <a:pt x="6274" y="17084"/>
                  </a:cubicBezTo>
                  <a:cubicBezTo>
                    <a:pt x="7598" y="11435"/>
                    <a:pt x="0" y="5012"/>
                    <a:pt x="4637" y="213"/>
                  </a:cubicBezTo>
                  <a:cubicBezTo>
                    <a:pt x="4712" y="138"/>
                    <a:pt x="4587" y="1"/>
                    <a:pt x="4499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1" name="Google Shape;3791;p101"/>
            <p:cNvSpPr/>
            <p:nvPr/>
          </p:nvSpPr>
          <p:spPr>
            <a:xfrm>
              <a:off x="6723275" y="4055125"/>
              <a:ext cx="121250" cy="180925"/>
            </a:xfrm>
            <a:custGeom>
              <a:rect b="b" l="l" r="r" t="t"/>
              <a:pathLst>
                <a:path extrusionOk="0" h="7237" w="4850">
                  <a:moveTo>
                    <a:pt x="3175" y="7036"/>
                  </a:moveTo>
                  <a:cubicBezTo>
                    <a:pt x="1438" y="6911"/>
                    <a:pt x="438" y="4949"/>
                    <a:pt x="626" y="3400"/>
                  </a:cubicBezTo>
                  <a:cubicBezTo>
                    <a:pt x="838" y="1775"/>
                    <a:pt x="3138" y="113"/>
                    <a:pt x="4650" y="1513"/>
                  </a:cubicBezTo>
                  <a:cubicBezTo>
                    <a:pt x="4737" y="1588"/>
                    <a:pt x="4850" y="1463"/>
                    <a:pt x="4775" y="1388"/>
                  </a:cubicBezTo>
                  <a:cubicBezTo>
                    <a:pt x="3525" y="1"/>
                    <a:pt x="988" y="1313"/>
                    <a:pt x="538" y="2825"/>
                  </a:cubicBezTo>
                  <a:cubicBezTo>
                    <a:pt x="1" y="4637"/>
                    <a:pt x="1163" y="7086"/>
                    <a:pt x="3175" y="7224"/>
                  </a:cubicBezTo>
                  <a:cubicBezTo>
                    <a:pt x="3300" y="7236"/>
                    <a:pt x="3300" y="7049"/>
                    <a:pt x="3175" y="70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2" name="Google Shape;3792;p101"/>
            <p:cNvSpPr/>
            <p:nvPr/>
          </p:nvSpPr>
          <p:spPr>
            <a:xfrm>
              <a:off x="6789200" y="4108250"/>
              <a:ext cx="77200" cy="73425"/>
            </a:xfrm>
            <a:custGeom>
              <a:rect b="b" l="l" r="r" t="t"/>
              <a:pathLst>
                <a:path extrusionOk="0" h="2937" w="3088">
                  <a:moveTo>
                    <a:pt x="2463" y="163"/>
                  </a:moveTo>
                  <a:cubicBezTo>
                    <a:pt x="2837" y="900"/>
                    <a:pt x="2600" y="1800"/>
                    <a:pt x="1925" y="2274"/>
                  </a:cubicBezTo>
                  <a:cubicBezTo>
                    <a:pt x="1175" y="2749"/>
                    <a:pt x="338" y="2237"/>
                    <a:pt x="201" y="1425"/>
                  </a:cubicBezTo>
                  <a:cubicBezTo>
                    <a:pt x="188" y="1312"/>
                    <a:pt x="1" y="1337"/>
                    <a:pt x="13" y="1450"/>
                  </a:cubicBezTo>
                  <a:cubicBezTo>
                    <a:pt x="88" y="2324"/>
                    <a:pt x="1013" y="2937"/>
                    <a:pt x="1838" y="2549"/>
                  </a:cubicBezTo>
                  <a:cubicBezTo>
                    <a:pt x="2738" y="2137"/>
                    <a:pt x="3087" y="900"/>
                    <a:pt x="2588" y="75"/>
                  </a:cubicBezTo>
                  <a:cubicBezTo>
                    <a:pt x="2538" y="0"/>
                    <a:pt x="2425" y="75"/>
                    <a:pt x="2463" y="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3" name="Google Shape;3793;p101"/>
            <p:cNvSpPr/>
            <p:nvPr/>
          </p:nvSpPr>
          <p:spPr>
            <a:xfrm>
              <a:off x="6795150" y="4135100"/>
              <a:ext cx="325" cy="350"/>
            </a:xfrm>
            <a:custGeom>
              <a:rect b="b" l="l" r="r" t="t"/>
              <a:pathLst>
                <a:path extrusionOk="0" h="14" w="13">
                  <a:moveTo>
                    <a:pt x="0" y="1"/>
                  </a:moveTo>
                  <a:lnTo>
                    <a:pt x="0" y="13"/>
                  </a:lnTo>
                  <a:cubicBezTo>
                    <a:pt x="0" y="13"/>
                    <a:pt x="13" y="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4" name="Google Shape;3794;p101"/>
            <p:cNvSpPr/>
            <p:nvPr/>
          </p:nvSpPr>
          <p:spPr>
            <a:xfrm>
              <a:off x="6869500" y="4121350"/>
              <a:ext cx="104050" cy="206550"/>
            </a:xfrm>
            <a:custGeom>
              <a:rect b="b" l="l" r="r" t="t"/>
              <a:pathLst>
                <a:path extrusionOk="0" h="8262" w="4162">
                  <a:moveTo>
                    <a:pt x="3987" y="101"/>
                  </a:moveTo>
                  <a:cubicBezTo>
                    <a:pt x="3712" y="1288"/>
                    <a:pt x="3175" y="2400"/>
                    <a:pt x="2450" y="3375"/>
                  </a:cubicBezTo>
                  <a:cubicBezTo>
                    <a:pt x="1925" y="4087"/>
                    <a:pt x="1225" y="4737"/>
                    <a:pt x="863" y="5562"/>
                  </a:cubicBezTo>
                  <a:cubicBezTo>
                    <a:pt x="450" y="6474"/>
                    <a:pt x="463" y="7436"/>
                    <a:pt x="1150" y="8199"/>
                  </a:cubicBezTo>
                  <a:cubicBezTo>
                    <a:pt x="1213" y="8261"/>
                    <a:pt x="1338" y="8174"/>
                    <a:pt x="1275" y="8086"/>
                  </a:cubicBezTo>
                  <a:cubicBezTo>
                    <a:pt x="0" y="6212"/>
                    <a:pt x="1762" y="4725"/>
                    <a:pt x="2775" y="3275"/>
                  </a:cubicBezTo>
                  <a:cubicBezTo>
                    <a:pt x="3437" y="2325"/>
                    <a:pt x="3899" y="1263"/>
                    <a:pt x="4137" y="138"/>
                  </a:cubicBezTo>
                  <a:cubicBezTo>
                    <a:pt x="4162" y="38"/>
                    <a:pt x="4012" y="1"/>
                    <a:pt x="3987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5" name="Google Shape;3795;p101"/>
            <p:cNvSpPr/>
            <p:nvPr/>
          </p:nvSpPr>
          <p:spPr>
            <a:xfrm>
              <a:off x="6887000" y="3978900"/>
              <a:ext cx="81875" cy="88750"/>
            </a:xfrm>
            <a:custGeom>
              <a:rect b="b" l="l" r="r" t="t"/>
              <a:pathLst>
                <a:path extrusionOk="0" h="3550" w="3275">
                  <a:moveTo>
                    <a:pt x="2774" y="163"/>
                  </a:moveTo>
                  <a:cubicBezTo>
                    <a:pt x="2987" y="1138"/>
                    <a:pt x="3099" y="2500"/>
                    <a:pt x="2087" y="3112"/>
                  </a:cubicBezTo>
                  <a:cubicBezTo>
                    <a:pt x="1612" y="3375"/>
                    <a:pt x="1025" y="3287"/>
                    <a:pt x="638" y="2900"/>
                  </a:cubicBezTo>
                  <a:cubicBezTo>
                    <a:pt x="338" y="2575"/>
                    <a:pt x="0" y="1250"/>
                    <a:pt x="800" y="1163"/>
                  </a:cubicBezTo>
                  <a:cubicBezTo>
                    <a:pt x="875" y="1163"/>
                    <a:pt x="875" y="1025"/>
                    <a:pt x="800" y="1038"/>
                  </a:cubicBezTo>
                  <a:cubicBezTo>
                    <a:pt x="250" y="1088"/>
                    <a:pt x="75" y="1762"/>
                    <a:pt x="138" y="2237"/>
                  </a:cubicBezTo>
                  <a:cubicBezTo>
                    <a:pt x="200" y="2850"/>
                    <a:pt x="675" y="3350"/>
                    <a:pt x="1300" y="3450"/>
                  </a:cubicBezTo>
                  <a:cubicBezTo>
                    <a:pt x="1937" y="3550"/>
                    <a:pt x="2450" y="3187"/>
                    <a:pt x="2774" y="2650"/>
                  </a:cubicBezTo>
                  <a:cubicBezTo>
                    <a:pt x="3274" y="1850"/>
                    <a:pt x="3149" y="988"/>
                    <a:pt x="2949" y="113"/>
                  </a:cubicBezTo>
                  <a:cubicBezTo>
                    <a:pt x="2924" y="0"/>
                    <a:pt x="2762" y="50"/>
                    <a:pt x="2787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6" name="Google Shape;3796;p101"/>
            <p:cNvSpPr/>
            <p:nvPr/>
          </p:nvSpPr>
          <p:spPr>
            <a:xfrm>
              <a:off x="6898550" y="3923300"/>
              <a:ext cx="43775" cy="33450"/>
            </a:xfrm>
            <a:custGeom>
              <a:rect b="b" l="l" r="r" t="t"/>
              <a:pathLst>
                <a:path extrusionOk="0" h="1338" w="1751">
                  <a:moveTo>
                    <a:pt x="1400" y="150"/>
                  </a:moveTo>
                  <a:cubicBezTo>
                    <a:pt x="1488" y="462"/>
                    <a:pt x="1450" y="787"/>
                    <a:pt x="1138" y="962"/>
                  </a:cubicBezTo>
                  <a:cubicBezTo>
                    <a:pt x="938" y="1137"/>
                    <a:pt x="713" y="1087"/>
                    <a:pt x="488" y="800"/>
                  </a:cubicBezTo>
                  <a:cubicBezTo>
                    <a:pt x="438" y="675"/>
                    <a:pt x="463" y="537"/>
                    <a:pt x="525" y="425"/>
                  </a:cubicBezTo>
                  <a:cubicBezTo>
                    <a:pt x="638" y="350"/>
                    <a:pt x="538" y="175"/>
                    <a:pt x="425" y="250"/>
                  </a:cubicBezTo>
                  <a:cubicBezTo>
                    <a:pt x="1" y="512"/>
                    <a:pt x="338" y="1212"/>
                    <a:pt x="763" y="1262"/>
                  </a:cubicBezTo>
                  <a:cubicBezTo>
                    <a:pt x="1425" y="1337"/>
                    <a:pt x="1750" y="637"/>
                    <a:pt x="1550" y="100"/>
                  </a:cubicBezTo>
                  <a:cubicBezTo>
                    <a:pt x="1513" y="0"/>
                    <a:pt x="1375" y="38"/>
                    <a:pt x="1388" y="1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7" name="Google Shape;3797;p101"/>
            <p:cNvSpPr/>
            <p:nvPr/>
          </p:nvSpPr>
          <p:spPr>
            <a:xfrm>
              <a:off x="6890425" y="4315375"/>
              <a:ext cx="31900" cy="31900"/>
            </a:xfrm>
            <a:custGeom>
              <a:rect b="b" l="l" r="r" t="t"/>
              <a:pathLst>
                <a:path extrusionOk="0" h="1276" w="1276">
                  <a:moveTo>
                    <a:pt x="451" y="463"/>
                  </a:moveTo>
                  <a:lnTo>
                    <a:pt x="451" y="463"/>
                  </a:lnTo>
                  <a:cubicBezTo>
                    <a:pt x="463" y="375"/>
                    <a:pt x="351" y="325"/>
                    <a:pt x="288" y="388"/>
                  </a:cubicBezTo>
                  <a:cubicBezTo>
                    <a:pt x="1" y="800"/>
                    <a:pt x="626" y="1275"/>
                    <a:pt x="950" y="863"/>
                  </a:cubicBezTo>
                  <a:cubicBezTo>
                    <a:pt x="1275" y="438"/>
                    <a:pt x="713" y="0"/>
                    <a:pt x="351" y="325"/>
                  </a:cubicBezTo>
                  <a:cubicBezTo>
                    <a:pt x="276" y="388"/>
                    <a:pt x="376" y="488"/>
                    <a:pt x="451" y="4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8" name="Google Shape;3798;p101"/>
            <p:cNvSpPr/>
            <p:nvPr/>
          </p:nvSpPr>
          <p:spPr>
            <a:xfrm>
              <a:off x="6826375" y="4193850"/>
              <a:ext cx="112825" cy="77500"/>
            </a:xfrm>
            <a:custGeom>
              <a:rect b="b" l="l" r="r" t="t"/>
              <a:pathLst>
                <a:path extrusionOk="0" h="3100" w="4513">
                  <a:moveTo>
                    <a:pt x="4375" y="50"/>
                  </a:moveTo>
                  <a:cubicBezTo>
                    <a:pt x="3175" y="1412"/>
                    <a:pt x="1700" y="2175"/>
                    <a:pt x="88" y="2924"/>
                  </a:cubicBezTo>
                  <a:cubicBezTo>
                    <a:pt x="1" y="2962"/>
                    <a:pt x="63" y="3099"/>
                    <a:pt x="151" y="3074"/>
                  </a:cubicBezTo>
                  <a:cubicBezTo>
                    <a:pt x="1850" y="2562"/>
                    <a:pt x="3362" y="1550"/>
                    <a:pt x="4462" y="150"/>
                  </a:cubicBezTo>
                  <a:cubicBezTo>
                    <a:pt x="4512" y="88"/>
                    <a:pt x="4425" y="0"/>
                    <a:pt x="4375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9" name="Google Shape;3799;p101"/>
            <p:cNvSpPr/>
            <p:nvPr/>
          </p:nvSpPr>
          <p:spPr>
            <a:xfrm>
              <a:off x="6805775" y="4256950"/>
              <a:ext cx="32500" cy="30950"/>
            </a:xfrm>
            <a:custGeom>
              <a:rect b="b" l="l" r="r" t="t"/>
              <a:pathLst>
                <a:path extrusionOk="0" h="1238" w="1300">
                  <a:moveTo>
                    <a:pt x="912" y="388"/>
                  </a:moveTo>
                  <a:cubicBezTo>
                    <a:pt x="550" y="1"/>
                    <a:pt x="0" y="538"/>
                    <a:pt x="375" y="888"/>
                  </a:cubicBezTo>
                  <a:cubicBezTo>
                    <a:pt x="750" y="1238"/>
                    <a:pt x="1300" y="600"/>
                    <a:pt x="837" y="350"/>
                  </a:cubicBezTo>
                  <a:cubicBezTo>
                    <a:pt x="750" y="313"/>
                    <a:pt x="662" y="425"/>
                    <a:pt x="725" y="500"/>
                  </a:cubicBezTo>
                  <a:lnTo>
                    <a:pt x="800" y="500"/>
                  </a:lnTo>
                  <a:cubicBezTo>
                    <a:pt x="875" y="563"/>
                    <a:pt x="962" y="463"/>
                    <a:pt x="912" y="3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0" name="Google Shape;3800;p101"/>
            <p:cNvSpPr/>
            <p:nvPr/>
          </p:nvSpPr>
          <p:spPr>
            <a:xfrm>
              <a:off x="6811400" y="4233200"/>
              <a:ext cx="9700" cy="5975"/>
            </a:xfrm>
            <a:custGeom>
              <a:rect b="b" l="l" r="r" t="t"/>
              <a:pathLst>
                <a:path extrusionOk="0" h="239" w="388">
                  <a:moveTo>
                    <a:pt x="262" y="26"/>
                  </a:moveTo>
                  <a:cubicBezTo>
                    <a:pt x="212" y="26"/>
                    <a:pt x="150" y="26"/>
                    <a:pt x="100" y="13"/>
                  </a:cubicBezTo>
                  <a:cubicBezTo>
                    <a:pt x="13" y="1"/>
                    <a:pt x="0" y="126"/>
                    <a:pt x="50" y="176"/>
                  </a:cubicBezTo>
                  <a:cubicBezTo>
                    <a:pt x="112" y="213"/>
                    <a:pt x="187" y="238"/>
                    <a:pt x="262" y="226"/>
                  </a:cubicBezTo>
                  <a:cubicBezTo>
                    <a:pt x="387" y="226"/>
                    <a:pt x="387" y="38"/>
                    <a:pt x="262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1" name="Google Shape;3801;p101"/>
            <p:cNvSpPr/>
            <p:nvPr/>
          </p:nvSpPr>
          <p:spPr>
            <a:xfrm>
              <a:off x="6843875" y="4097000"/>
              <a:ext cx="6900" cy="10025"/>
            </a:xfrm>
            <a:custGeom>
              <a:rect b="b" l="l" r="r" t="t"/>
              <a:pathLst>
                <a:path extrusionOk="0" h="401" w="276">
                  <a:moveTo>
                    <a:pt x="238" y="250"/>
                  </a:moveTo>
                  <a:cubicBezTo>
                    <a:pt x="226" y="163"/>
                    <a:pt x="176" y="88"/>
                    <a:pt x="101" y="38"/>
                  </a:cubicBezTo>
                  <a:cubicBezTo>
                    <a:pt x="63" y="0"/>
                    <a:pt x="1" y="38"/>
                    <a:pt x="13" y="100"/>
                  </a:cubicBezTo>
                  <a:cubicBezTo>
                    <a:pt x="26" y="175"/>
                    <a:pt x="51" y="250"/>
                    <a:pt x="88" y="313"/>
                  </a:cubicBezTo>
                  <a:cubicBezTo>
                    <a:pt x="138" y="400"/>
                    <a:pt x="276" y="338"/>
                    <a:pt x="251" y="2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2" name="Google Shape;3802;p101"/>
            <p:cNvSpPr/>
            <p:nvPr/>
          </p:nvSpPr>
          <p:spPr>
            <a:xfrm>
              <a:off x="6952925" y="4091375"/>
              <a:ext cx="27500" cy="156850"/>
            </a:xfrm>
            <a:custGeom>
              <a:rect b="b" l="l" r="r" t="t"/>
              <a:pathLst>
                <a:path extrusionOk="0" h="6274" w="1100">
                  <a:moveTo>
                    <a:pt x="925" y="100"/>
                  </a:moveTo>
                  <a:cubicBezTo>
                    <a:pt x="850" y="1375"/>
                    <a:pt x="612" y="2600"/>
                    <a:pt x="337" y="3837"/>
                  </a:cubicBezTo>
                  <a:cubicBezTo>
                    <a:pt x="150" y="4649"/>
                    <a:pt x="0" y="5361"/>
                    <a:pt x="312" y="6161"/>
                  </a:cubicBezTo>
                  <a:cubicBezTo>
                    <a:pt x="362" y="6274"/>
                    <a:pt x="525" y="6236"/>
                    <a:pt x="487" y="6111"/>
                  </a:cubicBezTo>
                  <a:cubicBezTo>
                    <a:pt x="175" y="4936"/>
                    <a:pt x="625" y="3812"/>
                    <a:pt x="850" y="2650"/>
                  </a:cubicBezTo>
                  <a:cubicBezTo>
                    <a:pt x="1025" y="1812"/>
                    <a:pt x="1100" y="963"/>
                    <a:pt x="1100" y="100"/>
                  </a:cubicBezTo>
                  <a:cubicBezTo>
                    <a:pt x="1087" y="0"/>
                    <a:pt x="937" y="0"/>
                    <a:pt x="925" y="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3" name="Google Shape;3803;p101"/>
            <p:cNvSpPr/>
            <p:nvPr/>
          </p:nvSpPr>
          <p:spPr>
            <a:xfrm>
              <a:off x="6949475" y="4236325"/>
              <a:ext cx="31275" cy="33150"/>
            </a:xfrm>
            <a:custGeom>
              <a:rect b="b" l="l" r="r" t="t"/>
              <a:pathLst>
                <a:path extrusionOk="0" h="1326" w="1251">
                  <a:moveTo>
                    <a:pt x="438" y="351"/>
                  </a:moveTo>
                  <a:cubicBezTo>
                    <a:pt x="1" y="776"/>
                    <a:pt x="725" y="1325"/>
                    <a:pt x="1013" y="851"/>
                  </a:cubicBezTo>
                  <a:cubicBezTo>
                    <a:pt x="1250" y="476"/>
                    <a:pt x="588" y="1"/>
                    <a:pt x="438" y="476"/>
                  </a:cubicBezTo>
                  <a:cubicBezTo>
                    <a:pt x="413" y="563"/>
                    <a:pt x="525" y="626"/>
                    <a:pt x="588" y="563"/>
                  </a:cubicBezTo>
                  <a:lnTo>
                    <a:pt x="563" y="451"/>
                  </a:lnTo>
                  <a:cubicBezTo>
                    <a:pt x="613" y="363"/>
                    <a:pt x="500" y="276"/>
                    <a:pt x="438" y="3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4" name="Google Shape;3804;p101"/>
            <p:cNvSpPr/>
            <p:nvPr/>
          </p:nvSpPr>
          <p:spPr>
            <a:xfrm>
              <a:off x="6900425" y="4241025"/>
              <a:ext cx="22525" cy="72800"/>
            </a:xfrm>
            <a:custGeom>
              <a:rect b="b" l="l" r="r" t="t"/>
              <a:pathLst>
                <a:path extrusionOk="0" h="2912" w="901">
                  <a:moveTo>
                    <a:pt x="113" y="263"/>
                  </a:moveTo>
                  <a:cubicBezTo>
                    <a:pt x="688" y="900"/>
                    <a:pt x="650" y="1937"/>
                    <a:pt x="450" y="2724"/>
                  </a:cubicBezTo>
                  <a:cubicBezTo>
                    <a:pt x="425" y="2837"/>
                    <a:pt x="588" y="2912"/>
                    <a:pt x="650" y="2812"/>
                  </a:cubicBezTo>
                  <a:cubicBezTo>
                    <a:pt x="900" y="2387"/>
                    <a:pt x="875" y="1687"/>
                    <a:pt x="800" y="1225"/>
                  </a:cubicBezTo>
                  <a:cubicBezTo>
                    <a:pt x="750" y="800"/>
                    <a:pt x="563" y="413"/>
                    <a:pt x="263" y="100"/>
                  </a:cubicBezTo>
                  <a:cubicBezTo>
                    <a:pt x="163" y="0"/>
                    <a:pt x="1" y="163"/>
                    <a:pt x="113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5" name="Google Shape;3805;p101"/>
            <p:cNvSpPr/>
            <p:nvPr/>
          </p:nvSpPr>
          <p:spPr>
            <a:xfrm>
              <a:off x="6893875" y="4242575"/>
              <a:ext cx="23450" cy="70625"/>
            </a:xfrm>
            <a:custGeom>
              <a:rect b="b" l="l" r="r" t="t"/>
              <a:pathLst>
                <a:path extrusionOk="0" h="2825" w="938">
                  <a:moveTo>
                    <a:pt x="862" y="2612"/>
                  </a:moveTo>
                  <a:cubicBezTo>
                    <a:pt x="188" y="2063"/>
                    <a:pt x="450" y="888"/>
                    <a:pt x="550" y="176"/>
                  </a:cubicBezTo>
                  <a:cubicBezTo>
                    <a:pt x="562" y="76"/>
                    <a:pt x="425" y="1"/>
                    <a:pt x="375" y="101"/>
                  </a:cubicBezTo>
                  <a:cubicBezTo>
                    <a:pt x="0" y="800"/>
                    <a:pt x="63" y="2238"/>
                    <a:pt x="737" y="2750"/>
                  </a:cubicBezTo>
                  <a:cubicBezTo>
                    <a:pt x="825" y="2825"/>
                    <a:pt x="937" y="2675"/>
                    <a:pt x="850" y="26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6" name="Google Shape;3806;p101"/>
            <p:cNvSpPr/>
            <p:nvPr/>
          </p:nvSpPr>
          <p:spPr>
            <a:xfrm>
              <a:off x="6908850" y="4142600"/>
              <a:ext cx="56575" cy="17850"/>
            </a:xfrm>
            <a:custGeom>
              <a:rect b="b" l="l" r="r" t="t"/>
              <a:pathLst>
                <a:path extrusionOk="0" h="714" w="2263">
                  <a:moveTo>
                    <a:pt x="2150" y="238"/>
                  </a:moveTo>
                  <a:cubicBezTo>
                    <a:pt x="1463" y="1"/>
                    <a:pt x="726" y="88"/>
                    <a:pt x="113" y="476"/>
                  </a:cubicBezTo>
                  <a:cubicBezTo>
                    <a:pt x="1" y="551"/>
                    <a:pt x="101" y="713"/>
                    <a:pt x="226" y="663"/>
                  </a:cubicBezTo>
                  <a:cubicBezTo>
                    <a:pt x="788" y="326"/>
                    <a:pt x="1463" y="238"/>
                    <a:pt x="2100" y="413"/>
                  </a:cubicBezTo>
                  <a:cubicBezTo>
                    <a:pt x="2213" y="438"/>
                    <a:pt x="2263" y="263"/>
                    <a:pt x="2150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7" name="Google Shape;3807;p101"/>
            <p:cNvSpPr/>
            <p:nvPr/>
          </p:nvSpPr>
          <p:spPr>
            <a:xfrm>
              <a:off x="6909175" y="4149800"/>
              <a:ext cx="56250" cy="21250"/>
            </a:xfrm>
            <a:custGeom>
              <a:rect b="b" l="l" r="r" t="t"/>
              <a:pathLst>
                <a:path extrusionOk="0" h="850" w="2250">
                  <a:moveTo>
                    <a:pt x="125" y="400"/>
                  </a:moveTo>
                  <a:cubicBezTo>
                    <a:pt x="475" y="538"/>
                    <a:pt x="2250" y="850"/>
                    <a:pt x="2125" y="63"/>
                  </a:cubicBezTo>
                  <a:cubicBezTo>
                    <a:pt x="2112" y="25"/>
                    <a:pt x="2075" y="0"/>
                    <a:pt x="2037" y="13"/>
                  </a:cubicBezTo>
                  <a:cubicBezTo>
                    <a:pt x="1788" y="113"/>
                    <a:pt x="1613" y="250"/>
                    <a:pt x="1338" y="300"/>
                  </a:cubicBezTo>
                  <a:cubicBezTo>
                    <a:pt x="950" y="363"/>
                    <a:pt x="550" y="313"/>
                    <a:pt x="188" y="188"/>
                  </a:cubicBezTo>
                  <a:cubicBezTo>
                    <a:pt x="50" y="138"/>
                    <a:pt x="0" y="338"/>
                    <a:pt x="125" y="4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8" name="Google Shape;3808;p101"/>
            <p:cNvSpPr/>
            <p:nvPr/>
          </p:nvSpPr>
          <p:spPr>
            <a:xfrm>
              <a:off x="6877300" y="3810500"/>
              <a:ext cx="26600" cy="82825"/>
            </a:xfrm>
            <a:custGeom>
              <a:rect b="b" l="l" r="r" t="t"/>
              <a:pathLst>
                <a:path extrusionOk="0" h="3313" w="1064">
                  <a:moveTo>
                    <a:pt x="713" y="151"/>
                  </a:moveTo>
                  <a:cubicBezTo>
                    <a:pt x="776" y="713"/>
                    <a:pt x="738" y="1275"/>
                    <a:pt x="601" y="1813"/>
                  </a:cubicBezTo>
                  <a:cubicBezTo>
                    <a:pt x="463" y="2300"/>
                    <a:pt x="188" y="2713"/>
                    <a:pt x="26" y="3175"/>
                  </a:cubicBezTo>
                  <a:cubicBezTo>
                    <a:pt x="1" y="3262"/>
                    <a:pt x="101" y="3312"/>
                    <a:pt x="163" y="3262"/>
                  </a:cubicBezTo>
                  <a:cubicBezTo>
                    <a:pt x="938" y="2500"/>
                    <a:pt x="1063" y="1138"/>
                    <a:pt x="926" y="126"/>
                  </a:cubicBezTo>
                  <a:cubicBezTo>
                    <a:pt x="913" y="1"/>
                    <a:pt x="701" y="26"/>
                    <a:pt x="713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9" name="Google Shape;3809;p101"/>
            <p:cNvSpPr/>
            <p:nvPr/>
          </p:nvSpPr>
          <p:spPr>
            <a:xfrm>
              <a:off x="6868550" y="3792700"/>
              <a:ext cx="30975" cy="100625"/>
            </a:xfrm>
            <a:custGeom>
              <a:rect b="b" l="l" r="r" t="t"/>
              <a:pathLst>
                <a:path extrusionOk="0" h="4025" w="1239">
                  <a:moveTo>
                    <a:pt x="438" y="3824"/>
                  </a:moveTo>
                  <a:cubicBezTo>
                    <a:pt x="338" y="3150"/>
                    <a:pt x="226" y="2450"/>
                    <a:pt x="388" y="1775"/>
                  </a:cubicBezTo>
                  <a:cubicBezTo>
                    <a:pt x="513" y="1225"/>
                    <a:pt x="838" y="738"/>
                    <a:pt x="1138" y="263"/>
                  </a:cubicBezTo>
                  <a:cubicBezTo>
                    <a:pt x="1238" y="125"/>
                    <a:pt x="1013" y="0"/>
                    <a:pt x="913" y="138"/>
                  </a:cubicBezTo>
                  <a:cubicBezTo>
                    <a:pt x="551" y="700"/>
                    <a:pt x="201" y="1288"/>
                    <a:pt x="88" y="1975"/>
                  </a:cubicBezTo>
                  <a:cubicBezTo>
                    <a:pt x="1" y="2612"/>
                    <a:pt x="126" y="3262"/>
                    <a:pt x="238" y="3887"/>
                  </a:cubicBezTo>
                  <a:cubicBezTo>
                    <a:pt x="263" y="4024"/>
                    <a:pt x="463" y="3962"/>
                    <a:pt x="438" y="38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0" name="Google Shape;3810;p101"/>
            <p:cNvSpPr/>
            <p:nvPr/>
          </p:nvSpPr>
          <p:spPr>
            <a:xfrm>
              <a:off x="6712050" y="4197600"/>
              <a:ext cx="8450" cy="8150"/>
            </a:xfrm>
            <a:custGeom>
              <a:rect b="b" l="l" r="r" t="t"/>
              <a:pathLst>
                <a:path extrusionOk="0" h="326" w="338">
                  <a:moveTo>
                    <a:pt x="88" y="313"/>
                  </a:moveTo>
                  <a:cubicBezTo>
                    <a:pt x="175" y="325"/>
                    <a:pt x="262" y="288"/>
                    <a:pt x="312" y="213"/>
                  </a:cubicBezTo>
                  <a:cubicBezTo>
                    <a:pt x="325" y="200"/>
                    <a:pt x="337" y="163"/>
                    <a:pt x="325" y="138"/>
                  </a:cubicBezTo>
                  <a:lnTo>
                    <a:pt x="300" y="50"/>
                  </a:lnTo>
                  <a:cubicBezTo>
                    <a:pt x="287" y="13"/>
                    <a:pt x="225" y="0"/>
                    <a:pt x="212" y="38"/>
                  </a:cubicBezTo>
                  <a:lnTo>
                    <a:pt x="75" y="175"/>
                  </a:lnTo>
                  <a:cubicBezTo>
                    <a:pt x="0" y="200"/>
                    <a:pt x="13" y="325"/>
                    <a:pt x="88" y="3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1" name="Google Shape;3811;p101"/>
            <p:cNvSpPr/>
            <p:nvPr/>
          </p:nvSpPr>
          <p:spPr>
            <a:xfrm>
              <a:off x="6655500" y="4190725"/>
              <a:ext cx="58750" cy="15025"/>
            </a:xfrm>
            <a:custGeom>
              <a:rect b="b" l="l" r="r" t="t"/>
              <a:pathLst>
                <a:path extrusionOk="0" h="601" w="2350">
                  <a:moveTo>
                    <a:pt x="2300" y="475"/>
                  </a:moveTo>
                  <a:cubicBezTo>
                    <a:pt x="1625" y="138"/>
                    <a:pt x="825" y="0"/>
                    <a:pt x="88" y="225"/>
                  </a:cubicBezTo>
                  <a:cubicBezTo>
                    <a:pt x="0" y="250"/>
                    <a:pt x="0" y="413"/>
                    <a:pt x="113" y="400"/>
                  </a:cubicBezTo>
                  <a:cubicBezTo>
                    <a:pt x="862" y="313"/>
                    <a:pt x="1537" y="313"/>
                    <a:pt x="2250" y="588"/>
                  </a:cubicBezTo>
                  <a:cubicBezTo>
                    <a:pt x="2312" y="600"/>
                    <a:pt x="2350" y="500"/>
                    <a:pt x="2300" y="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2" name="Google Shape;3812;p101"/>
            <p:cNvSpPr/>
            <p:nvPr/>
          </p:nvSpPr>
          <p:spPr>
            <a:xfrm>
              <a:off x="6655175" y="4183525"/>
              <a:ext cx="25325" cy="16900"/>
            </a:xfrm>
            <a:custGeom>
              <a:rect b="b" l="l" r="r" t="t"/>
              <a:pathLst>
                <a:path extrusionOk="0" h="676" w="1013">
                  <a:moveTo>
                    <a:pt x="201" y="613"/>
                  </a:moveTo>
                  <a:cubicBezTo>
                    <a:pt x="413" y="351"/>
                    <a:pt x="650" y="276"/>
                    <a:pt x="938" y="163"/>
                  </a:cubicBezTo>
                  <a:cubicBezTo>
                    <a:pt x="1013" y="126"/>
                    <a:pt x="1013" y="1"/>
                    <a:pt x="925" y="1"/>
                  </a:cubicBezTo>
                  <a:cubicBezTo>
                    <a:pt x="575" y="26"/>
                    <a:pt x="251" y="201"/>
                    <a:pt x="63" y="501"/>
                  </a:cubicBezTo>
                  <a:cubicBezTo>
                    <a:pt x="1" y="576"/>
                    <a:pt x="138" y="676"/>
                    <a:pt x="201" y="6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3" name="Google Shape;3813;p101"/>
            <p:cNvSpPr/>
            <p:nvPr/>
          </p:nvSpPr>
          <p:spPr>
            <a:xfrm>
              <a:off x="6694550" y="4145425"/>
              <a:ext cx="26575" cy="55325"/>
            </a:xfrm>
            <a:custGeom>
              <a:rect b="b" l="l" r="r" t="t"/>
              <a:pathLst>
                <a:path extrusionOk="0" h="2213" w="1063">
                  <a:moveTo>
                    <a:pt x="1012" y="2075"/>
                  </a:moveTo>
                  <a:cubicBezTo>
                    <a:pt x="838" y="1775"/>
                    <a:pt x="700" y="1462"/>
                    <a:pt x="575" y="1125"/>
                  </a:cubicBezTo>
                  <a:cubicBezTo>
                    <a:pt x="463" y="775"/>
                    <a:pt x="525" y="475"/>
                    <a:pt x="575" y="125"/>
                  </a:cubicBezTo>
                  <a:cubicBezTo>
                    <a:pt x="588" y="25"/>
                    <a:pt x="450" y="0"/>
                    <a:pt x="413" y="75"/>
                  </a:cubicBezTo>
                  <a:cubicBezTo>
                    <a:pt x="0" y="775"/>
                    <a:pt x="463" y="1612"/>
                    <a:pt x="925" y="2162"/>
                  </a:cubicBezTo>
                  <a:cubicBezTo>
                    <a:pt x="975" y="2212"/>
                    <a:pt x="1062" y="2137"/>
                    <a:pt x="1025" y="20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4" name="Google Shape;3814;p101"/>
            <p:cNvSpPr/>
            <p:nvPr/>
          </p:nvSpPr>
          <p:spPr>
            <a:xfrm>
              <a:off x="6693600" y="4144175"/>
              <a:ext cx="16900" cy="34700"/>
            </a:xfrm>
            <a:custGeom>
              <a:rect b="b" l="l" r="r" t="t"/>
              <a:pathLst>
                <a:path extrusionOk="0" h="1388" w="676">
                  <a:moveTo>
                    <a:pt x="376" y="138"/>
                  </a:moveTo>
                  <a:cubicBezTo>
                    <a:pt x="113" y="450"/>
                    <a:pt x="1" y="875"/>
                    <a:pt x="51" y="1287"/>
                  </a:cubicBezTo>
                  <a:cubicBezTo>
                    <a:pt x="63" y="1387"/>
                    <a:pt x="201" y="1350"/>
                    <a:pt x="226" y="1262"/>
                  </a:cubicBezTo>
                  <a:cubicBezTo>
                    <a:pt x="238" y="875"/>
                    <a:pt x="301" y="575"/>
                    <a:pt x="576" y="288"/>
                  </a:cubicBezTo>
                  <a:cubicBezTo>
                    <a:pt x="676" y="150"/>
                    <a:pt x="476" y="0"/>
                    <a:pt x="376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5" name="Google Shape;3815;p101"/>
            <p:cNvSpPr/>
            <p:nvPr/>
          </p:nvSpPr>
          <p:spPr>
            <a:xfrm>
              <a:off x="6676725" y="4169150"/>
              <a:ext cx="22850" cy="11275"/>
            </a:xfrm>
            <a:custGeom>
              <a:rect b="b" l="l" r="r" t="t"/>
              <a:pathLst>
                <a:path extrusionOk="0" h="451" w="914">
                  <a:moveTo>
                    <a:pt x="788" y="238"/>
                  </a:moveTo>
                  <a:cubicBezTo>
                    <a:pt x="576" y="176"/>
                    <a:pt x="363" y="76"/>
                    <a:pt x="138" y="26"/>
                  </a:cubicBezTo>
                  <a:cubicBezTo>
                    <a:pt x="51" y="1"/>
                    <a:pt x="1" y="113"/>
                    <a:pt x="88" y="163"/>
                  </a:cubicBezTo>
                  <a:cubicBezTo>
                    <a:pt x="288" y="288"/>
                    <a:pt x="513" y="376"/>
                    <a:pt x="738" y="426"/>
                  </a:cubicBezTo>
                  <a:cubicBezTo>
                    <a:pt x="863" y="451"/>
                    <a:pt x="913" y="276"/>
                    <a:pt x="788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6" name="Google Shape;3816;p101"/>
            <p:cNvSpPr/>
            <p:nvPr/>
          </p:nvSpPr>
          <p:spPr>
            <a:xfrm>
              <a:off x="6675800" y="4169150"/>
              <a:ext cx="16275" cy="19725"/>
            </a:xfrm>
            <a:custGeom>
              <a:rect b="b" l="l" r="r" t="t"/>
              <a:pathLst>
                <a:path extrusionOk="0" h="789" w="651">
                  <a:moveTo>
                    <a:pt x="63" y="226"/>
                  </a:moveTo>
                  <a:cubicBezTo>
                    <a:pt x="150" y="413"/>
                    <a:pt x="275" y="588"/>
                    <a:pt x="438" y="726"/>
                  </a:cubicBezTo>
                  <a:cubicBezTo>
                    <a:pt x="513" y="788"/>
                    <a:pt x="650" y="701"/>
                    <a:pt x="588" y="613"/>
                  </a:cubicBezTo>
                  <a:cubicBezTo>
                    <a:pt x="488" y="438"/>
                    <a:pt x="363" y="288"/>
                    <a:pt x="250" y="126"/>
                  </a:cubicBezTo>
                  <a:cubicBezTo>
                    <a:pt x="175" y="1"/>
                    <a:pt x="0" y="101"/>
                    <a:pt x="75" y="2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7" name="Google Shape;3817;p101"/>
            <p:cNvSpPr/>
            <p:nvPr/>
          </p:nvSpPr>
          <p:spPr>
            <a:xfrm>
              <a:off x="6672975" y="4181650"/>
              <a:ext cx="17525" cy="6900"/>
            </a:xfrm>
            <a:custGeom>
              <a:rect b="b" l="l" r="r" t="t"/>
              <a:pathLst>
                <a:path extrusionOk="0" h="276" w="701">
                  <a:moveTo>
                    <a:pt x="576" y="51"/>
                  </a:moveTo>
                  <a:cubicBezTo>
                    <a:pt x="413" y="1"/>
                    <a:pt x="226" y="26"/>
                    <a:pt x="88" y="113"/>
                  </a:cubicBezTo>
                  <a:cubicBezTo>
                    <a:pt x="1" y="163"/>
                    <a:pt x="63" y="276"/>
                    <a:pt x="138" y="251"/>
                  </a:cubicBezTo>
                  <a:lnTo>
                    <a:pt x="526" y="238"/>
                  </a:lnTo>
                  <a:cubicBezTo>
                    <a:pt x="638" y="263"/>
                    <a:pt x="701" y="88"/>
                    <a:pt x="576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8" name="Google Shape;3818;p101"/>
            <p:cNvSpPr/>
            <p:nvPr/>
          </p:nvSpPr>
          <p:spPr>
            <a:xfrm>
              <a:off x="6653000" y="4149475"/>
              <a:ext cx="28750" cy="23450"/>
            </a:xfrm>
            <a:custGeom>
              <a:rect b="b" l="l" r="r" t="t"/>
              <a:pathLst>
                <a:path extrusionOk="0" h="938" w="1150">
                  <a:moveTo>
                    <a:pt x="638" y="788"/>
                  </a:moveTo>
                  <a:cubicBezTo>
                    <a:pt x="1150" y="675"/>
                    <a:pt x="862" y="1"/>
                    <a:pt x="425" y="101"/>
                  </a:cubicBezTo>
                  <a:cubicBezTo>
                    <a:pt x="0" y="201"/>
                    <a:pt x="113" y="938"/>
                    <a:pt x="625" y="788"/>
                  </a:cubicBezTo>
                  <a:cubicBezTo>
                    <a:pt x="737" y="750"/>
                    <a:pt x="712" y="588"/>
                    <a:pt x="600" y="600"/>
                  </a:cubicBezTo>
                  <a:lnTo>
                    <a:pt x="600" y="613"/>
                  </a:lnTo>
                  <a:cubicBezTo>
                    <a:pt x="488" y="650"/>
                    <a:pt x="538" y="813"/>
                    <a:pt x="650" y="7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9" name="Google Shape;3819;p101"/>
            <p:cNvSpPr/>
            <p:nvPr/>
          </p:nvSpPr>
          <p:spPr>
            <a:xfrm>
              <a:off x="846700" y="4309125"/>
              <a:ext cx="551125" cy="190600"/>
            </a:xfrm>
            <a:custGeom>
              <a:rect b="b" l="l" r="r" t="t"/>
              <a:pathLst>
                <a:path extrusionOk="0" h="7624" w="22045">
                  <a:moveTo>
                    <a:pt x="21832" y="4662"/>
                  </a:moveTo>
                  <a:cubicBezTo>
                    <a:pt x="17009" y="0"/>
                    <a:pt x="10598" y="7623"/>
                    <a:pt x="4962" y="6311"/>
                  </a:cubicBezTo>
                  <a:cubicBezTo>
                    <a:pt x="1963" y="5611"/>
                    <a:pt x="1" y="3300"/>
                    <a:pt x="101" y="238"/>
                  </a:cubicBezTo>
                  <a:cubicBezTo>
                    <a:pt x="101" y="150"/>
                    <a:pt x="251" y="150"/>
                    <a:pt x="251" y="238"/>
                  </a:cubicBezTo>
                  <a:cubicBezTo>
                    <a:pt x="513" y="6511"/>
                    <a:pt x="7511" y="6724"/>
                    <a:pt x="11885" y="4887"/>
                  </a:cubicBezTo>
                  <a:cubicBezTo>
                    <a:pt x="13597" y="4162"/>
                    <a:pt x="15322" y="3175"/>
                    <a:pt x="17209" y="2950"/>
                  </a:cubicBezTo>
                  <a:cubicBezTo>
                    <a:pt x="19108" y="2725"/>
                    <a:pt x="20620" y="3225"/>
                    <a:pt x="21970" y="4524"/>
                  </a:cubicBezTo>
                  <a:cubicBezTo>
                    <a:pt x="22045" y="4612"/>
                    <a:pt x="21920" y="4737"/>
                    <a:pt x="21832" y="46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0" name="Google Shape;3820;p101"/>
            <p:cNvSpPr/>
            <p:nvPr/>
          </p:nvSpPr>
          <p:spPr>
            <a:xfrm>
              <a:off x="851700" y="4210725"/>
              <a:ext cx="180925" cy="121225"/>
            </a:xfrm>
            <a:custGeom>
              <a:rect b="b" l="l" r="r" t="t"/>
              <a:pathLst>
                <a:path extrusionOk="0" h="4849" w="7237">
                  <a:moveTo>
                    <a:pt x="13" y="3174"/>
                  </a:moveTo>
                  <a:cubicBezTo>
                    <a:pt x="151" y="1162"/>
                    <a:pt x="2612" y="0"/>
                    <a:pt x="4412" y="537"/>
                  </a:cubicBezTo>
                  <a:cubicBezTo>
                    <a:pt x="5924" y="987"/>
                    <a:pt x="7236" y="3524"/>
                    <a:pt x="5849" y="4774"/>
                  </a:cubicBezTo>
                  <a:cubicBezTo>
                    <a:pt x="5774" y="4849"/>
                    <a:pt x="5662" y="4736"/>
                    <a:pt x="5724" y="4661"/>
                  </a:cubicBezTo>
                  <a:cubicBezTo>
                    <a:pt x="7124" y="3137"/>
                    <a:pt x="5462" y="837"/>
                    <a:pt x="3837" y="637"/>
                  </a:cubicBezTo>
                  <a:cubicBezTo>
                    <a:pt x="2287" y="437"/>
                    <a:pt x="325" y="1450"/>
                    <a:pt x="201" y="3174"/>
                  </a:cubicBezTo>
                  <a:cubicBezTo>
                    <a:pt x="201" y="3299"/>
                    <a:pt x="1" y="3299"/>
                    <a:pt x="13" y="3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1" name="Google Shape;3821;p101"/>
            <p:cNvSpPr/>
            <p:nvPr/>
          </p:nvSpPr>
          <p:spPr>
            <a:xfrm>
              <a:off x="905750" y="4276625"/>
              <a:ext cx="73125" cy="77200"/>
            </a:xfrm>
            <a:custGeom>
              <a:rect b="b" l="l" r="r" t="t"/>
              <a:pathLst>
                <a:path extrusionOk="0" h="3088" w="2925">
                  <a:moveTo>
                    <a:pt x="2862" y="2600"/>
                  </a:moveTo>
                  <a:cubicBezTo>
                    <a:pt x="2025" y="3087"/>
                    <a:pt x="800" y="2738"/>
                    <a:pt x="388" y="1850"/>
                  </a:cubicBezTo>
                  <a:cubicBezTo>
                    <a:pt x="0" y="1026"/>
                    <a:pt x="613" y="101"/>
                    <a:pt x="1488" y="13"/>
                  </a:cubicBezTo>
                  <a:cubicBezTo>
                    <a:pt x="1588" y="1"/>
                    <a:pt x="1625" y="188"/>
                    <a:pt x="1513" y="213"/>
                  </a:cubicBezTo>
                  <a:cubicBezTo>
                    <a:pt x="700" y="351"/>
                    <a:pt x="200" y="1176"/>
                    <a:pt x="663" y="1925"/>
                  </a:cubicBezTo>
                  <a:cubicBezTo>
                    <a:pt x="1138" y="2613"/>
                    <a:pt x="2037" y="2838"/>
                    <a:pt x="2775" y="2463"/>
                  </a:cubicBezTo>
                  <a:cubicBezTo>
                    <a:pt x="2850" y="2425"/>
                    <a:pt x="2925" y="2538"/>
                    <a:pt x="2850" y="26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2" name="Google Shape;3822;p101"/>
            <p:cNvSpPr/>
            <p:nvPr/>
          </p:nvSpPr>
          <p:spPr>
            <a:xfrm>
              <a:off x="952300" y="4282575"/>
              <a:ext cx="25" cy="325"/>
            </a:xfrm>
            <a:custGeom>
              <a:rect b="b" l="l" r="r" t="t"/>
              <a:pathLst>
                <a:path extrusionOk="0" h="13" w="1">
                  <a:moveTo>
                    <a:pt x="1" y="0"/>
                  </a:moveTo>
                  <a:lnTo>
                    <a:pt x="1" y="1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3" name="Google Shape;3823;p101"/>
            <p:cNvSpPr/>
            <p:nvPr/>
          </p:nvSpPr>
          <p:spPr>
            <a:xfrm>
              <a:off x="759550" y="4357225"/>
              <a:ext cx="206825" cy="103750"/>
            </a:xfrm>
            <a:custGeom>
              <a:rect b="b" l="l" r="r" t="t"/>
              <a:pathLst>
                <a:path extrusionOk="0" h="4150" w="8273">
                  <a:moveTo>
                    <a:pt x="8135" y="4137"/>
                  </a:moveTo>
                  <a:cubicBezTo>
                    <a:pt x="6998" y="3887"/>
                    <a:pt x="5936" y="3425"/>
                    <a:pt x="4986" y="2775"/>
                  </a:cubicBezTo>
                  <a:cubicBezTo>
                    <a:pt x="3537" y="1763"/>
                    <a:pt x="2062" y="1"/>
                    <a:pt x="175" y="1276"/>
                  </a:cubicBezTo>
                  <a:cubicBezTo>
                    <a:pt x="100" y="1326"/>
                    <a:pt x="0" y="1201"/>
                    <a:pt x="75" y="1138"/>
                  </a:cubicBezTo>
                  <a:cubicBezTo>
                    <a:pt x="837" y="451"/>
                    <a:pt x="1787" y="451"/>
                    <a:pt x="2699" y="851"/>
                  </a:cubicBezTo>
                  <a:cubicBezTo>
                    <a:pt x="3374" y="1151"/>
                    <a:pt x="3912" y="1676"/>
                    <a:pt x="4474" y="2125"/>
                  </a:cubicBezTo>
                  <a:cubicBezTo>
                    <a:pt x="5549" y="3013"/>
                    <a:pt x="6811" y="3650"/>
                    <a:pt x="8173" y="3975"/>
                  </a:cubicBezTo>
                  <a:cubicBezTo>
                    <a:pt x="8273" y="4000"/>
                    <a:pt x="8235" y="4150"/>
                    <a:pt x="8135" y="41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4" name="Google Shape;3824;p101"/>
            <p:cNvSpPr/>
            <p:nvPr/>
          </p:nvSpPr>
          <p:spPr>
            <a:xfrm>
              <a:off x="1020100" y="4375975"/>
              <a:ext cx="88425" cy="80000"/>
            </a:xfrm>
            <a:custGeom>
              <a:rect b="b" l="l" r="r" t="t"/>
              <a:pathLst>
                <a:path extrusionOk="0" h="3200" w="3537">
                  <a:moveTo>
                    <a:pt x="3424" y="2888"/>
                  </a:moveTo>
                  <a:cubicBezTo>
                    <a:pt x="2550" y="3087"/>
                    <a:pt x="1700" y="3200"/>
                    <a:pt x="888" y="2713"/>
                  </a:cubicBezTo>
                  <a:cubicBezTo>
                    <a:pt x="363" y="2388"/>
                    <a:pt x="0" y="1875"/>
                    <a:pt x="100" y="1225"/>
                  </a:cubicBezTo>
                  <a:cubicBezTo>
                    <a:pt x="188" y="613"/>
                    <a:pt x="688" y="138"/>
                    <a:pt x="1312" y="63"/>
                  </a:cubicBezTo>
                  <a:cubicBezTo>
                    <a:pt x="1787" y="13"/>
                    <a:pt x="2462" y="176"/>
                    <a:pt x="2512" y="726"/>
                  </a:cubicBezTo>
                  <a:cubicBezTo>
                    <a:pt x="2525" y="813"/>
                    <a:pt x="2387" y="813"/>
                    <a:pt x="2375" y="726"/>
                  </a:cubicBezTo>
                  <a:cubicBezTo>
                    <a:pt x="2312" y="1"/>
                    <a:pt x="1100" y="263"/>
                    <a:pt x="775" y="488"/>
                  </a:cubicBezTo>
                  <a:cubicBezTo>
                    <a:pt x="288" y="838"/>
                    <a:pt x="138" y="1500"/>
                    <a:pt x="438" y="2025"/>
                  </a:cubicBezTo>
                  <a:cubicBezTo>
                    <a:pt x="1050" y="3037"/>
                    <a:pt x="2400" y="2937"/>
                    <a:pt x="3374" y="2713"/>
                  </a:cubicBezTo>
                  <a:cubicBezTo>
                    <a:pt x="3487" y="2688"/>
                    <a:pt x="3537" y="2863"/>
                    <a:pt x="3424" y="28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5" name="Google Shape;3825;p101"/>
            <p:cNvSpPr/>
            <p:nvPr/>
          </p:nvSpPr>
          <p:spPr>
            <a:xfrm>
              <a:off x="1130700" y="4386300"/>
              <a:ext cx="33450" cy="43450"/>
            </a:xfrm>
            <a:custGeom>
              <a:rect b="b" l="l" r="r" t="t"/>
              <a:pathLst>
                <a:path extrusionOk="0" h="1738" w="1338">
                  <a:moveTo>
                    <a:pt x="1237" y="1550"/>
                  </a:moveTo>
                  <a:cubicBezTo>
                    <a:pt x="700" y="1737"/>
                    <a:pt x="0" y="1412"/>
                    <a:pt x="75" y="762"/>
                  </a:cubicBezTo>
                  <a:cubicBezTo>
                    <a:pt x="125" y="338"/>
                    <a:pt x="825" y="0"/>
                    <a:pt x="1087" y="425"/>
                  </a:cubicBezTo>
                  <a:cubicBezTo>
                    <a:pt x="1162" y="538"/>
                    <a:pt x="987" y="637"/>
                    <a:pt x="912" y="525"/>
                  </a:cubicBezTo>
                  <a:cubicBezTo>
                    <a:pt x="800" y="463"/>
                    <a:pt x="662" y="438"/>
                    <a:pt x="537" y="488"/>
                  </a:cubicBezTo>
                  <a:cubicBezTo>
                    <a:pt x="263" y="712"/>
                    <a:pt x="213" y="937"/>
                    <a:pt x="388" y="1137"/>
                  </a:cubicBezTo>
                  <a:cubicBezTo>
                    <a:pt x="550" y="1450"/>
                    <a:pt x="887" y="1487"/>
                    <a:pt x="1200" y="1400"/>
                  </a:cubicBezTo>
                  <a:cubicBezTo>
                    <a:pt x="1300" y="1362"/>
                    <a:pt x="1337" y="1525"/>
                    <a:pt x="1237" y="15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6" name="Google Shape;3826;p101"/>
            <p:cNvSpPr/>
            <p:nvPr/>
          </p:nvSpPr>
          <p:spPr>
            <a:xfrm>
              <a:off x="740475" y="4377850"/>
              <a:ext cx="31900" cy="31900"/>
            </a:xfrm>
            <a:custGeom>
              <a:rect b="b" l="l" r="r" t="t"/>
              <a:pathLst>
                <a:path extrusionOk="0" h="1276" w="1276">
                  <a:moveTo>
                    <a:pt x="938" y="351"/>
                  </a:moveTo>
                  <a:cubicBezTo>
                    <a:pt x="1275" y="713"/>
                    <a:pt x="813" y="1275"/>
                    <a:pt x="413" y="950"/>
                  </a:cubicBezTo>
                  <a:cubicBezTo>
                    <a:pt x="1" y="626"/>
                    <a:pt x="476" y="1"/>
                    <a:pt x="888" y="301"/>
                  </a:cubicBezTo>
                  <a:cubicBezTo>
                    <a:pt x="950" y="351"/>
                    <a:pt x="900" y="463"/>
                    <a:pt x="813" y="451"/>
                  </a:cubicBezTo>
                  <a:lnTo>
                    <a:pt x="813" y="451"/>
                  </a:lnTo>
                  <a:cubicBezTo>
                    <a:pt x="776" y="376"/>
                    <a:pt x="875" y="276"/>
                    <a:pt x="950" y="3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7" name="Google Shape;3827;p101"/>
            <p:cNvSpPr/>
            <p:nvPr/>
          </p:nvSpPr>
          <p:spPr>
            <a:xfrm>
              <a:off x="816075" y="4313800"/>
              <a:ext cx="77825" cy="113125"/>
            </a:xfrm>
            <a:custGeom>
              <a:rect b="b" l="l" r="r" t="t"/>
              <a:pathLst>
                <a:path extrusionOk="0" h="4525" w="3113">
                  <a:moveTo>
                    <a:pt x="2963" y="4462"/>
                  </a:moveTo>
                  <a:cubicBezTo>
                    <a:pt x="1563" y="3363"/>
                    <a:pt x="538" y="1850"/>
                    <a:pt x="26" y="151"/>
                  </a:cubicBezTo>
                  <a:cubicBezTo>
                    <a:pt x="1" y="63"/>
                    <a:pt x="138" y="1"/>
                    <a:pt x="188" y="88"/>
                  </a:cubicBezTo>
                  <a:cubicBezTo>
                    <a:pt x="926" y="1700"/>
                    <a:pt x="1700" y="3188"/>
                    <a:pt x="3050" y="4375"/>
                  </a:cubicBezTo>
                  <a:cubicBezTo>
                    <a:pt x="3113" y="4437"/>
                    <a:pt x="3025" y="4525"/>
                    <a:pt x="2963" y="44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8" name="Google Shape;3828;p101"/>
            <p:cNvSpPr/>
            <p:nvPr/>
          </p:nvSpPr>
          <p:spPr>
            <a:xfrm>
              <a:off x="799850" y="4293200"/>
              <a:ext cx="30950" cy="32500"/>
            </a:xfrm>
            <a:custGeom>
              <a:rect b="b" l="l" r="r" t="t"/>
              <a:pathLst>
                <a:path extrusionOk="0" h="1300" w="1238">
                  <a:moveTo>
                    <a:pt x="737" y="800"/>
                  </a:moveTo>
                  <a:lnTo>
                    <a:pt x="737" y="737"/>
                  </a:lnTo>
                  <a:cubicBezTo>
                    <a:pt x="812" y="662"/>
                    <a:pt x="925" y="750"/>
                    <a:pt x="875" y="850"/>
                  </a:cubicBezTo>
                  <a:cubicBezTo>
                    <a:pt x="637" y="1300"/>
                    <a:pt x="0" y="750"/>
                    <a:pt x="350" y="375"/>
                  </a:cubicBezTo>
                  <a:cubicBezTo>
                    <a:pt x="687" y="0"/>
                    <a:pt x="1237" y="550"/>
                    <a:pt x="850" y="912"/>
                  </a:cubicBezTo>
                  <a:cubicBezTo>
                    <a:pt x="762" y="975"/>
                    <a:pt x="675" y="875"/>
                    <a:pt x="725" y="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9" name="Google Shape;3829;p101"/>
            <p:cNvSpPr/>
            <p:nvPr/>
          </p:nvSpPr>
          <p:spPr>
            <a:xfrm>
              <a:off x="848575" y="4298825"/>
              <a:ext cx="5650" cy="9375"/>
            </a:xfrm>
            <a:custGeom>
              <a:rect b="b" l="l" r="r" t="t"/>
              <a:pathLst>
                <a:path extrusionOk="0" h="375" w="226">
                  <a:moveTo>
                    <a:pt x="13" y="263"/>
                  </a:moveTo>
                  <a:cubicBezTo>
                    <a:pt x="1" y="188"/>
                    <a:pt x="26" y="113"/>
                    <a:pt x="76" y="63"/>
                  </a:cubicBezTo>
                  <a:cubicBezTo>
                    <a:pt x="113" y="0"/>
                    <a:pt x="226" y="13"/>
                    <a:pt x="226" y="100"/>
                  </a:cubicBezTo>
                  <a:cubicBezTo>
                    <a:pt x="213" y="150"/>
                    <a:pt x="213" y="213"/>
                    <a:pt x="213" y="263"/>
                  </a:cubicBezTo>
                  <a:cubicBezTo>
                    <a:pt x="201" y="375"/>
                    <a:pt x="38" y="375"/>
                    <a:pt x="13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0" name="Google Shape;3830;p101"/>
            <p:cNvSpPr/>
            <p:nvPr/>
          </p:nvSpPr>
          <p:spPr>
            <a:xfrm>
              <a:off x="980725" y="4331300"/>
              <a:ext cx="10025" cy="6900"/>
            </a:xfrm>
            <a:custGeom>
              <a:rect b="b" l="l" r="r" t="t"/>
              <a:pathLst>
                <a:path extrusionOk="0" h="276" w="401">
                  <a:moveTo>
                    <a:pt x="88" y="88"/>
                  </a:moveTo>
                  <a:cubicBezTo>
                    <a:pt x="151" y="51"/>
                    <a:pt x="226" y="26"/>
                    <a:pt x="301" y="13"/>
                  </a:cubicBezTo>
                  <a:cubicBezTo>
                    <a:pt x="351" y="1"/>
                    <a:pt x="401" y="63"/>
                    <a:pt x="351" y="113"/>
                  </a:cubicBezTo>
                  <a:cubicBezTo>
                    <a:pt x="301" y="176"/>
                    <a:pt x="226" y="226"/>
                    <a:pt x="151" y="251"/>
                  </a:cubicBezTo>
                  <a:cubicBezTo>
                    <a:pt x="63" y="276"/>
                    <a:pt x="1" y="138"/>
                    <a:pt x="88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1" name="Google Shape;3831;p101"/>
            <p:cNvSpPr/>
            <p:nvPr/>
          </p:nvSpPr>
          <p:spPr>
            <a:xfrm>
              <a:off x="839525" y="4440350"/>
              <a:ext cx="156850" cy="27825"/>
            </a:xfrm>
            <a:custGeom>
              <a:rect b="b" l="l" r="r" t="t"/>
              <a:pathLst>
                <a:path extrusionOk="0" h="1113" w="6274">
                  <a:moveTo>
                    <a:pt x="6174" y="1100"/>
                  </a:moveTo>
                  <a:cubicBezTo>
                    <a:pt x="5311" y="1112"/>
                    <a:pt x="4449" y="1025"/>
                    <a:pt x="3612" y="850"/>
                  </a:cubicBezTo>
                  <a:cubicBezTo>
                    <a:pt x="2462" y="625"/>
                    <a:pt x="1337" y="175"/>
                    <a:pt x="163" y="500"/>
                  </a:cubicBezTo>
                  <a:cubicBezTo>
                    <a:pt x="38" y="525"/>
                    <a:pt x="0" y="362"/>
                    <a:pt x="113" y="313"/>
                  </a:cubicBezTo>
                  <a:cubicBezTo>
                    <a:pt x="900" y="0"/>
                    <a:pt x="1625" y="163"/>
                    <a:pt x="2437" y="337"/>
                  </a:cubicBezTo>
                  <a:cubicBezTo>
                    <a:pt x="3674" y="612"/>
                    <a:pt x="4899" y="862"/>
                    <a:pt x="6174" y="925"/>
                  </a:cubicBezTo>
                  <a:cubicBezTo>
                    <a:pt x="6274" y="937"/>
                    <a:pt x="6274" y="1087"/>
                    <a:pt x="6174" y="1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2" name="Google Shape;3832;p101"/>
            <p:cNvSpPr/>
            <p:nvPr/>
          </p:nvSpPr>
          <p:spPr>
            <a:xfrm>
              <a:off x="817950" y="4437225"/>
              <a:ext cx="33150" cy="31250"/>
            </a:xfrm>
            <a:custGeom>
              <a:rect b="b" l="l" r="r" t="t"/>
              <a:pathLst>
                <a:path extrusionOk="0" h="1250" w="1326">
                  <a:moveTo>
                    <a:pt x="876" y="550"/>
                  </a:moveTo>
                  <a:lnTo>
                    <a:pt x="763" y="587"/>
                  </a:lnTo>
                  <a:cubicBezTo>
                    <a:pt x="713" y="512"/>
                    <a:pt x="763" y="413"/>
                    <a:pt x="851" y="425"/>
                  </a:cubicBezTo>
                  <a:cubicBezTo>
                    <a:pt x="1326" y="587"/>
                    <a:pt x="851" y="1250"/>
                    <a:pt x="476" y="1012"/>
                  </a:cubicBezTo>
                  <a:cubicBezTo>
                    <a:pt x="1" y="712"/>
                    <a:pt x="551" y="0"/>
                    <a:pt x="976" y="438"/>
                  </a:cubicBezTo>
                  <a:cubicBezTo>
                    <a:pt x="1038" y="500"/>
                    <a:pt x="963" y="600"/>
                    <a:pt x="876" y="5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3" name="Google Shape;3833;p101"/>
            <p:cNvSpPr/>
            <p:nvPr/>
          </p:nvSpPr>
          <p:spPr>
            <a:xfrm>
              <a:off x="773900" y="4388175"/>
              <a:ext cx="72825" cy="22500"/>
            </a:xfrm>
            <a:custGeom>
              <a:rect b="b" l="l" r="r" t="t"/>
              <a:pathLst>
                <a:path extrusionOk="0" h="900" w="2913">
                  <a:moveTo>
                    <a:pt x="2813" y="263"/>
                  </a:moveTo>
                  <a:cubicBezTo>
                    <a:pt x="2500" y="562"/>
                    <a:pt x="2113" y="750"/>
                    <a:pt x="1688" y="800"/>
                  </a:cubicBezTo>
                  <a:cubicBezTo>
                    <a:pt x="1226" y="862"/>
                    <a:pt x="526" y="900"/>
                    <a:pt x="113" y="637"/>
                  </a:cubicBezTo>
                  <a:cubicBezTo>
                    <a:pt x="1" y="575"/>
                    <a:pt x="63" y="413"/>
                    <a:pt x="188" y="438"/>
                  </a:cubicBezTo>
                  <a:cubicBezTo>
                    <a:pt x="976" y="637"/>
                    <a:pt x="2013" y="687"/>
                    <a:pt x="2650" y="100"/>
                  </a:cubicBezTo>
                  <a:cubicBezTo>
                    <a:pt x="2763" y="0"/>
                    <a:pt x="2913" y="163"/>
                    <a:pt x="2800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4" name="Google Shape;3834;p101"/>
            <p:cNvSpPr/>
            <p:nvPr/>
          </p:nvSpPr>
          <p:spPr>
            <a:xfrm>
              <a:off x="774525" y="4381600"/>
              <a:ext cx="70650" cy="23450"/>
            </a:xfrm>
            <a:custGeom>
              <a:rect b="b" l="l" r="r" t="t"/>
              <a:pathLst>
                <a:path extrusionOk="0" h="938" w="2826">
                  <a:moveTo>
                    <a:pt x="63" y="738"/>
                  </a:moveTo>
                  <a:cubicBezTo>
                    <a:pt x="588" y="51"/>
                    <a:pt x="2013" y="1"/>
                    <a:pt x="2725" y="376"/>
                  </a:cubicBezTo>
                  <a:cubicBezTo>
                    <a:pt x="2825" y="426"/>
                    <a:pt x="2750" y="563"/>
                    <a:pt x="2650" y="551"/>
                  </a:cubicBezTo>
                  <a:cubicBezTo>
                    <a:pt x="1938" y="438"/>
                    <a:pt x="776" y="176"/>
                    <a:pt x="213" y="850"/>
                  </a:cubicBezTo>
                  <a:cubicBezTo>
                    <a:pt x="151" y="938"/>
                    <a:pt x="1" y="825"/>
                    <a:pt x="63" y="7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5" name="Google Shape;3835;p101"/>
            <p:cNvSpPr/>
            <p:nvPr/>
          </p:nvSpPr>
          <p:spPr>
            <a:xfrm>
              <a:off x="927300" y="4396600"/>
              <a:ext cx="17850" cy="55950"/>
            </a:xfrm>
            <a:custGeom>
              <a:rect b="b" l="l" r="r" t="t"/>
              <a:pathLst>
                <a:path extrusionOk="0" h="2238" w="714">
                  <a:moveTo>
                    <a:pt x="301" y="2087"/>
                  </a:moveTo>
                  <a:cubicBezTo>
                    <a:pt x="476" y="1450"/>
                    <a:pt x="376" y="775"/>
                    <a:pt x="51" y="213"/>
                  </a:cubicBezTo>
                  <a:cubicBezTo>
                    <a:pt x="1" y="101"/>
                    <a:pt x="163" y="1"/>
                    <a:pt x="238" y="101"/>
                  </a:cubicBezTo>
                  <a:cubicBezTo>
                    <a:pt x="626" y="713"/>
                    <a:pt x="713" y="1450"/>
                    <a:pt x="476" y="2137"/>
                  </a:cubicBezTo>
                  <a:cubicBezTo>
                    <a:pt x="438" y="2237"/>
                    <a:pt x="288" y="2200"/>
                    <a:pt x="301" y="20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6" name="Google Shape;3836;p101"/>
            <p:cNvSpPr/>
            <p:nvPr/>
          </p:nvSpPr>
          <p:spPr>
            <a:xfrm>
              <a:off x="922000" y="4396600"/>
              <a:ext cx="15950" cy="54375"/>
            </a:xfrm>
            <a:custGeom>
              <a:rect b="b" l="l" r="r" t="t"/>
              <a:pathLst>
                <a:path extrusionOk="0" h="2175" w="638">
                  <a:moveTo>
                    <a:pt x="450" y="188"/>
                  </a:moveTo>
                  <a:cubicBezTo>
                    <a:pt x="313" y="550"/>
                    <a:pt x="275" y="950"/>
                    <a:pt x="338" y="1338"/>
                  </a:cubicBezTo>
                  <a:cubicBezTo>
                    <a:pt x="375" y="1613"/>
                    <a:pt x="525" y="1788"/>
                    <a:pt x="625" y="2038"/>
                  </a:cubicBezTo>
                  <a:cubicBezTo>
                    <a:pt x="638" y="2075"/>
                    <a:pt x="613" y="2112"/>
                    <a:pt x="563" y="2125"/>
                  </a:cubicBezTo>
                  <a:cubicBezTo>
                    <a:pt x="275" y="2175"/>
                    <a:pt x="163" y="1850"/>
                    <a:pt x="113" y="1613"/>
                  </a:cubicBezTo>
                  <a:cubicBezTo>
                    <a:pt x="0" y="1113"/>
                    <a:pt x="38" y="600"/>
                    <a:pt x="238" y="126"/>
                  </a:cubicBezTo>
                  <a:cubicBezTo>
                    <a:pt x="288" y="1"/>
                    <a:pt x="500" y="51"/>
                    <a:pt x="450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7" name="Google Shape;3837;p101"/>
            <p:cNvSpPr/>
            <p:nvPr/>
          </p:nvSpPr>
          <p:spPr>
            <a:xfrm>
              <a:off x="1194425" y="4364725"/>
              <a:ext cx="82825" cy="26900"/>
            </a:xfrm>
            <a:custGeom>
              <a:rect b="b" l="l" r="r" t="t"/>
              <a:pathLst>
                <a:path extrusionOk="0" h="1076" w="3313">
                  <a:moveTo>
                    <a:pt x="3187" y="926"/>
                  </a:moveTo>
                  <a:cubicBezTo>
                    <a:pt x="2175" y="1076"/>
                    <a:pt x="800" y="926"/>
                    <a:pt x="50" y="163"/>
                  </a:cubicBezTo>
                  <a:cubicBezTo>
                    <a:pt x="0" y="113"/>
                    <a:pt x="50" y="1"/>
                    <a:pt x="125" y="26"/>
                  </a:cubicBezTo>
                  <a:cubicBezTo>
                    <a:pt x="600" y="188"/>
                    <a:pt x="1013" y="476"/>
                    <a:pt x="1500" y="601"/>
                  </a:cubicBezTo>
                  <a:cubicBezTo>
                    <a:pt x="2037" y="738"/>
                    <a:pt x="2600" y="776"/>
                    <a:pt x="3150" y="713"/>
                  </a:cubicBezTo>
                  <a:cubicBezTo>
                    <a:pt x="3275" y="701"/>
                    <a:pt x="3312" y="913"/>
                    <a:pt x="3187" y="9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8" name="Google Shape;3838;p101"/>
            <p:cNvSpPr/>
            <p:nvPr/>
          </p:nvSpPr>
          <p:spPr>
            <a:xfrm>
              <a:off x="1194425" y="4355975"/>
              <a:ext cx="100625" cy="30975"/>
            </a:xfrm>
            <a:custGeom>
              <a:rect b="b" l="l" r="r" t="t"/>
              <a:pathLst>
                <a:path extrusionOk="0" h="1239" w="4025">
                  <a:moveTo>
                    <a:pt x="138" y="238"/>
                  </a:moveTo>
                  <a:cubicBezTo>
                    <a:pt x="763" y="126"/>
                    <a:pt x="1413" y="1"/>
                    <a:pt x="2050" y="101"/>
                  </a:cubicBezTo>
                  <a:cubicBezTo>
                    <a:pt x="2737" y="201"/>
                    <a:pt x="3312" y="551"/>
                    <a:pt x="3887" y="926"/>
                  </a:cubicBezTo>
                  <a:cubicBezTo>
                    <a:pt x="4024" y="1013"/>
                    <a:pt x="3899" y="1238"/>
                    <a:pt x="3749" y="1151"/>
                  </a:cubicBezTo>
                  <a:cubicBezTo>
                    <a:pt x="3287" y="838"/>
                    <a:pt x="2800" y="526"/>
                    <a:pt x="2237" y="388"/>
                  </a:cubicBezTo>
                  <a:cubicBezTo>
                    <a:pt x="1575" y="226"/>
                    <a:pt x="863" y="338"/>
                    <a:pt x="200" y="451"/>
                  </a:cubicBezTo>
                  <a:cubicBezTo>
                    <a:pt x="63" y="463"/>
                    <a:pt x="0" y="263"/>
                    <a:pt x="138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9" name="Google Shape;3839;p101"/>
            <p:cNvSpPr/>
            <p:nvPr/>
          </p:nvSpPr>
          <p:spPr>
            <a:xfrm>
              <a:off x="593025" y="3689900"/>
              <a:ext cx="199650" cy="551150"/>
            </a:xfrm>
            <a:custGeom>
              <a:rect b="b" l="l" r="r" t="t"/>
              <a:pathLst>
                <a:path extrusionOk="0" h="22046" w="7986">
                  <a:moveTo>
                    <a:pt x="3487" y="88"/>
                  </a:moveTo>
                  <a:cubicBezTo>
                    <a:pt x="4799" y="1426"/>
                    <a:pt x="5286" y="2938"/>
                    <a:pt x="5074" y="4837"/>
                  </a:cubicBezTo>
                  <a:cubicBezTo>
                    <a:pt x="4899" y="6237"/>
                    <a:pt x="4287" y="7487"/>
                    <a:pt x="3749" y="8761"/>
                  </a:cubicBezTo>
                  <a:cubicBezTo>
                    <a:pt x="1875" y="13235"/>
                    <a:pt x="0" y="21470"/>
                    <a:pt x="7773" y="21808"/>
                  </a:cubicBezTo>
                  <a:cubicBezTo>
                    <a:pt x="7861" y="21808"/>
                    <a:pt x="7861" y="21933"/>
                    <a:pt x="7773" y="21945"/>
                  </a:cubicBezTo>
                  <a:cubicBezTo>
                    <a:pt x="4737" y="22045"/>
                    <a:pt x="2400" y="20071"/>
                    <a:pt x="1700" y="17084"/>
                  </a:cubicBezTo>
                  <a:cubicBezTo>
                    <a:pt x="388" y="11435"/>
                    <a:pt x="7986" y="5012"/>
                    <a:pt x="3349" y="213"/>
                  </a:cubicBezTo>
                  <a:cubicBezTo>
                    <a:pt x="3274" y="138"/>
                    <a:pt x="3399" y="1"/>
                    <a:pt x="3487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0" name="Google Shape;3840;p101"/>
            <p:cNvSpPr/>
            <p:nvPr/>
          </p:nvSpPr>
          <p:spPr>
            <a:xfrm>
              <a:off x="770150" y="4055125"/>
              <a:ext cx="121575" cy="180925"/>
            </a:xfrm>
            <a:custGeom>
              <a:rect b="b" l="l" r="r" t="t"/>
              <a:pathLst>
                <a:path extrusionOk="0" h="7237" w="4863">
                  <a:moveTo>
                    <a:pt x="1688" y="7036"/>
                  </a:moveTo>
                  <a:cubicBezTo>
                    <a:pt x="3413" y="6911"/>
                    <a:pt x="4425" y="4949"/>
                    <a:pt x="4225" y="3400"/>
                  </a:cubicBezTo>
                  <a:cubicBezTo>
                    <a:pt x="4025" y="1775"/>
                    <a:pt x="1725" y="113"/>
                    <a:pt x="201" y="1513"/>
                  </a:cubicBezTo>
                  <a:cubicBezTo>
                    <a:pt x="126" y="1588"/>
                    <a:pt x="1" y="1463"/>
                    <a:pt x="88" y="1388"/>
                  </a:cubicBezTo>
                  <a:cubicBezTo>
                    <a:pt x="1338" y="1"/>
                    <a:pt x="3875" y="1313"/>
                    <a:pt x="4325" y="2825"/>
                  </a:cubicBezTo>
                  <a:cubicBezTo>
                    <a:pt x="4862" y="4637"/>
                    <a:pt x="3700" y="7086"/>
                    <a:pt x="1688" y="7224"/>
                  </a:cubicBezTo>
                  <a:cubicBezTo>
                    <a:pt x="1563" y="7236"/>
                    <a:pt x="1563" y="7049"/>
                    <a:pt x="1688" y="70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1" name="Google Shape;3841;p101"/>
            <p:cNvSpPr/>
            <p:nvPr/>
          </p:nvSpPr>
          <p:spPr>
            <a:xfrm>
              <a:off x="748600" y="4108250"/>
              <a:ext cx="77200" cy="73425"/>
            </a:xfrm>
            <a:custGeom>
              <a:rect b="b" l="l" r="r" t="t"/>
              <a:pathLst>
                <a:path extrusionOk="0" h="2937" w="3088">
                  <a:moveTo>
                    <a:pt x="625" y="163"/>
                  </a:moveTo>
                  <a:cubicBezTo>
                    <a:pt x="251" y="900"/>
                    <a:pt x="476" y="1800"/>
                    <a:pt x="1163" y="2274"/>
                  </a:cubicBezTo>
                  <a:cubicBezTo>
                    <a:pt x="1913" y="2749"/>
                    <a:pt x="2750" y="2237"/>
                    <a:pt x="2887" y="1425"/>
                  </a:cubicBezTo>
                  <a:cubicBezTo>
                    <a:pt x="2900" y="1325"/>
                    <a:pt x="3087" y="1337"/>
                    <a:pt x="3075" y="1450"/>
                  </a:cubicBezTo>
                  <a:cubicBezTo>
                    <a:pt x="3000" y="2324"/>
                    <a:pt x="2075" y="2937"/>
                    <a:pt x="1250" y="2549"/>
                  </a:cubicBezTo>
                  <a:cubicBezTo>
                    <a:pt x="351" y="2137"/>
                    <a:pt x="1" y="912"/>
                    <a:pt x="501" y="75"/>
                  </a:cubicBezTo>
                  <a:cubicBezTo>
                    <a:pt x="550" y="0"/>
                    <a:pt x="663" y="75"/>
                    <a:pt x="625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2" name="Google Shape;3842;p101"/>
            <p:cNvSpPr/>
            <p:nvPr/>
          </p:nvSpPr>
          <p:spPr>
            <a:xfrm>
              <a:off x="819525" y="4135100"/>
              <a:ext cx="325" cy="350"/>
            </a:xfrm>
            <a:custGeom>
              <a:rect b="b" l="l" r="r" t="t"/>
              <a:pathLst>
                <a:path extrusionOk="0" h="14" w="13">
                  <a:moveTo>
                    <a:pt x="13" y="1"/>
                  </a:moveTo>
                  <a:lnTo>
                    <a:pt x="13" y="13"/>
                  </a:lnTo>
                  <a:cubicBezTo>
                    <a:pt x="13" y="13"/>
                    <a:pt x="0" y="1"/>
                    <a:pt x="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3" name="Google Shape;3843;p101"/>
            <p:cNvSpPr/>
            <p:nvPr/>
          </p:nvSpPr>
          <p:spPr>
            <a:xfrm>
              <a:off x="641450" y="4121350"/>
              <a:ext cx="103750" cy="206550"/>
            </a:xfrm>
            <a:custGeom>
              <a:rect b="b" l="l" r="r" t="t"/>
              <a:pathLst>
                <a:path extrusionOk="0" h="8262" w="4150">
                  <a:moveTo>
                    <a:pt x="163" y="101"/>
                  </a:moveTo>
                  <a:cubicBezTo>
                    <a:pt x="450" y="1288"/>
                    <a:pt x="975" y="2400"/>
                    <a:pt x="1712" y="3375"/>
                  </a:cubicBezTo>
                  <a:cubicBezTo>
                    <a:pt x="2237" y="4087"/>
                    <a:pt x="2937" y="4737"/>
                    <a:pt x="3299" y="5562"/>
                  </a:cubicBezTo>
                  <a:cubicBezTo>
                    <a:pt x="3699" y="6474"/>
                    <a:pt x="3699" y="7436"/>
                    <a:pt x="3012" y="8199"/>
                  </a:cubicBezTo>
                  <a:cubicBezTo>
                    <a:pt x="2949" y="8261"/>
                    <a:pt x="2825" y="8174"/>
                    <a:pt x="2875" y="8086"/>
                  </a:cubicBezTo>
                  <a:cubicBezTo>
                    <a:pt x="4149" y="6212"/>
                    <a:pt x="2387" y="4725"/>
                    <a:pt x="1375" y="3275"/>
                  </a:cubicBezTo>
                  <a:cubicBezTo>
                    <a:pt x="725" y="2325"/>
                    <a:pt x="263" y="1263"/>
                    <a:pt x="13" y="138"/>
                  </a:cubicBezTo>
                  <a:cubicBezTo>
                    <a:pt x="0" y="38"/>
                    <a:pt x="138" y="1"/>
                    <a:pt x="175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4" name="Google Shape;3844;p101"/>
            <p:cNvSpPr/>
            <p:nvPr/>
          </p:nvSpPr>
          <p:spPr>
            <a:xfrm>
              <a:off x="646450" y="3978900"/>
              <a:ext cx="81250" cy="88750"/>
            </a:xfrm>
            <a:custGeom>
              <a:rect b="b" l="l" r="r" t="t"/>
              <a:pathLst>
                <a:path extrusionOk="0" h="3550" w="3250">
                  <a:moveTo>
                    <a:pt x="488" y="163"/>
                  </a:moveTo>
                  <a:cubicBezTo>
                    <a:pt x="263" y="1138"/>
                    <a:pt x="163" y="2500"/>
                    <a:pt x="1175" y="3112"/>
                  </a:cubicBezTo>
                  <a:cubicBezTo>
                    <a:pt x="1650" y="3375"/>
                    <a:pt x="2237" y="3287"/>
                    <a:pt x="2625" y="2900"/>
                  </a:cubicBezTo>
                  <a:cubicBezTo>
                    <a:pt x="2924" y="2575"/>
                    <a:pt x="3249" y="1250"/>
                    <a:pt x="2475" y="1163"/>
                  </a:cubicBezTo>
                  <a:cubicBezTo>
                    <a:pt x="2387" y="1163"/>
                    <a:pt x="2387" y="1025"/>
                    <a:pt x="2475" y="1038"/>
                  </a:cubicBezTo>
                  <a:cubicBezTo>
                    <a:pt x="3012" y="1088"/>
                    <a:pt x="3187" y="1762"/>
                    <a:pt x="3137" y="2237"/>
                  </a:cubicBezTo>
                  <a:cubicBezTo>
                    <a:pt x="3062" y="2850"/>
                    <a:pt x="2587" y="3350"/>
                    <a:pt x="1975" y="3450"/>
                  </a:cubicBezTo>
                  <a:cubicBezTo>
                    <a:pt x="1325" y="3550"/>
                    <a:pt x="813" y="3187"/>
                    <a:pt x="488" y="2650"/>
                  </a:cubicBezTo>
                  <a:cubicBezTo>
                    <a:pt x="0" y="1850"/>
                    <a:pt x="113" y="988"/>
                    <a:pt x="313" y="113"/>
                  </a:cubicBezTo>
                  <a:cubicBezTo>
                    <a:pt x="338" y="0"/>
                    <a:pt x="513" y="50"/>
                    <a:pt x="488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5" name="Google Shape;3845;p101"/>
            <p:cNvSpPr/>
            <p:nvPr/>
          </p:nvSpPr>
          <p:spPr>
            <a:xfrm>
              <a:off x="672675" y="3923300"/>
              <a:ext cx="43775" cy="33450"/>
            </a:xfrm>
            <a:custGeom>
              <a:rect b="b" l="l" r="r" t="t"/>
              <a:pathLst>
                <a:path extrusionOk="0" h="1338" w="1751">
                  <a:moveTo>
                    <a:pt x="351" y="150"/>
                  </a:moveTo>
                  <a:cubicBezTo>
                    <a:pt x="263" y="462"/>
                    <a:pt x="301" y="787"/>
                    <a:pt x="613" y="962"/>
                  </a:cubicBezTo>
                  <a:cubicBezTo>
                    <a:pt x="813" y="1137"/>
                    <a:pt x="1026" y="1087"/>
                    <a:pt x="1263" y="800"/>
                  </a:cubicBezTo>
                  <a:cubicBezTo>
                    <a:pt x="1301" y="675"/>
                    <a:pt x="1288" y="537"/>
                    <a:pt x="1213" y="425"/>
                  </a:cubicBezTo>
                  <a:cubicBezTo>
                    <a:pt x="1101" y="350"/>
                    <a:pt x="1201" y="175"/>
                    <a:pt x="1326" y="250"/>
                  </a:cubicBezTo>
                  <a:cubicBezTo>
                    <a:pt x="1750" y="512"/>
                    <a:pt x="1413" y="1212"/>
                    <a:pt x="976" y="1262"/>
                  </a:cubicBezTo>
                  <a:cubicBezTo>
                    <a:pt x="326" y="1337"/>
                    <a:pt x="1" y="637"/>
                    <a:pt x="201" y="100"/>
                  </a:cubicBezTo>
                  <a:cubicBezTo>
                    <a:pt x="226" y="0"/>
                    <a:pt x="376" y="38"/>
                    <a:pt x="351" y="1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6" name="Google Shape;3846;p101"/>
            <p:cNvSpPr/>
            <p:nvPr/>
          </p:nvSpPr>
          <p:spPr>
            <a:xfrm>
              <a:off x="692375" y="4315375"/>
              <a:ext cx="32200" cy="31900"/>
            </a:xfrm>
            <a:custGeom>
              <a:rect b="b" l="l" r="r" t="t"/>
              <a:pathLst>
                <a:path extrusionOk="0" h="1276" w="1288">
                  <a:moveTo>
                    <a:pt x="838" y="463"/>
                  </a:moveTo>
                  <a:lnTo>
                    <a:pt x="838" y="463"/>
                  </a:lnTo>
                  <a:cubicBezTo>
                    <a:pt x="825" y="375"/>
                    <a:pt x="937" y="325"/>
                    <a:pt x="987" y="388"/>
                  </a:cubicBezTo>
                  <a:cubicBezTo>
                    <a:pt x="1287" y="800"/>
                    <a:pt x="663" y="1275"/>
                    <a:pt x="338" y="863"/>
                  </a:cubicBezTo>
                  <a:cubicBezTo>
                    <a:pt x="0" y="438"/>
                    <a:pt x="575" y="0"/>
                    <a:pt x="937" y="325"/>
                  </a:cubicBezTo>
                  <a:cubicBezTo>
                    <a:pt x="1012" y="388"/>
                    <a:pt x="912" y="488"/>
                    <a:pt x="838" y="4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7" name="Google Shape;3847;p101"/>
            <p:cNvSpPr/>
            <p:nvPr/>
          </p:nvSpPr>
          <p:spPr>
            <a:xfrm>
              <a:off x="675500" y="4193850"/>
              <a:ext cx="113125" cy="77500"/>
            </a:xfrm>
            <a:custGeom>
              <a:rect b="b" l="l" r="r" t="t"/>
              <a:pathLst>
                <a:path extrusionOk="0" h="3100" w="4525">
                  <a:moveTo>
                    <a:pt x="150" y="50"/>
                  </a:moveTo>
                  <a:cubicBezTo>
                    <a:pt x="1338" y="1412"/>
                    <a:pt x="2825" y="2175"/>
                    <a:pt x="4437" y="2924"/>
                  </a:cubicBezTo>
                  <a:cubicBezTo>
                    <a:pt x="4524" y="2962"/>
                    <a:pt x="4462" y="3099"/>
                    <a:pt x="4374" y="3074"/>
                  </a:cubicBezTo>
                  <a:cubicBezTo>
                    <a:pt x="2675" y="2562"/>
                    <a:pt x="1163" y="1550"/>
                    <a:pt x="63" y="150"/>
                  </a:cubicBezTo>
                  <a:cubicBezTo>
                    <a:pt x="0" y="88"/>
                    <a:pt x="100" y="0"/>
                    <a:pt x="150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8" name="Google Shape;3848;p101"/>
            <p:cNvSpPr/>
            <p:nvPr/>
          </p:nvSpPr>
          <p:spPr>
            <a:xfrm>
              <a:off x="776725" y="4256950"/>
              <a:ext cx="32525" cy="30950"/>
            </a:xfrm>
            <a:custGeom>
              <a:rect b="b" l="l" r="r" t="t"/>
              <a:pathLst>
                <a:path extrusionOk="0" h="1238" w="1301">
                  <a:moveTo>
                    <a:pt x="388" y="388"/>
                  </a:moveTo>
                  <a:cubicBezTo>
                    <a:pt x="750" y="1"/>
                    <a:pt x="1300" y="538"/>
                    <a:pt x="925" y="888"/>
                  </a:cubicBezTo>
                  <a:cubicBezTo>
                    <a:pt x="550" y="1238"/>
                    <a:pt x="0" y="600"/>
                    <a:pt x="450" y="350"/>
                  </a:cubicBezTo>
                  <a:cubicBezTo>
                    <a:pt x="550" y="313"/>
                    <a:pt x="638" y="425"/>
                    <a:pt x="563" y="500"/>
                  </a:cubicBezTo>
                  <a:lnTo>
                    <a:pt x="500" y="500"/>
                  </a:lnTo>
                  <a:cubicBezTo>
                    <a:pt x="425" y="563"/>
                    <a:pt x="325" y="463"/>
                    <a:pt x="388" y="3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9" name="Google Shape;3849;p101"/>
            <p:cNvSpPr/>
            <p:nvPr/>
          </p:nvSpPr>
          <p:spPr>
            <a:xfrm>
              <a:off x="793900" y="4233200"/>
              <a:ext cx="9725" cy="5975"/>
            </a:xfrm>
            <a:custGeom>
              <a:rect b="b" l="l" r="r" t="t"/>
              <a:pathLst>
                <a:path extrusionOk="0" h="239" w="389">
                  <a:moveTo>
                    <a:pt x="126" y="26"/>
                  </a:moveTo>
                  <a:cubicBezTo>
                    <a:pt x="176" y="26"/>
                    <a:pt x="238" y="13"/>
                    <a:pt x="288" y="13"/>
                  </a:cubicBezTo>
                  <a:cubicBezTo>
                    <a:pt x="376" y="1"/>
                    <a:pt x="388" y="113"/>
                    <a:pt x="338" y="163"/>
                  </a:cubicBezTo>
                  <a:cubicBezTo>
                    <a:pt x="276" y="213"/>
                    <a:pt x="201" y="238"/>
                    <a:pt x="126" y="226"/>
                  </a:cubicBezTo>
                  <a:cubicBezTo>
                    <a:pt x="1" y="226"/>
                    <a:pt x="1" y="26"/>
                    <a:pt x="126" y="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0" name="Google Shape;3850;p101"/>
            <p:cNvSpPr/>
            <p:nvPr/>
          </p:nvSpPr>
          <p:spPr>
            <a:xfrm>
              <a:off x="764225" y="4097000"/>
              <a:ext cx="6900" cy="10025"/>
            </a:xfrm>
            <a:custGeom>
              <a:rect b="b" l="l" r="r" t="t"/>
              <a:pathLst>
                <a:path extrusionOk="0" h="401" w="276">
                  <a:moveTo>
                    <a:pt x="25" y="250"/>
                  </a:moveTo>
                  <a:cubicBezTo>
                    <a:pt x="50" y="163"/>
                    <a:pt x="100" y="88"/>
                    <a:pt x="163" y="38"/>
                  </a:cubicBezTo>
                  <a:cubicBezTo>
                    <a:pt x="213" y="0"/>
                    <a:pt x="275" y="38"/>
                    <a:pt x="263" y="100"/>
                  </a:cubicBezTo>
                  <a:cubicBezTo>
                    <a:pt x="250" y="175"/>
                    <a:pt x="225" y="250"/>
                    <a:pt x="188" y="313"/>
                  </a:cubicBezTo>
                  <a:cubicBezTo>
                    <a:pt x="138" y="400"/>
                    <a:pt x="0" y="338"/>
                    <a:pt x="25" y="2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1" name="Google Shape;3851;p101"/>
            <p:cNvSpPr/>
            <p:nvPr/>
          </p:nvSpPr>
          <p:spPr>
            <a:xfrm>
              <a:off x="634250" y="4091375"/>
              <a:ext cx="27850" cy="156850"/>
            </a:xfrm>
            <a:custGeom>
              <a:rect b="b" l="l" r="r" t="t"/>
              <a:pathLst>
                <a:path extrusionOk="0" h="6274" w="1114">
                  <a:moveTo>
                    <a:pt x="188" y="100"/>
                  </a:moveTo>
                  <a:cubicBezTo>
                    <a:pt x="251" y="1375"/>
                    <a:pt x="501" y="2600"/>
                    <a:pt x="776" y="3837"/>
                  </a:cubicBezTo>
                  <a:cubicBezTo>
                    <a:pt x="963" y="4649"/>
                    <a:pt x="1113" y="5361"/>
                    <a:pt x="801" y="6161"/>
                  </a:cubicBezTo>
                  <a:cubicBezTo>
                    <a:pt x="751" y="6274"/>
                    <a:pt x="588" y="6236"/>
                    <a:pt x="613" y="6111"/>
                  </a:cubicBezTo>
                  <a:cubicBezTo>
                    <a:pt x="926" y="4936"/>
                    <a:pt x="488" y="3812"/>
                    <a:pt x="263" y="2650"/>
                  </a:cubicBezTo>
                  <a:cubicBezTo>
                    <a:pt x="88" y="1812"/>
                    <a:pt x="1" y="963"/>
                    <a:pt x="13" y="100"/>
                  </a:cubicBezTo>
                  <a:cubicBezTo>
                    <a:pt x="26" y="0"/>
                    <a:pt x="176" y="0"/>
                    <a:pt x="188" y="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2" name="Google Shape;3852;p101"/>
            <p:cNvSpPr/>
            <p:nvPr/>
          </p:nvSpPr>
          <p:spPr>
            <a:xfrm>
              <a:off x="634250" y="4236325"/>
              <a:ext cx="31275" cy="33150"/>
            </a:xfrm>
            <a:custGeom>
              <a:rect b="b" l="l" r="r" t="t"/>
              <a:pathLst>
                <a:path extrusionOk="0" h="1326" w="1251">
                  <a:moveTo>
                    <a:pt x="813" y="351"/>
                  </a:moveTo>
                  <a:cubicBezTo>
                    <a:pt x="1251" y="776"/>
                    <a:pt x="526" y="1325"/>
                    <a:pt x="238" y="851"/>
                  </a:cubicBezTo>
                  <a:cubicBezTo>
                    <a:pt x="1" y="476"/>
                    <a:pt x="663" y="1"/>
                    <a:pt x="813" y="476"/>
                  </a:cubicBezTo>
                  <a:cubicBezTo>
                    <a:pt x="826" y="563"/>
                    <a:pt x="726" y="626"/>
                    <a:pt x="663" y="563"/>
                  </a:cubicBezTo>
                  <a:lnTo>
                    <a:pt x="688" y="451"/>
                  </a:lnTo>
                  <a:cubicBezTo>
                    <a:pt x="638" y="363"/>
                    <a:pt x="751" y="276"/>
                    <a:pt x="813" y="3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3" name="Google Shape;3853;p101"/>
            <p:cNvSpPr/>
            <p:nvPr/>
          </p:nvSpPr>
          <p:spPr>
            <a:xfrm>
              <a:off x="691750" y="4241025"/>
              <a:ext cx="22525" cy="72800"/>
            </a:xfrm>
            <a:custGeom>
              <a:rect b="b" l="l" r="r" t="t"/>
              <a:pathLst>
                <a:path extrusionOk="0" h="2912" w="901">
                  <a:moveTo>
                    <a:pt x="800" y="263"/>
                  </a:moveTo>
                  <a:cubicBezTo>
                    <a:pt x="213" y="900"/>
                    <a:pt x="263" y="1937"/>
                    <a:pt x="463" y="2724"/>
                  </a:cubicBezTo>
                  <a:cubicBezTo>
                    <a:pt x="488" y="2837"/>
                    <a:pt x="325" y="2912"/>
                    <a:pt x="263" y="2812"/>
                  </a:cubicBezTo>
                  <a:cubicBezTo>
                    <a:pt x="0" y="2387"/>
                    <a:pt x="38" y="1687"/>
                    <a:pt x="100" y="1225"/>
                  </a:cubicBezTo>
                  <a:cubicBezTo>
                    <a:pt x="150" y="800"/>
                    <a:pt x="350" y="413"/>
                    <a:pt x="638" y="100"/>
                  </a:cubicBezTo>
                  <a:cubicBezTo>
                    <a:pt x="750" y="0"/>
                    <a:pt x="900" y="163"/>
                    <a:pt x="800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4" name="Google Shape;3854;p101"/>
            <p:cNvSpPr/>
            <p:nvPr/>
          </p:nvSpPr>
          <p:spPr>
            <a:xfrm>
              <a:off x="697675" y="4242575"/>
              <a:ext cx="23450" cy="70625"/>
            </a:xfrm>
            <a:custGeom>
              <a:rect b="b" l="l" r="r" t="t"/>
              <a:pathLst>
                <a:path extrusionOk="0" h="2825" w="938">
                  <a:moveTo>
                    <a:pt x="76" y="2612"/>
                  </a:moveTo>
                  <a:cubicBezTo>
                    <a:pt x="763" y="2063"/>
                    <a:pt x="501" y="888"/>
                    <a:pt x="388" y="176"/>
                  </a:cubicBezTo>
                  <a:cubicBezTo>
                    <a:pt x="376" y="76"/>
                    <a:pt x="501" y="1"/>
                    <a:pt x="563" y="101"/>
                  </a:cubicBezTo>
                  <a:cubicBezTo>
                    <a:pt x="938" y="800"/>
                    <a:pt x="875" y="2238"/>
                    <a:pt x="188" y="2750"/>
                  </a:cubicBezTo>
                  <a:cubicBezTo>
                    <a:pt x="113" y="2825"/>
                    <a:pt x="1" y="2675"/>
                    <a:pt x="76" y="26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5" name="Google Shape;3855;p101"/>
            <p:cNvSpPr/>
            <p:nvPr/>
          </p:nvSpPr>
          <p:spPr>
            <a:xfrm>
              <a:off x="649250" y="4142600"/>
              <a:ext cx="56900" cy="18150"/>
            </a:xfrm>
            <a:custGeom>
              <a:rect b="b" l="l" r="r" t="t"/>
              <a:pathLst>
                <a:path extrusionOk="0" h="726" w="2276">
                  <a:moveTo>
                    <a:pt x="126" y="238"/>
                  </a:moveTo>
                  <a:cubicBezTo>
                    <a:pt x="800" y="1"/>
                    <a:pt x="1550" y="88"/>
                    <a:pt x="2163" y="476"/>
                  </a:cubicBezTo>
                  <a:cubicBezTo>
                    <a:pt x="2275" y="538"/>
                    <a:pt x="2175" y="726"/>
                    <a:pt x="2050" y="663"/>
                  </a:cubicBezTo>
                  <a:cubicBezTo>
                    <a:pt x="1475" y="326"/>
                    <a:pt x="800" y="238"/>
                    <a:pt x="176" y="413"/>
                  </a:cubicBezTo>
                  <a:cubicBezTo>
                    <a:pt x="51" y="438"/>
                    <a:pt x="1" y="263"/>
                    <a:pt x="126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6" name="Google Shape;3856;p101"/>
            <p:cNvSpPr/>
            <p:nvPr/>
          </p:nvSpPr>
          <p:spPr>
            <a:xfrm>
              <a:off x="649575" y="4149800"/>
              <a:ext cx="56250" cy="21250"/>
            </a:xfrm>
            <a:custGeom>
              <a:rect b="b" l="l" r="r" t="t"/>
              <a:pathLst>
                <a:path extrusionOk="0" h="850" w="2250">
                  <a:moveTo>
                    <a:pt x="2112" y="400"/>
                  </a:moveTo>
                  <a:cubicBezTo>
                    <a:pt x="1762" y="538"/>
                    <a:pt x="0" y="850"/>
                    <a:pt x="125" y="63"/>
                  </a:cubicBezTo>
                  <a:cubicBezTo>
                    <a:pt x="125" y="25"/>
                    <a:pt x="175" y="0"/>
                    <a:pt x="213" y="13"/>
                  </a:cubicBezTo>
                  <a:cubicBezTo>
                    <a:pt x="463" y="113"/>
                    <a:pt x="638" y="250"/>
                    <a:pt x="912" y="300"/>
                  </a:cubicBezTo>
                  <a:cubicBezTo>
                    <a:pt x="1300" y="363"/>
                    <a:pt x="1687" y="313"/>
                    <a:pt x="2062" y="188"/>
                  </a:cubicBezTo>
                  <a:cubicBezTo>
                    <a:pt x="2200" y="138"/>
                    <a:pt x="2250" y="338"/>
                    <a:pt x="2112" y="4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7" name="Google Shape;3857;p101"/>
            <p:cNvSpPr/>
            <p:nvPr/>
          </p:nvSpPr>
          <p:spPr>
            <a:xfrm>
              <a:off x="710800" y="3810500"/>
              <a:ext cx="26575" cy="82825"/>
            </a:xfrm>
            <a:custGeom>
              <a:rect b="b" l="l" r="r" t="t"/>
              <a:pathLst>
                <a:path extrusionOk="0" h="3313" w="1063">
                  <a:moveTo>
                    <a:pt x="363" y="151"/>
                  </a:moveTo>
                  <a:cubicBezTo>
                    <a:pt x="300" y="713"/>
                    <a:pt x="338" y="1275"/>
                    <a:pt x="475" y="1813"/>
                  </a:cubicBezTo>
                  <a:cubicBezTo>
                    <a:pt x="600" y="2300"/>
                    <a:pt x="888" y="2713"/>
                    <a:pt x="1050" y="3175"/>
                  </a:cubicBezTo>
                  <a:cubicBezTo>
                    <a:pt x="1063" y="3262"/>
                    <a:pt x="975" y="3312"/>
                    <a:pt x="913" y="3262"/>
                  </a:cubicBezTo>
                  <a:cubicBezTo>
                    <a:pt x="138" y="2500"/>
                    <a:pt x="1" y="1138"/>
                    <a:pt x="150" y="126"/>
                  </a:cubicBezTo>
                  <a:cubicBezTo>
                    <a:pt x="163" y="1"/>
                    <a:pt x="375" y="26"/>
                    <a:pt x="363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8" name="Google Shape;3858;p101"/>
            <p:cNvSpPr/>
            <p:nvPr/>
          </p:nvSpPr>
          <p:spPr>
            <a:xfrm>
              <a:off x="715475" y="3792700"/>
              <a:ext cx="30975" cy="100625"/>
            </a:xfrm>
            <a:custGeom>
              <a:rect b="b" l="l" r="r" t="t"/>
              <a:pathLst>
                <a:path extrusionOk="0" h="4025" w="1239">
                  <a:moveTo>
                    <a:pt x="788" y="3824"/>
                  </a:moveTo>
                  <a:cubicBezTo>
                    <a:pt x="901" y="3150"/>
                    <a:pt x="1013" y="2450"/>
                    <a:pt x="851" y="1775"/>
                  </a:cubicBezTo>
                  <a:cubicBezTo>
                    <a:pt x="713" y="1225"/>
                    <a:pt x="401" y="738"/>
                    <a:pt x="88" y="263"/>
                  </a:cubicBezTo>
                  <a:cubicBezTo>
                    <a:pt x="1" y="125"/>
                    <a:pt x="226" y="0"/>
                    <a:pt x="313" y="138"/>
                  </a:cubicBezTo>
                  <a:cubicBezTo>
                    <a:pt x="688" y="700"/>
                    <a:pt x="1038" y="1288"/>
                    <a:pt x="1138" y="1975"/>
                  </a:cubicBezTo>
                  <a:cubicBezTo>
                    <a:pt x="1238" y="2612"/>
                    <a:pt x="1113" y="3262"/>
                    <a:pt x="1001" y="3887"/>
                  </a:cubicBezTo>
                  <a:cubicBezTo>
                    <a:pt x="976" y="4024"/>
                    <a:pt x="776" y="3962"/>
                    <a:pt x="788" y="38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9" name="Google Shape;3859;p101"/>
            <p:cNvSpPr/>
            <p:nvPr/>
          </p:nvSpPr>
          <p:spPr>
            <a:xfrm>
              <a:off x="894500" y="4197600"/>
              <a:ext cx="8475" cy="8150"/>
            </a:xfrm>
            <a:custGeom>
              <a:rect b="b" l="l" r="r" t="t"/>
              <a:pathLst>
                <a:path extrusionOk="0" h="326" w="339">
                  <a:moveTo>
                    <a:pt x="238" y="313"/>
                  </a:moveTo>
                  <a:cubicBezTo>
                    <a:pt x="151" y="325"/>
                    <a:pt x="76" y="288"/>
                    <a:pt x="26" y="213"/>
                  </a:cubicBezTo>
                  <a:cubicBezTo>
                    <a:pt x="1" y="200"/>
                    <a:pt x="1" y="163"/>
                    <a:pt x="1" y="138"/>
                  </a:cubicBezTo>
                  <a:lnTo>
                    <a:pt x="38" y="50"/>
                  </a:lnTo>
                  <a:cubicBezTo>
                    <a:pt x="38" y="13"/>
                    <a:pt x="101" y="0"/>
                    <a:pt x="126" y="38"/>
                  </a:cubicBezTo>
                  <a:lnTo>
                    <a:pt x="263" y="175"/>
                  </a:lnTo>
                  <a:cubicBezTo>
                    <a:pt x="338" y="200"/>
                    <a:pt x="326" y="325"/>
                    <a:pt x="238" y="3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0" name="Google Shape;3860;p101"/>
            <p:cNvSpPr/>
            <p:nvPr/>
          </p:nvSpPr>
          <p:spPr>
            <a:xfrm>
              <a:off x="900450" y="4190725"/>
              <a:ext cx="59050" cy="15025"/>
            </a:xfrm>
            <a:custGeom>
              <a:rect b="b" l="l" r="r" t="t"/>
              <a:pathLst>
                <a:path extrusionOk="0" h="601" w="2362">
                  <a:moveTo>
                    <a:pt x="63" y="475"/>
                  </a:moveTo>
                  <a:cubicBezTo>
                    <a:pt x="737" y="138"/>
                    <a:pt x="1537" y="0"/>
                    <a:pt x="2274" y="225"/>
                  </a:cubicBezTo>
                  <a:cubicBezTo>
                    <a:pt x="2362" y="250"/>
                    <a:pt x="2349" y="413"/>
                    <a:pt x="2249" y="400"/>
                  </a:cubicBezTo>
                  <a:cubicBezTo>
                    <a:pt x="1500" y="313"/>
                    <a:pt x="825" y="313"/>
                    <a:pt x="113" y="588"/>
                  </a:cubicBezTo>
                  <a:cubicBezTo>
                    <a:pt x="50" y="600"/>
                    <a:pt x="0" y="500"/>
                    <a:pt x="63" y="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1" name="Google Shape;3861;p101"/>
            <p:cNvSpPr/>
            <p:nvPr/>
          </p:nvSpPr>
          <p:spPr>
            <a:xfrm>
              <a:off x="934175" y="4183525"/>
              <a:ext cx="25325" cy="16900"/>
            </a:xfrm>
            <a:custGeom>
              <a:rect b="b" l="l" r="r" t="t"/>
              <a:pathLst>
                <a:path extrusionOk="0" h="676" w="1013">
                  <a:moveTo>
                    <a:pt x="825" y="613"/>
                  </a:moveTo>
                  <a:cubicBezTo>
                    <a:pt x="613" y="351"/>
                    <a:pt x="376" y="276"/>
                    <a:pt x="76" y="163"/>
                  </a:cubicBezTo>
                  <a:cubicBezTo>
                    <a:pt x="1" y="126"/>
                    <a:pt x="13" y="1"/>
                    <a:pt x="101" y="1"/>
                  </a:cubicBezTo>
                  <a:cubicBezTo>
                    <a:pt x="451" y="26"/>
                    <a:pt x="763" y="201"/>
                    <a:pt x="963" y="501"/>
                  </a:cubicBezTo>
                  <a:cubicBezTo>
                    <a:pt x="1013" y="576"/>
                    <a:pt x="888" y="676"/>
                    <a:pt x="825" y="6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2" name="Google Shape;3862;p101"/>
            <p:cNvSpPr/>
            <p:nvPr/>
          </p:nvSpPr>
          <p:spPr>
            <a:xfrm>
              <a:off x="893875" y="4145425"/>
              <a:ext cx="26575" cy="55325"/>
            </a:xfrm>
            <a:custGeom>
              <a:rect b="b" l="l" r="r" t="t"/>
              <a:pathLst>
                <a:path extrusionOk="0" h="2213" w="1063">
                  <a:moveTo>
                    <a:pt x="38" y="2075"/>
                  </a:moveTo>
                  <a:cubicBezTo>
                    <a:pt x="213" y="1775"/>
                    <a:pt x="363" y="1462"/>
                    <a:pt x="488" y="1125"/>
                  </a:cubicBezTo>
                  <a:cubicBezTo>
                    <a:pt x="600" y="775"/>
                    <a:pt x="538" y="475"/>
                    <a:pt x="488" y="125"/>
                  </a:cubicBezTo>
                  <a:cubicBezTo>
                    <a:pt x="475" y="25"/>
                    <a:pt x="613" y="0"/>
                    <a:pt x="638" y="75"/>
                  </a:cubicBezTo>
                  <a:cubicBezTo>
                    <a:pt x="1063" y="775"/>
                    <a:pt x="600" y="1612"/>
                    <a:pt x="126" y="2162"/>
                  </a:cubicBezTo>
                  <a:cubicBezTo>
                    <a:pt x="76" y="2212"/>
                    <a:pt x="1" y="2137"/>
                    <a:pt x="26" y="20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3" name="Google Shape;3863;p101"/>
            <p:cNvSpPr/>
            <p:nvPr/>
          </p:nvSpPr>
          <p:spPr>
            <a:xfrm>
              <a:off x="904500" y="4144175"/>
              <a:ext cx="16900" cy="34700"/>
            </a:xfrm>
            <a:custGeom>
              <a:rect b="b" l="l" r="r" t="t"/>
              <a:pathLst>
                <a:path extrusionOk="0" h="1388" w="676">
                  <a:moveTo>
                    <a:pt x="300" y="138"/>
                  </a:moveTo>
                  <a:cubicBezTo>
                    <a:pt x="563" y="450"/>
                    <a:pt x="675" y="875"/>
                    <a:pt x="625" y="1287"/>
                  </a:cubicBezTo>
                  <a:cubicBezTo>
                    <a:pt x="600" y="1387"/>
                    <a:pt x="463" y="1350"/>
                    <a:pt x="450" y="1262"/>
                  </a:cubicBezTo>
                  <a:cubicBezTo>
                    <a:pt x="425" y="875"/>
                    <a:pt x="375" y="575"/>
                    <a:pt x="100" y="288"/>
                  </a:cubicBezTo>
                  <a:cubicBezTo>
                    <a:pt x="1" y="150"/>
                    <a:pt x="188" y="0"/>
                    <a:pt x="300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4" name="Google Shape;3864;p101"/>
            <p:cNvSpPr/>
            <p:nvPr/>
          </p:nvSpPr>
          <p:spPr>
            <a:xfrm>
              <a:off x="915425" y="4169150"/>
              <a:ext cx="22525" cy="11275"/>
            </a:xfrm>
            <a:custGeom>
              <a:rect b="b" l="l" r="r" t="t"/>
              <a:pathLst>
                <a:path extrusionOk="0" h="451" w="901">
                  <a:moveTo>
                    <a:pt x="113" y="238"/>
                  </a:moveTo>
                  <a:cubicBezTo>
                    <a:pt x="338" y="176"/>
                    <a:pt x="538" y="76"/>
                    <a:pt x="763" y="26"/>
                  </a:cubicBezTo>
                  <a:cubicBezTo>
                    <a:pt x="851" y="1"/>
                    <a:pt x="901" y="113"/>
                    <a:pt x="826" y="163"/>
                  </a:cubicBezTo>
                  <a:cubicBezTo>
                    <a:pt x="626" y="288"/>
                    <a:pt x="401" y="376"/>
                    <a:pt x="163" y="426"/>
                  </a:cubicBezTo>
                  <a:cubicBezTo>
                    <a:pt x="51" y="451"/>
                    <a:pt x="1" y="276"/>
                    <a:pt x="113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5" name="Google Shape;3865;p101"/>
            <p:cNvSpPr/>
            <p:nvPr/>
          </p:nvSpPr>
          <p:spPr>
            <a:xfrm>
              <a:off x="922925" y="4169150"/>
              <a:ext cx="15975" cy="19725"/>
            </a:xfrm>
            <a:custGeom>
              <a:rect b="b" l="l" r="r" t="t"/>
              <a:pathLst>
                <a:path extrusionOk="0" h="789" w="639">
                  <a:moveTo>
                    <a:pt x="588" y="226"/>
                  </a:moveTo>
                  <a:cubicBezTo>
                    <a:pt x="488" y="413"/>
                    <a:pt x="363" y="588"/>
                    <a:pt x="213" y="726"/>
                  </a:cubicBezTo>
                  <a:cubicBezTo>
                    <a:pt x="138" y="788"/>
                    <a:pt x="1" y="701"/>
                    <a:pt x="51" y="613"/>
                  </a:cubicBezTo>
                  <a:cubicBezTo>
                    <a:pt x="163" y="438"/>
                    <a:pt x="288" y="288"/>
                    <a:pt x="401" y="126"/>
                  </a:cubicBezTo>
                  <a:cubicBezTo>
                    <a:pt x="463" y="1"/>
                    <a:pt x="638" y="101"/>
                    <a:pt x="576" y="2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6" name="Google Shape;3866;p101"/>
            <p:cNvSpPr/>
            <p:nvPr/>
          </p:nvSpPr>
          <p:spPr>
            <a:xfrm>
              <a:off x="924500" y="4181650"/>
              <a:ext cx="17525" cy="6900"/>
            </a:xfrm>
            <a:custGeom>
              <a:rect b="b" l="l" r="r" t="t"/>
              <a:pathLst>
                <a:path extrusionOk="0" h="276" w="701">
                  <a:moveTo>
                    <a:pt x="125" y="51"/>
                  </a:moveTo>
                  <a:cubicBezTo>
                    <a:pt x="288" y="1"/>
                    <a:pt x="463" y="26"/>
                    <a:pt x="613" y="113"/>
                  </a:cubicBezTo>
                  <a:cubicBezTo>
                    <a:pt x="700" y="163"/>
                    <a:pt x="638" y="276"/>
                    <a:pt x="550" y="251"/>
                  </a:cubicBezTo>
                  <a:lnTo>
                    <a:pt x="175" y="238"/>
                  </a:lnTo>
                  <a:cubicBezTo>
                    <a:pt x="50" y="263"/>
                    <a:pt x="0" y="88"/>
                    <a:pt x="125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7" name="Google Shape;3867;p101"/>
            <p:cNvSpPr/>
            <p:nvPr/>
          </p:nvSpPr>
          <p:spPr>
            <a:xfrm>
              <a:off x="933250" y="4149475"/>
              <a:ext cx="28750" cy="23450"/>
            </a:xfrm>
            <a:custGeom>
              <a:rect b="b" l="l" r="r" t="t"/>
              <a:pathLst>
                <a:path extrusionOk="0" h="938" w="1150">
                  <a:moveTo>
                    <a:pt x="513" y="788"/>
                  </a:moveTo>
                  <a:cubicBezTo>
                    <a:pt x="0" y="675"/>
                    <a:pt x="288" y="1"/>
                    <a:pt x="713" y="101"/>
                  </a:cubicBezTo>
                  <a:cubicBezTo>
                    <a:pt x="1150" y="201"/>
                    <a:pt x="1025" y="938"/>
                    <a:pt x="525" y="788"/>
                  </a:cubicBezTo>
                  <a:cubicBezTo>
                    <a:pt x="413" y="750"/>
                    <a:pt x="425" y="588"/>
                    <a:pt x="550" y="600"/>
                  </a:cubicBezTo>
                  <a:lnTo>
                    <a:pt x="550" y="613"/>
                  </a:lnTo>
                  <a:cubicBezTo>
                    <a:pt x="663" y="650"/>
                    <a:pt x="613" y="813"/>
                    <a:pt x="500" y="7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8" name="Google Shape;3868;p101"/>
            <p:cNvSpPr/>
            <p:nvPr/>
          </p:nvSpPr>
          <p:spPr>
            <a:xfrm>
              <a:off x="3701275" y="1305225"/>
              <a:ext cx="111550" cy="104375"/>
            </a:xfrm>
            <a:custGeom>
              <a:rect b="b" l="l" r="r" t="t"/>
              <a:pathLst>
                <a:path extrusionOk="0" h="4175" w="4462">
                  <a:moveTo>
                    <a:pt x="1812" y="288"/>
                  </a:moveTo>
                  <a:cubicBezTo>
                    <a:pt x="3374" y="101"/>
                    <a:pt x="4461" y="1900"/>
                    <a:pt x="3337" y="3125"/>
                  </a:cubicBezTo>
                  <a:cubicBezTo>
                    <a:pt x="2450" y="4062"/>
                    <a:pt x="987" y="3612"/>
                    <a:pt x="88" y="2962"/>
                  </a:cubicBezTo>
                  <a:cubicBezTo>
                    <a:pt x="50" y="2937"/>
                    <a:pt x="0" y="3000"/>
                    <a:pt x="38" y="3025"/>
                  </a:cubicBezTo>
                  <a:cubicBezTo>
                    <a:pt x="1050" y="3962"/>
                    <a:pt x="2987" y="4175"/>
                    <a:pt x="3712" y="2787"/>
                  </a:cubicBezTo>
                  <a:cubicBezTo>
                    <a:pt x="4424" y="1438"/>
                    <a:pt x="3249" y="1"/>
                    <a:pt x="1812" y="176"/>
                  </a:cubicBezTo>
                  <a:cubicBezTo>
                    <a:pt x="1737" y="188"/>
                    <a:pt x="1737" y="288"/>
                    <a:pt x="1812" y="2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9" name="Google Shape;3869;p101"/>
            <p:cNvSpPr/>
            <p:nvPr/>
          </p:nvSpPr>
          <p:spPr>
            <a:xfrm>
              <a:off x="3442900" y="1237425"/>
              <a:ext cx="263700" cy="147175"/>
            </a:xfrm>
            <a:custGeom>
              <a:rect b="b" l="l" r="r" t="t"/>
              <a:pathLst>
                <a:path extrusionOk="0" h="5887" w="10548">
                  <a:moveTo>
                    <a:pt x="10523" y="5812"/>
                  </a:moveTo>
                  <a:cubicBezTo>
                    <a:pt x="9198" y="3937"/>
                    <a:pt x="7998" y="1513"/>
                    <a:pt x="5686" y="738"/>
                  </a:cubicBezTo>
                  <a:cubicBezTo>
                    <a:pt x="3949" y="151"/>
                    <a:pt x="1475" y="1"/>
                    <a:pt x="25" y="1263"/>
                  </a:cubicBezTo>
                  <a:cubicBezTo>
                    <a:pt x="0" y="1288"/>
                    <a:pt x="38" y="1338"/>
                    <a:pt x="75" y="1313"/>
                  </a:cubicBezTo>
                  <a:cubicBezTo>
                    <a:pt x="1700" y="113"/>
                    <a:pt x="4462" y="288"/>
                    <a:pt x="6224" y="1138"/>
                  </a:cubicBezTo>
                  <a:cubicBezTo>
                    <a:pt x="8136" y="2063"/>
                    <a:pt x="9248" y="4175"/>
                    <a:pt x="10448" y="5849"/>
                  </a:cubicBezTo>
                  <a:cubicBezTo>
                    <a:pt x="10485" y="5887"/>
                    <a:pt x="10548" y="5849"/>
                    <a:pt x="10523" y="58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0" name="Google Shape;3870;p101"/>
            <p:cNvSpPr/>
            <p:nvPr/>
          </p:nvSpPr>
          <p:spPr>
            <a:xfrm>
              <a:off x="3410100" y="1277100"/>
              <a:ext cx="100300" cy="85325"/>
            </a:xfrm>
            <a:custGeom>
              <a:rect b="b" l="l" r="r" t="t"/>
              <a:pathLst>
                <a:path extrusionOk="0" h="3413" w="4012">
                  <a:moveTo>
                    <a:pt x="1087" y="51"/>
                  </a:moveTo>
                  <a:cubicBezTo>
                    <a:pt x="575" y="913"/>
                    <a:pt x="388" y="2100"/>
                    <a:pt x="1225" y="2838"/>
                  </a:cubicBezTo>
                  <a:cubicBezTo>
                    <a:pt x="1700" y="3263"/>
                    <a:pt x="2837" y="3412"/>
                    <a:pt x="3387" y="2988"/>
                  </a:cubicBezTo>
                  <a:cubicBezTo>
                    <a:pt x="4012" y="2513"/>
                    <a:pt x="3924" y="1363"/>
                    <a:pt x="3187" y="1026"/>
                  </a:cubicBezTo>
                  <a:cubicBezTo>
                    <a:pt x="2749" y="826"/>
                    <a:pt x="2237" y="851"/>
                    <a:pt x="1812" y="1101"/>
                  </a:cubicBezTo>
                  <a:cubicBezTo>
                    <a:pt x="1175" y="1463"/>
                    <a:pt x="775" y="2425"/>
                    <a:pt x="25" y="2538"/>
                  </a:cubicBezTo>
                  <a:cubicBezTo>
                    <a:pt x="0" y="2538"/>
                    <a:pt x="0" y="2588"/>
                    <a:pt x="25" y="2588"/>
                  </a:cubicBezTo>
                  <a:cubicBezTo>
                    <a:pt x="438" y="2575"/>
                    <a:pt x="675" y="2300"/>
                    <a:pt x="950" y="2013"/>
                  </a:cubicBezTo>
                  <a:cubicBezTo>
                    <a:pt x="1225" y="1725"/>
                    <a:pt x="1512" y="1351"/>
                    <a:pt x="1862" y="1201"/>
                  </a:cubicBezTo>
                  <a:cubicBezTo>
                    <a:pt x="2724" y="838"/>
                    <a:pt x="3724" y="1088"/>
                    <a:pt x="3587" y="2200"/>
                  </a:cubicBezTo>
                  <a:cubicBezTo>
                    <a:pt x="3662" y="2550"/>
                    <a:pt x="3524" y="2775"/>
                    <a:pt x="3174" y="2850"/>
                  </a:cubicBezTo>
                  <a:cubicBezTo>
                    <a:pt x="3087" y="2975"/>
                    <a:pt x="2949" y="3063"/>
                    <a:pt x="2799" y="3063"/>
                  </a:cubicBezTo>
                  <a:cubicBezTo>
                    <a:pt x="2737" y="3063"/>
                    <a:pt x="2675" y="3063"/>
                    <a:pt x="2612" y="3063"/>
                  </a:cubicBezTo>
                  <a:cubicBezTo>
                    <a:pt x="2362" y="3100"/>
                    <a:pt x="2100" y="3088"/>
                    <a:pt x="1850" y="3038"/>
                  </a:cubicBezTo>
                  <a:cubicBezTo>
                    <a:pt x="488" y="2688"/>
                    <a:pt x="613" y="1038"/>
                    <a:pt x="1150" y="88"/>
                  </a:cubicBezTo>
                  <a:cubicBezTo>
                    <a:pt x="1175" y="38"/>
                    <a:pt x="1112" y="1"/>
                    <a:pt x="1087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1" name="Google Shape;3871;p101"/>
            <p:cNvSpPr/>
            <p:nvPr/>
          </p:nvSpPr>
          <p:spPr>
            <a:xfrm>
              <a:off x="3347925" y="1331775"/>
              <a:ext cx="55325" cy="13775"/>
            </a:xfrm>
            <a:custGeom>
              <a:rect b="b" l="l" r="r" t="t"/>
              <a:pathLst>
                <a:path extrusionOk="0" h="551" w="2213">
                  <a:moveTo>
                    <a:pt x="2162" y="401"/>
                  </a:moveTo>
                  <a:cubicBezTo>
                    <a:pt x="1387" y="476"/>
                    <a:pt x="775" y="251"/>
                    <a:pt x="50" y="13"/>
                  </a:cubicBezTo>
                  <a:cubicBezTo>
                    <a:pt x="13" y="1"/>
                    <a:pt x="0" y="63"/>
                    <a:pt x="25" y="76"/>
                  </a:cubicBezTo>
                  <a:cubicBezTo>
                    <a:pt x="625" y="501"/>
                    <a:pt x="1475" y="551"/>
                    <a:pt x="2162" y="476"/>
                  </a:cubicBezTo>
                  <a:cubicBezTo>
                    <a:pt x="2212" y="476"/>
                    <a:pt x="2212" y="401"/>
                    <a:pt x="2162" y="4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2" name="Google Shape;3872;p101"/>
            <p:cNvSpPr/>
            <p:nvPr/>
          </p:nvSpPr>
          <p:spPr>
            <a:xfrm>
              <a:off x="3593475" y="1301475"/>
              <a:ext cx="82500" cy="96575"/>
            </a:xfrm>
            <a:custGeom>
              <a:rect b="b" l="l" r="r" t="t"/>
              <a:pathLst>
                <a:path extrusionOk="0" h="3863" w="3300">
                  <a:moveTo>
                    <a:pt x="2200" y="76"/>
                  </a:moveTo>
                  <a:cubicBezTo>
                    <a:pt x="2725" y="738"/>
                    <a:pt x="3187" y="1563"/>
                    <a:pt x="2938" y="2450"/>
                  </a:cubicBezTo>
                  <a:cubicBezTo>
                    <a:pt x="2813" y="2912"/>
                    <a:pt x="2488" y="3287"/>
                    <a:pt x="2050" y="3500"/>
                  </a:cubicBezTo>
                  <a:cubicBezTo>
                    <a:pt x="1775" y="3662"/>
                    <a:pt x="1463" y="3737"/>
                    <a:pt x="1138" y="3737"/>
                  </a:cubicBezTo>
                  <a:cubicBezTo>
                    <a:pt x="413" y="3725"/>
                    <a:pt x="263" y="3300"/>
                    <a:pt x="688" y="2475"/>
                  </a:cubicBezTo>
                  <a:cubicBezTo>
                    <a:pt x="726" y="2512"/>
                    <a:pt x="788" y="2475"/>
                    <a:pt x="763" y="2425"/>
                  </a:cubicBezTo>
                  <a:cubicBezTo>
                    <a:pt x="476" y="2063"/>
                    <a:pt x="138" y="2475"/>
                    <a:pt x="88" y="2812"/>
                  </a:cubicBezTo>
                  <a:cubicBezTo>
                    <a:pt x="1" y="3487"/>
                    <a:pt x="676" y="3862"/>
                    <a:pt x="1263" y="3837"/>
                  </a:cubicBezTo>
                  <a:cubicBezTo>
                    <a:pt x="2063" y="3812"/>
                    <a:pt x="2838" y="3250"/>
                    <a:pt x="3050" y="2475"/>
                  </a:cubicBezTo>
                  <a:cubicBezTo>
                    <a:pt x="3300" y="1563"/>
                    <a:pt x="2825" y="700"/>
                    <a:pt x="2238" y="26"/>
                  </a:cubicBezTo>
                  <a:cubicBezTo>
                    <a:pt x="2213" y="1"/>
                    <a:pt x="2175" y="38"/>
                    <a:pt x="2200" y="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3" name="Google Shape;3873;p101"/>
            <p:cNvSpPr/>
            <p:nvPr/>
          </p:nvSpPr>
          <p:spPr>
            <a:xfrm>
              <a:off x="3666275" y="1329600"/>
              <a:ext cx="22825" cy="110925"/>
            </a:xfrm>
            <a:custGeom>
              <a:rect b="b" l="l" r="r" t="t"/>
              <a:pathLst>
                <a:path extrusionOk="0" h="4437" w="913">
                  <a:moveTo>
                    <a:pt x="38" y="113"/>
                  </a:moveTo>
                  <a:cubicBezTo>
                    <a:pt x="888" y="1113"/>
                    <a:pt x="913" y="3249"/>
                    <a:pt x="338" y="4374"/>
                  </a:cubicBezTo>
                  <a:cubicBezTo>
                    <a:pt x="325" y="4412"/>
                    <a:pt x="363" y="4437"/>
                    <a:pt x="388" y="4399"/>
                  </a:cubicBezTo>
                  <a:cubicBezTo>
                    <a:pt x="913" y="3712"/>
                    <a:pt x="825" y="2725"/>
                    <a:pt x="738" y="1925"/>
                  </a:cubicBezTo>
                  <a:cubicBezTo>
                    <a:pt x="663" y="1250"/>
                    <a:pt x="550" y="563"/>
                    <a:pt x="100" y="50"/>
                  </a:cubicBezTo>
                  <a:cubicBezTo>
                    <a:pt x="63" y="0"/>
                    <a:pt x="1" y="63"/>
                    <a:pt x="38" y="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4" name="Google Shape;3874;p101"/>
            <p:cNvSpPr/>
            <p:nvPr/>
          </p:nvSpPr>
          <p:spPr>
            <a:xfrm>
              <a:off x="3666600" y="1439875"/>
              <a:ext cx="12200" cy="12225"/>
            </a:xfrm>
            <a:custGeom>
              <a:rect b="b" l="l" r="r" t="t"/>
              <a:pathLst>
                <a:path extrusionOk="0" h="489" w="488">
                  <a:moveTo>
                    <a:pt x="350" y="38"/>
                  </a:moveTo>
                  <a:cubicBezTo>
                    <a:pt x="262" y="1"/>
                    <a:pt x="162" y="13"/>
                    <a:pt x="87" y="88"/>
                  </a:cubicBezTo>
                  <a:cubicBezTo>
                    <a:pt x="25" y="151"/>
                    <a:pt x="0" y="238"/>
                    <a:pt x="25" y="326"/>
                  </a:cubicBezTo>
                  <a:cubicBezTo>
                    <a:pt x="25" y="363"/>
                    <a:pt x="38" y="388"/>
                    <a:pt x="50" y="413"/>
                  </a:cubicBezTo>
                  <a:cubicBezTo>
                    <a:pt x="87" y="438"/>
                    <a:pt x="125" y="451"/>
                    <a:pt x="162" y="463"/>
                  </a:cubicBezTo>
                  <a:cubicBezTo>
                    <a:pt x="287" y="488"/>
                    <a:pt x="412" y="413"/>
                    <a:pt x="462" y="288"/>
                  </a:cubicBezTo>
                  <a:cubicBezTo>
                    <a:pt x="487" y="163"/>
                    <a:pt x="375" y="38"/>
                    <a:pt x="250" y="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5" name="Google Shape;3875;p101"/>
            <p:cNvSpPr/>
            <p:nvPr/>
          </p:nvSpPr>
          <p:spPr>
            <a:xfrm>
              <a:off x="3665025" y="1437700"/>
              <a:ext cx="17825" cy="16275"/>
            </a:xfrm>
            <a:custGeom>
              <a:rect b="b" l="l" r="r" t="t"/>
              <a:pathLst>
                <a:path extrusionOk="0" h="651" w="713">
                  <a:moveTo>
                    <a:pt x="438" y="63"/>
                  </a:moveTo>
                  <a:cubicBezTo>
                    <a:pt x="263" y="0"/>
                    <a:pt x="88" y="100"/>
                    <a:pt x="38" y="263"/>
                  </a:cubicBezTo>
                  <a:cubicBezTo>
                    <a:pt x="1" y="425"/>
                    <a:pt x="51" y="575"/>
                    <a:pt x="225" y="600"/>
                  </a:cubicBezTo>
                  <a:cubicBezTo>
                    <a:pt x="625" y="650"/>
                    <a:pt x="713" y="88"/>
                    <a:pt x="313" y="88"/>
                  </a:cubicBezTo>
                  <a:cubicBezTo>
                    <a:pt x="263" y="88"/>
                    <a:pt x="250" y="163"/>
                    <a:pt x="300" y="175"/>
                  </a:cubicBezTo>
                  <a:cubicBezTo>
                    <a:pt x="413" y="500"/>
                    <a:pt x="400" y="575"/>
                    <a:pt x="250" y="388"/>
                  </a:cubicBezTo>
                  <a:cubicBezTo>
                    <a:pt x="76" y="288"/>
                    <a:pt x="125" y="213"/>
                    <a:pt x="400" y="188"/>
                  </a:cubicBezTo>
                  <a:cubicBezTo>
                    <a:pt x="475" y="213"/>
                    <a:pt x="513" y="88"/>
                    <a:pt x="438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6" name="Google Shape;3876;p101"/>
            <p:cNvSpPr/>
            <p:nvPr/>
          </p:nvSpPr>
          <p:spPr>
            <a:xfrm>
              <a:off x="3437900" y="1271800"/>
              <a:ext cx="2825" cy="3150"/>
            </a:xfrm>
            <a:custGeom>
              <a:rect b="b" l="l" r="r" t="t"/>
              <a:pathLst>
                <a:path extrusionOk="0" h="126" w="113">
                  <a:moveTo>
                    <a:pt x="25" y="63"/>
                  </a:moveTo>
                  <a:lnTo>
                    <a:pt x="25" y="100"/>
                  </a:lnTo>
                  <a:cubicBezTo>
                    <a:pt x="38" y="125"/>
                    <a:pt x="75" y="125"/>
                    <a:pt x="88" y="100"/>
                  </a:cubicBezTo>
                  <a:lnTo>
                    <a:pt x="88" y="63"/>
                  </a:lnTo>
                  <a:cubicBezTo>
                    <a:pt x="113" y="0"/>
                    <a:pt x="0" y="0"/>
                    <a:pt x="13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7" name="Google Shape;3877;p101"/>
            <p:cNvSpPr/>
            <p:nvPr/>
          </p:nvSpPr>
          <p:spPr>
            <a:xfrm>
              <a:off x="3308550" y="1315225"/>
              <a:ext cx="42200" cy="17825"/>
            </a:xfrm>
            <a:custGeom>
              <a:rect b="b" l="l" r="r" t="t"/>
              <a:pathLst>
                <a:path extrusionOk="0" h="713" w="1688">
                  <a:moveTo>
                    <a:pt x="1650" y="613"/>
                  </a:moveTo>
                  <a:cubicBezTo>
                    <a:pt x="1463" y="88"/>
                    <a:pt x="501" y="0"/>
                    <a:pt x="51" y="150"/>
                  </a:cubicBezTo>
                  <a:cubicBezTo>
                    <a:pt x="1" y="163"/>
                    <a:pt x="1" y="250"/>
                    <a:pt x="63" y="250"/>
                  </a:cubicBezTo>
                  <a:cubicBezTo>
                    <a:pt x="301" y="200"/>
                    <a:pt x="551" y="200"/>
                    <a:pt x="801" y="238"/>
                  </a:cubicBezTo>
                  <a:cubicBezTo>
                    <a:pt x="1038" y="275"/>
                    <a:pt x="1450" y="388"/>
                    <a:pt x="1550" y="650"/>
                  </a:cubicBezTo>
                  <a:cubicBezTo>
                    <a:pt x="1575" y="713"/>
                    <a:pt x="1688" y="688"/>
                    <a:pt x="1663" y="6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8" name="Google Shape;3878;p101"/>
            <p:cNvSpPr/>
            <p:nvPr/>
          </p:nvSpPr>
          <p:spPr>
            <a:xfrm>
              <a:off x="3308250" y="1317725"/>
              <a:ext cx="42200" cy="19700"/>
            </a:xfrm>
            <a:custGeom>
              <a:rect b="b" l="l" r="r" t="t"/>
              <a:pathLst>
                <a:path extrusionOk="0" h="788" w="1688">
                  <a:moveTo>
                    <a:pt x="38" y="113"/>
                  </a:moveTo>
                  <a:cubicBezTo>
                    <a:pt x="400" y="475"/>
                    <a:pt x="1112" y="788"/>
                    <a:pt x="1625" y="650"/>
                  </a:cubicBezTo>
                  <a:cubicBezTo>
                    <a:pt x="1687" y="625"/>
                    <a:pt x="1662" y="550"/>
                    <a:pt x="1600" y="550"/>
                  </a:cubicBezTo>
                  <a:cubicBezTo>
                    <a:pt x="1050" y="600"/>
                    <a:pt x="513" y="425"/>
                    <a:pt x="113" y="50"/>
                  </a:cubicBezTo>
                  <a:cubicBezTo>
                    <a:pt x="63" y="0"/>
                    <a:pt x="0" y="75"/>
                    <a:pt x="38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9" name="Google Shape;3879;p101"/>
            <p:cNvSpPr/>
            <p:nvPr/>
          </p:nvSpPr>
          <p:spPr>
            <a:xfrm>
              <a:off x="3377600" y="1341475"/>
              <a:ext cx="33150" cy="30000"/>
            </a:xfrm>
            <a:custGeom>
              <a:rect b="b" l="l" r="r" t="t"/>
              <a:pathLst>
                <a:path extrusionOk="0" h="1200" w="1326">
                  <a:moveTo>
                    <a:pt x="1275" y="25"/>
                  </a:moveTo>
                  <a:cubicBezTo>
                    <a:pt x="938" y="0"/>
                    <a:pt x="663" y="188"/>
                    <a:pt x="400" y="388"/>
                  </a:cubicBezTo>
                  <a:cubicBezTo>
                    <a:pt x="163" y="563"/>
                    <a:pt x="1" y="850"/>
                    <a:pt x="1" y="1162"/>
                  </a:cubicBezTo>
                  <a:cubicBezTo>
                    <a:pt x="1" y="1200"/>
                    <a:pt x="63" y="1200"/>
                    <a:pt x="76" y="1162"/>
                  </a:cubicBezTo>
                  <a:cubicBezTo>
                    <a:pt x="88" y="887"/>
                    <a:pt x="238" y="625"/>
                    <a:pt x="463" y="450"/>
                  </a:cubicBezTo>
                  <a:cubicBezTo>
                    <a:pt x="700" y="263"/>
                    <a:pt x="950" y="88"/>
                    <a:pt x="1275" y="100"/>
                  </a:cubicBezTo>
                  <a:cubicBezTo>
                    <a:pt x="1325" y="100"/>
                    <a:pt x="1325" y="25"/>
                    <a:pt x="1275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0" name="Google Shape;3880;p101"/>
            <p:cNvSpPr/>
            <p:nvPr/>
          </p:nvSpPr>
          <p:spPr>
            <a:xfrm>
              <a:off x="3376975" y="1342100"/>
              <a:ext cx="33150" cy="29375"/>
            </a:xfrm>
            <a:custGeom>
              <a:rect b="b" l="l" r="r" t="t"/>
              <a:pathLst>
                <a:path extrusionOk="0" h="1175" w="1326">
                  <a:moveTo>
                    <a:pt x="63" y="1175"/>
                  </a:moveTo>
                  <a:cubicBezTo>
                    <a:pt x="625" y="1087"/>
                    <a:pt x="1200" y="688"/>
                    <a:pt x="1313" y="100"/>
                  </a:cubicBezTo>
                  <a:cubicBezTo>
                    <a:pt x="1325" y="38"/>
                    <a:pt x="1250" y="0"/>
                    <a:pt x="1213" y="63"/>
                  </a:cubicBezTo>
                  <a:cubicBezTo>
                    <a:pt x="1075" y="300"/>
                    <a:pt x="1013" y="525"/>
                    <a:pt x="775" y="713"/>
                  </a:cubicBezTo>
                  <a:cubicBezTo>
                    <a:pt x="563" y="875"/>
                    <a:pt x="313" y="1012"/>
                    <a:pt x="38" y="1100"/>
                  </a:cubicBezTo>
                  <a:cubicBezTo>
                    <a:pt x="1" y="1112"/>
                    <a:pt x="13" y="1175"/>
                    <a:pt x="63" y="11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1" name="Google Shape;3881;p101"/>
            <p:cNvSpPr/>
            <p:nvPr/>
          </p:nvSpPr>
          <p:spPr>
            <a:xfrm>
              <a:off x="3680025" y="1349275"/>
              <a:ext cx="38450" cy="86875"/>
            </a:xfrm>
            <a:custGeom>
              <a:rect b="b" l="l" r="r" t="t"/>
              <a:pathLst>
                <a:path extrusionOk="0" h="3475" w="1538">
                  <a:moveTo>
                    <a:pt x="38" y="88"/>
                  </a:moveTo>
                  <a:cubicBezTo>
                    <a:pt x="738" y="1075"/>
                    <a:pt x="1213" y="2213"/>
                    <a:pt x="1437" y="3412"/>
                  </a:cubicBezTo>
                  <a:cubicBezTo>
                    <a:pt x="1450" y="3475"/>
                    <a:pt x="1537" y="3450"/>
                    <a:pt x="1537" y="3387"/>
                  </a:cubicBezTo>
                  <a:cubicBezTo>
                    <a:pt x="1313" y="2175"/>
                    <a:pt x="825" y="1038"/>
                    <a:pt x="88" y="38"/>
                  </a:cubicBezTo>
                  <a:cubicBezTo>
                    <a:pt x="63" y="1"/>
                    <a:pt x="0" y="38"/>
                    <a:pt x="25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2" name="Google Shape;3882;p101"/>
            <p:cNvSpPr/>
            <p:nvPr/>
          </p:nvSpPr>
          <p:spPr>
            <a:xfrm>
              <a:off x="3711275" y="1433625"/>
              <a:ext cx="17500" cy="16275"/>
            </a:xfrm>
            <a:custGeom>
              <a:rect b="b" l="l" r="r" t="t"/>
              <a:pathLst>
                <a:path extrusionOk="0" h="651" w="700">
                  <a:moveTo>
                    <a:pt x="187" y="88"/>
                  </a:moveTo>
                  <a:cubicBezTo>
                    <a:pt x="0" y="301"/>
                    <a:pt x="225" y="651"/>
                    <a:pt x="462" y="451"/>
                  </a:cubicBezTo>
                  <a:cubicBezTo>
                    <a:pt x="700" y="251"/>
                    <a:pt x="362" y="1"/>
                    <a:pt x="150" y="101"/>
                  </a:cubicBezTo>
                  <a:cubicBezTo>
                    <a:pt x="113" y="113"/>
                    <a:pt x="138" y="176"/>
                    <a:pt x="175" y="176"/>
                  </a:cubicBezTo>
                  <a:cubicBezTo>
                    <a:pt x="212" y="176"/>
                    <a:pt x="250" y="176"/>
                    <a:pt x="287" y="176"/>
                  </a:cubicBezTo>
                  <a:cubicBezTo>
                    <a:pt x="375" y="188"/>
                    <a:pt x="362" y="176"/>
                    <a:pt x="250" y="151"/>
                  </a:cubicBezTo>
                  <a:cubicBezTo>
                    <a:pt x="287" y="101"/>
                    <a:pt x="225" y="38"/>
                    <a:pt x="187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3" name="Google Shape;3883;p101"/>
            <p:cNvSpPr/>
            <p:nvPr/>
          </p:nvSpPr>
          <p:spPr>
            <a:xfrm>
              <a:off x="3642850" y="1338025"/>
              <a:ext cx="30325" cy="81875"/>
            </a:xfrm>
            <a:custGeom>
              <a:rect b="b" l="l" r="r" t="t"/>
              <a:pathLst>
                <a:path extrusionOk="0" h="3275" w="1213">
                  <a:moveTo>
                    <a:pt x="988" y="63"/>
                  </a:moveTo>
                  <a:cubicBezTo>
                    <a:pt x="1125" y="1275"/>
                    <a:pt x="800" y="2288"/>
                    <a:pt x="13" y="3212"/>
                  </a:cubicBezTo>
                  <a:cubicBezTo>
                    <a:pt x="0" y="3250"/>
                    <a:pt x="38" y="3275"/>
                    <a:pt x="63" y="3262"/>
                  </a:cubicBezTo>
                  <a:cubicBezTo>
                    <a:pt x="1000" y="2538"/>
                    <a:pt x="1212" y="1163"/>
                    <a:pt x="1087" y="63"/>
                  </a:cubicBezTo>
                  <a:cubicBezTo>
                    <a:pt x="1087" y="1"/>
                    <a:pt x="988" y="1"/>
                    <a:pt x="988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4" name="Google Shape;3884;p101"/>
            <p:cNvSpPr/>
            <p:nvPr/>
          </p:nvSpPr>
          <p:spPr>
            <a:xfrm>
              <a:off x="3633475" y="1414575"/>
              <a:ext cx="12825" cy="15025"/>
            </a:xfrm>
            <a:custGeom>
              <a:rect b="b" l="l" r="r" t="t"/>
              <a:pathLst>
                <a:path extrusionOk="0" h="601" w="513">
                  <a:moveTo>
                    <a:pt x="25" y="263"/>
                  </a:moveTo>
                  <a:cubicBezTo>
                    <a:pt x="0" y="563"/>
                    <a:pt x="450" y="600"/>
                    <a:pt x="475" y="300"/>
                  </a:cubicBezTo>
                  <a:cubicBezTo>
                    <a:pt x="513" y="0"/>
                    <a:pt x="75" y="25"/>
                    <a:pt x="75" y="313"/>
                  </a:cubicBezTo>
                  <a:cubicBezTo>
                    <a:pt x="88" y="350"/>
                    <a:pt x="125" y="363"/>
                    <a:pt x="150" y="338"/>
                  </a:cubicBezTo>
                  <a:cubicBezTo>
                    <a:pt x="200" y="275"/>
                    <a:pt x="188" y="250"/>
                    <a:pt x="100" y="263"/>
                  </a:cubicBezTo>
                  <a:cubicBezTo>
                    <a:pt x="100" y="213"/>
                    <a:pt x="25" y="213"/>
                    <a:pt x="25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5" name="Google Shape;3885;p101"/>
            <p:cNvSpPr/>
            <p:nvPr/>
          </p:nvSpPr>
          <p:spPr>
            <a:xfrm>
              <a:off x="3232325" y="1254625"/>
              <a:ext cx="237475" cy="60300"/>
            </a:xfrm>
            <a:custGeom>
              <a:rect b="b" l="l" r="r" t="t"/>
              <a:pathLst>
                <a:path extrusionOk="0" h="2412" w="9499">
                  <a:moveTo>
                    <a:pt x="9448" y="13"/>
                  </a:moveTo>
                  <a:cubicBezTo>
                    <a:pt x="6136" y="1262"/>
                    <a:pt x="3437" y="2412"/>
                    <a:pt x="113" y="375"/>
                  </a:cubicBezTo>
                  <a:cubicBezTo>
                    <a:pt x="51" y="338"/>
                    <a:pt x="1" y="438"/>
                    <a:pt x="63" y="475"/>
                  </a:cubicBezTo>
                  <a:cubicBezTo>
                    <a:pt x="1475" y="1425"/>
                    <a:pt x="2737" y="1825"/>
                    <a:pt x="4449" y="1662"/>
                  </a:cubicBezTo>
                  <a:cubicBezTo>
                    <a:pt x="6374" y="1475"/>
                    <a:pt x="7686" y="762"/>
                    <a:pt x="9461" y="75"/>
                  </a:cubicBezTo>
                  <a:cubicBezTo>
                    <a:pt x="9498" y="63"/>
                    <a:pt x="9486" y="0"/>
                    <a:pt x="9448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6" name="Google Shape;3886;p101"/>
            <p:cNvSpPr/>
            <p:nvPr/>
          </p:nvSpPr>
          <p:spPr>
            <a:xfrm>
              <a:off x="3717200" y="1309300"/>
              <a:ext cx="31900" cy="49700"/>
            </a:xfrm>
            <a:custGeom>
              <a:rect b="b" l="l" r="r" t="t"/>
              <a:pathLst>
                <a:path extrusionOk="0" h="1988" w="1276">
                  <a:moveTo>
                    <a:pt x="1213" y="13"/>
                  </a:moveTo>
                  <a:cubicBezTo>
                    <a:pt x="650" y="113"/>
                    <a:pt x="113" y="450"/>
                    <a:pt x="50" y="1062"/>
                  </a:cubicBezTo>
                  <a:cubicBezTo>
                    <a:pt x="0" y="1550"/>
                    <a:pt x="375" y="1975"/>
                    <a:pt x="863" y="1987"/>
                  </a:cubicBezTo>
                  <a:cubicBezTo>
                    <a:pt x="938" y="1975"/>
                    <a:pt x="938" y="1862"/>
                    <a:pt x="863" y="1875"/>
                  </a:cubicBezTo>
                  <a:cubicBezTo>
                    <a:pt x="288" y="1850"/>
                    <a:pt x="13" y="1275"/>
                    <a:pt x="238" y="775"/>
                  </a:cubicBezTo>
                  <a:cubicBezTo>
                    <a:pt x="425" y="362"/>
                    <a:pt x="813" y="163"/>
                    <a:pt x="1238" y="75"/>
                  </a:cubicBezTo>
                  <a:cubicBezTo>
                    <a:pt x="1275" y="63"/>
                    <a:pt x="1250" y="0"/>
                    <a:pt x="1213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7" name="Google Shape;3887;p101"/>
            <p:cNvSpPr/>
            <p:nvPr/>
          </p:nvSpPr>
          <p:spPr>
            <a:xfrm>
              <a:off x="3471650" y="1283975"/>
              <a:ext cx="62800" cy="31575"/>
            </a:xfrm>
            <a:custGeom>
              <a:rect b="b" l="l" r="r" t="t"/>
              <a:pathLst>
                <a:path extrusionOk="0" h="1263" w="2512">
                  <a:moveTo>
                    <a:pt x="63" y="738"/>
                  </a:moveTo>
                  <a:cubicBezTo>
                    <a:pt x="687" y="713"/>
                    <a:pt x="1187" y="1263"/>
                    <a:pt x="1825" y="1051"/>
                  </a:cubicBezTo>
                  <a:cubicBezTo>
                    <a:pt x="2237" y="901"/>
                    <a:pt x="2512" y="501"/>
                    <a:pt x="2499" y="51"/>
                  </a:cubicBezTo>
                  <a:cubicBezTo>
                    <a:pt x="2499" y="13"/>
                    <a:pt x="2437" y="1"/>
                    <a:pt x="2424" y="51"/>
                  </a:cubicBezTo>
                  <a:cubicBezTo>
                    <a:pt x="2312" y="838"/>
                    <a:pt x="1637" y="1151"/>
                    <a:pt x="937" y="851"/>
                  </a:cubicBezTo>
                  <a:cubicBezTo>
                    <a:pt x="662" y="701"/>
                    <a:pt x="362" y="638"/>
                    <a:pt x="63" y="651"/>
                  </a:cubicBezTo>
                  <a:cubicBezTo>
                    <a:pt x="13" y="651"/>
                    <a:pt x="0" y="738"/>
                    <a:pt x="63" y="7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8" name="Google Shape;3888;p101"/>
            <p:cNvSpPr/>
            <p:nvPr/>
          </p:nvSpPr>
          <p:spPr>
            <a:xfrm>
              <a:off x="3504750" y="1268675"/>
              <a:ext cx="30950" cy="21275"/>
            </a:xfrm>
            <a:custGeom>
              <a:rect b="b" l="l" r="r" t="t"/>
              <a:pathLst>
                <a:path extrusionOk="0" h="851" w="1238">
                  <a:moveTo>
                    <a:pt x="1125" y="813"/>
                  </a:moveTo>
                  <a:cubicBezTo>
                    <a:pt x="1238" y="525"/>
                    <a:pt x="1063" y="275"/>
                    <a:pt x="788" y="163"/>
                  </a:cubicBezTo>
                  <a:cubicBezTo>
                    <a:pt x="563" y="63"/>
                    <a:pt x="163" y="0"/>
                    <a:pt x="26" y="238"/>
                  </a:cubicBezTo>
                  <a:cubicBezTo>
                    <a:pt x="1" y="263"/>
                    <a:pt x="38" y="313"/>
                    <a:pt x="63" y="288"/>
                  </a:cubicBezTo>
                  <a:cubicBezTo>
                    <a:pt x="388" y="38"/>
                    <a:pt x="1238" y="275"/>
                    <a:pt x="1050" y="800"/>
                  </a:cubicBezTo>
                  <a:cubicBezTo>
                    <a:pt x="1038" y="838"/>
                    <a:pt x="1100" y="850"/>
                    <a:pt x="1125" y="8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9" name="Google Shape;3889;p101"/>
            <p:cNvSpPr/>
            <p:nvPr/>
          </p:nvSpPr>
          <p:spPr>
            <a:xfrm>
              <a:off x="3694400" y="1371450"/>
              <a:ext cx="81250" cy="56275"/>
            </a:xfrm>
            <a:custGeom>
              <a:rect b="b" l="l" r="r" t="t"/>
              <a:pathLst>
                <a:path extrusionOk="0" h="2251" w="3250">
                  <a:moveTo>
                    <a:pt x="25" y="88"/>
                  </a:moveTo>
                  <a:cubicBezTo>
                    <a:pt x="825" y="1051"/>
                    <a:pt x="1787" y="2250"/>
                    <a:pt x="3187" y="1963"/>
                  </a:cubicBezTo>
                  <a:cubicBezTo>
                    <a:pt x="3249" y="1950"/>
                    <a:pt x="3224" y="1863"/>
                    <a:pt x="3162" y="1863"/>
                  </a:cubicBezTo>
                  <a:cubicBezTo>
                    <a:pt x="1775" y="2050"/>
                    <a:pt x="887" y="988"/>
                    <a:pt x="88" y="38"/>
                  </a:cubicBezTo>
                  <a:cubicBezTo>
                    <a:pt x="50" y="1"/>
                    <a:pt x="0" y="51"/>
                    <a:pt x="25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0" name="Google Shape;3890;p101"/>
            <p:cNvSpPr/>
            <p:nvPr/>
          </p:nvSpPr>
          <p:spPr>
            <a:xfrm>
              <a:off x="3515075" y="1320225"/>
              <a:ext cx="30950" cy="15325"/>
            </a:xfrm>
            <a:custGeom>
              <a:rect b="b" l="l" r="r" t="t"/>
              <a:pathLst>
                <a:path extrusionOk="0" h="613" w="1238">
                  <a:moveTo>
                    <a:pt x="63" y="113"/>
                  </a:moveTo>
                  <a:cubicBezTo>
                    <a:pt x="475" y="125"/>
                    <a:pt x="862" y="288"/>
                    <a:pt x="1150" y="575"/>
                  </a:cubicBezTo>
                  <a:cubicBezTo>
                    <a:pt x="1187" y="613"/>
                    <a:pt x="1237" y="563"/>
                    <a:pt x="1212" y="525"/>
                  </a:cubicBezTo>
                  <a:cubicBezTo>
                    <a:pt x="1087" y="363"/>
                    <a:pt x="912" y="238"/>
                    <a:pt x="712" y="163"/>
                  </a:cubicBezTo>
                  <a:cubicBezTo>
                    <a:pt x="512" y="50"/>
                    <a:pt x="288" y="0"/>
                    <a:pt x="63" y="25"/>
                  </a:cubicBezTo>
                  <a:cubicBezTo>
                    <a:pt x="13" y="25"/>
                    <a:pt x="0" y="113"/>
                    <a:pt x="63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1" name="Google Shape;3891;p101"/>
            <p:cNvSpPr/>
            <p:nvPr/>
          </p:nvSpPr>
          <p:spPr>
            <a:xfrm>
              <a:off x="3512250" y="1319900"/>
              <a:ext cx="34075" cy="21900"/>
            </a:xfrm>
            <a:custGeom>
              <a:rect b="b" l="l" r="r" t="t"/>
              <a:pathLst>
                <a:path extrusionOk="0" h="876" w="1363">
                  <a:moveTo>
                    <a:pt x="1263" y="551"/>
                  </a:moveTo>
                  <a:cubicBezTo>
                    <a:pt x="825" y="751"/>
                    <a:pt x="313" y="463"/>
                    <a:pt x="126" y="51"/>
                  </a:cubicBezTo>
                  <a:cubicBezTo>
                    <a:pt x="101" y="1"/>
                    <a:pt x="1" y="38"/>
                    <a:pt x="26" y="88"/>
                  </a:cubicBezTo>
                  <a:cubicBezTo>
                    <a:pt x="226" y="576"/>
                    <a:pt x="825" y="876"/>
                    <a:pt x="1313" y="626"/>
                  </a:cubicBezTo>
                  <a:cubicBezTo>
                    <a:pt x="1363" y="601"/>
                    <a:pt x="1313" y="526"/>
                    <a:pt x="1263" y="5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2" name="Google Shape;3892;p101"/>
            <p:cNvSpPr/>
            <p:nvPr/>
          </p:nvSpPr>
          <p:spPr>
            <a:xfrm>
              <a:off x="3177975" y="1278975"/>
              <a:ext cx="132175" cy="60025"/>
            </a:xfrm>
            <a:custGeom>
              <a:rect b="b" l="l" r="r" t="t"/>
              <a:pathLst>
                <a:path extrusionOk="0" h="2401" w="5287">
                  <a:moveTo>
                    <a:pt x="5236" y="576"/>
                  </a:moveTo>
                  <a:cubicBezTo>
                    <a:pt x="3649" y="263"/>
                    <a:pt x="213" y="1"/>
                    <a:pt x="0" y="2350"/>
                  </a:cubicBezTo>
                  <a:cubicBezTo>
                    <a:pt x="0" y="2400"/>
                    <a:pt x="63" y="2388"/>
                    <a:pt x="63" y="2350"/>
                  </a:cubicBezTo>
                  <a:cubicBezTo>
                    <a:pt x="363" y="63"/>
                    <a:pt x="3674" y="363"/>
                    <a:pt x="5211" y="651"/>
                  </a:cubicBezTo>
                  <a:cubicBezTo>
                    <a:pt x="5261" y="663"/>
                    <a:pt x="5286" y="588"/>
                    <a:pt x="5236" y="5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3" name="Google Shape;3893;p101"/>
            <p:cNvSpPr/>
            <p:nvPr/>
          </p:nvSpPr>
          <p:spPr>
            <a:xfrm>
              <a:off x="3184525" y="1311175"/>
              <a:ext cx="61575" cy="65000"/>
            </a:xfrm>
            <a:custGeom>
              <a:rect b="b" l="l" r="r" t="t"/>
              <a:pathLst>
                <a:path extrusionOk="0" h="2600" w="2463">
                  <a:moveTo>
                    <a:pt x="950" y="25"/>
                  </a:moveTo>
                  <a:cubicBezTo>
                    <a:pt x="275" y="350"/>
                    <a:pt x="1" y="1187"/>
                    <a:pt x="450" y="1825"/>
                  </a:cubicBezTo>
                  <a:cubicBezTo>
                    <a:pt x="850" y="2412"/>
                    <a:pt x="1913" y="2599"/>
                    <a:pt x="2412" y="2025"/>
                  </a:cubicBezTo>
                  <a:cubicBezTo>
                    <a:pt x="2462" y="1975"/>
                    <a:pt x="2387" y="1900"/>
                    <a:pt x="2337" y="1950"/>
                  </a:cubicBezTo>
                  <a:cubicBezTo>
                    <a:pt x="1875" y="2474"/>
                    <a:pt x="900" y="2312"/>
                    <a:pt x="525" y="1762"/>
                  </a:cubicBezTo>
                  <a:cubicBezTo>
                    <a:pt x="126" y="1175"/>
                    <a:pt x="338" y="375"/>
                    <a:pt x="988" y="75"/>
                  </a:cubicBezTo>
                  <a:cubicBezTo>
                    <a:pt x="1025" y="63"/>
                    <a:pt x="988" y="0"/>
                    <a:pt x="963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4" name="Google Shape;3894;p101"/>
            <p:cNvSpPr/>
            <p:nvPr/>
          </p:nvSpPr>
          <p:spPr>
            <a:xfrm>
              <a:off x="3219825" y="1318975"/>
              <a:ext cx="35950" cy="46575"/>
            </a:xfrm>
            <a:custGeom>
              <a:rect b="b" l="l" r="r" t="t"/>
              <a:pathLst>
                <a:path extrusionOk="0" h="1863" w="1438">
                  <a:moveTo>
                    <a:pt x="751" y="1850"/>
                  </a:moveTo>
                  <a:cubicBezTo>
                    <a:pt x="1213" y="1663"/>
                    <a:pt x="1438" y="1138"/>
                    <a:pt x="1238" y="675"/>
                  </a:cubicBezTo>
                  <a:cubicBezTo>
                    <a:pt x="1050" y="213"/>
                    <a:pt x="513" y="0"/>
                    <a:pt x="51" y="200"/>
                  </a:cubicBezTo>
                  <a:cubicBezTo>
                    <a:pt x="1" y="225"/>
                    <a:pt x="38" y="300"/>
                    <a:pt x="88" y="288"/>
                  </a:cubicBezTo>
                  <a:cubicBezTo>
                    <a:pt x="513" y="163"/>
                    <a:pt x="963" y="288"/>
                    <a:pt x="1138" y="713"/>
                  </a:cubicBezTo>
                  <a:cubicBezTo>
                    <a:pt x="1300" y="1138"/>
                    <a:pt x="1113" y="1600"/>
                    <a:pt x="713" y="1787"/>
                  </a:cubicBezTo>
                  <a:cubicBezTo>
                    <a:pt x="676" y="1812"/>
                    <a:pt x="713" y="1862"/>
                    <a:pt x="751" y="18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5" name="Google Shape;3895;p101"/>
            <p:cNvSpPr/>
            <p:nvPr/>
          </p:nvSpPr>
          <p:spPr>
            <a:xfrm>
              <a:off x="3208275" y="1322725"/>
              <a:ext cx="17200" cy="30650"/>
            </a:xfrm>
            <a:custGeom>
              <a:rect b="b" l="l" r="r" t="t"/>
              <a:pathLst>
                <a:path extrusionOk="0" h="1226" w="688">
                  <a:moveTo>
                    <a:pt x="650" y="38"/>
                  </a:moveTo>
                  <a:cubicBezTo>
                    <a:pt x="300" y="0"/>
                    <a:pt x="63" y="375"/>
                    <a:pt x="63" y="688"/>
                  </a:cubicBezTo>
                  <a:cubicBezTo>
                    <a:pt x="50" y="988"/>
                    <a:pt x="350" y="1213"/>
                    <a:pt x="638" y="1125"/>
                  </a:cubicBezTo>
                  <a:cubicBezTo>
                    <a:pt x="688" y="1100"/>
                    <a:pt x="663" y="1013"/>
                    <a:pt x="613" y="1038"/>
                  </a:cubicBezTo>
                  <a:cubicBezTo>
                    <a:pt x="0" y="1225"/>
                    <a:pt x="63" y="75"/>
                    <a:pt x="650" y="113"/>
                  </a:cubicBezTo>
                  <a:cubicBezTo>
                    <a:pt x="688" y="113"/>
                    <a:pt x="688" y="38"/>
                    <a:pt x="650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6" name="Google Shape;3896;p101"/>
            <p:cNvSpPr/>
            <p:nvPr/>
          </p:nvSpPr>
          <p:spPr>
            <a:xfrm>
              <a:off x="3454150" y="1312425"/>
              <a:ext cx="55325" cy="71550"/>
            </a:xfrm>
            <a:custGeom>
              <a:rect b="b" l="l" r="r" t="t"/>
              <a:pathLst>
                <a:path extrusionOk="0" h="2862" w="2213">
                  <a:moveTo>
                    <a:pt x="1750" y="75"/>
                  </a:moveTo>
                  <a:cubicBezTo>
                    <a:pt x="2112" y="1387"/>
                    <a:pt x="1300" y="2474"/>
                    <a:pt x="38" y="2799"/>
                  </a:cubicBezTo>
                  <a:cubicBezTo>
                    <a:pt x="0" y="2812"/>
                    <a:pt x="13" y="2862"/>
                    <a:pt x="38" y="2862"/>
                  </a:cubicBezTo>
                  <a:cubicBezTo>
                    <a:pt x="1425" y="2762"/>
                    <a:pt x="2212" y="1325"/>
                    <a:pt x="1825" y="50"/>
                  </a:cubicBezTo>
                  <a:cubicBezTo>
                    <a:pt x="1812" y="0"/>
                    <a:pt x="1725" y="13"/>
                    <a:pt x="1750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7" name="Google Shape;3897;p101"/>
            <p:cNvSpPr/>
            <p:nvPr/>
          </p:nvSpPr>
          <p:spPr>
            <a:xfrm>
              <a:off x="3796875" y="1305225"/>
              <a:ext cx="111550" cy="104375"/>
            </a:xfrm>
            <a:custGeom>
              <a:rect b="b" l="l" r="r" t="t"/>
              <a:pathLst>
                <a:path extrusionOk="0" h="4175" w="4462">
                  <a:moveTo>
                    <a:pt x="2662" y="176"/>
                  </a:moveTo>
                  <a:cubicBezTo>
                    <a:pt x="1212" y="1"/>
                    <a:pt x="38" y="1438"/>
                    <a:pt x="750" y="2787"/>
                  </a:cubicBezTo>
                  <a:cubicBezTo>
                    <a:pt x="1475" y="4175"/>
                    <a:pt x="3424" y="3950"/>
                    <a:pt x="4424" y="3025"/>
                  </a:cubicBezTo>
                  <a:cubicBezTo>
                    <a:pt x="4461" y="2987"/>
                    <a:pt x="4411" y="2937"/>
                    <a:pt x="4386" y="2962"/>
                  </a:cubicBezTo>
                  <a:cubicBezTo>
                    <a:pt x="3474" y="3612"/>
                    <a:pt x="2012" y="4062"/>
                    <a:pt x="1137" y="3125"/>
                  </a:cubicBezTo>
                  <a:cubicBezTo>
                    <a:pt x="0" y="1900"/>
                    <a:pt x="1075" y="88"/>
                    <a:pt x="2662" y="276"/>
                  </a:cubicBezTo>
                  <a:cubicBezTo>
                    <a:pt x="2724" y="288"/>
                    <a:pt x="2724" y="176"/>
                    <a:pt x="2662" y="1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8" name="Google Shape;3898;p101"/>
            <p:cNvSpPr/>
            <p:nvPr/>
          </p:nvSpPr>
          <p:spPr>
            <a:xfrm>
              <a:off x="3903100" y="1237750"/>
              <a:ext cx="263700" cy="146850"/>
            </a:xfrm>
            <a:custGeom>
              <a:rect b="b" l="l" r="r" t="t"/>
              <a:pathLst>
                <a:path extrusionOk="0" h="5874" w="10548">
                  <a:moveTo>
                    <a:pt x="100" y="5836"/>
                  </a:moveTo>
                  <a:cubicBezTo>
                    <a:pt x="1300" y="4162"/>
                    <a:pt x="2412" y="2062"/>
                    <a:pt x="4324" y="1138"/>
                  </a:cubicBezTo>
                  <a:cubicBezTo>
                    <a:pt x="6086" y="275"/>
                    <a:pt x="8848" y="100"/>
                    <a:pt x="10485" y="1312"/>
                  </a:cubicBezTo>
                  <a:cubicBezTo>
                    <a:pt x="10510" y="1325"/>
                    <a:pt x="10547" y="1275"/>
                    <a:pt x="10522" y="1262"/>
                  </a:cubicBezTo>
                  <a:cubicBezTo>
                    <a:pt x="9073" y="0"/>
                    <a:pt x="6586" y="138"/>
                    <a:pt x="4861" y="725"/>
                  </a:cubicBezTo>
                  <a:cubicBezTo>
                    <a:pt x="2549" y="1512"/>
                    <a:pt x="1350" y="3924"/>
                    <a:pt x="25" y="5799"/>
                  </a:cubicBezTo>
                  <a:cubicBezTo>
                    <a:pt x="0" y="5836"/>
                    <a:pt x="63" y="5874"/>
                    <a:pt x="88" y="58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9" name="Google Shape;3899;p101"/>
            <p:cNvSpPr/>
            <p:nvPr/>
          </p:nvSpPr>
          <p:spPr>
            <a:xfrm>
              <a:off x="4098975" y="1277425"/>
              <a:ext cx="100925" cy="84375"/>
            </a:xfrm>
            <a:custGeom>
              <a:rect b="b" l="l" r="r" t="t"/>
              <a:pathLst>
                <a:path extrusionOk="0" h="3375" w="4037">
                  <a:moveTo>
                    <a:pt x="2875" y="88"/>
                  </a:moveTo>
                  <a:cubicBezTo>
                    <a:pt x="3412" y="1025"/>
                    <a:pt x="3525" y="2400"/>
                    <a:pt x="2375" y="2950"/>
                  </a:cubicBezTo>
                  <a:cubicBezTo>
                    <a:pt x="2087" y="3062"/>
                    <a:pt x="1775" y="3100"/>
                    <a:pt x="1475" y="3062"/>
                  </a:cubicBezTo>
                  <a:cubicBezTo>
                    <a:pt x="1400" y="3050"/>
                    <a:pt x="1325" y="3075"/>
                    <a:pt x="1250" y="3062"/>
                  </a:cubicBezTo>
                  <a:cubicBezTo>
                    <a:pt x="488" y="2937"/>
                    <a:pt x="513" y="2737"/>
                    <a:pt x="438" y="2200"/>
                  </a:cubicBezTo>
                  <a:cubicBezTo>
                    <a:pt x="325" y="1300"/>
                    <a:pt x="938" y="963"/>
                    <a:pt x="1713" y="1113"/>
                  </a:cubicBezTo>
                  <a:cubicBezTo>
                    <a:pt x="2300" y="1225"/>
                    <a:pt x="2600" y="1512"/>
                    <a:pt x="3000" y="1925"/>
                  </a:cubicBezTo>
                  <a:cubicBezTo>
                    <a:pt x="3300" y="2237"/>
                    <a:pt x="3550" y="2562"/>
                    <a:pt x="3999" y="2575"/>
                  </a:cubicBezTo>
                  <a:cubicBezTo>
                    <a:pt x="4024" y="2575"/>
                    <a:pt x="4037" y="2537"/>
                    <a:pt x="3999" y="2537"/>
                  </a:cubicBezTo>
                  <a:cubicBezTo>
                    <a:pt x="3287" y="2425"/>
                    <a:pt x="2900" y="1525"/>
                    <a:pt x="2312" y="1150"/>
                  </a:cubicBezTo>
                  <a:cubicBezTo>
                    <a:pt x="1875" y="850"/>
                    <a:pt x="1325" y="800"/>
                    <a:pt x="838" y="1025"/>
                  </a:cubicBezTo>
                  <a:cubicBezTo>
                    <a:pt x="113" y="1350"/>
                    <a:pt x="0" y="2487"/>
                    <a:pt x="638" y="2987"/>
                  </a:cubicBezTo>
                  <a:cubicBezTo>
                    <a:pt x="1163" y="3375"/>
                    <a:pt x="2237" y="3250"/>
                    <a:pt x="2712" y="2887"/>
                  </a:cubicBezTo>
                  <a:cubicBezTo>
                    <a:pt x="3650" y="2187"/>
                    <a:pt x="3462" y="925"/>
                    <a:pt x="2937" y="38"/>
                  </a:cubicBezTo>
                  <a:cubicBezTo>
                    <a:pt x="2912" y="0"/>
                    <a:pt x="2837" y="38"/>
                    <a:pt x="2875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0" name="Google Shape;3900;p101"/>
            <p:cNvSpPr/>
            <p:nvPr/>
          </p:nvSpPr>
          <p:spPr>
            <a:xfrm>
              <a:off x="4206450" y="1331775"/>
              <a:ext cx="55625" cy="13775"/>
            </a:xfrm>
            <a:custGeom>
              <a:rect b="b" l="l" r="r" t="t"/>
              <a:pathLst>
                <a:path extrusionOk="0" h="551" w="2225">
                  <a:moveTo>
                    <a:pt x="50" y="476"/>
                  </a:moveTo>
                  <a:cubicBezTo>
                    <a:pt x="750" y="551"/>
                    <a:pt x="1600" y="501"/>
                    <a:pt x="2187" y="76"/>
                  </a:cubicBezTo>
                  <a:cubicBezTo>
                    <a:pt x="2225" y="63"/>
                    <a:pt x="2200" y="1"/>
                    <a:pt x="2162" y="13"/>
                  </a:cubicBezTo>
                  <a:cubicBezTo>
                    <a:pt x="1437" y="251"/>
                    <a:pt x="838" y="476"/>
                    <a:pt x="50" y="401"/>
                  </a:cubicBezTo>
                  <a:cubicBezTo>
                    <a:pt x="0" y="401"/>
                    <a:pt x="0" y="476"/>
                    <a:pt x="50" y="4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1" name="Google Shape;3901;p101"/>
            <p:cNvSpPr/>
            <p:nvPr/>
          </p:nvSpPr>
          <p:spPr>
            <a:xfrm>
              <a:off x="3934650" y="1301475"/>
              <a:ext cx="81250" cy="96575"/>
            </a:xfrm>
            <a:custGeom>
              <a:rect b="b" l="l" r="r" t="t"/>
              <a:pathLst>
                <a:path extrusionOk="0" h="3863" w="3250">
                  <a:moveTo>
                    <a:pt x="1025" y="26"/>
                  </a:moveTo>
                  <a:cubicBezTo>
                    <a:pt x="463" y="675"/>
                    <a:pt x="0" y="1488"/>
                    <a:pt x="188" y="2375"/>
                  </a:cubicBezTo>
                  <a:cubicBezTo>
                    <a:pt x="363" y="3200"/>
                    <a:pt x="1162" y="3800"/>
                    <a:pt x="2000" y="3837"/>
                  </a:cubicBezTo>
                  <a:cubicBezTo>
                    <a:pt x="2587" y="3862"/>
                    <a:pt x="3249" y="3475"/>
                    <a:pt x="3174" y="2812"/>
                  </a:cubicBezTo>
                  <a:cubicBezTo>
                    <a:pt x="3137" y="2475"/>
                    <a:pt x="2799" y="2050"/>
                    <a:pt x="2512" y="2425"/>
                  </a:cubicBezTo>
                  <a:cubicBezTo>
                    <a:pt x="2475" y="2462"/>
                    <a:pt x="2550" y="2500"/>
                    <a:pt x="2575" y="2462"/>
                  </a:cubicBezTo>
                  <a:cubicBezTo>
                    <a:pt x="3012" y="3300"/>
                    <a:pt x="2862" y="3725"/>
                    <a:pt x="2125" y="3737"/>
                  </a:cubicBezTo>
                  <a:cubicBezTo>
                    <a:pt x="1800" y="3737"/>
                    <a:pt x="1487" y="3650"/>
                    <a:pt x="1212" y="3500"/>
                  </a:cubicBezTo>
                  <a:cubicBezTo>
                    <a:pt x="775" y="3287"/>
                    <a:pt x="463" y="2900"/>
                    <a:pt x="325" y="2437"/>
                  </a:cubicBezTo>
                  <a:cubicBezTo>
                    <a:pt x="75" y="1563"/>
                    <a:pt x="538" y="738"/>
                    <a:pt x="1062" y="63"/>
                  </a:cubicBezTo>
                  <a:cubicBezTo>
                    <a:pt x="1087" y="38"/>
                    <a:pt x="1050" y="1"/>
                    <a:pt x="1025" y="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2" name="Google Shape;3902;p101"/>
            <p:cNvSpPr/>
            <p:nvPr/>
          </p:nvSpPr>
          <p:spPr>
            <a:xfrm>
              <a:off x="3920275" y="1329900"/>
              <a:ext cx="23150" cy="110625"/>
            </a:xfrm>
            <a:custGeom>
              <a:rect b="b" l="l" r="r" t="t"/>
              <a:pathLst>
                <a:path extrusionOk="0" h="4425" w="926">
                  <a:moveTo>
                    <a:pt x="825" y="38"/>
                  </a:moveTo>
                  <a:cubicBezTo>
                    <a:pt x="375" y="551"/>
                    <a:pt x="263" y="1238"/>
                    <a:pt x="188" y="1913"/>
                  </a:cubicBezTo>
                  <a:cubicBezTo>
                    <a:pt x="100" y="2725"/>
                    <a:pt x="13" y="3712"/>
                    <a:pt x="538" y="4400"/>
                  </a:cubicBezTo>
                  <a:cubicBezTo>
                    <a:pt x="563" y="4425"/>
                    <a:pt x="600" y="4400"/>
                    <a:pt x="588" y="4362"/>
                  </a:cubicBezTo>
                  <a:cubicBezTo>
                    <a:pt x="0" y="3250"/>
                    <a:pt x="38" y="1101"/>
                    <a:pt x="888" y="101"/>
                  </a:cubicBezTo>
                  <a:cubicBezTo>
                    <a:pt x="925" y="63"/>
                    <a:pt x="863" y="1"/>
                    <a:pt x="825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3" name="Google Shape;3903;p101"/>
            <p:cNvSpPr/>
            <p:nvPr/>
          </p:nvSpPr>
          <p:spPr>
            <a:xfrm>
              <a:off x="3931200" y="1439875"/>
              <a:ext cx="11900" cy="11900"/>
            </a:xfrm>
            <a:custGeom>
              <a:rect b="b" l="l" r="r" t="t"/>
              <a:pathLst>
                <a:path extrusionOk="0" h="476" w="476">
                  <a:moveTo>
                    <a:pt x="126" y="38"/>
                  </a:moveTo>
                  <a:cubicBezTo>
                    <a:pt x="213" y="1"/>
                    <a:pt x="313" y="13"/>
                    <a:pt x="388" y="88"/>
                  </a:cubicBezTo>
                  <a:cubicBezTo>
                    <a:pt x="451" y="151"/>
                    <a:pt x="476" y="238"/>
                    <a:pt x="451" y="326"/>
                  </a:cubicBezTo>
                  <a:cubicBezTo>
                    <a:pt x="451" y="363"/>
                    <a:pt x="438" y="388"/>
                    <a:pt x="413" y="413"/>
                  </a:cubicBezTo>
                  <a:cubicBezTo>
                    <a:pt x="388" y="438"/>
                    <a:pt x="351" y="451"/>
                    <a:pt x="313" y="463"/>
                  </a:cubicBezTo>
                  <a:cubicBezTo>
                    <a:pt x="188" y="476"/>
                    <a:pt x="63" y="413"/>
                    <a:pt x="13" y="288"/>
                  </a:cubicBezTo>
                  <a:cubicBezTo>
                    <a:pt x="1" y="163"/>
                    <a:pt x="101" y="51"/>
                    <a:pt x="238" y="51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4" name="Google Shape;3904;p101"/>
            <p:cNvSpPr/>
            <p:nvPr/>
          </p:nvSpPr>
          <p:spPr>
            <a:xfrm>
              <a:off x="3926825" y="1437075"/>
              <a:ext cx="22225" cy="17200"/>
            </a:xfrm>
            <a:custGeom>
              <a:rect b="b" l="l" r="r" t="t"/>
              <a:pathLst>
                <a:path extrusionOk="0" h="688" w="889">
                  <a:moveTo>
                    <a:pt x="313" y="213"/>
                  </a:moveTo>
                  <a:cubicBezTo>
                    <a:pt x="588" y="238"/>
                    <a:pt x="651" y="313"/>
                    <a:pt x="476" y="413"/>
                  </a:cubicBezTo>
                  <a:cubicBezTo>
                    <a:pt x="313" y="600"/>
                    <a:pt x="301" y="525"/>
                    <a:pt x="413" y="200"/>
                  </a:cubicBezTo>
                  <a:cubicBezTo>
                    <a:pt x="451" y="175"/>
                    <a:pt x="451" y="113"/>
                    <a:pt x="401" y="113"/>
                  </a:cubicBezTo>
                  <a:cubicBezTo>
                    <a:pt x="1" y="113"/>
                    <a:pt x="88" y="688"/>
                    <a:pt x="488" y="625"/>
                  </a:cubicBezTo>
                  <a:cubicBezTo>
                    <a:pt x="888" y="563"/>
                    <a:pt x="663" y="0"/>
                    <a:pt x="276" y="88"/>
                  </a:cubicBezTo>
                  <a:cubicBezTo>
                    <a:pt x="213" y="113"/>
                    <a:pt x="238" y="213"/>
                    <a:pt x="313" y="2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5" name="Google Shape;3905;p101"/>
            <p:cNvSpPr/>
            <p:nvPr/>
          </p:nvSpPr>
          <p:spPr>
            <a:xfrm>
              <a:off x="4168650" y="1271800"/>
              <a:ext cx="2825" cy="3150"/>
            </a:xfrm>
            <a:custGeom>
              <a:rect b="b" l="l" r="r" t="t"/>
              <a:pathLst>
                <a:path extrusionOk="0" h="126" w="113">
                  <a:moveTo>
                    <a:pt x="25" y="63"/>
                  </a:moveTo>
                  <a:lnTo>
                    <a:pt x="38" y="100"/>
                  </a:lnTo>
                  <a:cubicBezTo>
                    <a:pt x="50" y="125"/>
                    <a:pt x="88" y="125"/>
                    <a:pt x="100" y="100"/>
                  </a:cubicBezTo>
                  <a:lnTo>
                    <a:pt x="100" y="63"/>
                  </a:lnTo>
                  <a:cubicBezTo>
                    <a:pt x="113" y="0"/>
                    <a:pt x="0" y="0"/>
                    <a:pt x="13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6" name="Google Shape;3906;p101"/>
            <p:cNvSpPr/>
            <p:nvPr/>
          </p:nvSpPr>
          <p:spPr>
            <a:xfrm>
              <a:off x="4259250" y="1315225"/>
              <a:ext cx="41875" cy="17825"/>
            </a:xfrm>
            <a:custGeom>
              <a:rect b="b" l="l" r="r" t="t"/>
              <a:pathLst>
                <a:path extrusionOk="0" h="713" w="1675">
                  <a:moveTo>
                    <a:pt x="125" y="650"/>
                  </a:moveTo>
                  <a:cubicBezTo>
                    <a:pt x="225" y="388"/>
                    <a:pt x="650" y="275"/>
                    <a:pt x="875" y="238"/>
                  </a:cubicBezTo>
                  <a:cubicBezTo>
                    <a:pt x="1125" y="200"/>
                    <a:pt x="1375" y="200"/>
                    <a:pt x="1612" y="250"/>
                  </a:cubicBezTo>
                  <a:cubicBezTo>
                    <a:pt x="1675" y="250"/>
                    <a:pt x="1675" y="163"/>
                    <a:pt x="1625" y="150"/>
                  </a:cubicBezTo>
                  <a:cubicBezTo>
                    <a:pt x="1175" y="0"/>
                    <a:pt x="225" y="88"/>
                    <a:pt x="25" y="613"/>
                  </a:cubicBezTo>
                  <a:cubicBezTo>
                    <a:pt x="0" y="675"/>
                    <a:pt x="100" y="713"/>
                    <a:pt x="125" y="6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7" name="Google Shape;3907;p101"/>
            <p:cNvSpPr/>
            <p:nvPr/>
          </p:nvSpPr>
          <p:spPr>
            <a:xfrm>
              <a:off x="4259250" y="1317725"/>
              <a:ext cx="42200" cy="19700"/>
            </a:xfrm>
            <a:custGeom>
              <a:rect b="b" l="l" r="r" t="t"/>
              <a:pathLst>
                <a:path extrusionOk="0" h="788" w="1688">
                  <a:moveTo>
                    <a:pt x="1587" y="50"/>
                  </a:moveTo>
                  <a:cubicBezTo>
                    <a:pt x="1175" y="425"/>
                    <a:pt x="638" y="600"/>
                    <a:pt x="88" y="550"/>
                  </a:cubicBezTo>
                  <a:cubicBezTo>
                    <a:pt x="25" y="550"/>
                    <a:pt x="0" y="625"/>
                    <a:pt x="63" y="650"/>
                  </a:cubicBezTo>
                  <a:cubicBezTo>
                    <a:pt x="575" y="788"/>
                    <a:pt x="1287" y="475"/>
                    <a:pt x="1650" y="113"/>
                  </a:cubicBezTo>
                  <a:cubicBezTo>
                    <a:pt x="1687" y="75"/>
                    <a:pt x="1625" y="0"/>
                    <a:pt x="1587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8" name="Google Shape;3908;p101"/>
            <p:cNvSpPr/>
            <p:nvPr/>
          </p:nvSpPr>
          <p:spPr>
            <a:xfrm>
              <a:off x="4198950" y="1341475"/>
              <a:ext cx="33450" cy="30325"/>
            </a:xfrm>
            <a:custGeom>
              <a:rect b="b" l="l" r="r" t="t"/>
              <a:pathLst>
                <a:path extrusionOk="0" h="1213" w="1338">
                  <a:moveTo>
                    <a:pt x="50" y="100"/>
                  </a:moveTo>
                  <a:cubicBezTo>
                    <a:pt x="363" y="88"/>
                    <a:pt x="625" y="263"/>
                    <a:pt x="863" y="450"/>
                  </a:cubicBezTo>
                  <a:cubicBezTo>
                    <a:pt x="1088" y="625"/>
                    <a:pt x="1238" y="887"/>
                    <a:pt x="1250" y="1162"/>
                  </a:cubicBezTo>
                  <a:cubicBezTo>
                    <a:pt x="1250" y="1212"/>
                    <a:pt x="1338" y="1200"/>
                    <a:pt x="1325" y="1162"/>
                  </a:cubicBezTo>
                  <a:cubicBezTo>
                    <a:pt x="1325" y="850"/>
                    <a:pt x="1175" y="563"/>
                    <a:pt x="925" y="388"/>
                  </a:cubicBezTo>
                  <a:cubicBezTo>
                    <a:pt x="663" y="188"/>
                    <a:pt x="400" y="0"/>
                    <a:pt x="50" y="25"/>
                  </a:cubicBezTo>
                  <a:cubicBezTo>
                    <a:pt x="0" y="25"/>
                    <a:pt x="0" y="113"/>
                    <a:pt x="50" y="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9" name="Google Shape;3909;p101"/>
            <p:cNvSpPr/>
            <p:nvPr/>
          </p:nvSpPr>
          <p:spPr>
            <a:xfrm>
              <a:off x="4199250" y="1342100"/>
              <a:ext cx="33475" cy="29375"/>
            </a:xfrm>
            <a:custGeom>
              <a:rect b="b" l="l" r="r" t="t"/>
              <a:pathLst>
                <a:path extrusionOk="0" h="1175" w="1339">
                  <a:moveTo>
                    <a:pt x="1288" y="1100"/>
                  </a:moveTo>
                  <a:cubicBezTo>
                    <a:pt x="1026" y="1012"/>
                    <a:pt x="776" y="887"/>
                    <a:pt x="551" y="713"/>
                  </a:cubicBezTo>
                  <a:cubicBezTo>
                    <a:pt x="313" y="538"/>
                    <a:pt x="263" y="288"/>
                    <a:pt x="113" y="63"/>
                  </a:cubicBezTo>
                  <a:cubicBezTo>
                    <a:pt x="76" y="0"/>
                    <a:pt x="1" y="38"/>
                    <a:pt x="13" y="100"/>
                  </a:cubicBezTo>
                  <a:cubicBezTo>
                    <a:pt x="126" y="688"/>
                    <a:pt x="713" y="1087"/>
                    <a:pt x="1263" y="1175"/>
                  </a:cubicBezTo>
                  <a:cubicBezTo>
                    <a:pt x="1313" y="1175"/>
                    <a:pt x="1338" y="1112"/>
                    <a:pt x="1288" y="1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0" name="Google Shape;3910;p101"/>
            <p:cNvSpPr/>
            <p:nvPr/>
          </p:nvSpPr>
          <p:spPr>
            <a:xfrm>
              <a:off x="3890900" y="1349275"/>
              <a:ext cx="38775" cy="86875"/>
            </a:xfrm>
            <a:custGeom>
              <a:rect b="b" l="l" r="r" t="t"/>
              <a:pathLst>
                <a:path extrusionOk="0" h="3475" w="1551">
                  <a:moveTo>
                    <a:pt x="1450" y="51"/>
                  </a:moveTo>
                  <a:cubicBezTo>
                    <a:pt x="725" y="1038"/>
                    <a:pt x="238" y="2175"/>
                    <a:pt x="13" y="3387"/>
                  </a:cubicBezTo>
                  <a:cubicBezTo>
                    <a:pt x="1" y="3450"/>
                    <a:pt x="101" y="3475"/>
                    <a:pt x="113" y="3412"/>
                  </a:cubicBezTo>
                  <a:cubicBezTo>
                    <a:pt x="338" y="2213"/>
                    <a:pt x="813" y="1075"/>
                    <a:pt x="1513" y="88"/>
                  </a:cubicBezTo>
                  <a:cubicBezTo>
                    <a:pt x="1550" y="38"/>
                    <a:pt x="1475" y="1"/>
                    <a:pt x="1450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1" name="Google Shape;3911;p101"/>
            <p:cNvSpPr/>
            <p:nvPr/>
          </p:nvSpPr>
          <p:spPr>
            <a:xfrm>
              <a:off x="3880600" y="1433625"/>
              <a:ext cx="18150" cy="16600"/>
            </a:xfrm>
            <a:custGeom>
              <a:rect b="b" l="l" r="r" t="t"/>
              <a:pathLst>
                <a:path extrusionOk="0" h="664" w="726">
                  <a:moveTo>
                    <a:pt x="475" y="151"/>
                  </a:moveTo>
                  <a:cubicBezTo>
                    <a:pt x="363" y="176"/>
                    <a:pt x="350" y="188"/>
                    <a:pt x="438" y="176"/>
                  </a:cubicBezTo>
                  <a:cubicBezTo>
                    <a:pt x="475" y="163"/>
                    <a:pt x="513" y="163"/>
                    <a:pt x="550" y="176"/>
                  </a:cubicBezTo>
                  <a:cubicBezTo>
                    <a:pt x="588" y="176"/>
                    <a:pt x="600" y="113"/>
                    <a:pt x="563" y="101"/>
                  </a:cubicBezTo>
                  <a:cubicBezTo>
                    <a:pt x="350" y="1"/>
                    <a:pt x="0" y="238"/>
                    <a:pt x="250" y="451"/>
                  </a:cubicBezTo>
                  <a:cubicBezTo>
                    <a:pt x="513" y="663"/>
                    <a:pt x="725" y="288"/>
                    <a:pt x="538" y="88"/>
                  </a:cubicBezTo>
                  <a:cubicBezTo>
                    <a:pt x="500" y="38"/>
                    <a:pt x="450" y="101"/>
                    <a:pt x="475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2" name="Google Shape;3912;p101"/>
            <p:cNvSpPr/>
            <p:nvPr/>
          </p:nvSpPr>
          <p:spPr>
            <a:xfrm>
              <a:off x="3936525" y="1338025"/>
              <a:ext cx="30325" cy="81875"/>
            </a:xfrm>
            <a:custGeom>
              <a:rect b="b" l="l" r="r" t="t"/>
              <a:pathLst>
                <a:path extrusionOk="0" h="3275" w="1213">
                  <a:moveTo>
                    <a:pt x="125" y="63"/>
                  </a:moveTo>
                  <a:cubicBezTo>
                    <a:pt x="0" y="1163"/>
                    <a:pt x="213" y="2538"/>
                    <a:pt x="1150" y="3262"/>
                  </a:cubicBezTo>
                  <a:cubicBezTo>
                    <a:pt x="1175" y="3275"/>
                    <a:pt x="1212" y="3250"/>
                    <a:pt x="1187" y="3212"/>
                  </a:cubicBezTo>
                  <a:cubicBezTo>
                    <a:pt x="413" y="2275"/>
                    <a:pt x="88" y="1275"/>
                    <a:pt x="225" y="63"/>
                  </a:cubicBezTo>
                  <a:cubicBezTo>
                    <a:pt x="225" y="1"/>
                    <a:pt x="138" y="1"/>
                    <a:pt x="125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3" name="Google Shape;3913;p101"/>
            <p:cNvSpPr/>
            <p:nvPr/>
          </p:nvSpPr>
          <p:spPr>
            <a:xfrm>
              <a:off x="3963375" y="1414575"/>
              <a:ext cx="13475" cy="15650"/>
            </a:xfrm>
            <a:custGeom>
              <a:rect b="b" l="l" r="r" t="t"/>
              <a:pathLst>
                <a:path extrusionOk="0" h="626" w="539">
                  <a:moveTo>
                    <a:pt x="413" y="263"/>
                  </a:moveTo>
                  <a:cubicBezTo>
                    <a:pt x="326" y="263"/>
                    <a:pt x="313" y="275"/>
                    <a:pt x="363" y="338"/>
                  </a:cubicBezTo>
                  <a:cubicBezTo>
                    <a:pt x="388" y="363"/>
                    <a:pt x="426" y="350"/>
                    <a:pt x="438" y="313"/>
                  </a:cubicBezTo>
                  <a:cubicBezTo>
                    <a:pt x="438" y="25"/>
                    <a:pt x="1" y="0"/>
                    <a:pt x="38" y="300"/>
                  </a:cubicBezTo>
                  <a:cubicBezTo>
                    <a:pt x="38" y="625"/>
                    <a:pt x="538" y="575"/>
                    <a:pt x="488" y="263"/>
                  </a:cubicBezTo>
                  <a:cubicBezTo>
                    <a:pt x="476" y="225"/>
                    <a:pt x="426" y="225"/>
                    <a:pt x="413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4" name="Google Shape;3914;p101"/>
            <p:cNvSpPr/>
            <p:nvPr/>
          </p:nvSpPr>
          <p:spPr>
            <a:xfrm>
              <a:off x="4139900" y="1254625"/>
              <a:ext cx="237775" cy="60000"/>
            </a:xfrm>
            <a:custGeom>
              <a:rect b="b" l="l" r="r" t="t"/>
              <a:pathLst>
                <a:path extrusionOk="0" h="2400" w="9511">
                  <a:moveTo>
                    <a:pt x="38" y="75"/>
                  </a:moveTo>
                  <a:cubicBezTo>
                    <a:pt x="1813" y="762"/>
                    <a:pt x="3137" y="1475"/>
                    <a:pt x="5049" y="1662"/>
                  </a:cubicBezTo>
                  <a:cubicBezTo>
                    <a:pt x="6774" y="1837"/>
                    <a:pt x="8023" y="1437"/>
                    <a:pt x="9448" y="475"/>
                  </a:cubicBezTo>
                  <a:cubicBezTo>
                    <a:pt x="9511" y="438"/>
                    <a:pt x="9448" y="338"/>
                    <a:pt x="9386" y="375"/>
                  </a:cubicBezTo>
                  <a:cubicBezTo>
                    <a:pt x="6061" y="2400"/>
                    <a:pt x="3387" y="1262"/>
                    <a:pt x="63" y="13"/>
                  </a:cubicBezTo>
                  <a:cubicBezTo>
                    <a:pt x="26" y="0"/>
                    <a:pt x="1" y="50"/>
                    <a:pt x="38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5" name="Google Shape;3915;p101"/>
            <p:cNvSpPr/>
            <p:nvPr/>
          </p:nvSpPr>
          <p:spPr>
            <a:xfrm>
              <a:off x="3860900" y="1309600"/>
              <a:ext cx="31900" cy="49400"/>
            </a:xfrm>
            <a:custGeom>
              <a:rect b="b" l="l" r="r" t="t"/>
              <a:pathLst>
                <a:path extrusionOk="0" h="1976" w="1276">
                  <a:moveTo>
                    <a:pt x="38" y="63"/>
                  </a:moveTo>
                  <a:cubicBezTo>
                    <a:pt x="451" y="151"/>
                    <a:pt x="851" y="350"/>
                    <a:pt x="1026" y="763"/>
                  </a:cubicBezTo>
                  <a:cubicBezTo>
                    <a:pt x="1251" y="1263"/>
                    <a:pt x="976" y="1838"/>
                    <a:pt x="401" y="1863"/>
                  </a:cubicBezTo>
                  <a:cubicBezTo>
                    <a:pt x="326" y="1850"/>
                    <a:pt x="326" y="1963"/>
                    <a:pt x="401" y="1975"/>
                  </a:cubicBezTo>
                  <a:cubicBezTo>
                    <a:pt x="901" y="1963"/>
                    <a:pt x="1276" y="1538"/>
                    <a:pt x="1213" y="1050"/>
                  </a:cubicBezTo>
                  <a:cubicBezTo>
                    <a:pt x="1163" y="438"/>
                    <a:pt x="613" y="101"/>
                    <a:pt x="63" y="1"/>
                  </a:cubicBezTo>
                  <a:cubicBezTo>
                    <a:pt x="26" y="1"/>
                    <a:pt x="1" y="51"/>
                    <a:pt x="51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6" name="Google Shape;3916;p101"/>
            <p:cNvSpPr/>
            <p:nvPr/>
          </p:nvSpPr>
          <p:spPr>
            <a:xfrm>
              <a:off x="4075225" y="1283975"/>
              <a:ext cx="62825" cy="31575"/>
            </a:xfrm>
            <a:custGeom>
              <a:rect b="b" l="l" r="r" t="t"/>
              <a:pathLst>
                <a:path extrusionOk="0" h="1263" w="2513">
                  <a:moveTo>
                    <a:pt x="2450" y="651"/>
                  </a:moveTo>
                  <a:cubicBezTo>
                    <a:pt x="2150" y="638"/>
                    <a:pt x="1850" y="701"/>
                    <a:pt x="1588" y="851"/>
                  </a:cubicBezTo>
                  <a:cubicBezTo>
                    <a:pt x="888" y="1151"/>
                    <a:pt x="201" y="851"/>
                    <a:pt x="88" y="51"/>
                  </a:cubicBezTo>
                  <a:cubicBezTo>
                    <a:pt x="88" y="1"/>
                    <a:pt x="13" y="13"/>
                    <a:pt x="26" y="51"/>
                  </a:cubicBezTo>
                  <a:cubicBezTo>
                    <a:pt x="1" y="501"/>
                    <a:pt x="276" y="901"/>
                    <a:pt x="701" y="1051"/>
                  </a:cubicBezTo>
                  <a:cubicBezTo>
                    <a:pt x="1325" y="1263"/>
                    <a:pt x="1825" y="713"/>
                    <a:pt x="2450" y="738"/>
                  </a:cubicBezTo>
                  <a:cubicBezTo>
                    <a:pt x="2513" y="738"/>
                    <a:pt x="2513" y="651"/>
                    <a:pt x="2450" y="6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7" name="Google Shape;3917;p101"/>
            <p:cNvSpPr/>
            <p:nvPr/>
          </p:nvSpPr>
          <p:spPr>
            <a:xfrm>
              <a:off x="4073975" y="1268675"/>
              <a:ext cx="30950" cy="21275"/>
            </a:xfrm>
            <a:custGeom>
              <a:rect b="b" l="l" r="r" t="t"/>
              <a:pathLst>
                <a:path extrusionOk="0" h="851" w="1238">
                  <a:moveTo>
                    <a:pt x="188" y="800"/>
                  </a:moveTo>
                  <a:cubicBezTo>
                    <a:pt x="1" y="275"/>
                    <a:pt x="851" y="38"/>
                    <a:pt x="1175" y="288"/>
                  </a:cubicBezTo>
                  <a:cubicBezTo>
                    <a:pt x="1200" y="313"/>
                    <a:pt x="1238" y="263"/>
                    <a:pt x="1225" y="238"/>
                  </a:cubicBezTo>
                  <a:cubicBezTo>
                    <a:pt x="1063" y="0"/>
                    <a:pt x="676" y="63"/>
                    <a:pt x="451" y="163"/>
                  </a:cubicBezTo>
                  <a:cubicBezTo>
                    <a:pt x="176" y="275"/>
                    <a:pt x="1" y="525"/>
                    <a:pt x="113" y="813"/>
                  </a:cubicBezTo>
                  <a:cubicBezTo>
                    <a:pt x="138" y="850"/>
                    <a:pt x="201" y="838"/>
                    <a:pt x="188" y="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8" name="Google Shape;3918;p101"/>
            <p:cNvSpPr/>
            <p:nvPr/>
          </p:nvSpPr>
          <p:spPr>
            <a:xfrm>
              <a:off x="3834050" y="1371450"/>
              <a:ext cx="81250" cy="56275"/>
            </a:xfrm>
            <a:custGeom>
              <a:rect b="b" l="l" r="r" t="t"/>
              <a:pathLst>
                <a:path extrusionOk="0" h="2251" w="3250">
                  <a:moveTo>
                    <a:pt x="3162" y="38"/>
                  </a:moveTo>
                  <a:cubicBezTo>
                    <a:pt x="2362" y="988"/>
                    <a:pt x="1475" y="2063"/>
                    <a:pt x="88" y="1875"/>
                  </a:cubicBezTo>
                  <a:cubicBezTo>
                    <a:pt x="25" y="1863"/>
                    <a:pt x="0" y="1950"/>
                    <a:pt x="63" y="1963"/>
                  </a:cubicBezTo>
                  <a:cubicBezTo>
                    <a:pt x="1462" y="2250"/>
                    <a:pt x="2425" y="1051"/>
                    <a:pt x="3224" y="88"/>
                  </a:cubicBezTo>
                  <a:cubicBezTo>
                    <a:pt x="3249" y="51"/>
                    <a:pt x="3199" y="1"/>
                    <a:pt x="3162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9" name="Google Shape;3919;p101"/>
            <p:cNvSpPr/>
            <p:nvPr/>
          </p:nvSpPr>
          <p:spPr>
            <a:xfrm>
              <a:off x="4063675" y="1320225"/>
              <a:ext cx="30950" cy="15025"/>
            </a:xfrm>
            <a:custGeom>
              <a:rect b="b" l="l" r="r" t="t"/>
              <a:pathLst>
                <a:path extrusionOk="0" h="601" w="1238">
                  <a:moveTo>
                    <a:pt x="1175" y="13"/>
                  </a:moveTo>
                  <a:cubicBezTo>
                    <a:pt x="950" y="0"/>
                    <a:pt x="725" y="50"/>
                    <a:pt x="525" y="163"/>
                  </a:cubicBezTo>
                  <a:cubicBezTo>
                    <a:pt x="325" y="225"/>
                    <a:pt x="150" y="350"/>
                    <a:pt x="25" y="513"/>
                  </a:cubicBezTo>
                  <a:cubicBezTo>
                    <a:pt x="0" y="563"/>
                    <a:pt x="50" y="600"/>
                    <a:pt x="100" y="575"/>
                  </a:cubicBezTo>
                  <a:cubicBezTo>
                    <a:pt x="388" y="288"/>
                    <a:pt x="763" y="125"/>
                    <a:pt x="1175" y="100"/>
                  </a:cubicBezTo>
                  <a:cubicBezTo>
                    <a:pt x="1238" y="100"/>
                    <a:pt x="1225" y="13"/>
                    <a:pt x="1175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0" name="Google Shape;3920;p101"/>
            <p:cNvSpPr/>
            <p:nvPr/>
          </p:nvSpPr>
          <p:spPr>
            <a:xfrm>
              <a:off x="4063350" y="1319900"/>
              <a:ext cx="34075" cy="21900"/>
            </a:xfrm>
            <a:custGeom>
              <a:rect b="b" l="l" r="r" t="t"/>
              <a:pathLst>
                <a:path extrusionOk="0" h="876" w="1363">
                  <a:moveTo>
                    <a:pt x="51" y="638"/>
                  </a:moveTo>
                  <a:cubicBezTo>
                    <a:pt x="538" y="876"/>
                    <a:pt x="1151" y="576"/>
                    <a:pt x="1338" y="88"/>
                  </a:cubicBezTo>
                  <a:cubicBezTo>
                    <a:pt x="1363" y="38"/>
                    <a:pt x="1276" y="1"/>
                    <a:pt x="1251" y="51"/>
                  </a:cubicBezTo>
                  <a:cubicBezTo>
                    <a:pt x="1051" y="463"/>
                    <a:pt x="538" y="763"/>
                    <a:pt x="101" y="551"/>
                  </a:cubicBezTo>
                  <a:cubicBezTo>
                    <a:pt x="51" y="526"/>
                    <a:pt x="1" y="601"/>
                    <a:pt x="51" y="6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1" name="Google Shape;3921;p101"/>
            <p:cNvSpPr/>
            <p:nvPr/>
          </p:nvSpPr>
          <p:spPr>
            <a:xfrm>
              <a:off x="4299850" y="1278975"/>
              <a:ext cx="132500" cy="60025"/>
            </a:xfrm>
            <a:custGeom>
              <a:rect b="b" l="l" r="r" t="t"/>
              <a:pathLst>
                <a:path extrusionOk="0" h="2401" w="5300">
                  <a:moveTo>
                    <a:pt x="63" y="651"/>
                  </a:moveTo>
                  <a:cubicBezTo>
                    <a:pt x="1600" y="363"/>
                    <a:pt x="4912" y="51"/>
                    <a:pt x="5224" y="2350"/>
                  </a:cubicBezTo>
                  <a:cubicBezTo>
                    <a:pt x="5224" y="2388"/>
                    <a:pt x="5299" y="2400"/>
                    <a:pt x="5287" y="2350"/>
                  </a:cubicBezTo>
                  <a:cubicBezTo>
                    <a:pt x="5075" y="1"/>
                    <a:pt x="1638" y="276"/>
                    <a:pt x="51" y="576"/>
                  </a:cubicBezTo>
                  <a:cubicBezTo>
                    <a:pt x="1" y="588"/>
                    <a:pt x="26" y="663"/>
                    <a:pt x="76" y="6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2" name="Google Shape;3922;p101"/>
            <p:cNvSpPr/>
            <p:nvPr/>
          </p:nvSpPr>
          <p:spPr>
            <a:xfrm>
              <a:off x="4363900" y="1311175"/>
              <a:ext cx="60950" cy="65000"/>
            </a:xfrm>
            <a:custGeom>
              <a:rect b="b" l="l" r="r" t="t"/>
              <a:pathLst>
                <a:path extrusionOk="0" h="2600" w="2438">
                  <a:moveTo>
                    <a:pt x="1463" y="75"/>
                  </a:moveTo>
                  <a:cubicBezTo>
                    <a:pt x="2088" y="400"/>
                    <a:pt x="2350" y="1175"/>
                    <a:pt x="1938" y="1762"/>
                  </a:cubicBezTo>
                  <a:cubicBezTo>
                    <a:pt x="1550" y="2299"/>
                    <a:pt x="588" y="2474"/>
                    <a:pt x="113" y="1950"/>
                  </a:cubicBezTo>
                  <a:cubicBezTo>
                    <a:pt x="76" y="1900"/>
                    <a:pt x="1" y="1975"/>
                    <a:pt x="38" y="2025"/>
                  </a:cubicBezTo>
                  <a:cubicBezTo>
                    <a:pt x="538" y="2599"/>
                    <a:pt x="1600" y="2412"/>
                    <a:pt x="2013" y="1825"/>
                  </a:cubicBezTo>
                  <a:cubicBezTo>
                    <a:pt x="2438" y="1187"/>
                    <a:pt x="2200" y="325"/>
                    <a:pt x="1500" y="13"/>
                  </a:cubicBezTo>
                  <a:cubicBezTo>
                    <a:pt x="1463" y="0"/>
                    <a:pt x="1438" y="50"/>
                    <a:pt x="1475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3" name="Google Shape;3923;p101"/>
            <p:cNvSpPr/>
            <p:nvPr/>
          </p:nvSpPr>
          <p:spPr>
            <a:xfrm>
              <a:off x="4353900" y="1318975"/>
              <a:ext cx="35950" cy="46575"/>
            </a:xfrm>
            <a:custGeom>
              <a:rect b="b" l="l" r="r" t="t"/>
              <a:pathLst>
                <a:path extrusionOk="0" h="1863" w="1438">
                  <a:moveTo>
                    <a:pt x="726" y="1787"/>
                  </a:moveTo>
                  <a:cubicBezTo>
                    <a:pt x="326" y="1600"/>
                    <a:pt x="138" y="1138"/>
                    <a:pt x="301" y="725"/>
                  </a:cubicBezTo>
                  <a:cubicBezTo>
                    <a:pt x="476" y="275"/>
                    <a:pt x="926" y="163"/>
                    <a:pt x="1363" y="288"/>
                  </a:cubicBezTo>
                  <a:cubicBezTo>
                    <a:pt x="1400" y="300"/>
                    <a:pt x="1438" y="225"/>
                    <a:pt x="1388" y="200"/>
                  </a:cubicBezTo>
                  <a:cubicBezTo>
                    <a:pt x="938" y="0"/>
                    <a:pt x="401" y="213"/>
                    <a:pt x="201" y="675"/>
                  </a:cubicBezTo>
                  <a:cubicBezTo>
                    <a:pt x="1" y="1138"/>
                    <a:pt x="226" y="1675"/>
                    <a:pt x="688" y="1850"/>
                  </a:cubicBezTo>
                  <a:cubicBezTo>
                    <a:pt x="738" y="1862"/>
                    <a:pt x="763" y="1812"/>
                    <a:pt x="726" y="17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4" name="Google Shape;3924;p101"/>
            <p:cNvSpPr/>
            <p:nvPr/>
          </p:nvSpPr>
          <p:spPr>
            <a:xfrm>
              <a:off x="4384200" y="1322725"/>
              <a:ext cx="17225" cy="30650"/>
            </a:xfrm>
            <a:custGeom>
              <a:rect b="b" l="l" r="r" t="t"/>
              <a:pathLst>
                <a:path extrusionOk="0" h="1226" w="689">
                  <a:moveTo>
                    <a:pt x="51" y="113"/>
                  </a:moveTo>
                  <a:cubicBezTo>
                    <a:pt x="638" y="75"/>
                    <a:pt x="688" y="1225"/>
                    <a:pt x="76" y="1038"/>
                  </a:cubicBezTo>
                  <a:cubicBezTo>
                    <a:pt x="26" y="1013"/>
                    <a:pt x="1" y="1100"/>
                    <a:pt x="63" y="1125"/>
                  </a:cubicBezTo>
                  <a:cubicBezTo>
                    <a:pt x="351" y="1213"/>
                    <a:pt x="638" y="988"/>
                    <a:pt x="626" y="688"/>
                  </a:cubicBezTo>
                  <a:cubicBezTo>
                    <a:pt x="626" y="375"/>
                    <a:pt x="388" y="0"/>
                    <a:pt x="38" y="38"/>
                  </a:cubicBezTo>
                  <a:cubicBezTo>
                    <a:pt x="1" y="38"/>
                    <a:pt x="1" y="113"/>
                    <a:pt x="51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5" name="Google Shape;3925;p101"/>
            <p:cNvSpPr/>
            <p:nvPr/>
          </p:nvSpPr>
          <p:spPr>
            <a:xfrm>
              <a:off x="4100225" y="1312425"/>
              <a:ext cx="55325" cy="71550"/>
            </a:xfrm>
            <a:custGeom>
              <a:rect b="b" l="l" r="r" t="t"/>
              <a:pathLst>
                <a:path extrusionOk="0" h="2862" w="2213">
                  <a:moveTo>
                    <a:pt x="375" y="50"/>
                  </a:moveTo>
                  <a:cubicBezTo>
                    <a:pt x="0" y="1325"/>
                    <a:pt x="775" y="2762"/>
                    <a:pt x="2175" y="2862"/>
                  </a:cubicBezTo>
                  <a:cubicBezTo>
                    <a:pt x="2200" y="2862"/>
                    <a:pt x="2212" y="2812"/>
                    <a:pt x="2175" y="2812"/>
                  </a:cubicBezTo>
                  <a:cubicBezTo>
                    <a:pt x="913" y="2474"/>
                    <a:pt x="100" y="1400"/>
                    <a:pt x="450" y="75"/>
                  </a:cubicBezTo>
                  <a:cubicBezTo>
                    <a:pt x="463" y="25"/>
                    <a:pt x="388" y="0"/>
                    <a:pt x="375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6" name="Google Shape;3926;p101"/>
            <p:cNvSpPr/>
            <p:nvPr/>
          </p:nvSpPr>
          <p:spPr>
            <a:xfrm>
              <a:off x="3780925" y="1389575"/>
              <a:ext cx="20025" cy="15350"/>
            </a:xfrm>
            <a:custGeom>
              <a:rect b="b" l="l" r="r" t="t"/>
              <a:pathLst>
                <a:path extrusionOk="0" h="614" w="801">
                  <a:moveTo>
                    <a:pt x="676" y="51"/>
                  </a:moveTo>
                  <a:cubicBezTo>
                    <a:pt x="538" y="276"/>
                    <a:pt x="301" y="438"/>
                    <a:pt x="38" y="501"/>
                  </a:cubicBezTo>
                  <a:cubicBezTo>
                    <a:pt x="1" y="526"/>
                    <a:pt x="1" y="613"/>
                    <a:pt x="63" y="601"/>
                  </a:cubicBezTo>
                  <a:cubicBezTo>
                    <a:pt x="363" y="563"/>
                    <a:pt x="626" y="376"/>
                    <a:pt x="763" y="101"/>
                  </a:cubicBezTo>
                  <a:cubicBezTo>
                    <a:pt x="801" y="51"/>
                    <a:pt x="713" y="1"/>
                    <a:pt x="676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7" name="Google Shape;3927;p101"/>
            <p:cNvSpPr/>
            <p:nvPr/>
          </p:nvSpPr>
          <p:spPr>
            <a:xfrm>
              <a:off x="3780300" y="1402400"/>
              <a:ext cx="16900" cy="5950"/>
            </a:xfrm>
            <a:custGeom>
              <a:rect b="b" l="l" r="r" t="t"/>
              <a:pathLst>
                <a:path extrusionOk="0" h="238" w="676">
                  <a:moveTo>
                    <a:pt x="63" y="125"/>
                  </a:moveTo>
                  <a:cubicBezTo>
                    <a:pt x="238" y="213"/>
                    <a:pt x="426" y="238"/>
                    <a:pt x="613" y="213"/>
                  </a:cubicBezTo>
                  <a:cubicBezTo>
                    <a:pt x="676" y="200"/>
                    <a:pt x="651" y="100"/>
                    <a:pt x="601" y="100"/>
                  </a:cubicBezTo>
                  <a:cubicBezTo>
                    <a:pt x="426" y="100"/>
                    <a:pt x="263" y="75"/>
                    <a:pt x="101" y="25"/>
                  </a:cubicBezTo>
                  <a:cubicBezTo>
                    <a:pt x="26" y="0"/>
                    <a:pt x="1" y="100"/>
                    <a:pt x="63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8" name="Google Shape;3928;p101"/>
            <p:cNvSpPr/>
            <p:nvPr/>
          </p:nvSpPr>
          <p:spPr>
            <a:xfrm>
              <a:off x="3799050" y="1384900"/>
              <a:ext cx="9400" cy="7525"/>
            </a:xfrm>
            <a:custGeom>
              <a:rect b="b" l="l" r="r" t="t"/>
              <a:pathLst>
                <a:path extrusionOk="0" h="301" w="376">
                  <a:moveTo>
                    <a:pt x="113" y="225"/>
                  </a:moveTo>
                  <a:cubicBezTo>
                    <a:pt x="163" y="188"/>
                    <a:pt x="238" y="213"/>
                    <a:pt x="276" y="263"/>
                  </a:cubicBezTo>
                  <a:cubicBezTo>
                    <a:pt x="301" y="300"/>
                    <a:pt x="376" y="263"/>
                    <a:pt x="351" y="213"/>
                  </a:cubicBezTo>
                  <a:cubicBezTo>
                    <a:pt x="301" y="63"/>
                    <a:pt x="126" y="0"/>
                    <a:pt x="38" y="163"/>
                  </a:cubicBezTo>
                  <a:cubicBezTo>
                    <a:pt x="1" y="213"/>
                    <a:pt x="76" y="263"/>
                    <a:pt x="113" y="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9" name="Google Shape;3929;p101"/>
            <p:cNvSpPr/>
            <p:nvPr/>
          </p:nvSpPr>
          <p:spPr>
            <a:xfrm>
              <a:off x="3806550" y="1390200"/>
              <a:ext cx="20025" cy="15650"/>
            </a:xfrm>
            <a:custGeom>
              <a:rect b="b" l="l" r="r" t="t"/>
              <a:pathLst>
                <a:path extrusionOk="0" h="626" w="801">
                  <a:moveTo>
                    <a:pt x="26" y="88"/>
                  </a:moveTo>
                  <a:cubicBezTo>
                    <a:pt x="188" y="338"/>
                    <a:pt x="450" y="626"/>
                    <a:pt x="763" y="563"/>
                  </a:cubicBezTo>
                  <a:cubicBezTo>
                    <a:pt x="800" y="551"/>
                    <a:pt x="800" y="488"/>
                    <a:pt x="763" y="476"/>
                  </a:cubicBezTo>
                  <a:cubicBezTo>
                    <a:pt x="488" y="413"/>
                    <a:pt x="250" y="263"/>
                    <a:pt x="101" y="38"/>
                  </a:cubicBezTo>
                  <a:cubicBezTo>
                    <a:pt x="63" y="1"/>
                    <a:pt x="1" y="51"/>
                    <a:pt x="26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0" name="Google Shape;3930;p101"/>
            <p:cNvSpPr/>
            <p:nvPr/>
          </p:nvSpPr>
          <p:spPr>
            <a:xfrm>
              <a:off x="3801875" y="1399900"/>
              <a:ext cx="24375" cy="10325"/>
            </a:xfrm>
            <a:custGeom>
              <a:rect b="b" l="l" r="r" t="t"/>
              <a:pathLst>
                <a:path extrusionOk="0" h="413" w="975">
                  <a:moveTo>
                    <a:pt x="862" y="125"/>
                  </a:moveTo>
                  <a:cubicBezTo>
                    <a:pt x="612" y="288"/>
                    <a:pt x="362" y="225"/>
                    <a:pt x="138" y="50"/>
                  </a:cubicBezTo>
                  <a:cubicBezTo>
                    <a:pt x="88" y="0"/>
                    <a:pt x="0" y="88"/>
                    <a:pt x="63" y="138"/>
                  </a:cubicBezTo>
                  <a:cubicBezTo>
                    <a:pt x="288" y="375"/>
                    <a:pt x="662" y="412"/>
                    <a:pt x="925" y="200"/>
                  </a:cubicBezTo>
                  <a:cubicBezTo>
                    <a:pt x="975" y="163"/>
                    <a:pt x="912" y="88"/>
                    <a:pt x="862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1" name="Google Shape;3931;p101"/>
            <p:cNvSpPr/>
            <p:nvPr/>
          </p:nvSpPr>
          <p:spPr>
            <a:xfrm>
              <a:off x="3791550" y="1399900"/>
              <a:ext cx="13475" cy="7825"/>
            </a:xfrm>
            <a:custGeom>
              <a:rect b="b" l="l" r="r" t="t"/>
              <a:pathLst>
                <a:path extrusionOk="0" h="313" w="539">
                  <a:moveTo>
                    <a:pt x="413" y="50"/>
                  </a:moveTo>
                  <a:cubicBezTo>
                    <a:pt x="313" y="138"/>
                    <a:pt x="188" y="200"/>
                    <a:pt x="63" y="213"/>
                  </a:cubicBezTo>
                  <a:cubicBezTo>
                    <a:pt x="1" y="213"/>
                    <a:pt x="26" y="300"/>
                    <a:pt x="76" y="300"/>
                  </a:cubicBezTo>
                  <a:cubicBezTo>
                    <a:pt x="238" y="313"/>
                    <a:pt x="388" y="250"/>
                    <a:pt x="501" y="138"/>
                  </a:cubicBezTo>
                  <a:cubicBezTo>
                    <a:pt x="538" y="75"/>
                    <a:pt x="476" y="0"/>
                    <a:pt x="413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2" name="Google Shape;3932;p101"/>
            <p:cNvSpPr/>
            <p:nvPr/>
          </p:nvSpPr>
          <p:spPr>
            <a:xfrm>
              <a:off x="3796550" y="1409275"/>
              <a:ext cx="14400" cy="12500"/>
            </a:xfrm>
            <a:custGeom>
              <a:rect b="b" l="l" r="r" t="t"/>
              <a:pathLst>
                <a:path extrusionOk="0" h="500" w="576">
                  <a:moveTo>
                    <a:pt x="301" y="25"/>
                  </a:moveTo>
                  <a:cubicBezTo>
                    <a:pt x="176" y="37"/>
                    <a:pt x="38" y="75"/>
                    <a:pt x="26" y="212"/>
                  </a:cubicBezTo>
                  <a:cubicBezTo>
                    <a:pt x="1" y="337"/>
                    <a:pt x="101" y="437"/>
                    <a:pt x="213" y="437"/>
                  </a:cubicBezTo>
                  <a:cubicBezTo>
                    <a:pt x="513" y="500"/>
                    <a:pt x="575" y="37"/>
                    <a:pt x="276" y="13"/>
                  </a:cubicBezTo>
                  <a:cubicBezTo>
                    <a:pt x="201" y="0"/>
                    <a:pt x="188" y="125"/>
                    <a:pt x="263" y="137"/>
                  </a:cubicBezTo>
                  <a:lnTo>
                    <a:pt x="301" y="150"/>
                  </a:lnTo>
                  <a:cubicBezTo>
                    <a:pt x="376" y="150"/>
                    <a:pt x="376" y="25"/>
                    <a:pt x="301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3" name="Google Shape;3933;p101"/>
            <p:cNvSpPr/>
            <p:nvPr/>
          </p:nvSpPr>
          <p:spPr>
            <a:xfrm>
              <a:off x="3796550" y="4276950"/>
              <a:ext cx="111875" cy="104375"/>
            </a:xfrm>
            <a:custGeom>
              <a:rect b="b" l="l" r="r" t="t"/>
              <a:pathLst>
                <a:path extrusionOk="0" h="4175" w="4475">
                  <a:moveTo>
                    <a:pt x="2675" y="3887"/>
                  </a:moveTo>
                  <a:cubicBezTo>
                    <a:pt x="1100" y="4074"/>
                    <a:pt x="1" y="2275"/>
                    <a:pt x="1150" y="1050"/>
                  </a:cubicBezTo>
                  <a:cubicBezTo>
                    <a:pt x="2025" y="113"/>
                    <a:pt x="3487" y="563"/>
                    <a:pt x="4399" y="1212"/>
                  </a:cubicBezTo>
                  <a:cubicBezTo>
                    <a:pt x="4424" y="1237"/>
                    <a:pt x="4474" y="1175"/>
                    <a:pt x="4437" y="1150"/>
                  </a:cubicBezTo>
                  <a:cubicBezTo>
                    <a:pt x="3425" y="213"/>
                    <a:pt x="1488" y="0"/>
                    <a:pt x="763" y="1375"/>
                  </a:cubicBezTo>
                  <a:cubicBezTo>
                    <a:pt x="51" y="2725"/>
                    <a:pt x="1225" y="4174"/>
                    <a:pt x="2675" y="3999"/>
                  </a:cubicBezTo>
                  <a:cubicBezTo>
                    <a:pt x="2737" y="3999"/>
                    <a:pt x="2737" y="3874"/>
                    <a:pt x="2675" y="38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4" name="Google Shape;3934;p101"/>
            <p:cNvSpPr/>
            <p:nvPr/>
          </p:nvSpPr>
          <p:spPr>
            <a:xfrm>
              <a:off x="3903400" y="4301950"/>
              <a:ext cx="263400" cy="146850"/>
            </a:xfrm>
            <a:custGeom>
              <a:rect b="b" l="l" r="r" t="t"/>
              <a:pathLst>
                <a:path extrusionOk="0" h="5874" w="10536">
                  <a:moveTo>
                    <a:pt x="26" y="75"/>
                  </a:moveTo>
                  <a:cubicBezTo>
                    <a:pt x="1338" y="1950"/>
                    <a:pt x="2537" y="4361"/>
                    <a:pt x="4862" y="5136"/>
                  </a:cubicBezTo>
                  <a:cubicBezTo>
                    <a:pt x="6586" y="5724"/>
                    <a:pt x="9073" y="5873"/>
                    <a:pt x="10510" y="4611"/>
                  </a:cubicBezTo>
                  <a:cubicBezTo>
                    <a:pt x="10535" y="4586"/>
                    <a:pt x="10510" y="4536"/>
                    <a:pt x="10473" y="4561"/>
                  </a:cubicBezTo>
                  <a:cubicBezTo>
                    <a:pt x="8848" y="5761"/>
                    <a:pt x="6074" y="5586"/>
                    <a:pt x="4324" y="4736"/>
                  </a:cubicBezTo>
                  <a:cubicBezTo>
                    <a:pt x="2412" y="3812"/>
                    <a:pt x="1300" y="1700"/>
                    <a:pt x="88" y="38"/>
                  </a:cubicBezTo>
                  <a:cubicBezTo>
                    <a:pt x="63" y="0"/>
                    <a:pt x="1" y="38"/>
                    <a:pt x="26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5" name="Google Shape;3935;p101"/>
            <p:cNvSpPr/>
            <p:nvPr/>
          </p:nvSpPr>
          <p:spPr>
            <a:xfrm>
              <a:off x="4099600" y="4324125"/>
              <a:ext cx="100300" cy="85000"/>
            </a:xfrm>
            <a:custGeom>
              <a:rect b="b" l="l" r="r" t="t"/>
              <a:pathLst>
                <a:path extrusionOk="0" h="3400" w="4012">
                  <a:moveTo>
                    <a:pt x="2925" y="3362"/>
                  </a:moveTo>
                  <a:cubicBezTo>
                    <a:pt x="3425" y="2500"/>
                    <a:pt x="3612" y="1312"/>
                    <a:pt x="2787" y="575"/>
                  </a:cubicBezTo>
                  <a:cubicBezTo>
                    <a:pt x="2312" y="150"/>
                    <a:pt x="1175" y="0"/>
                    <a:pt x="625" y="413"/>
                  </a:cubicBezTo>
                  <a:cubicBezTo>
                    <a:pt x="0" y="900"/>
                    <a:pt x="88" y="2050"/>
                    <a:pt x="813" y="2375"/>
                  </a:cubicBezTo>
                  <a:cubicBezTo>
                    <a:pt x="1263" y="2575"/>
                    <a:pt x="1775" y="2550"/>
                    <a:pt x="2187" y="2300"/>
                  </a:cubicBezTo>
                  <a:cubicBezTo>
                    <a:pt x="2837" y="1937"/>
                    <a:pt x="3237" y="975"/>
                    <a:pt x="3987" y="863"/>
                  </a:cubicBezTo>
                  <a:cubicBezTo>
                    <a:pt x="4012" y="863"/>
                    <a:pt x="3999" y="825"/>
                    <a:pt x="3987" y="825"/>
                  </a:cubicBezTo>
                  <a:cubicBezTo>
                    <a:pt x="3575" y="838"/>
                    <a:pt x="3337" y="1100"/>
                    <a:pt x="3062" y="1387"/>
                  </a:cubicBezTo>
                  <a:cubicBezTo>
                    <a:pt x="2787" y="1675"/>
                    <a:pt x="2500" y="2050"/>
                    <a:pt x="2137" y="2200"/>
                  </a:cubicBezTo>
                  <a:cubicBezTo>
                    <a:pt x="1275" y="2575"/>
                    <a:pt x="288" y="2325"/>
                    <a:pt x="425" y="1200"/>
                  </a:cubicBezTo>
                  <a:cubicBezTo>
                    <a:pt x="350" y="850"/>
                    <a:pt x="488" y="638"/>
                    <a:pt x="838" y="550"/>
                  </a:cubicBezTo>
                  <a:cubicBezTo>
                    <a:pt x="913" y="425"/>
                    <a:pt x="1050" y="338"/>
                    <a:pt x="1213" y="338"/>
                  </a:cubicBezTo>
                  <a:cubicBezTo>
                    <a:pt x="1275" y="338"/>
                    <a:pt x="1325" y="338"/>
                    <a:pt x="1388" y="338"/>
                  </a:cubicBezTo>
                  <a:cubicBezTo>
                    <a:pt x="1650" y="313"/>
                    <a:pt x="1900" y="325"/>
                    <a:pt x="2150" y="375"/>
                  </a:cubicBezTo>
                  <a:cubicBezTo>
                    <a:pt x="3525" y="713"/>
                    <a:pt x="3387" y="2375"/>
                    <a:pt x="2850" y="3312"/>
                  </a:cubicBezTo>
                  <a:cubicBezTo>
                    <a:pt x="2825" y="3362"/>
                    <a:pt x="2900" y="3399"/>
                    <a:pt x="2925" y="33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6" name="Google Shape;3936;p101"/>
            <p:cNvSpPr/>
            <p:nvPr/>
          </p:nvSpPr>
          <p:spPr>
            <a:xfrm>
              <a:off x="4206450" y="4341000"/>
              <a:ext cx="55325" cy="13450"/>
            </a:xfrm>
            <a:custGeom>
              <a:rect b="b" l="l" r="r" t="t"/>
              <a:pathLst>
                <a:path extrusionOk="0" h="538" w="2213">
                  <a:moveTo>
                    <a:pt x="50" y="150"/>
                  </a:moveTo>
                  <a:cubicBezTo>
                    <a:pt x="838" y="75"/>
                    <a:pt x="1437" y="300"/>
                    <a:pt x="2162" y="525"/>
                  </a:cubicBezTo>
                  <a:cubicBezTo>
                    <a:pt x="2200" y="537"/>
                    <a:pt x="2212" y="488"/>
                    <a:pt x="2187" y="475"/>
                  </a:cubicBezTo>
                  <a:cubicBezTo>
                    <a:pt x="1600" y="50"/>
                    <a:pt x="750" y="0"/>
                    <a:pt x="50" y="75"/>
                  </a:cubicBezTo>
                  <a:cubicBezTo>
                    <a:pt x="0" y="75"/>
                    <a:pt x="0" y="150"/>
                    <a:pt x="50" y="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7" name="Google Shape;3937;p101"/>
            <p:cNvSpPr/>
            <p:nvPr/>
          </p:nvSpPr>
          <p:spPr>
            <a:xfrm>
              <a:off x="3933700" y="4288500"/>
              <a:ext cx="82500" cy="96575"/>
            </a:xfrm>
            <a:custGeom>
              <a:rect b="b" l="l" r="r" t="t"/>
              <a:pathLst>
                <a:path extrusionOk="0" h="3863" w="3300">
                  <a:moveTo>
                    <a:pt x="1100" y="3787"/>
                  </a:moveTo>
                  <a:cubicBezTo>
                    <a:pt x="576" y="3125"/>
                    <a:pt x="113" y="2300"/>
                    <a:pt x="363" y="1413"/>
                  </a:cubicBezTo>
                  <a:cubicBezTo>
                    <a:pt x="501" y="950"/>
                    <a:pt x="813" y="563"/>
                    <a:pt x="1250" y="363"/>
                  </a:cubicBezTo>
                  <a:cubicBezTo>
                    <a:pt x="1525" y="201"/>
                    <a:pt x="1838" y="126"/>
                    <a:pt x="2163" y="126"/>
                  </a:cubicBezTo>
                  <a:cubicBezTo>
                    <a:pt x="2887" y="138"/>
                    <a:pt x="3037" y="563"/>
                    <a:pt x="2613" y="1388"/>
                  </a:cubicBezTo>
                  <a:cubicBezTo>
                    <a:pt x="2588" y="1350"/>
                    <a:pt x="2513" y="1388"/>
                    <a:pt x="2550" y="1438"/>
                  </a:cubicBezTo>
                  <a:cubicBezTo>
                    <a:pt x="2837" y="1800"/>
                    <a:pt x="3175" y="1388"/>
                    <a:pt x="3212" y="1050"/>
                  </a:cubicBezTo>
                  <a:cubicBezTo>
                    <a:pt x="3300" y="376"/>
                    <a:pt x="2625" y="1"/>
                    <a:pt x="2038" y="26"/>
                  </a:cubicBezTo>
                  <a:cubicBezTo>
                    <a:pt x="1250" y="51"/>
                    <a:pt x="463" y="601"/>
                    <a:pt x="251" y="1388"/>
                  </a:cubicBezTo>
                  <a:cubicBezTo>
                    <a:pt x="1" y="2300"/>
                    <a:pt x="476" y="3162"/>
                    <a:pt x="1063" y="3837"/>
                  </a:cubicBezTo>
                  <a:cubicBezTo>
                    <a:pt x="1088" y="3862"/>
                    <a:pt x="1125" y="3825"/>
                    <a:pt x="1100" y="37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8" name="Google Shape;3938;p101"/>
            <p:cNvSpPr/>
            <p:nvPr/>
          </p:nvSpPr>
          <p:spPr>
            <a:xfrm>
              <a:off x="3920575" y="4246025"/>
              <a:ext cx="22850" cy="110925"/>
            </a:xfrm>
            <a:custGeom>
              <a:rect b="b" l="l" r="r" t="t"/>
              <a:pathLst>
                <a:path extrusionOk="0" h="4437" w="914">
                  <a:moveTo>
                    <a:pt x="876" y="4324"/>
                  </a:moveTo>
                  <a:cubicBezTo>
                    <a:pt x="26" y="3324"/>
                    <a:pt x="1" y="1187"/>
                    <a:pt x="588" y="63"/>
                  </a:cubicBezTo>
                  <a:cubicBezTo>
                    <a:pt x="588" y="25"/>
                    <a:pt x="551" y="0"/>
                    <a:pt x="526" y="25"/>
                  </a:cubicBezTo>
                  <a:cubicBezTo>
                    <a:pt x="1" y="712"/>
                    <a:pt x="88" y="1712"/>
                    <a:pt x="176" y="2512"/>
                  </a:cubicBezTo>
                  <a:cubicBezTo>
                    <a:pt x="251" y="3187"/>
                    <a:pt x="363" y="3862"/>
                    <a:pt x="826" y="4386"/>
                  </a:cubicBezTo>
                  <a:cubicBezTo>
                    <a:pt x="851" y="4436"/>
                    <a:pt x="913" y="4374"/>
                    <a:pt x="876" y="43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9" name="Google Shape;3939;p101"/>
            <p:cNvSpPr/>
            <p:nvPr/>
          </p:nvSpPr>
          <p:spPr>
            <a:xfrm>
              <a:off x="3930900" y="4234450"/>
              <a:ext cx="12200" cy="12225"/>
            </a:xfrm>
            <a:custGeom>
              <a:rect b="b" l="l" r="r" t="t"/>
              <a:pathLst>
                <a:path extrusionOk="0" h="489" w="488">
                  <a:moveTo>
                    <a:pt x="138" y="451"/>
                  </a:moveTo>
                  <a:cubicBezTo>
                    <a:pt x="225" y="488"/>
                    <a:pt x="325" y="476"/>
                    <a:pt x="400" y="401"/>
                  </a:cubicBezTo>
                  <a:cubicBezTo>
                    <a:pt x="463" y="338"/>
                    <a:pt x="488" y="251"/>
                    <a:pt x="463" y="163"/>
                  </a:cubicBezTo>
                  <a:cubicBezTo>
                    <a:pt x="463" y="126"/>
                    <a:pt x="450" y="101"/>
                    <a:pt x="425" y="76"/>
                  </a:cubicBezTo>
                  <a:cubicBezTo>
                    <a:pt x="400" y="51"/>
                    <a:pt x="363" y="26"/>
                    <a:pt x="325" y="26"/>
                  </a:cubicBezTo>
                  <a:cubicBezTo>
                    <a:pt x="200" y="1"/>
                    <a:pt x="75" y="76"/>
                    <a:pt x="25" y="188"/>
                  </a:cubicBezTo>
                  <a:cubicBezTo>
                    <a:pt x="0" y="313"/>
                    <a:pt x="113" y="438"/>
                    <a:pt x="238" y="4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0" name="Google Shape;3940;p101"/>
            <p:cNvSpPr/>
            <p:nvPr/>
          </p:nvSpPr>
          <p:spPr>
            <a:xfrm>
              <a:off x="3926825" y="4232575"/>
              <a:ext cx="18475" cy="15975"/>
            </a:xfrm>
            <a:custGeom>
              <a:rect b="b" l="l" r="r" t="t"/>
              <a:pathLst>
                <a:path extrusionOk="0" h="639" w="739">
                  <a:moveTo>
                    <a:pt x="276" y="588"/>
                  </a:moveTo>
                  <a:cubicBezTo>
                    <a:pt x="451" y="638"/>
                    <a:pt x="626" y="551"/>
                    <a:pt x="676" y="376"/>
                  </a:cubicBezTo>
                  <a:cubicBezTo>
                    <a:pt x="738" y="238"/>
                    <a:pt x="651" y="76"/>
                    <a:pt x="488" y="51"/>
                  </a:cubicBezTo>
                  <a:cubicBezTo>
                    <a:pt x="88" y="1"/>
                    <a:pt x="1" y="563"/>
                    <a:pt x="401" y="563"/>
                  </a:cubicBezTo>
                  <a:cubicBezTo>
                    <a:pt x="451" y="563"/>
                    <a:pt x="463" y="488"/>
                    <a:pt x="413" y="476"/>
                  </a:cubicBezTo>
                  <a:cubicBezTo>
                    <a:pt x="301" y="151"/>
                    <a:pt x="313" y="76"/>
                    <a:pt x="476" y="263"/>
                  </a:cubicBezTo>
                  <a:cubicBezTo>
                    <a:pt x="651" y="363"/>
                    <a:pt x="588" y="438"/>
                    <a:pt x="313" y="463"/>
                  </a:cubicBezTo>
                  <a:cubicBezTo>
                    <a:pt x="238" y="438"/>
                    <a:pt x="201" y="563"/>
                    <a:pt x="276" y="5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1" name="Google Shape;3941;p101"/>
            <p:cNvSpPr/>
            <p:nvPr/>
          </p:nvSpPr>
          <p:spPr>
            <a:xfrm>
              <a:off x="4169275" y="4411600"/>
              <a:ext cx="2825" cy="3150"/>
            </a:xfrm>
            <a:custGeom>
              <a:rect b="b" l="l" r="r" t="t"/>
              <a:pathLst>
                <a:path extrusionOk="0" h="126" w="113">
                  <a:moveTo>
                    <a:pt x="88" y="63"/>
                  </a:moveTo>
                  <a:cubicBezTo>
                    <a:pt x="88" y="50"/>
                    <a:pt x="88" y="38"/>
                    <a:pt x="88" y="25"/>
                  </a:cubicBezTo>
                  <a:cubicBezTo>
                    <a:pt x="75" y="0"/>
                    <a:pt x="38" y="0"/>
                    <a:pt x="25" y="25"/>
                  </a:cubicBezTo>
                  <a:lnTo>
                    <a:pt x="13" y="63"/>
                  </a:lnTo>
                  <a:cubicBezTo>
                    <a:pt x="0" y="125"/>
                    <a:pt x="113" y="125"/>
                    <a:pt x="88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2" name="Google Shape;3942;p101"/>
            <p:cNvSpPr/>
            <p:nvPr/>
          </p:nvSpPr>
          <p:spPr>
            <a:xfrm>
              <a:off x="4259250" y="4353500"/>
              <a:ext cx="41875" cy="17825"/>
            </a:xfrm>
            <a:custGeom>
              <a:rect b="b" l="l" r="r" t="t"/>
              <a:pathLst>
                <a:path extrusionOk="0" h="713" w="1675">
                  <a:moveTo>
                    <a:pt x="25" y="100"/>
                  </a:moveTo>
                  <a:cubicBezTo>
                    <a:pt x="213" y="625"/>
                    <a:pt x="1175" y="712"/>
                    <a:pt x="1625" y="562"/>
                  </a:cubicBezTo>
                  <a:cubicBezTo>
                    <a:pt x="1675" y="550"/>
                    <a:pt x="1675" y="462"/>
                    <a:pt x="1612" y="462"/>
                  </a:cubicBezTo>
                  <a:cubicBezTo>
                    <a:pt x="1375" y="512"/>
                    <a:pt x="1125" y="512"/>
                    <a:pt x="875" y="475"/>
                  </a:cubicBezTo>
                  <a:cubicBezTo>
                    <a:pt x="650" y="425"/>
                    <a:pt x="225" y="325"/>
                    <a:pt x="125" y="62"/>
                  </a:cubicBezTo>
                  <a:cubicBezTo>
                    <a:pt x="100" y="0"/>
                    <a:pt x="0" y="25"/>
                    <a:pt x="25" y="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3" name="Google Shape;3943;p101"/>
            <p:cNvSpPr/>
            <p:nvPr/>
          </p:nvSpPr>
          <p:spPr>
            <a:xfrm>
              <a:off x="4259250" y="4349125"/>
              <a:ext cx="42200" cy="19700"/>
            </a:xfrm>
            <a:custGeom>
              <a:rect b="b" l="l" r="r" t="t"/>
              <a:pathLst>
                <a:path extrusionOk="0" h="788" w="1688">
                  <a:moveTo>
                    <a:pt x="1650" y="675"/>
                  </a:moveTo>
                  <a:cubicBezTo>
                    <a:pt x="1287" y="312"/>
                    <a:pt x="575" y="0"/>
                    <a:pt x="63" y="138"/>
                  </a:cubicBezTo>
                  <a:cubicBezTo>
                    <a:pt x="0" y="163"/>
                    <a:pt x="25" y="237"/>
                    <a:pt x="88" y="237"/>
                  </a:cubicBezTo>
                  <a:cubicBezTo>
                    <a:pt x="638" y="175"/>
                    <a:pt x="1175" y="362"/>
                    <a:pt x="1587" y="737"/>
                  </a:cubicBezTo>
                  <a:cubicBezTo>
                    <a:pt x="1625" y="787"/>
                    <a:pt x="1687" y="712"/>
                    <a:pt x="1650" y="6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4" name="Google Shape;3944;p101"/>
            <p:cNvSpPr/>
            <p:nvPr/>
          </p:nvSpPr>
          <p:spPr>
            <a:xfrm>
              <a:off x="4198950" y="4314750"/>
              <a:ext cx="33150" cy="30025"/>
            </a:xfrm>
            <a:custGeom>
              <a:rect b="b" l="l" r="r" t="t"/>
              <a:pathLst>
                <a:path extrusionOk="0" h="1201" w="1326">
                  <a:moveTo>
                    <a:pt x="50" y="1188"/>
                  </a:moveTo>
                  <a:cubicBezTo>
                    <a:pt x="400" y="1200"/>
                    <a:pt x="663" y="1025"/>
                    <a:pt x="925" y="825"/>
                  </a:cubicBezTo>
                  <a:cubicBezTo>
                    <a:pt x="1175" y="638"/>
                    <a:pt x="1325" y="363"/>
                    <a:pt x="1325" y="50"/>
                  </a:cubicBezTo>
                  <a:cubicBezTo>
                    <a:pt x="1325" y="13"/>
                    <a:pt x="1263" y="0"/>
                    <a:pt x="1250" y="38"/>
                  </a:cubicBezTo>
                  <a:cubicBezTo>
                    <a:pt x="1238" y="325"/>
                    <a:pt x="1088" y="588"/>
                    <a:pt x="863" y="763"/>
                  </a:cubicBezTo>
                  <a:cubicBezTo>
                    <a:pt x="625" y="950"/>
                    <a:pt x="375" y="1125"/>
                    <a:pt x="50" y="1113"/>
                  </a:cubicBezTo>
                  <a:cubicBezTo>
                    <a:pt x="0" y="1113"/>
                    <a:pt x="0" y="1188"/>
                    <a:pt x="50" y="1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5" name="Google Shape;3945;p101"/>
            <p:cNvSpPr/>
            <p:nvPr/>
          </p:nvSpPr>
          <p:spPr>
            <a:xfrm>
              <a:off x="4199575" y="4315050"/>
              <a:ext cx="33150" cy="29100"/>
            </a:xfrm>
            <a:custGeom>
              <a:rect b="b" l="l" r="r" t="t"/>
              <a:pathLst>
                <a:path extrusionOk="0" h="1164" w="1326">
                  <a:moveTo>
                    <a:pt x="1250" y="1"/>
                  </a:moveTo>
                  <a:cubicBezTo>
                    <a:pt x="700" y="88"/>
                    <a:pt x="113" y="488"/>
                    <a:pt x="0" y="1076"/>
                  </a:cubicBezTo>
                  <a:cubicBezTo>
                    <a:pt x="0" y="1138"/>
                    <a:pt x="75" y="1163"/>
                    <a:pt x="113" y="1113"/>
                  </a:cubicBezTo>
                  <a:cubicBezTo>
                    <a:pt x="250" y="876"/>
                    <a:pt x="300" y="651"/>
                    <a:pt x="538" y="463"/>
                  </a:cubicBezTo>
                  <a:cubicBezTo>
                    <a:pt x="763" y="288"/>
                    <a:pt x="1013" y="163"/>
                    <a:pt x="1275" y="76"/>
                  </a:cubicBezTo>
                  <a:cubicBezTo>
                    <a:pt x="1325" y="63"/>
                    <a:pt x="1300" y="1"/>
                    <a:pt x="12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6" name="Google Shape;3946;p101"/>
            <p:cNvSpPr/>
            <p:nvPr/>
          </p:nvSpPr>
          <p:spPr>
            <a:xfrm>
              <a:off x="3891225" y="4250400"/>
              <a:ext cx="38450" cy="86550"/>
            </a:xfrm>
            <a:custGeom>
              <a:rect b="b" l="l" r="r" t="t"/>
              <a:pathLst>
                <a:path extrusionOk="0" h="3462" w="1538">
                  <a:moveTo>
                    <a:pt x="1512" y="3387"/>
                  </a:moveTo>
                  <a:cubicBezTo>
                    <a:pt x="800" y="2399"/>
                    <a:pt x="325" y="1262"/>
                    <a:pt x="100" y="63"/>
                  </a:cubicBezTo>
                  <a:cubicBezTo>
                    <a:pt x="88" y="0"/>
                    <a:pt x="0" y="25"/>
                    <a:pt x="13" y="88"/>
                  </a:cubicBezTo>
                  <a:cubicBezTo>
                    <a:pt x="225" y="1300"/>
                    <a:pt x="712" y="2437"/>
                    <a:pt x="1450" y="3424"/>
                  </a:cubicBezTo>
                  <a:cubicBezTo>
                    <a:pt x="1475" y="3462"/>
                    <a:pt x="1537" y="3424"/>
                    <a:pt x="1512" y="33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7" name="Google Shape;3947;p101"/>
            <p:cNvSpPr/>
            <p:nvPr/>
          </p:nvSpPr>
          <p:spPr>
            <a:xfrm>
              <a:off x="3880900" y="4236650"/>
              <a:ext cx="17850" cy="16275"/>
            </a:xfrm>
            <a:custGeom>
              <a:rect b="b" l="l" r="r" t="t"/>
              <a:pathLst>
                <a:path extrusionOk="0" h="651" w="714">
                  <a:moveTo>
                    <a:pt x="526" y="563"/>
                  </a:moveTo>
                  <a:cubicBezTo>
                    <a:pt x="713" y="350"/>
                    <a:pt x="488" y="0"/>
                    <a:pt x="238" y="200"/>
                  </a:cubicBezTo>
                  <a:cubicBezTo>
                    <a:pt x="1" y="400"/>
                    <a:pt x="338" y="650"/>
                    <a:pt x="551" y="550"/>
                  </a:cubicBezTo>
                  <a:cubicBezTo>
                    <a:pt x="588" y="538"/>
                    <a:pt x="576" y="475"/>
                    <a:pt x="538" y="475"/>
                  </a:cubicBezTo>
                  <a:cubicBezTo>
                    <a:pt x="501" y="475"/>
                    <a:pt x="463" y="475"/>
                    <a:pt x="426" y="475"/>
                  </a:cubicBezTo>
                  <a:cubicBezTo>
                    <a:pt x="338" y="463"/>
                    <a:pt x="351" y="475"/>
                    <a:pt x="463" y="500"/>
                  </a:cubicBezTo>
                  <a:cubicBezTo>
                    <a:pt x="426" y="538"/>
                    <a:pt x="488" y="600"/>
                    <a:pt x="526" y="5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8" name="Google Shape;3948;p101"/>
            <p:cNvSpPr/>
            <p:nvPr/>
          </p:nvSpPr>
          <p:spPr>
            <a:xfrm>
              <a:off x="3936525" y="4266325"/>
              <a:ext cx="30625" cy="82200"/>
            </a:xfrm>
            <a:custGeom>
              <a:rect b="b" l="l" r="r" t="t"/>
              <a:pathLst>
                <a:path extrusionOk="0" h="3288" w="1225">
                  <a:moveTo>
                    <a:pt x="225" y="3225"/>
                  </a:moveTo>
                  <a:cubicBezTo>
                    <a:pt x="88" y="2012"/>
                    <a:pt x="413" y="1013"/>
                    <a:pt x="1200" y="75"/>
                  </a:cubicBezTo>
                  <a:cubicBezTo>
                    <a:pt x="1225" y="50"/>
                    <a:pt x="1175" y="0"/>
                    <a:pt x="1150" y="38"/>
                  </a:cubicBezTo>
                  <a:cubicBezTo>
                    <a:pt x="213" y="763"/>
                    <a:pt x="0" y="2125"/>
                    <a:pt x="125" y="3225"/>
                  </a:cubicBezTo>
                  <a:cubicBezTo>
                    <a:pt x="138" y="3287"/>
                    <a:pt x="225" y="3287"/>
                    <a:pt x="225" y="3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9" name="Google Shape;3949;p101"/>
            <p:cNvSpPr/>
            <p:nvPr/>
          </p:nvSpPr>
          <p:spPr>
            <a:xfrm>
              <a:off x="3963700" y="4258200"/>
              <a:ext cx="13450" cy="13775"/>
            </a:xfrm>
            <a:custGeom>
              <a:rect b="b" l="l" r="r" t="t"/>
              <a:pathLst>
                <a:path extrusionOk="0" h="551" w="538">
                  <a:moveTo>
                    <a:pt x="475" y="288"/>
                  </a:moveTo>
                  <a:cubicBezTo>
                    <a:pt x="538" y="38"/>
                    <a:pt x="13" y="1"/>
                    <a:pt x="25" y="263"/>
                  </a:cubicBezTo>
                  <a:cubicBezTo>
                    <a:pt x="0" y="550"/>
                    <a:pt x="425" y="525"/>
                    <a:pt x="425" y="238"/>
                  </a:cubicBezTo>
                  <a:cubicBezTo>
                    <a:pt x="425" y="200"/>
                    <a:pt x="375" y="188"/>
                    <a:pt x="363" y="225"/>
                  </a:cubicBezTo>
                  <a:cubicBezTo>
                    <a:pt x="300" y="275"/>
                    <a:pt x="313" y="300"/>
                    <a:pt x="413" y="300"/>
                  </a:cubicBezTo>
                  <a:cubicBezTo>
                    <a:pt x="413" y="338"/>
                    <a:pt x="475" y="338"/>
                    <a:pt x="475" y="3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0" name="Google Shape;3950;p101"/>
            <p:cNvSpPr/>
            <p:nvPr/>
          </p:nvSpPr>
          <p:spPr>
            <a:xfrm>
              <a:off x="4139900" y="4371600"/>
              <a:ext cx="237775" cy="60325"/>
            </a:xfrm>
            <a:custGeom>
              <a:rect b="b" l="l" r="r" t="t"/>
              <a:pathLst>
                <a:path extrusionOk="0" h="2413" w="9511">
                  <a:moveTo>
                    <a:pt x="63" y="2400"/>
                  </a:moveTo>
                  <a:cubicBezTo>
                    <a:pt x="3375" y="1151"/>
                    <a:pt x="6061" y="1"/>
                    <a:pt x="9386" y="2038"/>
                  </a:cubicBezTo>
                  <a:cubicBezTo>
                    <a:pt x="9448" y="2075"/>
                    <a:pt x="9511" y="1975"/>
                    <a:pt x="9448" y="1938"/>
                  </a:cubicBezTo>
                  <a:cubicBezTo>
                    <a:pt x="8023" y="988"/>
                    <a:pt x="6761" y="588"/>
                    <a:pt x="5049" y="751"/>
                  </a:cubicBezTo>
                  <a:cubicBezTo>
                    <a:pt x="3125" y="938"/>
                    <a:pt x="1825" y="1650"/>
                    <a:pt x="38" y="2338"/>
                  </a:cubicBezTo>
                  <a:cubicBezTo>
                    <a:pt x="1" y="2350"/>
                    <a:pt x="26" y="2413"/>
                    <a:pt x="63" y="24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1" name="Google Shape;3951;p101"/>
            <p:cNvSpPr/>
            <p:nvPr/>
          </p:nvSpPr>
          <p:spPr>
            <a:xfrm>
              <a:off x="3860600" y="4327550"/>
              <a:ext cx="31900" cy="49700"/>
            </a:xfrm>
            <a:custGeom>
              <a:rect b="b" l="l" r="r" t="t"/>
              <a:pathLst>
                <a:path extrusionOk="0" h="1988" w="1276">
                  <a:moveTo>
                    <a:pt x="63" y="1975"/>
                  </a:moveTo>
                  <a:cubicBezTo>
                    <a:pt x="625" y="1875"/>
                    <a:pt x="1163" y="1538"/>
                    <a:pt x="1225" y="926"/>
                  </a:cubicBezTo>
                  <a:cubicBezTo>
                    <a:pt x="1275" y="438"/>
                    <a:pt x="900" y="13"/>
                    <a:pt x="413" y="1"/>
                  </a:cubicBezTo>
                  <a:cubicBezTo>
                    <a:pt x="338" y="1"/>
                    <a:pt x="338" y="113"/>
                    <a:pt x="413" y="113"/>
                  </a:cubicBezTo>
                  <a:cubicBezTo>
                    <a:pt x="988" y="138"/>
                    <a:pt x="1263" y="713"/>
                    <a:pt x="1038" y="1213"/>
                  </a:cubicBezTo>
                  <a:cubicBezTo>
                    <a:pt x="850" y="1613"/>
                    <a:pt x="463" y="1825"/>
                    <a:pt x="38" y="1913"/>
                  </a:cubicBezTo>
                  <a:cubicBezTo>
                    <a:pt x="0" y="1925"/>
                    <a:pt x="25" y="1988"/>
                    <a:pt x="63" y="19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2" name="Google Shape;3952;p101"/>
            <p:cNvSpPr/>
            <p:nvPr/>
          </p:nvSpPr>
          <p:spPr>
            <a:xfrm>
              <a:off x="4075225" y="4370975"/>
              <a:ext cx="62825" cy="31575"/>
            </a:xfrm>
            <a:custGeom>
              <a:rect b="b" l="l" r="r" t="t"/>
              <a:pathLst>
                <a:path extrusionOk="0" h="1263" w="2513">
                  <a:moveTo>
                    <a:pt x="2450" y="526"/>
                  </a:moveTo>
                  <a:cubicBezTo>
                    <a:pt x="1825" y="551"/>
                    <a:pt x="1338" y="1"/>
                    <a:pt x="701" y="213"/>
                  </a:cubicBezTo>
                  <a:cubicBezTo>
                    <a:pt x="276" y="363"/>
                    <a:pt x="1" y="763"/>
                    <a:pt x="26" y="1213"/>
                  </a:cubicBezTo>
                  <a:cubicBezTo>
                    <a:pt x="26" y="1250"/>
                    <a:pt x="88" y="1263"/>
                    <a:pt x="88" y="1213"/>
                  </a:cubicBezTo>
                  <a:cubicBezTo>
                    <a:pt x="201" y="426"/>
                    <a:pt x="888" y="126"/>
                    <a:pt x="1588" y="413"/>
                  </a:cubicBezTo>
                  <a:cubicBezTo>
                    <a:pt x="1850" y="551"/>
                    <a:pt x="2150" y="626"/>
                    <a:pt x="2450" y="613"/>
                  </a:cubicBezTo>
                  <a:cubicBezTo>
                    <a:pt x="2513" y="613"/>
                    <a:pt x="2513" y="526"/>
                    <a:pt x="2450" y="5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3" name="Google Shape;3953;p101"/>
            <p:cNvSpPr/>
            <p:nvPr/>
          </p:nvSpPr>
          <p:spPr>
            <a:xfrm>
              <a:off x="4073975" y="4396300"/>
              <a:ext cx="30950" cy="21575"/>
            </a:xfrm>
            <a:custGeom>
              <a:rect b="b" l="l" r="r" t="t"/>
              <a:pathLst>
                <a:path extrusionOk="0" h="863" w="1238">
                  <a:moveTo>
                    <a:pt x="113" y="50"/>
                  </a:moveTo>
                  <a:cubicBezTo>
                    <a:pt x="1" y="337"/>
                    <a:pt x="176" y="587"/>
                    <a:pt x="451" y="700"/>
                  </a:cubicBezTo>
                  <a:cubicBezTo>
                    <a:pt x="676" y="787"/>
                    <a:pt x="1075" y="862"/>
                    <a:pt x="1225" y="612"/>
                  </a:cubicBezTo>
                  <a:cubicBezTo>
                    <a:pt x="1238" y="587"/>
                    <a:pt x="1200" y="550"/>
                    <a:pt x="1175" y="575"/>
                  </a:cubicBezTo>
                  <a:cubicBezTo>
                    <a:pt x="851" y="825"/>
                    <a:pt x="1" y="587"/>
                    <a:pt x="188" y="63"/>
                  </a:cubicBezTo>
                  <a:cubicBezTo>
                    <a:pt x="201" y="25"/>
                    <a:pt x="138" y="0"/>
                    <a:pt x="113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4" name="Google Shape;3954;p101"/>
            <p:cNvSpPr/>
            <p:nvPr/>
          </p:nvSpPr>
          <p:spPr>
            <a:xfrm>
              <a:off x="3834050" y="4258825"/>
              <a:ext cx="81250" cy="56250"/>
            </a:xfrm>
            <a:custGeom>
              <a:rect b="b" l="l" r="r" t="t"/>
              <a:pathLst>
                <a:path extrusionOk="0" h="2250" w="3250">
                  <a:moveTo>
                    <a:pt x="3224" y="2162"/>
                  </a:moveTo>
                  <a:cubicBezTo>
                    <a:pt x="2437" y="1200"/>
                    <a:pt x="1462" y="0"/>
                    <a:pt x="63" y="288"/>
                  </a:cubicBezTo>
                  <a:cubicBezTo>
                    <a:pt x="0" y="300"/>
                    <a:pt x="25" y="375"/>
                    <a:pt x="88" y="375"/>
                  </a:cubicBezTo>
                  <a:cubicBezTo>
                    <a:pt x="1475" y="188"/>
                    <a:pt x="2362" y="1263"/>
                    <a:pt x="3162" y="2200"/>
                  </a:cubicBezTo>
                  <a:cubicBezTo>
                    <a:pt x="3199" y="2250"/>
                    <a:pt x="3249" y="2187"/>
                    <a:pt x="3224" y="2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5" name="Google Shape;3955;p101"/>
            <p:cNvSpPr/>
            <p:nvPr/>
          </p:nvSpPr>
          <p:spPr>
            <a:xfrm>
              <a:off x="4063350" y="4351000"/>
              <a:ext cx="31275" cy="15325"/>
            </a:xfrm>
            <a:custGeom>
              <a:rect b="b" l="l" r="r" t="t"/>
              <a:pathLst>
                <a:path extrusionOk="0" h="613" w="1251">
                  <a:moveTo>
                    <a:pt x="1188" y="500"/>
                  </a:moveTo>
                  <a:cubicBezTo>
                    <a:pt x="776" y="487"/>
                    <a:pt x="401" y="312"/>
                    <a:pt x="113" y="38"/>
                  </a:cubicBezTo>
                  <a:cubicBezTo>
                    <a:pt x="63" y="0"/>
                    <a:pt x="1" y="38"/>
                    <a:pt x="38" y="88"/>
                  </a:cubicBezTo>
                  <a:cubicBezTo>
                    <a:pt x="163" y="250"/>
                    <a:pt x="338" y="375"/>
                    <a:pt x="538" y="450"/>
                  </a:cubicBezTo>
                  <a:cubicBezTo>
                    <a:pt x="738" y="562"/>
                    <a:pt x="963" y="612"/>
                    <a:pt x="1188" y="587"/>
                  </a:cubicBezTo>
                  <a:cubicBezTo>
                    <a:pt x="1238" y="587"/>
                    <a:pt x="1251" y="500"/>
                    <a:pt x="1188" y="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6" name="Google Shape;3956;p101"/>
            <p:cNvSpPr/>
            <p:nvPr/>
          </p:nvSpPr>
          <p:spPr>
            <a:xfrm>
              <a:off x="4063350" y="4344750"/>
              <a:ext cx="34075" cy="21875"/>
            </a:xfrm>
            <a:custGeom>
              <a:rect b="b" l="l" r="r" t="t"/>
              <a:pathLst>
                <a:path extrusionOk="0" h="875" w="1363">
                  <a:moveTo>
                    <a:pt x="101" y="325"/>
                  </a:moveTo>
                  <a:cubicBezTo>
                    <a:pt x="538" y="125"/>
                    <a:pt x="1051" y="412"/>
                    <a:pt x="1251" y="825"/>
                  </a:cubicBezTo>
                  <a:cubicBezTo>
                    <a:pt x="1276" y="875"/>
                    <a:pt x="1363" y="837"/>
                    <a:pt x="1350" y="787"/>
                  </a:cubicBezTo>
                  <a:cubicBezTo>
                    <a:pt x="1138" y="300"/>
                    <a:pt x="538" y="0"/>
                    <a:pt x="51" y="250"/>
                  </a:cubicBezTo>
                  <a:cubicBezTo>
                    <a:pt x="1" y="275"/>
                    <a:pt x="51" y="350"/>
                    <a:pt x="101" y="3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7" name="Google Shape;3957;p101"/>
            <p:cNvSpPr/>
            <p:nvPr/>
          </p:nvSpPr>
          <p:spPr>
            <a:xfrm>
              <a:off x="4299550" y="4347550"/>
              <a:ext cx="132475" cy="60000"/>
            </a:xfrm>
            <a:custGeom>
              <a:rect b="b" l="l" r="r" t="t"/>
              <a:pathLst>
                <a:path extrusionOk="0" h="2400" w="5299">
                  <a:moveTo>
                    <a:pt x="50" y="1825"/>
                  </a:moveTo>
                  <a:cubicBezTo>
                    <a:pt x="1650" y="2138"/>
                    <a:pt x="5074" y="2400"/>
                    <a:pt x="5299" y="51"/>
                  </a:cubicBezTo>
                  <a:cubicBezTo>
                    <a:pt x="5299" y="1"/>
                    <a:pt x="5224" y="13"/>
                    <a:pt x="5224" y="51"/>
                  </a:cubicBezTo>
                  <a:cubicBezTo>
                    <a:pt x="4924" y="2337"/>
                    <a:pt x="1612" y="2038"/>
                    <a:pt x="63" y="1750"/>
                  </a:cubicBezTo>
                  <a:cubicBezTo>
                    <a:pt x="25" y="1738"/>
                    <a:pt x="0" y="1813"/>
                    <a:pt x="50" y="18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8" name="Google Shape;3958;p101"/>
            <p:cNvSpPr/>
            <p:nvPr/>
          </p:nvSpPr>
          <p:spPr>
            <a:xfrm>
              <a:off x="4363900" y="4310050"/>
              <a:ext cx="61575" cy="65325"/>
            </a:xfrm>
            <a:custGeom>
              <a:rect b="b" l="l" r="r" t="t"/>
              <a:pathLst>
                <a:path extrusionOk="0" h="2613" w="2463">
                  <a:moveTo>
                    <a:pt x="1500" y="2588"/>
                  </a:moveTo>
                  <a:cubicBezTo>
                    <a:pt x="2175" y="2263"/>
                    <a:pt x="2463" y="1426"/>
                    <a:pt x="2013" y="788"/>
                  </a:cubicBezTo>
                  <a:cubicBezTo>
                    <a:pt x="1600" y="201"/>
                    <a:pt x="538" y="1"/>
                    <a:pt x="38" y="588"/>
                  </a:cubicBezTo>
                  <a:cubicBezTo>
                    <a:pt x="1" y="638"/>
                    <a:pt x="63" y="713"/>
                    <a:pt x="113" y="663"/>
                  </a:cubicBezTo>
                  <a:cubicBezTo>
                    <a:pt x="588" y="138"/>
                    <a:pt x="1550" y="301"/>
                    <a:pt x="1925" y="851"/>
                  </a:cubicBezTo>
                  <a:cubicBezTo>
                    <a:pt x="2338" y="1438"/>
                    <a:pt x="2113" y="2238"/>
                    <a:pt x="1463" y="2538"/>
                  </a:cubicBezTo>
                  <a:cubicBezTo>
                    <a:pt x="1425" y="2550"/>
                    <a:pt x="1463" y="2613"/>
                    <a:pt x="1488" y="25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9" name="Google Shape;3959;p101"/>
            <p:cNvSpPr/>
            <p:nvPr/>
          </p:nvSpPr>
          <p:spPr>
            <a:xfrm>
              <a:off x="4353900" y="4321000"/>
              <a:ext cx="35950" cy="46575"/>
            </a:xfrm>
            <a:custGeom>
              <a:rect b="b" l="l" r="r" t="t"/>
              <a:pathLst>
                <a:path extrusionOk="0" h="1863" w="1438">
                  <a:moveTo>
                    <a:pt x="688" y="13"/>
                  </a:moveTo>
                  <a:cubicBezTo>
                    <a:pt x="226" y="188"/>
                    <a:pt x="1" y="725"/>
                    <a:pt x="201" y="1188"/>
                  </a:cubicBezTo>
                  <a:cubicBezTo>
                    <a:pt x="401" y="1650"/>
                    <a:pt x="938" y="1862"/>
                    <a:pt x="1388" y="1662"/>
                  </a:cubicBezTo>
                  <a:cubicBezTo>
                    <a:pt x="1438" y="1637"/>
                    <a:pt x="1400" y="1562"/>
                    <a:pt x="1363" y="1575"/>
                  </a:cubicBezTo>
                  <a:cubicBezTo>
                    <a:pt x="938" y="1700"/>
                    <a:pt x="476" y="1575"/>
                    <a:pt x="301" y="1150"/>
                  </a:cubicBezTo>
                  <a:cubicBezTo>
                    <a:pt x="138" y="725"/>
                    <a:pt x="326" y="263"/>
                    <a:pt x="726" y="75"/>
                  </a:cubicBezTo>
                  <a:cubicBezTo>
                    <a:pt x="763" y="50"/>
                    <a:pt x="726" y="0"/>
                    <a:pt x="688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0" name="Google Shape;3960;p101"/>
            <p:cNvSpPr/>
            <p:nvPr/>
          </p:nvSpPr>
          <p:spPr>
            <a:xfrm>
              <a:off x="4384200" y="4332875"/>
              <a:ext cx="17225" cy="30950"/>
            </a:xfrm>
            <a:custGeom>
              <a:rect b="b" l="l" r="r" t="t"/>
              <a:pathLst>
                <a:path extrusionOk="0" h="1238" w="689">
                  <a:moveTo>
                    <a:pt x="51" y="1200"/>
                  </a:moveTo>
                  <a:cubicBezTo>
                    <a:pt x="388" y="1237"/>
                    <a:pt x="626" y="862"/>
                    <a:pt x="626" y="550"/>
                  </a:cubicBezTo>
                  <a:cubicBezTo>
                    <a:pt x="613" y="238"/>
                    <a:pt x="351" y="0"/>
                    <a:pt x="63" y="113"/>
                  </a:cubicBezTo>
                  <a:cubicBezTo>
                    <a:pt x="1" y="138"/>
                    <a:pt x="26" y="225"/>
                    <a:pt x="76" y="200"/>
                  </a:cubicBezTo>
                  <a:cubicBezTo>
                    <a:pt x="688" y="13"/>
                    <a:pt x="638" y="1162"/>
                    <a:pt x="51" y="1125"/>
                  </a:cubicBezTo>
                  <a:cubicBezTo>
                    <a:pt x="1" y="1125"/>
                    <a:pt x="1" y="1200"/>
                    <a:pt x="51" y="12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1" name="Google Shape;3961;p101"/>
            <p:cNvSpPr/>
            <p:nvPr/>
          </p:nvSpPr>
          <p:spPr>
            <a:xfrm>
              <a:off x="4100225" y="4302575"/>
              <a:ext cx="55325" cy="71550"/>
            </a:xfrm>
            <a:custGeom>
              <a:rect b="b" l="l" r="r" t="t"/>
              <a:pathLst>
                <a:path extrusionOk="0" h="2862" w="2213">
                  <a:moveTo>
                    <a:pt x="463" y="2787"/>
                  </a:moveTo>
                  <a:cubicBezTo>
                    <a:pt x="113" y="1462"/>
                    <a:pt x="925" y="387"/>
                    <a:pt x="2175" y="63"/>
                  </a:cubicBezTo>
                  <a:cubicBezTo>
                    <a:pt x="2212" y="50"/>
                    <a:pt x="2200" y="0"/>
                    <a:pt x="2175" y="0"/>
                  </a:cubicBezTo>
                  <a:cubicBezTo>
                    <a:pt x="788" y="100"/>
                    <a:pt x="0" y="1537"/>
                    <a:pt x="388" y="2812"/>
                  </a:cubicBezTo>
                  <a:cubicBezTo>
                    <a:pt x="400" y="2862"/>
                    <a:pt x="488" y="2849"/>
                    <a:pt x="463" y="27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2" name="Google Shape;3962;p101"/>
            <p:cNvSpPr/>
            <p:nvPr/>
          </p:nvSpPr>
          <p:spPr>
            <a:xfrm>
              <a:off x="3701275" y="4276950"/>
              <a:ext cx="111850" cy="104375"/>
            </a:xfrm>
            <a:custGeom>
              <a:rect b="b" l="l" r="r" t="t"/>
              <a:pathLst>
                <a:path extrusionOk="0" h="4175" w="4474">
                  <a:moveTo>
                    <a:pt x="1812" y="3999"/>
                  </a:moveTo>
                  <a:cubicBezTo>
                    <a:pt x="3249" y="4174"/>
                    <a:pt x="4424" y="2737"/>
                    <a:pt x="3712" y="1387"/>
                  </a:cubicBezTo>
                  <a:cubicBezTo>
                    <a:pt x="2987" y="0"/>
                    <a:pt x="1050" y="213"/>
                    <a:pt x="38" y="1150"/>
                  </a:cubicBezTo>
                  <a:cubicBezTo>
                    <a:pt x="0" y="1187"/>
                    <a:pt x="50" y="1237"/>
                    <a:pt x="88" y="1212"/>
                  </a:cubicBezTo>
                  <a:cubicBezTo>
                    <a:pt x="987" y="563"/>
                    <a:pt x="2450" y="113"/>
                    <a:pt x="3337" y="1050"/>
                  </a:cubicBezTo>
                  <a:cubicBezTo>
                    <a:pt x="4474" y="2275"/>
                    <a:pt x="3387" y="4087"/>
                    <a:pt x="1812" y="3899"/>
                  </a:cubicBezTo>
                  <a:cubicBezTo>
                    <a:pt x="1737" y="3887"/>
                    <a:pt x="1737" y="3999"/>
                    <a:pt x="1812" y="39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3" name="Google Shape;3963;p101"/>
            <p:cNvSpPr/>
            <p:nvPr/>
          </p:nvSpPr>
          <p:spPr>
            <a:xfrm>
              <a:off x="3442900" y="4301950"/>
              <a:ext cx="263700" cy="146525"/>
            </a:xfrm>
            <a:custGeom>
              <a:rect b="b" l="l" r="r" t="t"/>
              <a:pathLst>
                <a:path extrusionOk="0" h="5861" w="10548">
                  <a:moveTo>
                    <a:pt x="10460" y="38"/>
                  </a:moveTo>
                  <a:cubicBezTo>
                    <a:pt x="9248" y="1712"/>
                    <a:pt x="8136" y="3812"/>
                    <a:pt x="6224" y="4736"/>
                  </a:cubicBezTo>
                  <a:cubicBezTo>
                    <a:pt x="4462" y="5599"/>
                    <a:pt x="1700" y="5774"/>
                    <a:pt x="75" y="4561"/>
                  </a:cubicBezTo>
                  <a:cubicBezTo>
                    <a:pt x="38" y="4549"/>
                    <a:pt x="0" y="4599"/>
                    <a:pt x="38" y="4611"/>
                  </a:cubicBezTo>
                  <a:cubicBezTo>
                    <a:pt x="1475" y="5861"/>
                    <a:pt x="3962" y="5736"/>
                    <a:pt x="5686" y="5149"/>
                  </a:cubicBezTo>
                  <a:cubicBezTo>
                    <a:pt x="7998" y="4349"/>
                    <a:pt x="9198" y="1950"/>
                    <a:pt x="10523" y="75"/>
                  </a:cubicBezTo>
                  <a:cubicBezTo>
                    <a:pt x="10548" y="38"/>
                    <a:pt x="10485" y="0"/>
                    <a:pt x="10460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4" name="Google Shape;3964;p101"/>
            <p:cNvSpPr/>
            <p:nvPr/>
          </p:nvSpPr>
          <p:spPr>
            <a:xfrm>
              <a:off x="3410100" y="4324750"/>
              <a:ext cx="100625" cy="84375"/>
            </a:xfrm>
            <a:custGeom>
              <a:rect b="b" l="l" r="r" t="t"/>
              <a:pathLst>
                <a:path extrusionOk="0" h="3375" w="4025">
                  <a:moveTo>
                    <a:pt x="1150" y="3287"/>
                  </a:moveTo>
                  <a:cubicBezTo>
                    <a:pt x="613" y="2350"/>
                    <a:pt x="500" y="975"/>
                    <a:pt x="1650" y="425"/>
                  </a:cubicBezTo>
                  <a:cubicBezTo>
                    <a:pt x="1937" y="313"/>
                    <a:pt x="2250" y="263"/>
                    <a:pt x="2550" y="313"/>
                  </a:cubicBezTo>
                  <a:cubicBezTo>
                    <a:pt x="2625" y="325"/>
                    <a:pt x="2699" y="300"/>
                    <a:pt x="2774" y="313"/>
                  </a:cubicBezTo>
                  <a:cubicBezTo>
                    <a:pt x="3537" y="438"/>
                    <a:pt x="3512" y="638"/>
                    <a:pt x="3587" y="1175"/>
                  </a:cubicBezTo>
                  <a:cubicBezTo>
                    <a:pt x="3699" y="2075"/>
                    <a:pt x="3087" y="2412"/>
                    <a:pt x="2312" y="2262"/>
                  </a:cubicBezTo>
                  <a:cubicBezTo>
                    <a:pt x="1725" y="2150"/>
                    <a:pt x="1425" y="1862"/>
                    <a:pt x="1025" y="1450"/>
                  </a:cubicBezTo>
                  <a:cubicBezTo>
                    <a:pt x="725" y="1138"/>
                    <a:pt x="475" y="813"/>
                    <a:pt x="25" y="800"/>
                  </a:cubicBezTo>
                  <a:cubicBezTo>
                    <a:pt x="0" y="800"/>
                    <a:pt x="0" y="838"/>
                    <a:pt x="25" y="838"/>
                  </a:cubicBezTo>
                  <a:cubicBezTo>
                    <a:pt x="738" y="950"/>
                    <a:pt x="1137" y="1850"/>
                    <a:pt x="1725" y="2225"/>
                  </a:cubicBezTo>
                  <a:cubicBezTo>
                    <a:pt x="2150" y="2525"/>
                    <a:pt x="2712" y="2575"/>
                    <a:pt x="3187" y="2350"/>
                  </a:cubicBezTo>
                  <a:cubicBezTo>
                    <a:pt x="3912" y="2025"/>
                    <a:pt x="4024" y="888"/>
                    <a:pt x="3387" y="388"/>
                  </a:cubicBezTo>
                  <a:cubicBezTo>
                    <a:pt x="2874" y="0"/>
                    <a:pt x="1800" y="125"/>
                    <a:pt x="1312" y="488"/>
                  </a:cubicBezTo>
                  <a:cubicBezTo>
                    <a:pt x="388" y="1187"/>
                    <a:pt x="563" y="2450"/>
                    <a:pt x="1087" y="3337"/>
                  </a:cubicBezTo>
                  <a:cubicBezTo>
                    <a:pt x="1112" y="3374"/>
                    <a:pt x="1187" y="3337"/>
                    <a:pt x="1162" y="32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5" name="Google Shape;3965;p101"/>
            <p:cNvSpPr/>
            <p:nvPr/>
          </p:nvSpPr>
          <p:spPr>
            <a:xfrm>
              <a:off x="3347925" y="4341000"/>
              <a:ext cx="55325" cy="13450"/>
            </a:xfrm>
            <a:custGeom>
              <a:rect b="b" l="l" r="r" t="t"/>
              <a:pathLst>
                <a:path extrusionOk="0" h="538" w="2213">
                  <a:moveTo>
                    <a:pt x="2162" y="75"/>
                  </a:moveTo>
                  <a:cubicBezTo>
                    <a:pt x="1475" y="0"/>
                    <a:pt x="625" y="50"/>
                    <a:pt x="25" y="475"/>
                  </a:cubicBezTo>
                  <a:cubicBezTo>
                    <a:pt x="0" y="488"/>
                    <a:pt x="13" y="537"/>
                    <a:pt x="50" y="525"/>
                  </a:cubicBezTo>
                  <a:cubicBezTo>
                    <a:pt x="775" y="300"/>
                    <a:pt x="1387" y="75"/>
                    <a:pt x="2162" y="150"/>
                  </a:cubicBezTo>
                  <a:cubicBezTo>
                    <a:pt x="2212" y="150"/>
                    <a:pt x="2212" y="75"/>
                    <a:pt x="2162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6" name="Google Shape;3966;p101"/>
            <p:cNvSpPr/>
            <p:nvPr/>
          </p:nvSpPr>
          <p:spPr>
            <a:xfrm>
              <a:off x="3593800" y="4288500"/>
              <a:ext cx="81250" cy="96575"/>
            </a:xfrm>
            <a:custGeom>
              <a:rect b="b" l="l" r="r" t="t"/>
              <a:pathLst>
                <a:path extrusionOk="0" h="3863" w="3250">
                  <a:moveTo>
                    <a:pt x="2225" y="3837"/>
                  </a:moveTo>
                  <a:cubicBezTo>
                    <a:pt x="2787" y="3187"/>
                    <a:pt x="3249" y="2375"/>
                    <a:pt x="3062" y="1488"/>
                  </a:cubicBezTo>
                  <a:cubicBezTo>
                    <a:pt x="2887" y="663"/>
                    <a:pt x="2087" y="63"/>
                    <a:pt x="1250" y="26"/>
                  </a:cubicBezTo>
                  <a:cubicBezTo>
                    <a:pt x="663" y="1"/>
                    <a:pt x="0" y="376"/>
                    <a:pt x="75" y="1050"/>
                  </a:cubicBezTo>
                  <a:cubicBezTo>
                    <a:pt x="113" y="1388"/>
                    <a:pt x="463" y="1813"/>
                    <a:pt x="750" y="1438"/>
                  </a:cubicBezTo>
                  <a:cubicBezTo>
                    <a:pt x="775" y="1400"/>
                    <a:pt x="713" y="1363"/>
                    <a:pt x="675" y="1400"/>
                  </a:cubicBezTo>
                  <a:cubicBezTo>
                    <a:pt x="238" y="563"/>
                    <a:pt x="388" y="138"/>
                    <a:pt x="1125" y="126"/>
                  </a:cubicBezTo>
                  <a:cubicBezTo>
                    <a:pt x="1450" y="126"/>
                    <a:pt x="1762" y="213"/>
                    <a:pt x="2037" y="363"/>
                  </a:cubicBezTo>
                  <a:cubicBezTo>
                    <a:pt x="2475" y="576"/>
                    <a:pt x="2800" y="950"/>
                    <a:pt x="2925" y="1413"/>
                  </a:cubicBezTo>
                  <a:cubicBezTo>
                    <a:pt x="3174" y="2300"/>
                    <a:pt x="2712" y="3125"/>
                    <a:pt x="2187" y="3800"/>
                  </a:cubicBezTo>
                  <a:cubicBezTo>
                    <a:pt x="2162" y="3825"/>
                    <a:pt x="2200" y="3862"/>
                    <a:pt x="2225" y="38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7" name="Google Shape;3967;p101"/>
            <p:cNvSpPr/>
            <p:nvPr/>
          </p:nvSpPr>
          <p:spPr>
            <a:xfrm>
              <a:off x="3666275" y="4246025"/>
              <a:ext cx="22825" cy="110600"/>
            </a:xfrm>
            <a:custGeom>
              <a:rect b="b" l="l" r="r" t="t"/>
              <a:pathLst>
                <a:path extrusionOk="0" h="4424" w="913">
                  <a:moveTo>
                    <a:pt x="100" y="4386"/>
                  </a:moveTo>
                  <a:cubicBezTo>
                    <a:pt x="550" y="3862"/>
                    <a:pt x="663" y="3187"/>
                    <a:pt x="738" y="2512"/>
                  </a:cubicBezTo>
                  <a:cubicBezTo>
                    <a:pt x="825" y="1700"/>
                    <a:pt x="913" y="712"/>
                    <a:pt x="388" y="25"/>
                  </a:cubicBezTo>
                  <a:cubicBezTo>
                    <a:pt x="363" y="0"/>
                    <a:pt x="325" y="25"/>
                    <a:pt x="338" y="63"/>
                  </a:cubicBezTo>
                  <a:cubicBezTo>
                    <a:pt x="913" y="1175"/>
                    <a:pt x="888" y="3312"/>
                    <a:pt x="38" y="4324"/>
                  </a:cubicBezTo>
                  <a:cubicBezTo>
                    <a:pt x="1" y="4361"/>
                    <a:pt x="63" y="4424"/>
                    <a:pt x="100" y="43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8" name="Google Shape;3968;p101"/>
            <p:cNvSpPr/>
            <p:nvPr/>
          </p:nvSpPr>
          <p:spPr>
            <a:xfrm>
              <a:off x="3666600" y="4234450"/>
              <a:ext cx="12200" cy="12225"/>
            </a:xfrm>
            <a:custGeom>
              <a:rect b="b" l="l" r="r" t="t"/>
              <a:pathLst>
                <a:path extrusionOk="0" h="489" w="488">
                  <a:moveTo>
                    <a:pt x="350" y="451"/>
                  </a:moveTo>
                  <a:cubicBezTo>
                    <a:pt x="262" y="488"/>
                    <a:pt x="162" y="476"/>
                    <a:pt x="87" y="401"/>
                  </a:cubicBezTo>
                  <a:cubicBezTo>
                    <a:pt x="25" y="338"/>
                    <a:pt x="0" y="251"/>
                    <a:pt x="25" y="163"/>
                  </a:cubicBezTo>
                  <a:cubicBezTo>
                    <a:pt x="25" y="126"/>
                    <a:pt x="38" y="101"/>
                    <a:pt x="50" y="76"/>
                  </a:cubicBezTo>
                  <a:cubicBezTo>
                    <a:pt x="87" y="51"/>
                    <a:pt x="125" y="26"/>
                    <a:pt x="162" y="26"/>
                  </a:cubicBezTo>
                  <a:cubicBezTo>
                    <a:pt x="287" y="1"/>
                    <a:pt x="412" y="63"/>
                    <a:pt x="462" y="188"/>
                  </a:cubicBezTo>
                  <a:cubicBezTo>
                    <a:pt x="487" y="313"/>
                    <a:pt x="375" y="438"/>
                    <a:pt x="250" y="4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9" name="Google Shape;3969;p101"/>
            <p:cNvSpPr/>
            <p:nvPr/>
          </p:nvSpPr>
          <p:spPr>
            <a:xfrm>
              <a:off x="3660650" y="4232275"/>
              <a:ext cx="22200" cy="17200"/>
            </a:xfrm>
            <a:custGeom>
              <a:rect b="b" l="l" r="r" t="t"/>
              <a:pathLst>
                <a:path extrusionOk="0" h="688" w="888">
                  <a:moveTo>
                    <a:pt x="575" y="475"/>
                  </a:moveTo>
                  <a:cubicBezTo>
                    <a:pt x="300" y="450"/>
                    <a:pt x="251" y="375"/>
                    <a:pt x="425" y="275"/>
                  </a:cubicBezTo>
                  <a:cubicBezTo>
                    <a:pt x="575" y="88"/>
                    <a:pt x="588" y="163"/>
                    <a:pt x="475" y="488"/>
                  </a:cubicBezTo>
                  <a:cubicBezTo>
                    <a:pt x="425" y="488"/>
                    <a:pt x="438" y="575"/>
                    <a:pt x="488" y="575"/>
                  </a:cubicBezTo>
                  <a:cubicBezTo>
                    <a:pt x="888" y="575"/>
                    <a:pt x="800" y="0"/>
                    <a:pt x="400" y="63"/>
                  </a:cubicBezTo>
                  <a:cubicBezTo>
                    <a:pt x="1" y="125"/>
                    <a:pt x="238" y="688"/>
                    <a:pt x="613" y="600"/>
                  </a:cubicBezTo>
                  <a:cubicBezTo>
                    <a:pt x="688" y="575"/>
                    <a:pt x="650" y="450"/>
                    <a:pt x="575" y="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0" name="Google Shape;3970;p101"/>
            <p:cNvSpPr/>
            <p:nvPr/>
          </p:nvSpPr>
          <p:spPr>
            <a:xfrm>
              <a:off x="3438200" y="4411600"/>
              <a:ext cx="2850" cy="3150"/>
            </a:xfrm>
            <a:custGeom>
              <a:rect b="b" l="l" r="r" t="t"/>
              <a:pathLst>
                <a:path extrusionOk="0" h="126" w="114">
                  <a:moveTo>
                    <a:pt x="88" y="63"/>
                  </a:moveTo>
                  <a:lnTo>
                    <a:pt x="76" y="25"/>
                  </a:lnTo>
                  <a:cubicBezTo>
                    <a:pt x="76" y="0"/>
                    <a:pt x="26" y="0"/>
                    <a:pt x="13" y="25"/>
                  </a:cubicBezTo>
                  <a:cubicBezTo>
                    <a:pt x="13" y="38"/>
                    <a:pt x="13" y="50"/>
                    <a:pt x="13" y="63"/>
                  </a:cubicBezTo>
                  <a:cubicBezTo>
                    <a:pt x="1" y="125"/>
                    <a:pt x="113" y="125"/>
                    <a:pt x="101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1" name="Google Shape;3971;p101"/>
            <p:cNvSpPr/>
            <p:nvPr/>
          </p:nvSpPr>
          <p:spPr>
            <a:xfrm>
              <a:off x="3308550" y="4353500"/>
              <a:ext cx="42200" cy="17500"/>
            </a:xfrm>
            <a:custGeom>
              <a:rect b="b" l="l" r="r" t="t"/>
              <a:pathLst>
                <a:path extrusionOk="0" h="700" w="1688">
                  <a:moveTo>
                    <a:pt x="1550" y="62"/>
                  </a:moveTo>
                  <a:cubicBezTo>
                    <a:pt x="1463" y="312"/>
                    <a:pt x="1026" y="437"/>
                    <a:pt x="801" y="475"/>
                  </a:cubicBezTo>
                  <a:cubicBezTo>
                    <a:pt x="551" y="512"/>
                    <a:pt x="313" y="512"/>
                    <a:pt x="63" y="462"/>
                  </a:cubicBezTo>
                  <a:cubicBezTo>
                    <a:pt x="1" y="462"/>
                    <a:pt x="1" y="550"/>
                    <a:pt x="51" y="562"/>
                  </a:cubicBezTo>
                  <a:cubicBezTo>
                    <a:pt x="501" y="700"/>
                    <a:pt x="1463" y="625"/>
                    <a:pt x="1663" y="100"/>
                  </a:cubicBezTo>
                  <a:cubicBezTo>
                    <a:pt x="1688" y="37"/>
                    <a:pt x="1575" y="0"/>
                    <a:pt x="1550" y="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2" name="Google Shape;3972;p101"/>
            <p:cNvSpPr/>
            <p:nvPr/>
          </p:nvSpPr>
          <p:spPr>
            <a:xfrm>
              <a:off x="3308250" y="4349125"/>
              <a:ext cx="42200" cy="19700"/>
            </a:xfrm>
            <a:custGeom>
              <a:rect b="b" l="l" r="r" t="t"/>
              <a:pathLst>
                <a:path extrusionOk="0" h="788" w="1688">
                  <a:moveTo>
                    <a:pt x="113" y="737"/>
                  </a:moveTo>
                  <a:cubicBezTo>
                    <a:pt x="513" y="362"/>
                    <a:pt x="1050" y="175"/>
                    <a:pt x="1600" y="237"/>
                  </a:cubicBezTo>
                  <a:cubicBezTo>
                    <a:pt x="1662" y="237"/>
                    <a:pt x="1687" y="163"/>
                    <a:pt x="1625" y="138"/>
                  </a:cubicBezTo>
                  <a:cubicBezTo>
                    <a:pt x="1112" y="0"/>
                    <a:pt x="400" y="312"/>
                    <a:pt x="38" y="675"/>
                  </a:cubicBezTo>
                  <a:cubicBezTo>
                    <a:pt x="0" y="712"/>
                    <a:pt x="63" y="787"/>
                    <a:pt x="113" y="7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3" name="Google Shape;3973;p101"/>
            <p:cNvSpPr/>
            <p:nvPr/>
          </p:nvSpPr>
          <p:spPr>
            <a:xfrm>
              <a:off x="3377300" y="4314750"/>
              <a:ext cx="33450" cy="30025"/>
            </a:xfrm>
            <a:custGeom>
              <a:rect b="b" l="l" r="r" t="t"/>
              <a:pathLst>
                <a:path extrusionOk="0" h="1201" w="1338">
                  <a:moveTo>
                    <a:pt x="1287" y="1113"/>
                  </a:moveTo>
                  <a:cubicBezTo>
                    <a:pt x="975" y="1125"/>
                    <a:pt x="712" y="950"/>
                    <a:pt x="475" y="763"/>
                  </a:cubicBezTo>
                  <a:cubicBezTo>
                    <a:pt x="250" y="588"/>
                    <a:pt x="100" y="325"/>
                    <a:pt x="88" y="38"/>
                  </a:cubicBezTo>
                  <a:cubicBezTo>
                    <a:pt x="75" y="0"/>
                    <a:pt x="0" y="13"/>
                    <a:pt x="13" y="50"/>
                  </a:cubicBezTo>
                  <a:cubicBezTo>
                    <a:pt x="13" y="363"/>
                    <a:pt x="175" y="638"/>
                    <a:pt x="412" y="825"/>
                  </a:cubicBezTo>
                  <a:cubicBezTo>
                    <a:pt x="675" y="1025"/>
                    <a:pt x="937" y="1200"/>
                    <a:pt x="1287" y="1188"/>
                  </a:cubicBezTo>
                  <a:cubicBezTo>
                    <a:pt x="1337" y="1188"/>
                    <a:pt x="1337" y="1100"/>
                    <a:pt x="1287" y="1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4" name="Google Shape;3974;p101"/>
            <p:cNvSpPr/>
            <p:nvPr/>
          </p:nvSpPr>
          <p:spPr>
            <a:xfrm>
              <a:off x="3376975" y="4315050"/>
              <a:ext cx="33450" cy="29100"/>
            </a:xfrm>
            <a:custGeom>
              <a:rect b="b" l="l" r="r" t="t"/>
              <a:pathLst>
                <a:path extrusionOk="0" h="1164" w="1338">
                  <a:moveTo>
                    <a:pt x="51" y="76"/>
                  </a:moveTo>
                  <a:cubicBezTo>
                    <a:pt x="325" y="163"/>
                    <a:pt x="563" y="288"/>
                    <a:pt x="788" y="463"/>
                  </a:cubicBezTo>
                  <a:cubicBezTo>
                    <a:pt x="1025" y="638"/>
                    <a:pt x="1075" y="876"/>
                    <a:pt x="1225" y="1113"/>
                  </a:cubicBezTo>
                  <a:cubicBezTo>
                    <a:pt x="1263" y="1163"/>
                    <a:pt x="1338" y="1138"/>
                    <a:pt x="1325" y="1076"/>
                  </a:cubicBezTo>
                  <a:cubicBezTo>
                    <a:pt x="1213" y="488"/>
                    <a:pt x="625" y="88"/>
                    <a:pt x="76" y="1"/>
                  </a:cubicBezTo>
                  <a:cubicBezTo>
                    <a:pt x="26" y="1"/>
                    <a:pt x="1" y="63"/>
                    <a:pt x="51" y="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5" name="Google Shape;3975;p101"/>
            <p:cNvSpPr/>
            <p:nvPr/>
          </p:nvSpPr>
          <p:spPr>
            <a:xfrm>
              <a:off x="3680325" y="4250400"/>
              <a:ext cx="38450" cy="86550"/>
            </a:xfrm>
            <a:custGeom>
              <a:rect b="b" l="l" r="r" t="t"/>
              <a:pathLst>
                <a:path extrusionOk="0" h="3462" w="1538">
                  <a:moveTo>
                    <a:pt x="88" y="3424"/>
                  </a:moveTo>
                  <a:cubicBezTo>
                    <a:pt x="813" y="2437"/>
                    <a:pt x="1301" y="1300"/>
                    <a:pt x="1525" y="88"/>
                  </a:cubicBezTo>
                  <a:cubicBezTo>
                    <a:pt x="1538" y="25"/>
                    <a:pt x="1438" y="0"/>
                    <a:pt x="1425" y="63"/>
                  </a:cubicBezTo>
                  <a:cubicBezTo>
                    <a:pt x="1213" y="1262"/>
                    <a:pt x="726" y="2399"/>
                    <a:pt x="26" y="3387"/>
                  </a:cubicBezTo>
                  <a:cubicBezTo>
                    <a:pt x="1" y="3437"/>
                    <a:pt x="63" y="3462"/>
                    <a:pt x="88" y="34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6" name="Google Shape;3976;p101"/>
            <p:cNvSpPr/>
            <p:nvPr/>
          </p:nvSpPr>
          <p:spPr>
            <a:xfrm>
              <a:off x="3710950" y="4236025"/>
              <a:ext cx="18150" cy="16575"/>
            </a:xfrm>
            <a:custGeom>
              <a:rect b="b" l="l" r="r" t="t"/>
              <a:pathLst>
                <a:path extrusionOk="0" h="663" w="726">
                  <a:moveTo>
                    <a:pt x="263" y="525"/>
                  </a:moveTo>
                  <a:cubicBezTo>
                    <a:pt x="363" y="488"/>
                    <a:pt x="375" y="488"/>
                    <a:pt x="288" y="500"/>
                  </a:cubicBezTo>
                  <a:cubicBezTo>
                    <a:pt x="250" y="500"/>
                    <a:pt x="213" y="500"/>
                    <a:pt x="176" y="500"/>
                  </a:cubicBezTo>
                  <a:cubicBezTo>
                    <a:pt x="138" y="500"/>
                    <a:pt x="126" y="550"/>
                    <a:pt x="163" y="563"/>
                  </a:cubicBezTo>
                  <a:cubicBezTo>
                    <a:pt x="375" y="663"/>
                    <a:pt x="725" y="438"/>
                    <a:pt x="475" y="213"/>
                  </a:cubicBezTo>
                  <a:cubicBezTo>
                    <a:pt x="213" y="0"/>
                    <a:pt x="1" y="375"/>
                    <a:pt x="188" y="575"/>
                  </a:cubicBezTo>
                  <a:cubicBezTo>
                    <a:pt x="225" y="625"/>
                    <a:pt x="288" y="563"/>
                    <a:pt x="250" y="5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7" name="Google Shape;3977;p101"/>
            <p:cNvSpPr/>
            <p:nvPr/>
          </p:nvSpPr>
          <p:spPr>
            <a:xfrm>
              <a:off x="3642525" y="4266325"/>
              <a:ext cx="30650" cy="82200"/>
            </a:xfrm>
            <a:custGeom>
              <a:rect b="b" l="l" r="r" t="t"/>
              <a:pathLst>
                <a:path extrusionOk="0" h="3288" w="1226">
                  <a:moveTo>
                    <a:pt x="1100" y="3225"/>
                  </a:moveTo>
                  <a:cubicBezTo>
                    <a:pt x="1225" y="2125"/>
                    <a:pt x="1013" y="763"/>
                    <a:pt x="76" y="38"/>
                  </a:cubicBezTo>
                  <a:cubicBezTo>
                    <a:pt x="51" y="0"/>
                    <a:pt x="1" y="50"/>
                    <a:pt x="38" y="75"/>
                  </a:cubicBezTo>
                  <a:cubicBezTo>
                    <a:pt x="813" y="1013"/>
                    <a:pt x="1138" y="2012"/>
                    <a:pt x="1013" y="3225"/>
                  </a:cubicBezTo>
                  <a:cubicBezTo>
                    <a:pt x="1013" y="3287"/>
                    <a:pt x="1088" y="3287"/>
                    <a:pt x="1100" y="3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8" name="Google Shape;3978;p101"/>
            <p:cNvSpPr/>
            <p:nvPr/>
          </p:nvSpPr>
          <p:spPr>
            <a:xfrm>
              <a:off x="3633475" y="4256950"/>
              <a:ext cx="12825" cy="15025"/>
            </a:xfrm>
            <a:custGeom>
              <a:rect b="b" l="l" r="r" t="t"/>
              <a:pathLst>
                <a:path extrusionOk="0" h="601" w="513">
                  <a:moveTo>
                    <a:pt x="100" y="338"/>
                  </a:moveTo>
                  <a:cubicBezTo>
                    <a:pt x="188" y="338"/>
                    <a:pt x="200" y="325"/>
                    <a:pt x="150" y="263"/>
                  </a:cubicBezTo>
                  <a:cubicBezTo>
                    <a:pt x="125" y="238"/>
                    <a:pt x="88" y="250"/>
                    <a:pt x="75" y="288"/>
                  </a:cubicBezTo>
                  <a:cubicBezTo>
                    <a:pt x="75" y="575"/>
                    <a:pt x="513" y="600"/>
                    <a:pt x="475" y="300"/>
                  </a:cubicBezTo>
                  <a:cubicBezTo>
                    <a:pt x="450" y="1"/>
                    <a:pt x="0" y="38"/>
                    <a:pt x="25" y="338"/>
                  </a:cubicBezTo>
                  <a:cubicBezTo>
                    <a:pt x="25" y="388"/>
                    <a:pt x="100" y="388"/>
                    <a:pt x="100" y="3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9" name="Google Shape;3979;p101"/>
            <p:cNvSpPr/>
            <p:nvPr/>
          </p:nvSpPr>
          <p:spPr>
            <a:xfrm>
              <a:off x="3232025" y="4371600"/>
              <a:ext cx="237775" cy="60325"/>
            </a:xfrm>
            <a:custGeom>
              <a:rect b="b" l="l" r="r" t="t"/>
              <a:pathLst>
                <a:path extrusionOk="0" h="2413" w="9511">
                  <a:moveTo>
                    <a:pt x="9473" y="2338"/>
                  </a:moveTo>
                  <a:cubicBezTo>
                    <a:pt x="7711" y="1650"/>
                    <a:pt x="6386" y="938"/>
                    <a:pt x="4461" y="751"/>
                  </a:cubicBezTo>
                  <a:cubicBezTo>
                    <a:pt x="2749" y="576"/>
                    <a:pt x="1500" y="976"/>
                    <a:pt x="63" y="1938"/>
                  </a:cubicBezTo>
                  <a:cubicBezTo>
                    <a:pt x="0" y="1975"/>
                    <a:pt x="63" y="2075"/>
                    <a:pt x="125" y="2038"/>
                  </a:cubicBezTo>
                  <a:cubicBezTo>
                    <a:pt x="3462" y="1"/>
                    <a:pt x="6123" y="1151"/>
                    <a:pt x="9460" y="2400"/>
                  </a:cubicBezTo>
                  <a:cubicBezTo>
                    <a:pt x="9498" y="2413"/>
                    <a:pt x="9510" y="2350"/>
                    <a:pt x="9473" y="23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0" name="Google Shape;3980;p101"/>
            <p:cNvSpPr/>
            <p:nvPr/>
          </p:nvSpPr>
          <p:spPr>
            <a:xfrm>
              <a:off x="3717200" y="4327550"/>
              <a:ext cx="31575" cy="49400"/>
            </a:xfrm>
            <a:custGeom>
              <a:rect b="b" l="l" r="r" t="t"/>
              <a:pathLst>
                <a:path extrusionOk="0" h="1976" w="1263">
                  <a:moveTo>
                    <a:pt x="1225" y="1913"/>
                  </a:moveTo>
                  <a:cubicBezTo>
                    <a:pt x="813" y="1825"/>
                    <a:pt x="413" y="1625"/>
                    <a:pt x="238" y="1213"/>
                  </a:cubicBezTo>
                  <a:cubicBezTo>
                    <a:pt x="13" y="713"/>
                    <a:pt x="288" y="138"/>
                    <a:pt x="863" y="113"/>
                  </a:cubicBezTo>
                  <a:cubicBezTo>
                    <a:pt x="938" y="113"/>
                    <a:pt x="938" y="1"/>
                    <a:pt x="863" y="1"/>
                  </a:cubicBezTo>
                  <a:cubicBezTo>
                    <a:pt x="375" y="13"/>
                    <a:pt x="0" y="438"/>
                    <a:pt x="50" y="926"/>
                  </a:cubicBezTo>
                  <a:cubicBezTo>
                    <a:pt x="100" y="1525"/>
                    <a:pt x="650" y="1875"/>
                    <a:pt x="1200" y="1975"/>
                  </a:cubicBezTo>
                  <a:cubicBezTo>
                    <a:pt x="1238" y="1975"/>
                    <a:pt x="1263" y="1913"/>
                    <a:pt x="1225" y="19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1" name="Google Shape;3981;p101"/>
            <p:cNvSpPr/>
            <p:nvPr/>
          </p:nvSpPr>
          <p:spPr>
            <a:xfrm>
              <a:off x="3471650" y="4370975"/>
              <a:ext cx="62800" cy="31575"/>
            </a:xfrm>
            <a:custGeom>
              <a:rect b="b" l="l" r="r" t="t"/>
              <a:pathLst>
                <a:path extrusionOk="0" h="1263" w="2512">
                  <a:moveTo>
                    <a:pt x="63" y="613"/>
                  </a:moveTo>
                  <a:cubicBezTo>
                    <a:pt x="362" y="626"/>
                    <a:pt x="662" y="551"/>
                    <a:pt x="937" y="413"/>
                  </a:cubicBezTo>
                  <a:cubicBezTo>
                    <a:pt x="1637" y="113"/>
                    <a:pt x="2312" y="426"/>
                    <a:pt x="2424" y="1213"/>
                  </a:cubicBezTo>
                  <a:cubicBezTo>
                    <a:pt x="2424" y="1263"/>
                    <a:pt x="2499" y="1250"/>
                    <a:pt x="2499" y="1213"/>
                  </a:cubicBezTo>
                  <a:cubicBezTo>
                    <a:pt x="2512" y="763"/>
                    <a:pt x="2237" y="363"/>
                    <a:pt x="1825" y="213"/>
                  </a:cubicBezTo>
                  <a:cubicBezTo>
                    <a:pt x="1187" y="1"/>
                    <a:pt x="687" y="551"/>
                    <a:pt x="63" y="526"/>
                  </a:cubicBezTo>
                  <a:cubicBezTo>
                    <a:pt x="0" y="526"/>
                    <a:pt x="13" y="613"/>
                    <a:pt x="63" y="6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2" name="Google Shape;3982;p101"/>
            <p:cNvSpPr/>
            <p:nvPr/>
          </p:nvSpPr>
          <p:spPr>
            <a:xfrm>
              <a:off x="3504750" y="4396300"/>
              <a:ext cx="30650" cy="21575"/>
            </a:xfrm>
            <a:custGeom>
              <a:rect b="b" l="l" r="r" t="t"/>
              <a:pathLst>
                <a:path extrusionOk="0" h="863" w="1226">
                  <a:moveTo>
                    <a:pt x="1050" y="63"/>
                  </a:moveTo>
                  <a:cubicBezTo>
                    <a:pt x="1225" y="587"/>
                    <a:pt x="388" y="825"/>
                    <a:pt x="63" y="575"/>
                  </a:cubicBezTo>
                  <a:cubicBezTo>
                    <a:pt x="38" y="550"/>
                    <a:pt x="1" y="600"/>
                    <a:pt x="13" y="625"/>
                  </a:cubicBezTo>
                  <a:cubicBezTo>
                    <a:pt x="176" y="862"/>
                    <a:pt x="551" y="800"/>
                    <a:pt x="788" y="700"/>
                  </a:cubicBezTo>
                  <a:cubicBezTo>
                    <a:pt x="1063" y="587"/>
                    <a:pt x="1225" y="337"/>
                    <a:pt x="1113" y="50"/>
                  </a:cubicBezTo>
                  <a:cubicBezTo>
                    <a:pt x="1100" y="0"/>
                    <a:pt x="1038" y="25"/>
                    <a:pt x="1050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3" name="Google Shape;3983;p101"/>
            <p:cNvSpPr/>
            <p:nvPr/>
          </p:nvSpPr>
          <p:spPr>
            <a:xfrm>
              <a:off x="3694400" y="4258825"/>
              <a:ext cx="81250" cy="56575"/>
            </a:xfrm>
            <a:custGeom>
              <a:rect b="b" l="l" r="r" t="t"/>
              <a:pathLst>
                <a:path extrusionOk="0" h="2263" w="3250">
                  <a:moveTo>
                    <a:pt x="88" y="2212"/>
                  </a:moveTo>
                  <a:cubicBezTo>
                    <a:pt x="887" y="1263"/>
                    <a:pt x="1775" y="188"/>
                    <a:pt x="3162" y="375"/>
                  </a:cubicBezTo>
                  <a:cubicBezTo>
                    <a:pt x="3224" y="375"/>
                    <a:pt x="3249" y="300"/>
                    <a:pt x="3187" y="288"/>
                  </a:cubicBezTo>
                  <a:cubicBezTo>
                    <a:pt x="1787" y="0"/>
                    <a:pt x="825" y="1200"/>
                    <a:pt x="25" y="2162"/>
                  </a:cubicBezTo>
                  <a:cubicBezTo>
                    <a:pt x="0" y="2200"/>
                    <a:pt x="50" y="2262"/>
                    <a:pt x="88" y="2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4" name="Google Shape;3984;p101"/>
            <p:cNvSpPr/>
            <p:nvPr/>
          </p:nvSpPr>
          <p:spPr>
            <a:xfrm>
              <a:off x="3515075" y="4351000"/>
              <a:ext cx="31250" cy="15325"/>
            </a:xfrm>
            <a:custGeom>
              <a:rect b="b" l="l" r="r" t="t"/>
              <a:pathLst>
                <a:path extrusionOk="0" h="613" w="1250">
                  <a:moveTo>
                    <a:pt x="63" y="600"/>
                  </a:moveTo>
                  <a:cubicBezTo>
                    <a:pt x="288" y="612"/>
                    <a:pt x="512" y="562"/>
                    <a:pt x="712" y="450"/>
                  </a:cubicBezTo>
                  <a:cubicBezTo>
                    <a:pt x="912" y="387"/>
                    <a:pt x="1087" y="262"/>
                    <a:pt x="1212" y="88"/>
                  </a:cubicBezTo>
                  <a:cubicBezTo>
                    <a:pt x="1250" y="50"/>
                    <a:pt x="1187" y="0"/>
                    <a:pt x="1150" y="38"/>
                  </a:cubicBezTo>
                  <a:cubicBezTo>
                    <a:pt x="862" y="325"/>
                    <a:pt x="475" y="487"/>
                    <a:pt x="63" y="512"/>
                  </a:cubicBezTo>
                  <a:cubicBezTo>
                    <a:pt x="0" y="512"/>
                    <a:pt x="13" y="587"/>
                    <a:pt x="63" y="6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5" name="Google Shape;3985;p101"/>
            <p:cNvSpPr/>
            <p:nvPr/>
          </p:nvSpPr>
          <p:spPr>
            <a:xfrm>
              <a:off x="3512250" y="4344750"/>
              <a:ext cx="34075" cy="22200"/>
            </a:xfrm>
            <a:custGeom>
              <a:rect b="b" l="l" r="r" t="t"/>
              <a:pathLst>
                <a:path extrusionOk="0" h="888" w="1363">
                  <a:moveTo>
                    <a:pt x="1313" y="250"/>
                  </a:moveTo>
                  <a:cubicBezTo>
                    <a:pt x="825" y="0"/>
                    <a:pt x="226" y="300"/>
                    <a:pt x="26" y="787"/>
                  </a:cubicBezTo>
                  <a:cubicBezTo>
                    <a:pt x="1" y="837"/>
                    <a:pt x="101" y="887"/>
                    <a:pt x="126" y="825"/>
                  </a:cubicBezTo>
                  <a:cubicBezTo>
                    <a:pt x="313" y="412"/>
                    <a:pt x="825" y="125"/>
                    <a:pt x="1263" y="325"/>
                  </a:cubicBezTo>
                  <a:cubicBezTo>
                    <a:pt x="1325" y="350"/>
                    <a:pt x="1363" y="275"/>
                    <a:pt x="1313" y="2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6" name="Google Shape;3986;p101"/>
            <p:cNvSpPr/>
            <p:nvPr/>
          </p:nvSpPr>
          <p:spPr>
            <a:xfrm>
              <a:off x="3177650" y="4347550"/>
              <a:ext cx="132500" cy="60000"/>
            </a:xfrm>
            <a:custGeom>
              <a:rect b="b" l="l" r="r" t="t"/>
              <a:pathLst>
                <a:path extrusionOk="0" h="2400" w="5300">
                  <a:moveTo>
                    <a:pt x="5224" y="1750"/>
                  </a:moveTo>
                  <a:cubicBezTo>
                    <a:pt x="3687" y="2038"/>
                    <a:pt x="388" y="2350"/>
                    <a:pt x="76" y="51"/>
                  </a:cubicBezTo>
                  <a:cubicBezTo>
                    <a:pt x="76" y="13"/>
                    <a:pt x="1" y="1"/>
                    <a:pt x="13" y="51"/>
                  </a:cubicBezTo>
                  <a:cubicBezTo>
                    <a:pt x="226" y="2400"/>
                    <a:pt x="3662" y="2125"/>
                    <a:pt x="5249" y="1825"/>
                  </a:cubicBezTo>
                  <a:cubicBezTo>
                    <a:pt x="5299" y="1813"/>
                    <a:pt x="5274" y="1738"/>
                    <a:pt x="5224" y="17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7" name="Google Shape;3987;p101"/>
            <p:cNvSpPr/>
            <p:nvPr/>
          </p:nvSpPr>
          <p:spPr>
            <a:xfrm>
              <a:off x="3184850" y="4310375"/>
              <a:ext cx="60925" cy="65000"/>
            </a:xfrm>
            <a:custGeom>
              <a:rect b="b" l="l" r="r" t="t"/>
              <a:pathLst>
                <a:path extrusionOk="0" h="2600" w="2437">
                  <a:moveTo>
                    <a:pt x="975" y="2525"/>
                  </a:moveTo>
                  <a:cubicBezTo>
                    <a:pt x="350" y="2200"/>
                    <a:pt x="88" y="1425"/>
                    <a:pt x="512" y="838"/>
                  </a:cubicBezTo>
                  <a:cubicBezTo>
                    <a:pt x="887" y="300"/>
                    <a:pt x="1850" y="125"/>
                    <a:pt x="2324" y="650"/>
                  </a:cubicBezTo>
                  <a:cubicBezTo>
                    <a:pt x="2362" y="700"/>
                    <a:pt x="2437" y="625"/>
                    <a:pt x="2399" y="575"/>
                  </a:cubicBezTo>
                  <a:cubicBezTo>
                    <a:pt x="1900" y="0"/>
                    <a:pt x="837" y="188"/>
                    <a:pt x="425" y="775"/>
                  </a:cubicBezTo>
                  <a:cubicBezTo>
                    <a:pt x="0" y="1400"/>
                    <a:pt x="238" y="2262"/>
                    <a:pt x="937" y="2575"/>
                  </a:cubicBezTo>
                  <a:cubicBezTo>
                    <a:pt x="975" y="2600"/>
                    <a:pt x="1012" y="2537"/>
                    <a:pt x="975" y="25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8" name="Google Shape;3988;p101"/>
            <p:cNvSpPr/>
            <p:nvPr/>
          </p:nvSpPr>
          <p:spPr>
            <a:xfrm>
              <a:off x="3219825" y="4320675"/>
              <a:ext cx="35950" cy="46900"/>
            </a:xfrm>
            <a:custGeom>
              <a:rect b="b" l="l" r="r" t="t"/>
              <a:pathLst>
                <a:path extrusionOk="0" h="1876" w="1438">
                  <a:moveTo>
                    <a:pt x="713" y="88"/>
                  </a:moveTo>
                  <a:cubicBezTo>
                    <a:pt x="1113" y="276"/>
                    <a:pt x="1300" y="738"/>
                    <a:pt x="1138" y="1151"/>
                  </a:cubicBezTo>
                  <a:cubicBezTo>
                    <a:pt x="963" y="1588"/>
                    <a:pt x="513" y="1713"/>
                    <a:pt x="88" y="1588"/>
                  </a:cubicBezTo>
                  <a:cubicBezTo>
                    <a:pt x="38" y="1575"/>
                    <a:pt x="1" y="1650"/>
                    <a:pt x="51" y="1663"/>
                  </a:cubicBezTo>
                  <a:cubicBezTo>
                    <a:pt x="513" y="1875"/>
                    <a:pt x="1050" y="1663"/>
                    <a:pt x="1238" y="1201"/>
                  </a:cubicBezTo>
                  <a:cubicBezTo>
                    <a:pt x="1438" y="738"/>
                    <a:pt x="1213" y="201"/>
                    <a:pt x="751" y="26"/>
                  </a:cubicBezTo>
                  <a:cubicBezTo>
                    <a:pt x="713" y="1"/>
                    <a:pt x="676" y="63"/>
                    <a:pt x="713" y="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9" name="Google Shape;3989;p101"/>
            <p:cNvSpPr/>
            <p:nvPr/>
          </p:nvSpPr>
          <p:spPr>
            <a:xfrm>
              <a:off x="3208275" y="4332875"/>
              <a:ext cx="17200" cy="30950"/>
            </a:xfrm>
            <a:custGeom>
              <a:rect b="b" l="l" r="r" t="t"/>
              <a:pathLst>
                <a:path extrusionOk="0" h="1238" w="688">
                  <a:moveTo>
                    <a:pt x="650" y="1125"/>
                  </a:moveTo>
                  <a:cubicBezTo>
                    <a:pt x="63" y="1162"/>
                    <a:pt x="0" y="13"/>
                    <a:pt x="613" y="200"/>
                  </a:cubicBezTo>
                  <a:cubicBezTo>
                    <a:pt x="663" y="225"/>
                    <a:pt x="688" y="138"/>
                    <a:pt x="638" y="113"/>
                  </a:cubicBezTo>
                  <a:cubicBezTo>
                    <a:pt x="338" y="0"/>
                    <a:pt x="75" y="263"/>
                    <a:pt x="63" y="550"/>
                  </a:cubicBezTo>
                  <a:cubicBezTo>
                    <a:pt x="63" y="837"/>
                    <a:pt x="300" y="1237"/>
                    <a:pt x="650" y="1200"/>
                  </a:cubicBezTo>
                  <a:cubicBezTo>
                    <a:pt x="688" y="1200"/>
                    <a:pt x="688" y="1125"/>
                    <a:pt x="650" y="1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0" name="Google Shape;3990;p101"/>
            <p:cNvSpPr/>
            <p:nvPr/>
          </p:nvSpPr>
          <p:spPr>
            <a:xfrm>
              <a:off x="3454450" y="4302575"/>
              <a:ext cx="55025" cy="71550"/>
            </a:xfrm>
            <a:custGeom>
              <a:rect b="b" l="l" r="r" t="t"/>
              <a:pathLst>
                <a:path extrusionOk="0" h="2862" w="2201">
                  <a:moveTo>
                    <a:pt x="1825" y="2812"/>
                  </a:moveTo>
                  <a:cubicBezTo>
                    <a:pt x="2200" y="1537"/>
                    <a:pt x="1425" y="100"/>
                    <a:pt x="38" y="0"/>
                  </a:cubicBezTo>
                  <a:cubicBezTo>
                    <a:pt x="1" y="0"/>
                    <a:pt x="1" y="50"/>
                    <a:pt x="38" y="50"/>
                  </a:cubicBezTo>
                  <a:cubicBezTo>
                    <a:pt x="1300" y="375"/>
                    <a:pt x="2100" y="1462"/>
                    <a:pt x="1750" y="2787"/>
                  </a:cubicBezTo>
                  <a:cubicBezTo>
                    <a:pt x="1738" y="2837"/>
                    <a:pt x="1813" y="2862"/>
                    <a:pt x="1838" y="27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1" name="Google Shape;3991;p101"/>
            <p:cNvSpPr/>
            <p:nvPr/>
          </p:nvSpPr>
          <p:spPr>
            <a:xfrm>
              <a:off x="3809050" y="4281625"/>
              <a:ext cx="20025" cy="15350"/>
            </a:xfrm>
            <a:custGeom>
              <a:rect b="b" l="l" r="r" t="t"/>
              <a:pathLst>
                <a:path extrusionOk="0" h="614" w="801">
                  <a:moveTo>
                    <a:pt x="113" y="563"/>
                  </a:moveTo>
                  <a:cubicBezTo>
                    <a:pt x="250" y="326"/>
                    <a:pt x="488" y="163"/>
                    <a:pt x="750" y="101"/>
                  </a:cubicBezTo>
                  <a:cubicBezTo>
                    <a:pt x="800" y="88"/>
                    <a:pt x="788" y="1"/>
                    <a:pt x="738" y="1"/>
                  </a:cubicBezTo>
                  <a:cubicBezTo>
                    <a:pt x="425" y="38"/>
                    <a:pt x="163" y="226"/>
                    <a:pt x="26" y="501"/>
                  </a:cubicBezTo>
                  <a:cubicBezTo>
                    <a:pt x="1" y="563"/>
                    <a:pt x="75" y="613"/>
                    <a:pt x="113" y="5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2" name="Google Shape;3992;p101"/>
            <p:cNvSpPr/>
            <p:nvPr/>
          </p:nvSpPr>
          <p:spPr>
            <a:xfrm>
              <a:off x="3812475" y="4278200"/>
              <a:ext cx="16900" cy="5950"/>
            </a:xfrm>
            <a:custGeom>
              <a:rect b="b" l="l" r="r" t="t"/>
              <a:pathLst>
                <a:path extrusionOk="0" h="238" w="676">
                  <a:moveTo>
                    <a:pt x="613" y="113"/>
                  </a:moveTo>
                  <a:cubicBezTo>
                    <a:pt x="438" y="25"/>
                    <a:pt x="251" y="0"/>
                    <a:pt x="63" y="25"/>
                  </a:cubicBezTo>
                  <a:cubicBezTo>
                    <a:pt x="1" y="38"/>
                    <a:pt x="26" y="138"/>
                    <a:pt x="76" y="138"/>
                  </a:cubicBezTo>
                  <a:cubicBezTo>
                    <a:pt x="251" y="138"/>
                    <a:pt x="413" y="163"/>
                    <a:pt x="576" y="213"/>
                  </a:cubicBezTo>
                  <a:cubicBezTo>
                    <a:pt x="651" y="238"/>
                    <a:pt x="676" y="138"/>
                    <a:pt x="613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3" name="Google Shape;3993;p101"/>
            <p:cNvSpPr/>
            <p:nvPr/>
          </p:nvSpPr>
          <p:spPr>
            <a:xfrm>
              <a:off x="3801250" y="4294125"/>
              <a:ext cx="9375" cy="7850"/>
            </a:xfrm>
            <a:custGeom>
              <a:rect b="b" l="l" r="r" t="t"/>
              <a:pathLst>
                <a:path extrusionOk="0" h="314" w="375">
                  <a:moveTo>
                    <a:pt x="263" y="88"/>
                  </a:moveTo>
                  <a:cubicBezTo>
                    <a:pt x="213" y="113"/>
                    <a:pt x="138" y="88"/>
                    <a:pt x="113" y="38"/>
                  </a:cubicBezTo>
                  <a:cubicBezTo>
                    <a:pt x="75" y="1"/>
                    <a:pt x="0" y="38"/>
                    <a:pt x="13" y="88"/>
                  </a:cubicBezTo>
                  <a:cubicBezTo>
                    <a:pt x="75" y="238"/>
                    <a:pt x="250" y="313"/>
                    <a:pt x="338" y="151"/>
                  </a:cubicBezTo>
                  <a:cubicBezTo>
                    <a:pt x="375" y="101"/>
                    <a:pt x="300" y="38"/>
                    <a:pt x="263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4" name="Google Shape;3994;p101"/>
            <p:cNvSpPr/>
            <p:nvPr/>
          </p:nvSpPr>
          <p:spPr>
            <a:xfrm>
              <a:off x="3783125" y="4280700"/>
              <a:ext cx="20025" cy="15650"/>
            </a:xfrm>
            <a:custGeom>
              <a:rect b="b" l="l" r="r" t="t"/>
              <a:pathLst>
                <a:path extrusionOk="0" h="626" w="801">
                  <a:moveTo>
                    <a:pt x="775" y="538"/>
                  </a:moveTo>
                  <a:cubicBezTo>
                    <a:pt x="625" y="288"/>
                    <a:pt x="350" y="0"/>
                    <a:pt x="38" y="63"/>
                  </a:cubicBezTo>
                  <a:cubicBezTo>
                    <a:pt x="0" y="75"/>
                    <a:pt x="0" y="138"/>
                    <a:pt x="38" y="150"/>
                  </a:cubicBezTo>
                  <a:cubicBezTo>
                    <a:pt x="313" y="213"/>
                    <a:pt x="550" y="363"/>
                    <a:pt x="700" y="588"/>
                  </a:cubicBezTo>
                  <a:cubicBezTo>
                    <a:pt x="738" y="625"/>
                    <a:pt x="800" y="575"/>
                    <a:pt x="775" y="5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5" name="Google Shape;3995;p101"/>
            <p:cNvSpPr/>
            <p:nvPr/>
          </p:nvSpPr>
          <p:spPr>
            <a:xfrm>
              <a:off x="3783425" y="4276325"/>
              <a:ext cx="24400" cy="10325"/>
            </a:xfrm>
            <a:custGeom>
              <a:rect b="b" l="l" r="r" t="t"/>
              <a:pathLst>
                <a:path extrusionOk="0" h="413" w="976">
                  <a:moveTo>
                    <a:pt x="113" y="288"/>
                  </a:moveTo>
                  <a:cubicBezTo>
                    <a:pt x="363" y="125"/>
                    <a:pt x="613" y="188"/>
                    <a:pt x="838" y="363"/>
                  </a:cubicBezTo>
                  <a:cubicBezTo>
                    <a:pt x="888" y="413"/>
                    <a:pt x="976" y="325"/>
                    <a:pt x="913" y="275"/>
                  </a:cubicBezTo>
                  <a:cubicBezTo>
                    <a:pt x="688" y="25"/>
                    <a:pt x="313" y="0"/>
                    <a:pt x="51" y="213"/>
                  </a:cubicBezTo>
                  <a:cubicBezTo>
                    <a:pt x="1" y="250"/>
                    <a:pt x="63" y="325"/>
                    <a:pt x="113" y="2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6" name="Google Shape;3996;p101"/>
            <p:cNvSpPr/>
            <p:nvPr/>
          </p:nvSpPr>
          <p:spPr>
            <a:xfrm>
              <a:off x="3804375" y="4278500"/>
              <a:ext cx="13750" cy="8150"/>
            </a:xfrm>
            <a:custGeom>
              <a:rect b="b" l="l" r="r" t="t"/>
              <a:pathLst>
                <a:path extrusionOk="0" h="326" w="550">
                  <a:moveTo>
                    <a:pt x="138" y="276"/>
                  </a:moveTo>
                  <a:cubicBezTo>
                    <a:pt x="238" y="188"/>
                    <a:pt x="362" y="126"/>
                    <a:pt x="487" y="113"/>
                  </a:cubicBezTo>
                  <a:cubicBezTo>
                    <a:pt x="550" y="113"/>
                    <a:pt x="525" y="26"/>
                    <a:pt x="475" y="13"/>
                  </a:cubicBezTo>
                  <a:cubicBezTo>
                    <a:pt x="312" y="1"/>
                    <a:pt x="163" y="76"/>
                    <a:pt x="50" y="188"/>
                  </a:cubicBezTo>
                  <a:cubicBezTo>
                    <a:pt x="0" y="238"/>
                    <a:pt x="88" y="326"/>
                    <a:pt x="138" y="2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7" name="Google Shape;3997;p101"/>
            <p:cNvSpPr/>
            <p:nvPr/>
          </p:nvSpPr>
          <p:spPr>
            <a:xfrm>
              <a:off x="3798750" y="4264450"/>
              <a:ext cx="14375" cy="12525"/>
            </a:xfrm>
            <a:custGeom>
              <a:rect b="b" l="l" r="r" t="t"/>
              <a:pathLst>
                <a:path extrusionOk="0" h="501" w="575">
                  <a:moveTo>
                    <a:pt x="275" y="475"/>
                  </a:moveTo>
                  <a:cubicBezTo>
                    <a:pt x="400" y="463"/>
                    <a:pt x="537" y="425"/>
                    <a:pt x="550" y="288"/>
                  </a:cubicBezTo>
                  <a:cubicBezTo>
                    <a:pt x="575" y="163"/>
                    <a:pt x="475" y="63"/>
                    <a:pt x="363" y="63"/>
                  </a:cubicBezTo>
                  <a:cubicBezTo>
                    <a:pt x="63" y="0"/>
                    <a:pt x="0" y="463"/>
                    <a:pt x="300" y="488"/>
                  </a:cubicBezTo>
                  <a:cubicBezTo>
                    <a:pt x="375" y="500"/>
                    <a:pt x="400" y="375"/>
                    <a:pt x="325" y="363"/>
                  </a:cubicBezTo>
                  <a:lnTo>
                    <a:pt x="275" y="350"/>
                  </a:lnTo>
                  <a:cubicBezTo>
                    <a:pt x="200" y="350"/>
                    <a:pt x="200" y="475"/>
                    <a:pt x="275" y="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8" name="Google Shape;3998;p101"/>
            <p:cNvSpPr/>
            <p:nvPr/>
          </p:nvSpPr>
          <p:spPr>
            <a:xfrm>
              <a:off x="6793275" y="2739850"/>
              <a:ext cx="104675" cy="111550"/>
            </a:xfrm>
            <a:custGeom>
              <a:rect b="b" l="l" r="r" t="t"/>
              <a:pathLst>
                <a:path extrusionOk="0" h="4462" w="4187">
                  <a:moveTo>
                    <a:pt x="3899" y="1800"/>
                  </a:moveTo>
                  <a:cubicBezTo>
                    <a:pt x="4087" y="3375"/>
                    <a:pt x="2275" y="4462"/>
                    <a:pt x="1062" y="3325"/>
                  </a:cubicBezTo>
                  <a:cubicBezTo>
                    <a:pt x="125" y="2450"/>
                    <a:pt x="563" y="988"/>
                    <a:pt x="1212" y="75"/>
                  </a:cubicBezTo>
                  <a:cubicBezTo>
                    <a:pt x="1237" y="38"/>
                    <a:pt x="1187" y="0"/>
                    <a:pt x="1150" y="25"/>
                  </a:cubicBezTo>
                  <a:cubicBezTo>
                    <a:pt x="213" y="1038"/>
                    <a:pt x="0" y="2975"/>
                    <a:pt x="1387" y="3712"/>
                  </a:cubicBezTo>
                  <a:cubicBezTo>
                    <a:pt x="2737" y="4424"/>
                    <a:pt x="4187" y="3237"/>
                    <a:pt x="3999" y="1800"/>
                  </a:cubicBezTo>
                  <a:cubicBezTo>
                    <a:pt x="3999" y="1738"/>
                    <a:pt x="3887" y="1738"/>
                    <a:pt x="3899" y="1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9" name="Google Shape;3999;p101"/>
            <p:cNvSpPr/>
            <p:nvPr/>
          </p:nvSpPr>
          <p:spPr>
            <a:xfrm>
              <a:off x="6818575" y="2481475"/>
              <a:ext cx="146850" cy="263400"/>
            </a:xfrm>
            <a:custGeom>
              <a:rect b="b" l="l" r="r" t="t"/>
              <a:pathLst>
                <a:path extrusionOk="0" h="10536" w="5874">
                  <a:moveTo>
                    <a:pt x="75" y="10510"/>
                  </a:moveTo>
                  <a:cubicBezTo>
                    <a:pt x="1950" y="9186"/>
                    <a:pt x="4362" y="7986"/>
                    <a:pt x="5137" y="5674"/>
                  </a:cubicBezTo>
                  <a:cubicBezTo>
                    <a:pt x="5724" y="3950"/>
                    <a:pt x="5874" y="1463"/>
                    <a:pt x="4612" y="26"/>
                  </a:cubicBezTo>
                  <a:cubicBezTo>
                    <a:pt x="4587" y="1"/>
                    <a:pt x="4537" y="38"/>
                    <a:pt x="4562" y="63"/>
                  </a:cubicBezTo>
                  <a:cubicBezTo>
                    <a:pt x="5761" y="1700"/>
                    <a:pt x="5586" y="4462"/>
                    <a:pt x="4737" y="6224"/>
                  </a:cubicBezTo>
                  <a:cubicBezTo>
                    <a:pt x="3812" y="8124"/>
                    <a:pt x="1700" y="9236"/>
                    <a:pt x="38" y="10448"/>
                  </a:cubicBezTo>
                  <a:cubicBezTo>
                    <a:pt x="0" y="10473"/>
                    <a:pt x="38" y="10535"/>
                    <a:pt x="75" y="1051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0" name="Google Shape;4000;p101"/>
            <p:cNvSpPr/>
            <p:nvPr/>
          </p:nvSpPr>
          <p:spPr>
            <a:xfrm>
              <a:off x="6840750" y="2448375"/>
              <a:ext cx="85000" cy="100300"/>
            </a:xfrm>
            <a:custGeom>
              <a:rect b="b" l="l" r="r" t="t"/>
              <a:pathLst>
                <a:path extrusionOk="0" h="4012" w="3400">
                  <a:moveTo>
                    <a:pt x="3350" y="1087"/>
                  </a:moveTo>
                  <a:cubicBezTo>
                    <a:pt x="2500" y="587"/>
                    <a:pt x="1313" y="387"/>
                    <a:pt x="576" y="1225"/>
                  </a:cubicBezTo>
                  <a:cubicBezTo>
                    <a:pt x="151" y="1700"/>
                    <a:pt x="1" y="2837"/>
                    <a:pt x="413" y="3387"/>
                  </a:cubicBezTo>
                  <a:cubicBezTo>
                    <a:pt x="900" y="4012"/>
                    <a:pt x="2038" y="3924"/>
                    <a:pt x="2375" y="3187"/>
                  </a:cubicBezTo>
                  <a:cubicBezTo>
                    <a:pt x="2575" y="2749"/>
                    <a:pt x="2550" y="2237"/>
                    <a:pt x="2300" y="1812"/>
                  </a:cubicBezTo>
                  <a:cubicBezTo>
                    <a:pt x="1938" y="1175"/>
                    <a:pt x="975" y="775"/>
                    <a:pt x="863" y="25"/>
                  </a:cubicBezTo>
                  <a:cubicBezTo>
                    <a:pt x="863" y="0"/>
                    <a:pt x="813" y="0"/>
                    <a:pt x="813" y="25"/>
                  </a:cubicBezTo>
                  <a:cubicBezTo>
                    <a:pt x="825" y="437"/>
                    <a:pt x="1100" y="675"/>
                    <a:pt x="1388" y="950"/>
                  </a:cubicBezTo>
                  <a:cubicBezTo>
                    <a:pt x="1675" y="1225"/>
                    <a:pt x="2050" y="1512"/>
                    <a:pt x="2200" y="1862"/>
                  </a:cubicBezTo>
                  <a:cubicBezTo>
                    <a:pt x="2563" y="2724"/>
                    <a:pt x="2313" y="3724"/>
                    <a:pt x="1200" y="3587"/>
                  </a:cubicBezTo>
                  <a:cubicBezTo>
                    <a:pt x="850" y="3649"/>
                    <a:pt x="626" y="3524"/>
                    <a:pt x="551" y="3174"/>
                  </a:cubicBezTo>
                  <a:cubicBezTo>
                    <a:pt x="426" y="3087"/>
                    <a:pt x="338" y="2949"/>
                    <a:pt x="338" y="2799"/>
                  </a:cubicBezTo>
                  <a:cubicBezTo>
                    <a:pt x="338" y="2737"/>
                    <a:pt x="338" y="2674"/>
                    <a:pt x="338" y="2612"/>
                  </a:cubicBezTo>
                  <a:cubicBezTo>
                    <a:pt x="313" y="2362"/>
                    <a:pt x="313" y="2100"/>
                    <a:pt x="363" y="1850"/>
                  </a:cubicBezTo>
                  <a:cubicBezTo>
                    <a:pt x="713" y="487"/>
                    <a:pt x="2375" y="612"/>
                    <a:pt x="3312" y="1150"/>
                  </a:cubicBezTo>
                  <a:cubicBezTo>
                    <a:pt x="3362" y="1175"/>
                    <a:pt x="3400" y="1112"/>
                    <a:pt x="3362" y="10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1" name="Google Shape;4001;p101"/>
            <p:cNvSpPr/>
            <p:nvPr/>
          </p:nvSpPr>
          <p:spPr>
            <a:xfrm>
              <a:off x="6857625" y="2386200"/>
              <a:ext cx="13450" cy="55325"/>
            </a:xfrm>
            <a:custGeom>
              <a:rect b="b" l="l" r="r" t="t"/>
              <a:pathLst>
                <a:path extrusionOk="0" h="2213" w="538">
                  <a:moveTo>
                    <a:pt x="138" y="2162"/>
                  </a:moveTo>
                  <a:cubicBezTo>
                    <a:pt x="63" y="1387"/>
                    <a:pt x="300" y="775"/>
                    <a:pt x="525" y="50"/>
                  </a:cubicBezTo>
                  <a:cubicBezTo>
                    <a:pt x="538" y="13"/>
                    <a:pt x="488" y="0"/>
                    <a:pt x="463" y="25"/>
                  </a:cubicBezTo>
                  <a:cubicBezTo>
                    <a:pt x="51" y="613"/>
                    <a:pt x="1" y="1475"/>
                    <a:pt x="63" y="2162"/>
                  </a:cubicBezTo>
                  <a:cubicBezTo>
                    <a:pt x="63" y="2212"/>
                    <a:pt x="150" y="2212"/>
                    <a:pt x="138" y="2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2" name="Google Shape;4002;p101"/>
            <p:cNvSpPr/>
            <p:nvPr/>
          </p:nvSpPr>
          <p:spPr>
            <a:xfrm>
              <a:off x="6804825" y="2632075"/>
              <a:ext cx="96875" cy="82175"/>
            </a:xfrm>
            <a:custGeom>
              <a:rect b="b" l="l" r="r" t="t"/>
              <a:pathLst>
                <a:path extrusionOk="0" h="3287" w="3875">
                  <a:moveTo>
                    <a:pt x="3800" y="2200"/>
                  </a:moveTo>
                  <a:cubicBezTo>
                    <a:pt x="3125" y="2712"/>
                    <a:pt x="2300" y="3174"/>
                    <a:pt x="1425" y="2937"/>
                  </a:cubicBezTo>
                  <a:cubicBezTo>
                    <a:pt x="963" y="2799"/>
                    <a:pt x="575" y="2474"/>
                    <a:pt x="363" y="2050"/>
                  </a:cubicBezTo>
                  <a:cubicBezTo>
                    <a:pt x="213" y="1762"/>
                    <a:pt x="126" y="1450"/>
                    <a:pt x="126" y="1137"/>
                  </a:cubicBezTo>
                  <a:cubicBezTo>
                    <a:pt x="138" y="400"/>
                    <a:pt x="563" y="250"/>
                    <a:pt x="1400" y="687"/>
                  </a:cubicBezTo>
                  <a:cubicBezTo>
                    <a:pt x="1363" y="712"/>
                    <a:pt x="1400" y="787"/>
                    <a:pt x="1438" y="750"/>
                  </a:cubicBezTo>
                  <a:cubicBezTo>
                    <a:pt x="1813" y="463"/>
                    <a:pt x="1400" y="125"/>
                    <a:pt x="1050" y="75"/>
                  </a:cubicBezTo>
                  <a:cubicBezTo>
                    <a:pt x="388" y="0"/>
                    <a:pt x="1" y="675"/>
                    <a:pt x="26" y="1262"/>
                  </a:cubicBezTo>
                  <a:cubicBezTo>
                    <a:pt x="63" y="2050"/>
                    <a:pt x="613" y="2837"/>
                    <a:pt x="1388" y="3049"/>
                  </a:cubicBezTo>
                  <a:cubicBezTo>
                    <a:pt x="2312" y="3287"/>
                    <a:pt x="3162" y="2824"/>
                    <a:pt x="3837" y="2237"/>
                  </a:cubicBezTo>
                  <a:cubicBezTo>
                    <a:pt x="3875" y="2212"/>
                    <a:pt x="3825" y="2175"/>
                    <a:pt x="3800" y="22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3" name="Google Shape;4003;p101"/>
            <p:cNvSpPr/>
            <p:nvPr/>
          </p:nvSpPr>
          <p:spPr>
            <a:xfrm>
              <a:off x="6762650" y="2704850"/>
              <a:ext cx="110625" cy="22850"/>
            </a:xfrm>
            <a:custGeom>
              <a:rect b="b" l="l" r="r" t="t"/>
              <a:pathLst>
                <a:path extrusionOk="0" h="914" w="4425">
                  <a:moveTo>
                    <a:pt x="4324" y="26"/>
                  </a:moveTo>
                  <a:cubicBezTo>
                    <a:pt x="3325" y="876"/>
                    <a:pt x="1175" y="913"/>
                    <a:pt x="63" y="326"/>
                  </a:cubicBezTo>
                  <a:cubicBezTo>
                    <a:pt x="26" y="313"/>
                    <a:pt x="1" y="363"/>
                    <a:pt x="26" y="388"/>
                  </a:cubicBezTo>
                  <a:cubicBezTo>
                    <a:pt x="713" y="901"/>
                    <a:pt x="1700" y="826"/>
                    <a:pt x="2512" y="738"/>
                  </a:cubicBezTo>
                  <a:cubicBezTo>
                    <a:pt x="3175" y="663"/>
                    <a:pt x="3862" y="538"/>
                    <a:pt x="4387" y="88"/>
                  </a:cubicBezTo>
                  <a:cubicBezTo>
                    <a:pt x="4424" y="51"/>
                    <a:pt x="4374" y="1"/>
                    <a:pt x="4324" y="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4" name="Google Shape;4004;p101"/>
            <p:cNvSpPr/>
            <p:nvPr/>
          </p:nvSpPr>
          <p:spPr>
            <a:xfrm>
              <a:off x="6751100" y="2705175"/>
              <a:ext cx="12200" cy="11900"/>
            </a:xfrm>
            <a:custGeom>
              <a:rect b="b" l="l" r="r" t="t"/>
              <a:pathLst>
                <a:path extrusionOk="0" h="476" w="488">
                  <a:moveTo>
                    <a:pt x="450" y="350"/>
                  </a:moveTo>
                  <a:cubicBezTo>
                    <a:pt x="488" y="263"/>
                    <a:pt x="463" y="150"/>
                    <a:pt x="400" y="88"/>
                  </a:cubicBezTo>
                  <a:cubicBezTo>
                    <a:pt x="338" y="25"/>
                    <a:pt x="238" y="0"/>
                    <a:pt x="150" y="13"/>
                  </a:cubicBezTo>
                  <a:cubicBezTo>
                    <a:pt x="125" y="13"/>
                    <a:pt x="88" y="25"/>
                    <a:pt x="63" y="50"/>
                  </a:cubicBezTo>
                  <a:cubicBezTo>
                    <a:pt x="38" y="88"/>
                    <a:pt x="25" y="125"/>
                    <a:pt x="25" y="163"/>
                  </a:cubicBezTo>
                  <a:cubicBezTo>
                    <a:pt x="0" y="288"/>
                    <a:pt x="63" y="413"/>
                    <a:pt x="175" y="463"/>
                  </a:cubicBezTo>
                  <a:cubicBezTo>
                    <a:pt x="313" y="475"/>
                    <a:pt x="425" y="375"/>
                    <a:pt x="425" y="2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5" name="Google Shape;4005;p101"/>
            <p:cNvSpPr/>
            <p:nvPr/>
          </p:nvSpPr>
          <p:spPr>
            <a:xfrm>
              <a:off x="6748900" y="2702675"/>
              <a:ext cx="16275" cy="18450"/>
            </a:xfrm>
            <a:custGeom>
              <a:rect b="b" l="l" r="r" t="t"/>
              <a:pathLst>
                <a:path extrusionOk="0" h="738" w="651">
                  <a:moveTo>
                    <a:pt x="601" y="463"/>
                  </a:moveTo>
                  <a:cubicBezTo>
                    <a:pt x="650" y="300"/>
                    <a:pt x="563" y="113"/>
                    <a:pt x="388" y="63"/>
                  </a:cubicBezTo>
                  <a:cubicBezTo>
                    <a:pt x="251" y="0"/>
                    <a:pt x="76" y="88"/>
                    <a:pt x="63" y="250"/>
                  </a:cubicBezTo>
                  <a:cubicBezTo>
                    <a:pt x="1" y="650"/>
                    <a:pt x="563" y="738"/>
                    <a:pt x="563" y="338"/>
                  </a:cubicBezTo>
                  <a:cubicBezTo>
                    <a:pt x="563" y="288"/>
                    <a:pt x="501" y="275"/>
                    <a:pt x="488" y="325"/>
                  </a:cubicBezTo>
                  <a:cubicBezTo>
                    <a:pt x="163" y="438"/>
                    <a:pt x="88" y="425"/>
                    <a:pt x="263" y="275"/>
                  </a:cubicBezTo>
                  <a:cubicBezTo>
                    <a:pt x="376" y="100"/>
                    <a:pt x="438" y="150"/>
                    <a:pt x="476" y="425"/>
                  </a:cubicBezTo>
                  <a:cubicBezTo>
                    <a:pt x="451" y="513"/>
                    <a:pt x="576" y="538"/>
                    <a:pt x="601" y="4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6" name="Google Shape;4006;p101"/>
            <p:cNvSpPr/>
            <p:nvPr/>
          </p:nvSpPr>
          <p:spPr>
            <a:xfrm>
              <a:off x="6927925" y="2476175"/>
              <a:ext cx="3450" cy="2825"/>
            </a:xfrm>
            <a:custGeom>
              <a:rect b="b" l="l" r="r" t="t"/>
              <a:pathLst>
                <a:path extrusionOk="0" h="113" w="138">
                  <a:moveTo>
                    <a:pt x="63" y="25"/>
                  </a:moveTo>
                  <a:lnTo>
                    <a:pt x="38" y="38"/>
                  </a:lnTo>
                  <a:cubicBezTo>
                    <a:pt x="0" y="50"/>
                    <a:pt x="0" y="88"/>
                    <a:pt x="38" y="100"/>
                  </a:cubicBezTo>
                  <a:lnTo>
                    <a:pt x="63" y="100"/>
                  </a:lnTo>
                  <a:cubicBezTo>
                    <a:pt x="125" y="113"/>
                    <a:pt x="138" y="0"/>
                    <a:pt x="63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7" name="Google Shape;4007;p101"/>
            <p:cNvSpPr/>
            <p:nvPr/>
          </p:nvSpPr>
          <p:spPr>
            <a:xfrm>
              <a:off x="6869800" y="2346825"/>
              <a:ext cx="17850" cy="42200"/>
            </a:xfrm>
            <a:custGeom>
              <a:rect b="b" l="l" r="r" t="t"/>
              <a:pathLst>
                <a:path extrusionOk="0" h="1688" w="714">
                  <a:moveTo>
                    <a:pt x="101" y="1663"/>
                  </a:moveTo>
                  <a:cubicBezTo>
                    <a:pt x="638" y="1463"/>
                    <a:pt x="713" y="513"/>
                    <a:pt x="576" y="51"/>
                  </a:cubicBezTo>
                  <a:cubicBezTo>
                    <a:pt x="551" y="1"/>
                    <a:pt x="463" y="13"/>
                    <a:pt x="476" y="63"/>
                  </a:cubicBezTo>
                  <a:cubicBezTo>
                    <a:pt x="513" y="313"/>
                    <a:pt x="526" y="563"/>
                    <a:pt x="488" y="800"/>
                  </a:cubicBezTo>
                  <a:cubicBezTo>
                    <a:pt x="438" y="1038"/>
                    <a:pt x="326" y="1463"/>
                    <a:pt x="76" y="1550"/>
                  </a:cubicBezTo>
                  <a:cubicBezTo>
                    <a:pt x="1" y="1575"/>
                    <a:pt x="38" y="1688"/>
                    <a:pt x="101" y="16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8" name="Google Shape;4008;p101"/>
            <p:cNvSpPr/>
            <p:nvPr/>
          </p:nvSpPr>
          <p:spPr>
            <a:xfrm>
              <a:off x="6865425" y="2346525"/>
              <a:ext cx="19725" cy="42200"/>
            </a:xfrm>
            <a:custGeom>
              <a:rect b="b" l="l" r="r" t="t"/>
              <a:pathLst>
                <a:path extrusionOk="0" h="1688" w="789">
                  <a:moveTo>
                    <a:pt x="676" y="50"/>
                  </a:moveTo>
                  <a:cubicBezTo>
                    <a:pt x="313" y="400"/>
                    <a:pt x="1" y="1125"/>
                    <a:pt x="151" y="1625"/>
                  </a:cubicBezTo>
                  <a:cubicBezTo>
                    <a:pt x="163" y="1687"/>
                    <a:pt x="251" y="1662"/>
                    <a:pt x="238" y="1600"/>
                  </a:cubicBezTo>
                  <a:cubicBezTo>
                    <a:pt x="188" y="1062"/>
                    <a:pt x="376" y="513"/>
                    <a:pt x="751" y="113"/>
                  </a:cubicBezTo>
                  <a:cubicBezTo>
                    <a:pt x="788" y="63"/>
                    <a:pt x="726" y="0"/>
                    <a:pt x="676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9" name="Google Shape;4009;p101"/>
            <p:cNvSpPr/>
            <p:nvPr/>
          </p:nvSpPr>
          <p:spPr>
            <a:xfrm>
              <a:off x="6831375" y="2415875"/>
              <a:ext cx="30025" cy="33150"/>
            </a:xfrm>
            <a:custGeom>
              <a:rect b="b" l="l" r="r" t="t"/>
              <a:pathLst>
                <a:path extrusionOk="0" h="1326" w="1201">
                  <a:moveTo>
                    <a:pt x="1188" y="1275"/>
                  </a:moveTo>
                  <a:cubicBezTo>
                    <a:pt x="1200" y="938"/>
                    <a:pt x="1026" y="663"/>
                    <a:pt x="813" y="413"/>
                  </a:cubicBezTo>
                  <a:cubicBezTo>
                    <a:pt x="638" y="163"/>
                    <a:pt x="351" y="13"/>
                    <a:pt x="51" y="0"/>
                  </a:cubicBezTo>
                  <a:cubicBezTo>
                    <a:pt x="13" y="0"/>
                    <a:pt x="1" y="75"/>
                    <a:pt x="38" y="75"/>
                  </a:cubicBezTo>
                  <a:cubicBezTo>
                    <a:pt x="326" y="100"/>
                    <a:pt x="588" y="238"/>
                    <a:pt x="763" y="463"/>
                  </a:cubicBezTo>
                  <a:cubicBezTo>
                    <a:pt x="951" y="713"/>
                    <a:pt x="1125" y="950"/>
                    <a:pt x="1101" y="1275"/>
                  </a:cubicBezTo>
                  <a:cubicBezTo>
                    <a:pt x="1101" y="1325"/>
                    <a:pt x="1175" y="1325"/>
                    <a:pt x="1188" y="12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0" name="Google Shape;4010;p101"/>
            <p:cNvSpPr/>
            <p:nvPr/>
          </p:nvSpPr>
          <p:spPr>
            <a:xfrm>
              <a:off x="6831375" y="2415550"/>
              <a:ext cx="29400" cy="33475"/>
            </a:xfrm>
            <a:custGeom>
              <a:rect b="b" l="l" r="r" t="t"/>
              <a:pathLst>
                <a:path extrusionOk="0" h="1339" w="1176">
                  <a:moveTo>
                    <a:pt x="13" y="63"/>
                  </a:moveTo>
                  <a:cubicBezTo>
                    <a:pt x="101" y="626"/>
                    <a:pt x="501" y="1201"/>
                    <a:pt x="1076" y="1313"/>
                  </a:cubicBezTo>
                  <a:cubicBezTo>
                    <a:pt x="1138" y="1338"/>
                    <a:pt x="1175" y="1251"/>
                    <a:pt x="1125" y="1213"/>
                  </a:cubicBezTo>
                  <a:cubicBezTo>
                    <a:pt x="888" y="1076"/>
                    <a:pt x="651" y="1013"/>
                    <a:pt x="476" y="776"/>
                  </a:cubicBezTo>
                  <a:cubicBezTo>
                    <a:pt x="301" y="563"/>
                    <a:pt x="163" y="313"/>
                    <a:pt x="88" y="38"/>
                  </a:cubicBezTo>
                  <a:cubicBezTo>
                    <a:pt x="76" y="1"/>
                    <a:pt x="1" y="13"/>
                    <a:pt x="13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1" name="Google Shape;4011;p101"/>
            <p:cNvSpPr/>
            <p:nvPr/>
          </p:nvSpPr>
          <p:spPr>
            <a:xfrm>
              <a:off x="6767025" y="2718300"/>
              <a:ext cx="86575" cy="38750"/>
            </a:xfrm>
            <a:custGeom>
              <a:rect b="b" l="l" r="r" t="t"/>
              <a:pathLst>
                <a:path extrusionOk="0" h="1550" w="3463">
                  <a:moveTo>
                    <a:pt x="3387" y="38"/>
                  </a:moveTo>
                  <a:cubicBezTo>
                    <a:pt x="2387" y="738"/>
                    <a:pt x="1250" y="1225"/>
                    <a:pt x="50" y="1437"/>
                  </a:cubicBezTo>
                  <a:cubicBezTo>
                    <a:pt x="0" y="1450"/>
                    <a:pt x="25" y="1550"/>
                    <a:pt x="88" y="1537"/>
                  </a:cubicBezTo>
                  <a:cubicBezTo>
                    <a:pt x="1288" y="1312"/>
                    <a:pt x="2437" y="825"/>
                    <a:pt x="3425" y="100"/>
                  </a:cubicBezTo>
                  <a:cubicBezTo>
                    <a:pt x="3462" y="75"/>
                    <a:pt x="3425" y="0"/>
                    <a:pt x="3387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2" name="Google Shape;4012;p101"/>
            <p:cNvSpPr/>
            <p:nvPr/>
          </p:nvSpPr>
          <p:spPr>
            <a:xfrm>
              <a:off x="6752975" y="2749525"/>
              <a:ext cx="16250" cy="17850"/>
            </a:xfrm>
            <a:custGeom>
              <a:rect b="b" l="l" r="r" t="t"/>
              <a:pathLst>
                <a:path extrusionOk="0" h="714" w="650">
                  <a:moveTo>
                    <a:pt x="575" y="188"/>
                  </a:moveTo>
                  <a:cubicBezTo>
                    <a:pt x="363" y="1"/>
                    <a:pt x="0" y="238"/>
                    <a:pt x="213" y="476"/>
                  </a:cubicBezTo>
                  <a:cubicBezTo>
                    <a:pt x="413" y="713"/>
                    <a:pt x="650" y="376"/>
                    <a:pt x="562" y="163"/>
                  </a:cubicBezTo>
                  <a:cubicBezTo>
                    <a:pt x="537" y="126"/>
                    <a:pt x="487" y="138"/>
                    <a:pt x="487" y="176"/>
                  </a:cubicBezTo>
                  <a:cubicBezTo>
                    <a:pt x="487" y="213"/>
                    <a:pt x="487" y="251"/>
                    <a:pt x="487" y="288"/>
                  </a:cubicBezTo>
                  <a:cubicBezTo>
                    <a:pt x="475" y="376"/>
                    <a:pt x="487" y="363"/>
                    <a:pt x="512" y="263"/>
                  </a:cubicBezTo>
                  <a:cubicBezTo>
                    <a:pt x="550" y="288"/>
                    <a:pt x="612" y="238"/>
                    <a:pt x="575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3" name="Google Shape;4013;p101"/>
            <p:cNvSpPr/>
            <p:nvPr/>
          </p:nvSpPr>
          <p:spPr>
            <a:xfrm>
              <a:off x="6783275" y="2681125"/>
              <a:ext cx="81875" cy="30625"/>
            </a:xfrm>
            <a:custGeom>
              <a:rect b="b" l="l" r="r" t="t"/>
              <a:pathLst>
                <a:path extrusionOk="0" h="1225" w="3275">
                  <a:moveTo>
                    <a:pt x="3212" y="1000"/>
                  </a:moveTo>
                  <a:cubicBezTo>
                    <a:pt x="2000" y="1137"/>
                    <a:pt x="988" y="800"/>
                    <a:pt x="63" y="25"/>
                  </a:cubicBezTo>
                  <a:cubicBezTo>
                    <a:pt x="25" y="0"/>
                    <a:pt x="0" y="38"/>
                    <a:pt x="13" y="75"/>
                  </a:cubicBezTo>
                  <a:cubicBezTo>
                    <a:pt x="738" y="1000"/>
                    <a:pt x="2112" y="1225"/>
                    <a:pt x="3212" y="1087"/>
                  </a:cubicBezTo>
                  <a:cubicBezTo>
                    <a:pt x="3274" y="1087"/>
                    <a:pt x="3274" y="987"/>
                    <a:pt x="3212" y="10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4" name="Google Shape;4014;p101"/>
            <p:cNvSpPr/>
            <p:nvPr/>
          </p:nvSpPr>
          <p:spPr>
            <a:xfrm>
              <a:off x="6773575" y="2671750"/>
              <a:ext cx="15025" cy="12825"/>
            </a:xfrm>
            <a:custGeom>
              <a:rect b="b" l="l" r="r" t="t"/>
              <a:pathLst>
                <a:path extrusionOk="0" h="513" w="601">
                  <a:moveTo>
                    <a:pt x="338" y="25"/>
                  </a:moveTo>
                  <a:cubicBezTo>
                    <a:pt x="38" y="0"/>
                    <a:pt x="1" y="450"/>
                    <a:pt x="301" y="488"/>
                  </a:cubicBezTo>
                  <a:cubicBezTo>
                    <a:pt x="601" y="513"/>
                    <a:pt x="563" y="75"/>
                    <a:pt x="276" y="88"/>
                  </a:cubicBezTo>
                  <a:cubicBezTo>
                    <a:pt x="238" y="88"/>
                    <a:pt x="226" y="138"/>
                    <a:pt x="263" y="150"/>
                  </a:cubicBezTo>
                  <a:cubicBezTo>
                    <a:pt x="313" y="213"/>
                    <a:pt x="338" y="188"/>
                    <a:pt x="338" y="100"/>
                  </a:cubicBezTo>
                  <a:cubicBezTo>
                    <a:pt x="388" y="100"/>
                    <a:pt x="388" y="25"/>
                    <a:pt x="338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5" name="Google Shape;4015;p101"/>
            <p:cNvSpPr/>
            <p:nvPr/>
          </p:nvSpPr>
          <p:spPr>
            <a:xfrm>
              <a:off x="6888250" y="2270600"/>
              <a:ext cx="60000" cy="237450"/>
            </a:xfrm>
            <a:custGeom>
              <a:rect b="b" l="l" r="r" t="t"/>
              <a:pathLst>
                <a:path extrusionOk="0" h="9498" w="2400">
                  <a:moveTo>
                    <a:pt x="2387" y="9448"/>
                  </a:moveTo>
                  <a:cubicBezTo>
                    <a:pt x="1137" y="6136"/>
                    <a:pt x="0" y="3450"/>
                    <a:pt x="2025" y="125"/>
                  </a:cubicBezTo>
                  <a:cubicBezTo>
                    <a:pt x="2062" y="50"/>
                    <a:pt x="1962" y="0"/>
                    <a:pt x="1925" y="63"/>
                  </a:cubicBezTo>
                  <a:cubicBezTo>
                    <a:pt x="975" y="1475"/>
                    <a:pt x="575" y="2750"/>
                    <a:pt x="738" y="4449"/>
                  </a:cubicBezTo>
                  <a:cubicBezTo>
                    <a:pt x="925" y="6386"/>
                    <a:pt x="1637" y="7686"/>
                    <a:pt x="2325" y="9460"/>
                  </a:cubicBezTo>
                  <a:cubicBezTo>
                    <a:pt x="2350" y="9498"/>
                    <a:pt x="2400" y="9485"/>
                    <a:pt x="2387" y="944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6" name="Google Shape;4016;p101"/>
            <p:cNvSpPr/>
            <p:nvPr/>
          </p:nvSpPr>
          <p:spPr>
            <a:xfrm>
              <a:off x="6844200" y="2755475"/>
              <a:ext cx="49375" cy="31875"/>
            </a:xfrm>
            <a:custGeom>
              <a:rect b="b" l="l" r="r" t="t"/>
              <a:pathLst>
                <a:path extrusionOk="0" h="1275" w="1975">
                  <a:moveTo>
                    <a:pt x="1962" y="1213"/>
                  </a:moveTo>
                  <a:cubicBezTo>
                    <a:pt x="1875" y="663"/>
                    <a:pt x="1525" y="125"/>
                    <a:pt x="912" y="63"/>
                  </a:cubicBezTo>
                  <a:cubicBezTo>
                    <a:pt x="425" y="0"/>
                    <a:pt x="0" y="375"/>
                    <a:pt x="0" y="875"/>
                  </a:cubicBezTo>
                  <a:cubicBezTo>
                    <a:pt x="0" y="938"/>
                    <a:pt x="113" y="938"/>
                    <a:pt x="113" y="875"/>
                  </a:cubicBezTo>
                  <a:cubicBezTo>
                    <a:pt x="125" y="300"/>
                    <a:pt x="700" y="13"/>
                    <a:pt x="1200" y="250"/>
                  </a:cubicBezTo>
                  <a:cubicBezTo>
                    <a:pt x="1612" y="425"/>
                    <a:pt x="1812" y="813"/>
                    <a:pt x="1900" y="1238"/>
                  </a:cubicBezTo>
                  <a:cubicBezTo>
                    <a:pt x="1912" y="1275"/>
                    <a:pt x="1975" y="1262"/>
                    <a:pt x="1962" y="1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7" name="Google Shape;4017;p101"/>
            <p:cNvSpPr/>
            <p:nvPr/>
          </p:nvSpPr>
          <p:spPr>
            <a:xfrm>
              <a:off x="6887300" y="2510225"/>
              <a:ext cx="31575" cy="62500"/>
            </a:xfrm>
            <a:custGeom>
              <a:rect b="b" l="l" r="r" t="t"/>
              <a:pathLst>
                <a:path extrusionOk="0" h="2500" w="1263">
                  <a:moveTo>
                    <a:pt x="538" y="50"/>
                  </a:moveTo>
                  <a:cubicBezTo>
                    <a:pt x="563" y="675"/>
                    <a:pt x="1" y="1175"/>
                    <a:pt x="226" y="1812"/>
                  </a:cubicBezTo>
                  <a:cubicBezTo>
                    <a:pt x="376" y="2225"/>
                    <a:pt x="776" y="2500"/>
                    <a:pt x="1213" y="2487"/>
                  </a:cubicBezTo>
                  <a:cubicBezTo>
                    <a:pt x="1250" y="2487"/>
                    <a:pt x="1263" y="2425"/>
                    <a:pt x="1225" y="2412"/>
                  </a:cubicBezTo>
                  <a:cubicBezTo>
                    <a:pt x="438" y="2312"/>
                    <a:pt x="126" y="1625"/>
                    <a:pt x="426" y="925"/>
                  </a:cubicBezTo>
                  <a:cubicBezTo>
                    <a:pt x="563" y="650"/>
                    <a:pt x="626" y="350"/>
                    <a:pt x="626" y="50"/>
                  </a:cubicBezTo>
                  <a:cubicBezTo>
                    <a:pt x="626" y="0"/>
                    <a:pt x="538" y="0"/>
                    <a:pt x="538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8" name="Google Shape;4018;p101"/>
            <p:cNvSpPr/>
            <p:nvPr/>
          </p:nvSpPr>
          <p:spPr>
            <a:xfrm>
              <a:off x="6912925" y="2543350"/>
              <a:ext cx="21575" cy="30625"/>
            </a:xfrm>
            <a:custGeom>
              <a:rect b="b" l="l" r="r" t="t"/>
              <a:pathLst>
                <a:path extrusionOk="0" h="1225" w="863">
                  <a:moveTo>
                    <a:pt x="38" y="1112"/>
                  </a:moveTo>
                  <a:cubicBezTo>
                    <a:pt x="338" y="1225"/>
                    <a:pt x="588" y="1062"/>
                    <a:pt x="700" y="775"/>
                  </a:cubicBezTo>
                  <a:cubicBezTo>
                    <a:pt x="788" y="550"/>
                    <a:pt x="863" y="163"/>
                    <a:pt x="613" y="13"/>
                  </a:cubicBezTo>
                  <a:cubicBezTo>
                    <a:pt x="588" y="0"/>
                    <a:pt x="550" y="25"/>
                    <a:pt x="575" y="63"/>
                  </a:cubicBezTo>
                  <a:cubicBezTo>
                    <a:pt x="825" y="387"/>
                    <a:pt x="588" y="1225"/>
                    <a:pt x="63" y="1050"/>
                  </a:cubicBezTo>
                  <a:cubicBezTo>
                    <a:pt x="13" y="1025"/>
                    <a:pt x="0" y="1100"/>
                    <a:pt x="38" y="11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9" name="Google Shape;4019;p101"/>
            <p:cNvSpPr/>
            <p:nvPr/>
          </p:nvSpPr>
          <p:spPr>
            <a:xfrm>
              <a:off x="6775150" y="2732675"/>
              <a:ext cx="56575" cy="81250"/>
            </a:xfrm>
            <a:custGeom>
              <a:rect b="b" l="l" r="r" t="t"/>
              <a:pathLst>
                <a:path extrusionOk="0" h="3250" w="2263">
                  <a:moveTo>
                    <a:pt x="2162" y="38"/>
                  </a:moveTo>
                  <a:cubicBezTo>
                    <a:pt x="1213" y="825"/>
                    <a:pt x="0" y="1800"/>
                    <a:pt x="300" y="3199"/>
                  </a:cubicBezTo>
                  <a:cubicBezTo>
                    <a:pt x="313" y="3249"/>
                    <a:pt x="400" y="3224"/>
                    <a:pt x="388" y="3174"/>
                  </a:cubicBezTo>
                  <a:cubicBezTo>
                    <a:pt x="200" y="1787"/>
                    <a:pt x="1275" y="900"/>
                    <a:pt x="2225" y="88"/>
                  </a:cubicBezTo>
                  <a:cubicBezTo>
                    <a:pt x="2262" y="63"/>
                    <a:pt x="2200" y="0"/>
                    <a:pt x="2162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0" name="Google Shape;4020;p101"/>
            <p:cNvSpPr/>
            <p:nvPr/>
          </p:nvSpPr>
          <p:spPr>
            <a:xfrm>
              <a:off x="6867625" y="2553650"/>
              <a:ext cx="15025" cy="30950"/>
            </a:xfrm>
            <a:custGeom>
              <a:rect b="b" l="l" r="r" t="t"/>
              <a:pathLst>
                <a:path extrusionOk="0" h="1238" w="601">
                  <a:moveTo>
                    <a:pt x="500" y="63"/>
                  </a:moveTo>
                  <a:cubicBezTo>
                    <a:pt x="475" y="463"/>
                    <a:pt x="313" y="850"/>
                    <a:pt x="25" y="1138"/>
                  </a:cubicBezTo>
                  <a:cubicBezTo>
                    <a:pt x="0" y="1175"/>
                    <a:pt x="38" y="1238"/>
                    <a:pt x="88" y="1213"/>
                  </a:cubicBezTo>
                  <a:cubicBezTo>
                    <a:pt x="250" y="1075"/>
                    <a:pt x="375" y="900"/>
                    <a:pt x="438" y="713"/>
                  </a:cubicBezTo>
                  <a:cubicBezTo>
                    <a:pt x="550" y="513"/>
                    <a:pt x="600" y="288"/>
                    <a:pt x="588" y="63"/>
                  </a:cubicBezTo>
                  <a:cubicBezTo>
                    <a:pt x="588" y="0"/>
                    <a:pt x="488" y="0"/>
                    <a:pt x="488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1" name="Google Shape;4021;p101"/>
            <p:cNvSpPr/>
            <p:nvPr/>
          </p:nvSpPr>
          <p:spPr>
            <a:xfrm>
              <a:off x="6861375" y="2550525"/>
              <a:ext cx="21900" cy="34400"/>
            </a:xfrm>
            <a:custGeom>
              <a:rect b="b" l="l" r="r" t="t"/>
              <a:pathLst>
                <a:path extrusionOk="0" h="1376" w="876">
                  <a:moveTo>
                    <a:pt x="325" y="1275"/>
                  </a:moveTo>
                  <a:cubicBezTo>
                    <a:pt x="113" y="825"/>
                    <a:pt x="413" y="313"/>
                    <a:pt x="825" y="125"/>
                  </a:cubicBezTo>
                  <a:cubicBezTo>
                    <a:pt x="875" y="100"/>
                    <a:pt x="838" y="0"/>
                    <a:pt x="775" y="25"/>
                  </a:cubicBezTo>
                  <a:cubicBezTo>
                    <a:pt x="300" y="238"/>
                    <a:pt x="0" y="838"/>
                    <a:pt x="238" y="1325"/>
                  </a:cubicBezTo>
                  <a:cubicBezTo>
                    <a:pt x="275" y="1375"/>
                    <a:pt x="350" y="1325"/>
                    <a:pt x="325" y="12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2" name="Google Shape;4022;p101"/>
            <p:cNvSpPr/>
            <p:nvPr/>
          </p:nvSpPr>
          <p:spPr>
            <a:xfrm>
              <a:off x="6864175" y="2216250"/>
              <a:ext cx="60025" cy="132175"/>
            </a:xfrm>
            <a:custGeom>
              <a:rect b="b" l="l" r="r" t="t"/>
              <a:pathLst>
                <a:path extrusionOk="0" h="5287" w="2401">
                  <a:moveTo>
                    <a:pt x="1813" y="5236"/>
                  </a:moveTo>
                  <a:cubicBezTo>
                    <a:pt x="2125" y="3649"/>
                    <a:pt x="2400" y="212"/>
                    <a:pt x="51" y="0"/>
                  </a:cubicBezTo>
                  <a:cubicBezTo>
                    <a:pt x="1" y="0"/>
                    <a:pt x="1" y="62"/>
                    <a:pt x="51" y="75"/>
                  </a:cubicBezTo>
                  <a:cubicBezTo>
                    <a:pt x="2338" y="375"/>
                    <a:pt x="2038" y="3687"/>
                    <a:pt x="1738" y="5211"/>
                  </a:cubicBezTo>
                  <a:cubicBezTo>
                    <a:pt x="1738" y="5261"/>
                    <a:pt x="1813" y="5286"/>
                    <a:pt x="1813" y="52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3" name="Google Shape;4023;p101"/>
            <p:cNvSpPr/>
            <p:nvPr/>
          </p:nvSpPr>
          <p:spPr>
            <a:xfrm>
              <a:off x="6826700" y="2222800"/>
              <a:ext cx="65000" cy="61575"/>
            </a:xfrm>
            <a:custGeom>
              <a:rect b="b" l="l" r="r" t="t"/>
              <a:pathLst>
                <a:path extrusionOk="0" h="2463" w="2600">
                  <a:moveTo>
                    <a:pt x="2587" y="963"/>
                  </a:moveTo>
                  <a:cubicBezTo>
                    <a:pt x="2250" y="288"/>
                    <a:pt x="1425" y="0"/>
                    <a:pt x="788" y="450"/>
                  </a:cubicBezTo>
                  <a:cubicBezTo>
                    <a:pt x="200" y="863"/>
                    <a:pt x="0" y="1925"/>
                    <a:pt x="575" y="2425"/>
                  </a:cubicBezTo>
                  <a:cubicBezTo>
                    <a:pt x="638" y="2462"/>
                    <a:pt x="700" y="2387"/>
                    <a:pt x="650" y="2350"/>
                  </a:cubicBezTo>
                  <a:cubicBezTo>
                    <a:pt x="138" y="1875"/>
                    <a:pt x="300" y="900"/>
                    <a:pt x="838" y="525"/>
                  </a:cubicBezTo>
                  <a:cubicBezTo>
                    <a:pt x="1425" y="125"/>
                    <a:pt x="2237" y="350"/>
                    <a:pt x="2537" y="1000"/>
                  </a:cubicBezTo>
                  <a:cubicBezTo>
                    <a:pt x="2550" y="1038"/>
                    <a:pt x="2600" y="1000"/>
                    <a:pt x="2587" y="9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4" name="Google Shape;4024;p101"/>
            <p:cNvSpPr/>
            <p:nvPr/>
          </p:nvSpPr>
          <p:spPr>
            <a:xfrm>
              <a:off x="6837325" y="2258100"/>
              <a:ext cx="46875" cy="35950"/>
            </a:xfrm>
            <a:custGeom>
              <a:rect b="b" l="l" r="r" t="t"/>
              <a:pathLst>
                <a:path extrusionOk="0" h="1438" w="1875">
                  <a:moveTo>
                    <a:pt x="25" y="750"/>
                  </a:moveTo>
                  <a:cubicBezTo>
                    <a:pt x="200" y="1213"/>
                    <a:pt x="738" y="1438"/>
                    <a:pt x="1200" y="1250"/>
                  </a:cubicBezTo>
                  <a:cubicBezTo>
                    <a:pt x="1662" y="1050"/>
                    <a:pt x="1875" y="513"/>
                    <a:pt x="1662" y="51"/>
                  </a:cubicBezTo>
                  <a:cubicBezTo>
                    <a:pt x="1650" y="1"/>
                    <a:pt x="1575" y="38"/>
                    <a:pt x="1587" y="88"/>
                  </a:cubicBezTo>
                  <a:cubicBezTo>
                    <a:pt x="1712" y="513"/>
                    <a:pt x="1587" y="963"/>
                    <a:pt x="1150" y="1150"/>
                  </a:cubicBezTo>
                  <a:cubicBezTo>
                    <a:pt x="738" y="1313"/>
                    <a:pt x="263" y="1125"/>
                    <a:pt x="88" y="713"/>
                  </a:cubicBezTo>
                  <a:cubicBezTo>
                    <a:pt x="63" y="675"/>
                    <a:pt x="0" y="713"/>
                    <a:pt x="25" y="7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5" name="Google Shape;4025;p101"/>
            <p:cNvSpPr/>
            <p:nvPr/>
          </p:nvSpPr>
          <p:spPr>
            <a:xfrm>
              <a:off x="6849500" y="2246850"/>
              <a:ext cx="30650" cy="17200"/>
            </a:xfrm>
            <a:custGeom>
              <a:rect b="b" l="l" r="r" t="t"/>
              <a:pathLst>
                <a:path extrusionOk="0" h="688" w="1226">
                  <a:moveTo>
                    <a:pt x="1200" y="638"/>
                  </a:moveTo>
                  <a:cubicBezTo>
                    <a:pt x="1225" y="301"/>
                    <a:pt x="863" y="51"/>
                    <a:pt x="550" y="63"/>
                  </a:cubicBezTo>
                  <a:cubicBezTo>
                    <a:pt x="238" y="63"/>
                    <a:pt x="1" y="338"/>
                    <a:pt x="113" y="626"/>
                  </a:cubicBezTo>
                  <a:cubicBezTo>
                    <a:pt x="138" y="676"/>
                    <a:pt x="213" y="663"/>
                    <a:pt x="201" y="601"/>
                  </a:cubicBezTo>
                  <a:cubicBezTo>
                    <a:pt x="13" y="1"/>
                    <a:pt x="1163" y="51"/>
                    <a:pt x="1125" y="638"/>
                  </a:cubicBezTo>
                  <a:cubicBezTo>
                    <a:pt x="1125" y="688"/>
                    <a:pt x="1200" y="688"/>
                    <a:pt x="1200" y="6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6" name="Google Shape;4026;p101"/>
            <p:cNvSpPr/>
            <p:nvPr/>
          </p:nvSpPr>
          <p:spPr>
            <a:xfrm>
              <a:off x="6819200" y="2492725"/>
              <a:ext cx="71575" cy="55025"/>
            </a:xfrm>
            <a:custGeom>
              <a:rect b="b" l="l" r="r" t="t"/>
              <a:pathLst>
                <a:path extrusionOk="0" h="2201" w="2863">
                  <a:moveTo>
                    <a:pt x="2787" y="1750"/>
                  </a:moveTo>
                  <a:cubicBezTo>
                    <a:pt x="1463" y="2100"/>
                    <a:pt x="375" y="1288"/>
                    <a:pt x="50" y="26"/>
                  </a:cubicBezTo>
                  <a:cubicBezTo>
                    <a:pt x="50" y="1"/>
                    <a:pt x="0" y="1"/>
                    <a:pt x="0" y="26"/>
                  </a:cubicBezTo>
                  <a:cubicBezTo>
                    <a:pt x="100" y="1425"/>
                    <a:pt x="1538" y="2200"/>
                    <a:pt x="2812" y="1813"/>
                  </a:cubicBezTo>
                  <a:cubicBezTo>
                    <a:pt x="2862" y="1800"/>
                    <a:pt x="2837" y="1725"/>
                    <a:pt x="2787" y="17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7" name="Google Shape;4027;p101"/>
            <p:cNvSpPr/>
            <p:nvPr/>
          </p:nvSpPr>
          <p:spPr>
            <a:xfrm>
              <a:off x="6793275" y="2835125"/>
              <a:ext cx="104675" cy="111575"/>
            </a:xfrm>
            <a:custGeom>
              <a:rect b="b" l="l" r="r" t="t"/>
              <a:pathLst>
                <a:path extrusionOk="0" h="4463" w="4187">
                  <a:moveTo>
                    <a:pt x="3999" y="2663"/>
                  </a:moveTo>
                  <a:cubicBezTo>
                    <a:pt x="4187" y="1213"/>
                    <a:pt x="2737" y="38"/>
                    <a:pt x="1387" y="751"/>
                  </a:cubicBezTo>
                  <a:cubicBezTo>
                    <a:pt x="0" y="1488"/>
                    <a:pt x="225" y="3425"/>
                    <a:pt x="1162" y="4437"/>
                  </a:cubicBezTo>
                  <a:cubicBezTo>
                    <a:pt x="1187" y="4462"/>
                    <a:pt x="1237" y="4425"/>
                    <a:pt x="1212" y="4387"/>
                  </a:cubicBezTo>
                  <a:cubicBezTo>
                    <a:pt x="563" y="3488"/>
                    <a:pt x="125" y="2013"/>
                    <a:pt x="1062" y="1138"/>
                  </a:cubicBezTo>
                  <a:cubicBezTo>
                    <a:pt x="2275" y="1"/>
                    <a:pt x="4087" y="1088"/>
                    <a:pt x="3899" y="2663"/>
                  </a:cubicBezTo>
                  <a:cubicBezTo>
                    <a:pt x="3887" y="2738"/>
                    <a:pt x="3999" y="2725"/>
                    <a:pt x="4012" y="26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8" name="Google Shape;4028;p101"/>
            <p:cNvSpPr/>
            <p:nvPr/>
          </p:nvSpPr>
          <p:spPr>
            <a:xfrm>
              <a:off x="6818575" y="2941350"/>
              <a:ext cx="146550" cy="263725"/>
            </a:xfrm>
            <a:custGeom>
              <a:rect b="b" l="l" r="r" t="t"/>
              <a:pathLst>
                <a:path extrusionOk="0" h="10549" w="5862">
                  <a:moveTo>
                    <a:pt x="38" y="101"/>
                  </a:moveTo>
                  <a:cubicBezTo>
                    <a:pt x="1700" y="1313"/>
                    <a:pt x="3812" y="2425"/>
                    <a:pt x="4737" y="4325"/>
                  </a:cubicBezTo>
                  <a:cubicBezTo>
                    <a:pt x="5586" y="6087"/>
                    <a:pt x="5761" y="8849"/>
                    <a:pt x="4562" y="10486"/>
                  </a:cubicBezTo>
                  <a:cubicBezTo>
                    <a:pt x="4537" y="10511"/>
                    <a:pt x="4587" y="10548"/>
                    <a:pt x="4612" y="10523"/>
                  </a:cubicBezTo>
                  <a:cubicBezTo>
                    <a:pt x="5861" y="9086"/>
                    <a:pt x="5724" y="6587"/>
                    <a:pt x="5137" y="4875"/>
                  </a:cubicBezTo>
                  <a:cubicBezTo>
                    <a:pt x="4349" y="2550"/>
                    <a:pt x="1950" y="1363"/>
                    <a:pt x="75" y="26"/>
                  </a:cubicBezTo>
                  <a:cubicBezTo>
                    <a:pt x="38" y="1"/>
                    <a:pt x="0" y="63"/>
                    <a:pt x="38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9" name="Google Shape;4029;p101"/>
            <p:cNvSpPr/>
            <p:nvPr/>
          </p:nvSpPr>
          <p:spPr>
            <a:xfrm>
              <a:off x="6841075" y="3137250"/>
              <a:ext cx="84375" cy="100925"/>
            </a:xfrm>
            <a:custGeom>
              <a:rect b="b" l="l" r="r" t="t"/>
              <a:pathLst>
                <a:path extrusionOk="0" h="4037" w="3375">
                  <a:moveTo>
                    <a:pt x="3299" y="2875"/>
                  </a:moveTo>
                  <a:cubicBezTo>
                    <a:pt x="2362" y="3412"/>
                    <a:pt x="987" y="3537"/>
                    <a:pt x="438" y="2375"/>
                  </a:cubicBezTo>
                  <a:cubicBezTo>
                    <a:pt x="313" y="2100"/>
                    <a:pt x="275" y="1787"/>
                    <a:pt x="325" y="1487"/>
                  </a:cubicBezTo>
                  <a:cubicBezTo>
                    <a:pt x="325" y="1412"/>
                    <a:pt x="313" y="1325"/>
                    <a:pt x="325" y="1250"/>
                  </a:cubicBezTo>
                  <a:cubicBezTo>
                    <a:pt x="450" y="488"/>
                    <a:pt x="650" y="513"/>
                    <a:pt x="1175" y="450"/>
                  </a:cubicBezTo>
                  <a:cubicBezTo>
                    <a:pt x="2075" y="338"/>
                    <a:pt x="2425" y="938"/>
                    <a:pt x="2275" y="1725"/>
                  </a:cubicBezTo>
                  <a:cubicBezTo>
                    <a:pt x="2162" y="2300"/>
                    <a:pt x="1875" y="2600"/>
                    <a:pt x="1462" y="3000"/>
                  </a:cubicBezTo>
                  <a:cubicBezTo>
                    <a:pt x="1150" y="3299"/>
                    <a:pt x="825" y="3549"/>
                    <a:pt x="800" y="3999"/>
                  </a:cubicBezTo>
                  <a:cubicBezTo>
                    <a:pt x="800" y="4024"/>
                    <a:pt x="850" y="4037"/>
                    <a:pt x="850" y="3999"/>
                  </a:cubicBezTo>
                  <a:cubicBezTo>
                    <a:pt x="950" y="3287"/>
                    <a:pt x="1862" y="2900"/>
                    <a:pt x="2225" y="2312"/>
                  </a:cubicBezTo>
                  <a:cubicBezTo>
                    <a:pt x="2525" y="1875"/>
                    <a:pt x="2575" y="1325"/>
                    <a:pt x="2362" y="850"/>
                  </a:cubicBezTo>
                  <a:cubicBezTo>
                    <a:pt x="2025" y="113"/>
                    <a:pt x="887" y="0"/>
                    <a:pt x="400" y="650"/>
                  </a:cubicBezTo>
                  <a:cubicBezTo>
                    <a:pt x="0" y="1163"/>
                    <a:pt x="138" y="2237"/>
                    <a:pt x="500" y="2725"/>
                  </a:cubicBezTo>
                  <a:cubicBezTo>
                    <a:pt x="1200" y="3662"/>
                    <a:pt x="2450" y="3462"/>
                    <a:pt x="3337" y="2950"/>
                  </a:cubicBezTo>
                  <a:cubicBezTo>
                    <a:pt x="3374" y="2912"/>
                    <a:pt x="3337" y="2850"/>
                    <a:pt x="3299" y="28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0" name="Google Shape;4030;p101"/>
            <p:cNvSpPr/>
            <p:nvPr/>
          </p:nvSpPr>
          <p:spPr>
            <a:xfrm>
              <a:off x="6857325" y="3245025"/>
              <a:ext cx="13750" cy="55325"/>
            </a:xfrm>
            <a:custGeom>
              <a:rect b="b" l="l" r="r" t="t"/>
              <a:pathLst>
                <a:path extrusionOk="0" h="2213" w="550">
                  <a:moveTo>
                    <a:pt x="75" y="51"/>
                  </a:moveTo>
                  <a:cubicBezTo>
                    <a:pt x="0" y="738"/>
                    <a:pt x="63" y="1588"/>
                    <a:pt x="475" y="2188"/>
                  </a:cubicBezTo>
                  <a:cubicBezTo>
                    <a:pt x="500" y="2213"/>
                    <a:pt x="550" y="2200"/>
                    <a:pt x="537" y="2163"/>
                  </a:cubicBezTo>
                  <a:cubicBezTo>
                    <a:pt x="300" y="1438"/>
                    <a:pt x="75" y="825"/>
                    <a:pt x="150" y="51"/>
                  </a:cubicBezTo>
                  <a:cubicBezTo>
                    <a:pt x="150" y="1"/>
                    <a:pt x="87" y="1"/>
                    <a:pt x="75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1" name="Google Shape;4031;p101"/>
            <p:cNvSpPr/>
            <p:nvPr/>
          </p:nvSpPr>
          <p:spPr>
            <a:xfrm>
              <a:off x="6805150" y="2972925"/>
              <a:ext cx="96550" cy="81550"/>
            </a:xfrm>
            <a:custGeom>
              <a:rect b="b" l="l" r="r" t="t"/>
              <a:pathLst>
                <a:path extrusionOk="0" h="3262" w="3862">
                  <a:moveTo>
                    <a:pt x="3824" y="1025"/>
                  </a:moveTo>
                  <a:cubicBezTo>
                    <a:pt x="3187" y="475"/>
                    <a:pt x="2362" y="0"/>
                    <a:pt x="1487" y="187"/>
                  </a:cubicBezTo>
                  <a:cubicBezTo>
                    <a:pt x="662" y="375"/>
                    <a:pt x="50" y="1175"/>
                    <a:pt x="25" y="2012"/>
                  </a:cubicBezTo>
                  <a:cubicBezTo>
                    <a:pt x="0" y="2587"/>
                    <a:pt x="375" y="3262"/>
                    <a:pt x="1037" y="3187"/>
                  </a:cubicBezTo>
                  <a:cubicBezTo>
                    <a:pt x="1387" y="3149"/>
                    <a:pt x="1812" y="2799"/>
                    <a:pt x="1437" y="2512"/>
                  </a:cubicBezTo>
                  <a:cubicBezTo>
                    <a:pt x="1387" y="2487"/>
                    <a:pt x="1350" y="2549"/>
                    <a:pt x="1387" y="2587"/>
                  </a:cubicBezTo>
                  <a:cubicBezTo>
                    <a:pt x="562" y="3012"/>
                    <a:pt x="138" y="2862"/>
                    <a:pt x="125" y="2124"/>
                  </a:cubicBezTo>
                  <a:cubicBezTo>
                    <a:pt x="125" y="1812"/>
                    <a:pt x="200" y="1500"/>
                    <a:pt x="362" y="1225"/>
                  </a:cubicBezTo>
                  <a:cubicBezTo>
                    <a:pt x="562" y="787"/>
                    <a:pt x="950" y="462"/>
                    <a:pt x="1412" y="325"/>
                  </a:cubicBezTo>
                  <a:cubicBezTo>
                    <a:pt x="2299" y="88"/>
                    <a:pt x="3124" y="550"/>
                    <a:pt x="3787" y="1075"/>
                  </a:cubicBezTo>
                  <a:cubicBezTo>
                    <a:pt x="3824" y="1087"/>
                    <a:pt x="3862" y="1050"/>
                    <a:pt x="3837" y="10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2" name="Google Shape;4032;p101"/>
            <p:cNvSpPr/>
            <p:nvPr/>
          </p:nvSpPr>
          <p:spPr>
            <a:xfrm>
              <a:off x="6762350" y="2958850"/>
              <a:ext cx="110600" cy="22825"/>
            </a:xfrm>
            <a:custGeom>
              <a:rect b="b" l="l" r="r" t="t"/>
              <a:pathLst>
                <a:path extrusionOk="0" h="913" w="4424">
                  <a:moveTo>
                    <a:pt x="4399" y="825"/>
                  </a:moveTo>
                  <a:cubicBezTo>
                    <a:pt x="3874" y="376"/>
                    <a:pt x="3187" y="251"/>
                    <a:pt x="2524" y="176"/>
                  </a:cubicBezTo>
                  <a:cubicBezTo>
                    <a:pt x="1700" y="88"/>
                    <a:pt x="725" y="1"/>
                    <a:pt x="38" y="526"/>
                  </a:cubicBezTo>
                  <a:cubicBezTo>
                    <a:pt x="0" y="551"/>
                    <a:pt x="25" y="601"/>
                    <a:pt x="63" y="588"/>
                  </a:cubicBezTo>
                  <a:cubicBezTo>
                    <a:pt x="1187" y="1"/>
                    <a:pt x="3324" y="38"/>
                    <a:pt x="4324" y="875"/>
                  </a:cubicBezTo>
                  <a:cubicBezTo>
                    <a:pt x="4374" y="913"/>
                    <a:pt x="4424" y="863"/>
                    <a:pt x="4386" y="8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3" name="Google Shape;4033;p101"/>
            <p:cNvSpPr/>
            <p:nvPr/>
          </p:nvSpPr>
          <p:spPr>
            <a:xfrm>
              <a:off x="6751100" y="2969475"/>
              <a:ext cx="12200" cy="11900"/>
            </a:xfrm>
            <a:custGeom>
              <a:rect b="b" l="l" r="r" t="t"/>
              <a:pathLst>
                <a:path extrusionOk="0" h="476" w="488">
                  <a:moveTo>
                    <a:pt x="450" y="126"/>
                  </a:moveTo>
                  <a:cubicBezTo>
                    <a:pt x="488" y="213"/>
                    <a:pt x="463" y="313"/>
                    <a:pt x="400" y="388"/>
                  </a:cubicBezTo>
                  <a:cubicBezTo>
                    <a:pt x="338" y="450"/>
                    <a:pt x="238" y="475"/>
                    <a:pt x="150" y="463"/>
                  </a:cubicBezTo>
                  <a:cubicBezTo>
                    <a:pt x="125" y="450"/>
                    <a:pt x="88" y="438"/>
                    <a:pt x="63" y="425"/>
                  </a:cubicBezTo>
                  <a:cubicBezTo>
                    <a:pt x="38" y="388"/>
                    <a:pt x="25" y="350"/>
                    <a:pt x="25" y="313"/>
                  </a:cubicBezTo>
                  <a:cubicBezTo>
                    <a:pt x="0" y="188"/>
                    <a:pt x="63" y="63"/>
                    <a:pt x="175" y="13"/>
                  </a:cubicBezTo>
                  <a:cubicBezTo>
                    <a:pt x="313" y="1"/>
                    <a:pt x="425" y="101"/>
                    <a:pt x="425" y="2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4" name="Google Shape;4034;p101"/>
            <p:cNvSpPr/>
            <p:nvPr/>
          </p:nvSpPr>
          <p:spPr>
            <a:xfrm>
              <a:off x="6748600" y="2965425"/>
              <a:ext cx="17200" cy="22200"/>
            </a:xfrm>
            <a:custGeom>
              <a:rect b="b" l="l" r="r" t="t"/>
              <a:pathLst>
                <a:path extrusionOk="0" h="888" w="688">
                  <a:moveTo>
                    <a:pt x="475" y="300"/>
                  </a:moveTo>
                  <a:cubicBezTo>
                    <a:pt x="450" y="587"/>
                    <a:pt x="375" y="637"/>
                    <a:pt x="275" y="462"/>
                  </a:cubicBezTo>
                  <a:cubicBezTo>
                    <a:pt x="100" y="300"/>
                    <a:pt x="163" y="288"/>
                    <a:pt x="488" y="413"/>
                  </a:cubicBezTo>
                  <a:cubicBezTo>
                    <a:pt x="488" y="450"/>
                    <a:pt x="575" y="438"/>
                    <a:pt x="575" y="400"/>
                  </a:cubicBezTo>
                  <a:cubicBezTo>
                    <a:pt x="575" y="0"/>
                    <a:pt x="0" y="88"/>
                    <a:pt x="63" y="487"/>
                  </a:cubicBezTo>
                  <a:cubicBezTo>
                    <a:pt x="125" y="887"/>
                    <a:pt x="687" y="650"/>
                    <a:pt x="600" y="275"/>
                  </a:cubicBezTo>
                  <a:cubicBezTo>
                    <a:pt x="575" y="200"/>
                    <a:pt x="475" y="238"/>
                    <a:pt x="475" y="3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5" name="Google Shape;4035;p101"/>
            <p:cNvSpPr/>
            <p:nvPr/>
          </p:nvSpPr>
          <p:spPr>
            <a:xfrm>
              <a:off x="6927925" y="3207225"/>
              <a:ext cx="3450" cy="2850"/>
            </a:xfrm>
            <a:custGeom>
              <a:rect b="b" l="l" r="r" t="t"/>
              <a:pathLst>
                <a:path extrusionOk="0" h="114" w="138">
                  <a:moveTo>
                    <a:pt x="63" y="13"/>
                  </a:moveTo>
                  <a:lnTo>
                    <a:pt x="38" y="26"/>
                  </a:lnTo>
                  <a:cubicBezTo>
                    <a:pt x="0" y="38"/>
                    <a:pt x="0" y="76"/>
                    <a:pt x="38" y="88"/>
                  </a:cubicBezTo>
                  <a:lnTo>
                    <a:pt x="63" y="101"/>
                  </a:lnTo>
                  <a:cubicBezTo>
                    <a:pt x="125" y="113"/>
                    <a:pt x="138" y="1"/>
                    <a:pt x="63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6" name="Google Shape;4036;p101"/>
            <p:cNvSpPr/>
            <p:nvPr/>
          </p:nvSpPr>
          <p:spPr>
            <a:xfrm>
              <a:off x="6870125" y="3297525"/>
              <a:ext cx="17525" cy="42200"/>
            </a:xfrm>
            <a:custGeom>
              <a:rect b="b" l="l" r="r" t="t"/>
              <a:pathLst>
                <a:path extrusionOk="0" h="1688" w="701">
                  <a:moveTo>
                    <a:pt x="63" y="138"/>
                  </a:moveTo>
                  <a:cubicBezTo>
                    <a:pt x="313" y="225"/>
                    <a:pt x="425" y="662"/>
                    <a:pt x="475" y="887"/>
                  </a:cubicBezTo>
                  <a:cubicBezTo>
                    <a:pt x="513" y="1125"/>
                    <a:pt x="500" y="1375"/>
                    <a:pt x="463" y="1625"/>
                  </a:cubicBezTo>
                  <a:cubicBezTo>
                    <a:pt x="463" y="1675"/>
                    <a:pt x="550" y="1687"/>
                    <a:pt x="563" y="1637"/>
                  </a:cubicBezTo>
                  <a:cubicBezTo>
                    <a:pt x="700" y="1175"/>
                    <a:pt x="625" y="225"/>
                    <a:pt x="100" y="25"/>
                  </a:cubicBezTo>
                  <a:cubicBezTo>
                    <a:pt x="25" y="0"/>
                    <a:pt x="0" y="113"/>
                    <a:pt x="63" y="1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7" name="Google Shape;4037;p101"/>
            <p:cNvSpPr/>
            <p:nvPr/>
          </p:nvSpPr>
          <p:spPr>
            <a:xfrm>
              <a:off x="6865425" y="3297825"/>
              <a:ext cx="19725" cy="42200"/>
            </a:xfrm>
            <a:custGeom>
              <a:rect b="b" l="l" r="r" t="t"/>
              <a:pathLst>
                <a:path extrusionOk="0" h="1688" w="789">
                  <a:moveTo>
                    <a:pt x="751" y="1575"/>
                  </a:moveTo>
                  <a:cubicBezTo>
                    <a:pt x="376" y="1175"/>
                    <a:pt x="188" y="625"/>
                    <a:pt x="238" y="88"/>
                  </a:cubicBezTo>
                  <a:cubicBezTo>
                    <a:pt x="238" y="26"/>
                    <a:pt x="163" y="1"/>
                    <a:pt x="151" y="63"/>
                  </a:cubicBezTo>
                  <a:cubicBezTo>
                    <a:pt x="1" y="563"/>
                    <a:pt x="313" y="1288"/>
                    <a:pt x="676" y="1638"/>
                  </a:cubicBezTo>
                  <a:cubicBezTo>
                    <a:pt x="726" y="1688"/>
                    <a:pt x="788" y="1613"/>
                    <a:pt x="751" y="1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8" name="Google Shape;4038;p101"/>
            <p:cNvSpPr/>
            <p:nvPr/>
          </p:nvSpPr>
          <p:spPr>
            <a:xfrm>
              <a:off x="6831375" y="3237525"/>
              <a:ext cx="30025" cy="33150"/>
            </a:xfrm>
            <a:custGeom>
              <a:rect b="b" l="l" r="r" t="t"/>
              <a:pathLst>
                <a:path extrusionOk="0" h="1326" w="1201">
                  <a:moveTo>
                    <a:pt x="1101" y="51"/>
                  </a:moveTo>
                  <a:cubicBezTo>
                    <a:pt x="1125" y="363"/>
                    <a:pt x="951" y="613"/>
                    <a:pt x="763" y="863"/>
                  </a:cubicBezTo>
                  <a:cubicBezTo>
                    <a:pt x="588" y="1088"/>
                    <a:pt x="326" y="1225"/>
                    <a:pt x="38" y="1250"/>
                  </a:cubicBezTo>
                  <a:cubicBezTo>
                    <a:pt x="1" y="1250"/>
                    <a:pt x="13" y="1325"/>
                    <a:pt x="51" y="1325"/>
                  </a:cubicBezTo>
                  <a:cubicBezTo>
                    <a:pt x="351" y="1313"/>
                    <a:pt x="638" y="1163"/>
                    <a:pt x="813" y="913"/>
                  </a:cubicBezTo>
                  <a:cubicBezTo>
                    <a:pt x="1013" y="663"/>
                    <a:pt x="1200" y="388"/>
                    <a:pt x="1188" y="51"/>
                  </a:cubicBezTo>
                  <a:cubicBezTo>
                    <a:pt x="1188" y="1"/>
                    <a:pt x="1101" y="1"/>
                    <a:pt x="1101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9" name="Google Shape;4039;p101"/>
            <p:cNvSpPr/>
            <p:nvPr/>
          </p:nvSpPr>
          <p:spPr>
            <a:xfrm>
              <a:off x="6831700" y="3237850"/>
              <a:ext cx="29075" cy="33125"/>
            </a:xfrm>
            <a:custGeom>
              <a:rect b="b" l="l" r="r" t="t"/>
              <a:pathLst>
                <a:path extrusionOk="0" h="1325" w="1163">
                  <a:moveTo>
                    <a:pt x="75" y="1275"/>
                  </a:moveTo>
                  <a:cubicBezTo>
                    <a:pt x="150" y="1012"/>
                    <a:pt x="288" y="763"/>
                    <a:pt x="463" y="538"/>
                  </a:cubicBezTo>
                  <a:cubicBezTo>
                    <a:pt x="638" y="313"/>
                    <a:pt x="875" y="250"/>
                    <a:pt x="1112" y="113"/>
                  </a:cubicBezTo>
                  <a:cubicBezTo>
                    <a:pt x="1162" y="75"/>
                    <a:pt x="1125" y="0"/>
                    <a:pt x="1063" y="13"/>
                  </a:cubicBezTo>
                  <a:cubicBezTo>
                    <a:pt x="488" y="125"/>
                    <a:pt x="88" y="700"/>
                    <a:pt x="0" y="1262"/>
                  </a:cubicBezTo>
                  <a:cubicBezTo>
                    <a:pt x="0" y="1300"/>
                    <a:pt x="63" y="1325"/>
                    <a:pt x="75" y="12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0" name="Google Shape;4040;p101"/>
            <p:cNvSpPr/>
            <p:nvPr/>
          </p:nvSpPr>
          <p:spPr>
            <a:xfrm>
              <a:off x="6767025" y="2929475"/>
              <a:ext cx="86575" cy="38475"/>
            </a:xfrm>
            <a:custGeom>
              <a:rect b="b" l="l" r="r" t="t"/>
              <a:pathLst>
                <a:path extrusionOk="0" h="1539" w="3463">
                  <a:moveTo>
                    <a:pt x="3425" y="1451"/>
                  </a:moveTo>
                  <a:cubicBezTo>
                    <a:pt x="2437" y="713"/>
                    <a:pt x="1288" y="226"/>
                    <a:pt x="88" y="13"/>
                  </a:cubicBezTo>
                  <a:cubicBezTo>
                    <a:pt x="25" y="1"/>
                    <a:pt x="0" y="88"/>
                    <a:pt x="50" y="101"/>
                  </a:cubicBezTo>
                  <a:cubicBezTo>
                    <a:pt x="1250" y="326"/>
                    <a:pt x="2387" y="801"/>
                    <a:pt x="3387" y="1513"/>
                  </a:cubicBezTo>
                  <a:cubicBezTo>
                    <a:pt x="3425" y="1538"/>
                    <a:pt x="3462" y="1476"/>
                    <a:pt x="3425" y="14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1" name="Google Shape;4041;p101"/>
            <p:cNvSpPr/>
            <p:nvPr/>
          </p:nvSpPr>
          <p:spPr>
            <a:xfrm>
              <a:off x="6752650" y="2919175"/>
              <a:ext cx="16575" cy="17825"/>
            </a:xfrm>
            <a:custGeom>
              <a:rect b="b" l="l" r="r" t="t"/>
              <a:pathLst>
                <a:path extrusionOk="0" h="713" w="663">
                  <a:moveTo>
                    <a:pt x="525" y="463"/>
                  </a:moveTo>
                  <a:cubicBezTo>
                    <a:pt x="488" y="363"/>
                    <a:pt x="488" y="351"/>
                    <a:pt x="500" y="425"/>
                  </a:cubicBezTo>
                  <a:cubicBezTo>
                    <a:pt x="500" y="463"/>
                    <a:pt x="500" y="500"/>
                    <a:pt x="500" y="538"/>
                  </a:cubicBezTo>
                  <a:cubicBezTo>
                    <a:pt x="500" y="575"/>
                    <a:pt x="550" y="600"/>
                    <a:pt x="563" y="563"/>
                  </a:cubicBezTo>
                  <a:cubicBezTo>
                    <a:pt x="663" y="338"/>
                    <a:pt x="438" y="1"/>
                    <a:pt x="213" y="238"/>
                  </a:cubicBezTo>
                  <a:cubicBezTo>
                    <a:pt x="1" y="488"/>
                    <a:pt x="376" y="713"/>
                    <a:pt x="575" y="525"/>
                  </a:cubicBezTo>
                  <a:cubicBezTo>
                    <a:pt x="625" y="488"/>
                    <a:pt x="563" y="425"/>
                    <a:pt x="513" y="4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2" name="Google Shape;4042;p101"/>
            <p:cNvSpPr/>
            <p:nvPr/>
          </p:nvSpPr>
          <p:spPr>
            <a:xfrm>
              <a:off x="6783275" y="2974800"/>
              <a:ext cx="81875" cy="30325"/>
            </a:xfrm>
            <a:custGeom>
              <a:rect b="b" l="l" r="r" t="t"/>
              <a:pathLst>
                <a:path extrusionOk="0" h="1213" w="3275">
                  <a:moveTo>
                    <a:pt x="3212" y="137"/>
                  </a:moveTo>
                  <a:cubicBezTo>
                    <a:pt x="2112" y="0"/>
                    <a:pt x="738" y="225"/>
                    <a:pt x="13" y="1150"/>
                  </a:cubicBezTo>
                  <a:cubicBezTo>
                    <a:pt x="0" y="1187"/>
                    <a:pt x="25" y="1212"/>
                    <a:pt x="63" y="1200"/>
                  </a:cubicBezTo>
                  <a:cubicBezTo>
                    <a:pt x="1000" y="412"/>
                    <a:pt x="2000" y="87"/>
                    <a:pt x="3212" y="225"/>
                  </a:cubicBezTo>
                  <a:cubicBezTo>
                    <a:pt x="3274" y="225"/>
                    <a:pt x="3274" y="137"/>
                    <a:pt x="3212" y="1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3" name="Google Shape;4043;p101"/>
            <p:cNvSpPr/>
            <p:nvPr/>
          </p:nvSpPr>
          <p:spPr>
            <a:xfrm>
              <a:off x="6773575" y="3001650"/>
              <a:ext cx="14725" cy="13150"/>
            </a:xfrm>
            <a:custGeom>
              <a:rect b="b" l="l" r="r" t="t"/>
              <a:pathLst>
                <a:path extrusionOk="0" h="526" w="589">
                  <a:moveTo>
                    <a:pt x="338" y="426"/>
                  </a:moveTo>
                  <a:cubicBezTo>
                    <a:pt x="338" y="326"/>
                    <a:pt x="313" y="313"/>
                    <a:pt x="263" y="376"/>
                  </a:cubicBezTo>
                  <a:cubicBezTo>
                    <a:pt x="226" y="388"/>
                    <a:pt x="238" y="438"/>
                    <a:pt x="276" y="438"/>
                  </a:cubicBezTo>
                  <a:cubicBezTo>
                    <a:pt x="563" y="438"/>
                    <a:pt x="588" y="1"/>
                    <a:pt x="301" y="38"/>
                  </a:cubicBezTo>
                  <a:cubicBezTo>
                    <a:pt x="1" y="63"/>
                    <a:pt x="38" y="526"/>
                    <a:pt x="338" y="488"/>
                  </a:cubicBezTo>
                  <a:cubicBezTo>
                    <a:pt x="376" y="488"/>
                    <a:pt x="376" y="426"/>
                    <a:pt x="338" y="4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4" name="Google Shape;4044;p101"/>
            <p:cNvSpPr/>
            <p:nvPr/>
          </p:nvSpPr>
          <p:spPr>
            <a:xfrm>
              <a:off x="6888250" y="3178475"/>
              <a:ext cx="60325" cy="237475"/>
            </a:xfrm>
            <a:custGeom>
              <a:rect b="b" l="l" r="r" t="t"/>
              <a:pathLst>
                <a:path extrusionOk="0" h="9499" w="2413">
                  <a:moveTo>
                    <a:pt x="2337" y="38"/>
                  </a:moveTo>
                  <a:cubicBezTo>
                    <a:pt x="1650" y="1800"/>
                    <a:pt x="925" y="3125"/>
                    <a:pt x="738" y="5050"/>
                  </a:cubicBezTo>
                  <a:cubicBezTo>
                    <a:pt x="575" y="6762"/>
                    <a:pt x="975" y="8011"/>
                    <a:pt x="1925" y="9436"/>
                  </a:cubicBezTo>
                  <a:cubicBezTo>
                    <a:pt x="1975" y="9498"/>
                    <a:pt x="2075" y="9436"/>
                    <a:pt x="2037" y="9373"/>
                  </a:cubicBezTo>
                  <a:cubicBezTo>
                    <a:pt x="0" y="6049"/>
                    <a:pt x="1137" y="3375"/>
                    <a:pt x="2400" y="51"/>
                  </a:cubicBezTo>
                  <a:cubicBezTo>
                    <a:pt x="2412" y="13"/>
                    <a:pt x="2350" y="1"/>
                    <a:pt x="2337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5" name="Google Shape;4045;p101"/>
            <p:cNvSpPr/>
            <p:nvPr/>
          </p:nvSpPr>
          <p:spPr>
            <a:xfrm>
              <a:off x="6844200" y="2899500"/>
              <a:ext cx="49375" cy="31575"/>
            </a:xfrm>
            <a:custGeom>
              <a:rect b="b" l="l" r="r" t="t"/>
              <a:pathLst>
                <a:path extrusionOk="0" h="1263" w="1975">
                  <a:moveTo>
                    <a:pt x="1912" y="25"/>
                  </a:moveTo>
                  <a:cubicBezTo>
                    <a:pt x="1825" y="450"/>
                    <a:pt x="1612" y="838"/>
                    <a:pt x="1212" y="1025"/>
                  </a:cubicBezTo>
                  <a:cubicBezTo>
                    <a:pt x="712" y="1237"/>
                    <a:pt x="125" y="975"/>
                    <a:pt x="113" y="400"/>
                  </a:cubicBezTo>
                  <a:cubicBezTo>
                    <a:pt x="113" y="325"/>
                    <a:pt x="0" y="325"/>
                    <a:pt x="0" y="400"/>
                  </a:cubicBezTo>
                  <a:cubicBezTo>
                    <a:pt x="0" y="888"/>
                    <a:pt x="438" y="1262"/>
                    <a:pt x="925" y="1212"/>
                  </a:cubicBezTo>
                  <a:cubicBezTo>
                    <a:pt x="1525" y="1150"/>
                    <a:pt x="1875" y="613"/>
                    <a:pt x="1975" y="50"/>
                  </a:cubicBezTo>
                  <a:cubicBezTo>
                    <a:pt x="1975" y="13"/>
                    <a:pt x="1912" y="0"/>
                    <a:pt x="1912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6" name="Google Shape;4046;p101"/>
            <p:cNvSpPr/>
            <p:nvPr/>
          </p:nvSpPr>
          <p:spPr>
            <a:xfrm>
              <a:off x="6887300" y="3113825"/>
              <a:ext cx="31575" cy="62500"/>
            </a:xfrm>
            <a:custGeom>
              <a:rect b="b" l="l" r="r" t="t"/>
              <a:pathLst>
                <a:path extrusionOk="0" h="2500" w="1263">
                  <a:moveTo>
                    <a:pt x="626" y="2449"/>
                  </a:moveTo>
                  <a:cubicBezTo>
                    <a:pt x="626" y="2149"/>
                    <a:pt x="563" y="1850"/>
                    <a:pt x="426" y="1575"/>
                  </a:cubicBezTo>
                  <a:cubicBezTo>
                    <a:pt x="126" y="875"/>
                    <a:pt x="426" y="200"/>
                    <a:pt x="1225" y="88"/>
                  </a:cubicBezTo>
                  <a:cubicBezTo>
                    <a:pt x="1263" y="88"/>
                    <a:pt x="1250" y="13"/>
                    <a:pt x="1213" y="13"/>
                  </a:cubicBezTo>
                  <a:cubicBezTo>
                    <a:pt x="776" y="0"/>
                    <a:pt x="376" y="275"/>
                    <a:pt x="226" y="687"/>
                  </a:cubicBezTo>
                  <a:cubicBezTo>
                    <a:pt x="1" y="1325"/>
                    <a:pt x="563" y="1825"/>
                    <a:pt x="538" y="2449"/>
                  </a:cubicBezTo>
                  <a:cubicBezTo>
                    <a:pt x="538" y="2499"/>
                    <a:pt x="613" y="2499"/>
                    <a:pt x="626" y="244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7" name="Google Shape;4047;p101"/>
            <p:cNvSpPr/>
            <p:nvPr/>
          </p:nvSpPr>
          <p:spPr>
            <a:xfrm>
              <a:off x="6912925" y="3112575"/>
              <a:ext cx="21575" cy="30625"/>
            </a:xfrm>
            <a:custGeom>
              <a:rect b="b" l="l" r="r" t="t"/>
              <a:pathLst>
                <a:path extrusionOk="0" h="1225" w="863">
                  <a:moveTo>
                    <a:pt x="63" y="175"/>
                  </a:moveTo>
                  <a:cubicBezTo>
                    <a:pt x="588" y="0"/>
                    <a:pt x="825" y="837"/>
                    <a:pt x="575" y="1162"/>
                  </a:cubicBezTo>
                  <a:cubicBezTo>
                    <a:pt x="550" y="1200"/>
                    <a:pt x="588" y="1225"/>
                    <a:pt x="613" y="1212"/>
                  </a:cubicBezTo>
                  <a:cubicBezTo>
                    <a:pt x="863" y="1062"/>
                    <a:pt x="788" y="675"/>
                    <a:pt x="700" y="437"/>
                  </a:cubicBezTo>
                  <a:cubicBezTo>
                    <a:pt x="588" y="163"/>
                    <a:pt x="338" y="0"/>
                    <a:pt x="38" y="113"/>
                  </a:cubicBezTo>
                  <a:cubicBezTo>
                    <a:pt x="0" y="125"/>
                    <a:pt x="13" y="200"/>
                    <a:pt x="63" y="1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8" name="Google Shape;4048;p101"/>
            <p:cNvSpPr/>
            <p:nvPr/>
          </p:nvSpPr>
          <p:spPr>
            <a:xfrm>
              <a:off x="6775450" y="2872625"/>
              <a:ext cx="56575" cy="81250"/>
            </a:xfrm>
            <a:custGeom>
              <a:rect b="b" l="l" r="r" t="t"/>
              <a:pathLst>
                <a:path extrusionOk="0" h="3250" w="2263">
                  <a:moveTo>
                    <a:pt x="2213" y="3162"/>
                  </a:moveTo>
                  <a:cubicBezTo>
                    <a:pt x="1263" y="2350"/>
                    <a:pt x="201" y="1463"/>
                    <a:pt x="388" y="76"/>
                  </a:cubicBezTo>
                  <a:cubicBezTo>
                    <a:pt x="388" y="26"/>
                    <a:pt x="301" y="1"/>
                    <a:pt x="288" y="51"/>
                  </a:cubicBezTo>
                  <a:cubicBezTo>
                    <a:pt x="1" y="1450"/>
                    <a:pt x="1213" y="2425"/>
                    <a:pt x="2163" y="3212"/>
                  </a:cubicBezTo>
                  <a:cubicBezTo>
                    <a:pt x="2200" y="3250"/>
                    <a:pt x="2263" y="3187"/>
                    <a:pt x="2213" y="3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9" name="Google Shape;4049;p101"/>
            <p:cNvSpPr/>
            <p:nvPr/>
          </p:nvSpPr>
          <p:spPr>
            <a:xfrm>
              <a:off x="6867625" y="3101950"/>
              <a:ext cx="15325" cy="30950"/>
            </a:xfrm>
            <a:custGeom>
              <a:rect b="b" l="l" r="r" t="t"/>
              <a:pathLst>
                <a:path extrusionOk="0" h="1238" w="613">
                  <a:moveTo>
                    <a:pt x="588" y="1175"/>
                  </a:moveTo>
                  <a:cubicBezTo>
                    <a:pt x="613" y="950"/>
                    <a:pt x="563" y="725"/>
                    <a:pt x="450" y="525"/>
                  </a:cubicBezTo>
                  <a:cubicBezTo>
                    <a:pt x="375" y="325"/>
                    <a:pt x="250" y="150"/>
                    <a:pt x="88" y="25"/>
                  </a:cubicBezTo>
                  <a:cubicBezTo>
                    <a:pt x="50" y="0"/>
                    <a:pt x="0" y="63"/>
                    <a:pt x="38" y="100"/>
                  </a:cubicBezTo>
                  <a:cubicBezTo>
                    <a:pt x="313" y="388"/>
                    <a:pt x="488" y="775"/>
                    <a:pt x="500" y="1175"/>
                  </a:cubicBezTo>
                  <a:cubicBezTo>
                    <a:pt x="500" y="1237"/>
                    <a:pt x="588" y="1237"/>
                    <a:pt x="600" y="11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0" name="Google Shape;4050;p101"/>
            <p:cNvSpPr/>
            <p:nvPr/>
          </p:nvSpPr>
          <p:spPr>
            <a:xfrm>
              <a:off x="6861375" y="3101625"/>
              <a:ext cx="21900" cy="34075"/>
            </a:xfrm>
            <a:custGeom>
              <a:rect b="b" l="l" r="r" t="t"/>
              <a:pathLst>
                <a:path extrusionOk="0" h="1363" w="876">
                  <a:moveTo>
                    <a:pt x="238" y="51"/>
                  </a:moveTo>
                  <a:cubicBezTo>
                    <a:pt x="0" y="538"/>
                    <a:pt x="300" y="1150"/>
                    <a:pt x="775" y="1350"/>
                  </a:cubicBezTo>
                  <a:cubicBezTo>
                    <a:pt x="838" y="1363"/>
                    <a:pt x="875" y="1275"/>
                    <a:pt x="825" y="1250"/>
                  </a:cubicBezTo>
                  <a:cubicBezTo>
                    <a:pt x="413" y="1050"/>
                    <a:pt x="113" y="551"/>
                    <a:pt x="325" y="101"/>
                  </a:cubicBezTo>
                  <a:cubicBezTo>
                    <a:pt x="350" y="51"/>
                    <a:pt x="275" y="1"/>
                    <a:pt x="238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1" name="Google Shape;4051;p101"/>
            <p:cNvSpPr/>
            <p:nvPr/>
          </p:nvSpPr>
          <p:spPr>
            <a:xfrm>
              <a:off x="6864175" y="3338125"/>
              <a:ext cx="59700" cy="132175"/>
            </a:xfrm>
            <a:custGeom>
              <a:rect b="b" l="l" r="r" t="t"/>
              <a:pathLst>
                <a:path extrusionOk="0" h="5287" w="2388">
                  <a:moveTo>
                    <a:pt x="1738" y="63"/>
                  </a:moveTo>
                  <a:cubicBezTo>
                    <a:pt x="2038" y="1600"/>
                    <a:pt x="2350" y="4912"/>
                    <a:pt x="51" y="5212"/>
                  </a:cubicBezTo>
                  <a:cubicBezTo>
                    <a:pt x="1" y="5212"/>
                    <a:pt x="1" y="5287"/>
                    <a:pt x="51" y="5287"/>
                  </a:cubicBezTo>
                  <a:cubicBezTo>
                    <a:pt x="2388" y="5074"/>
                    <a:pt x="2125" y="1638"/>
                    <a:pt x="1813" y="51"/>
                  </a:cubicBezTo>
                  <a:cubicBezTo>
                    <a:pt x="1813" y="1"/>
                    <a:pt x="1738" y="26"/>
                    <a:pt x="1738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2" name="Google Shape;4052;p101"/>
            <p:cNvSpPr/>
            <p:nvPr/>
          </p:nvSpPr>
          <p:spPr>
            <a:xfrm>
              <a:off x="6826700" y="3402175"/>
              <a:ext cx="65000" cy="61250"/>
            </a:xfrm>
            <a:custGeom>
              <a:rect b="b" l="l" r="r" t="t"/>
              <a:pathLst>
                <a:path extrusionOk="0" h="2450" w="2600">
                  <a:moveTo>
                    <a:pt x="2537" y="1475"/>
                  </a:moveTo>
                  <a:cubicBezTo>
                    <a:pt x="2212" y="2100"/>
                    <a:pt x="1437" y="2362"/>
                    <a:pt x="838" y="1938"/>
                  </a:cubicBezTo>
                  <a:cubicBezTo>
                    <a:pt x="300" y="1563"/>
                    <a:pt x="138" y="588"/>
                    <a:pt x="650" y="125"/>
                  </a:cubicBezTo>
                  <a:cubicBezTo>
                    <a:pt x="700" y="76"/>
                    <a:pt x="638" y="1"/>
                    <a:pt x="575" y="51"/>
                  </a:cubicBezTo>
                  <a:cubicBezTo>
                    <a:pt x="0" y="538"/>
                    <a:pt x="200" y="1613"/>
                    <a:pt x="788" y="2012"/>
                  </a:cubicBezTo>
                  <a:cubicBezTo>
                    <a:pt x="1412" y="2450"/>
                    <a:pt x="2275" y="2200"/>
                    <a:pt x="2587" y="1500"/>
                  </a:cubicBezTo>
                  <a:cubicBezTo>
                    <a:pt x="2600" y="1475"/>
                    <a:pt x="2550" y="1438"/>
                    <a:pt x="2537" y="1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3" name="Google Shape;4053;p101"/>
            <p:cNvSpPr/>
            <p:nvPr/>
          </p:nvSpPr>
          <p:spPr>
            <a:xfrm>
              <a:off x="6837325" y="3392175"/>
              <a:ext cx="46575" cy="35950"/>
            </a:xfrm>
            <a:custGeom>
              <a:rect b="b" l="l" r="r" t="t"/>
              <a:pathLst>
                <a:path extrusionOk="0" h="1438" w="1863">
                  <a:moveTo>
                    <a:pt x="75" y="738"/>
                  </a:moveTo>
                  <a:cubicBezTo>
                    <a:pt x="263" y="326"/>
                    <a:pt x="738" y="138"/>
                    <a:pt x="1150" y="301"/>
                  </a:cubicBezTo>
                  <a:cubicBezTo>
                    <a:pt x="1587" y="488"/>
                    <a:pt x="1712" y="938"/>
                    <a:pt x="1575" y="1363"/>
                  </a:cubicBezTo>
                  <a:cubicBezTo>
                    <a:pt x="1562" y="1413"/>
                    <a:pt x="1637" y="1438"/>
                    <a:pt x="1662" y="1400"/>
                  </a:cubicBezTo>
                  <a:cubicBezTo>
                    <a:pt x="1862" y="938"/>
                    <a:pt x="1650" y="401"/>
                    <a:pt x="1200" y="201"/>
                  </a:cubicBezTo>
                  <a:cubicBezTo>
                    <a:pt x="738" y="1"/>
                    <a:pt x="200" y="226"/>
                    <a:pt x="13" y="700"/>
                  </a:cubicBezTo>
                  <a:cubicBezTo>
                    <a:pt x="0" y="738"/>
                    <a:pt x="50" y="775"/>
                    <a:pt x="75" y="7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4" name="Google Shape;4054;p101"/>
            <p:cNvSpPr/>
            <p:nvPr/>
          </p:nvSpPr>
          <p:spPr>
            <a:xfrm>
              <a:off x="6849500" y="3422475"/>
              <a:ext cx="30950" cy="17525"/>
            </a:xfrm>
            <a:custGeom>
              <a:rect b="b" l="l" r="r" t="t"/>
              <a:pathLst>
                <a:path extrusionOk="0" h="701" w="1238">
                  <a:moveTo>
                    <a:pt x="1125" y="51"/>
                  </a:moveTo>
                  <a:cubicBezTo>
                    <a:pt x="1163" y="638"/>
                    <a:pt x="13" y="701"/>
                    <a:pt x="201" y="88"/>
                  </a:cubicBezTo>
                  <a:cubicBezTo>
                    <a:pt x="226" y="26"/>
                    <a:pt x="138" y="13"/>
                    <a:pt x="113" y="63"/>
                  </a:cubicBezTo>
                  <a:cubicBezTo>
                    <a:pt x="1" y="351"/>
                    <a:pt x="263" y="626"/>
                    <a:pt x="550" y="626"/>
                  </a:cubicBezTo>
                  <a:cubicBezTo>
                    <a:pt x="838" y="626"/>
                    <a:pt x="1238" y="388"/>
                    <a:pt x="1200" y="51"/>
                  </a:cubicBezTo>
                  <a:cubicBezTo>
                    <a:pt x="1200" y="1"/>
                    <a:pt x="1125" y="1"/>
                    <a:pt x="1125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5" name="Google Shape;4055;p101"/>
            <p:cNvSpPr/>
            <p:nvPr/>
          </p:nvSpPr>
          <p:spPr>
            <a:xfrm>
              <a:off x="6819200" y="3138500"/>
              <a:ext cx="71575" cy="55325"/>
            </a:xfrm>
            <a:custGeom>
              <a:rect b="b" l="l" r="r" t="t"/>
              <a:pathLst>
                <a:path extrusionOk="0" h="2213" w="2863">
                  <a:moveTo>
                    <a:pt x="2812" y="388"/>
                  </a:moveTo>
                  <a:cubicBezTo>
                    <a:pt x="1538" y="0"/>
                    <a:pt x="100" y="788"/>
                    <a:pt x="0" y="2175"/>
                  </a:cubicBezTo>
                  <a:cubicBezTo>
                    <a:pt x="0" y="2212"/>
                    <a:pt x="50" y="2212"/>
                    <a:pt x="50" y="2187"/>
                  </a:cubicBezTo>
                  <a:cubicBezTo>
                    <a:pt x="375" y="925"/>
                    <a:pt x="1463" y="113"/>
                    <a:pt x="2787" y="463"/>
                  </a:cubicBezTo>
                  <a:cubicBezTo>
                    <a:pt x="2837" y="475"/>
                    <a:pt x="2862" y="400"/>
                    <a:pt x="2800" y="3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6" name="Google Shape;4056;p101"/>
            <p:cNvSpPr/>
            <p:nvPr/>
          </p:nvSpPr>
          <p:spPr>
            <a:xfrm>
              <a:off x="6798275" y="2819200"/>
              <a:ext cx="15325" cy="20025"/>
            </a:xfrm>
            <a:custGeom>
              <a:rect b="b" l="l" r="r" t="t"/>
              <a:pathLst>
                <a:path extrusionOk="0" h="801" w="613">
                  <a:moveTo>
                    <a:pt x="550" y="688"/>
                  </a:moveTo>
                  <a:cubicBezTo>
                    <a:pt x="325" y="538"/>
                    <a:pt x="163" y="313"/>
                    <a:pt x="100" y="51"/>
                  </a:cubicBezTo>
                  <a:cubicBezTo>
                    <a:pt x="88" y="1"/>
                    <a:pt x="0" y="1"/>
                    <a:pt x="0" y="63"/>
                  </a:cubicBezTo>
                  <a:cubicBezTo>
                    <a:pt x="50" y="363"/>
                    <a:pt x="238" y="625"/>
                    <a:pt x="513" y="775"/>
                  </a:cubicBezTo>
                  <a:cubicBezTo>
                    <a:pt x="562" y="800"/>
                    <a:pt x="612" y="713"/>
                    <a:pt x="550" y="6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7" name="Google Shape;4057;p101"/>
            <p:cNvSpPr/>
            <p:nvPr/>
          </p:nvSpPr>
          <p:spPr>
            <a:xfrm>
              <a:off x="6794825" y="2818575"/>
              <a:ext cx="5975" cy="16900"/>
            </a:xfrm>
            <a:custGeom>
              <a:rect b="b" l="l" r="r" t="t"/>
              <a:pathLst>
                <a:path extrusionOk="0" h="676" w="239">
                  <a:moveTo>
                    <a:pt x="101" y="76"/>
                  </a:moveTo>
                  <a:cubicBezTo>
                    <a:pt x="26" y="238"/>
                    <a:pt x="1" y="426"/>
                    <a:pt x="26" y="613"/>
                  </a:cubicBezTo>
                  <a:cubicBezTo>
                    <a:pt x="38" y="675"/>
                    <a:pt x="138" y="663"/>
                    <a:pt x="138" y="601"/>
                  </a:cubicBezTo>
                  <a:cubicBezTo>
                    <a:pt x="138" y="426"/>
                    <a:pt x="163" y="263"/>
                    <a:pt x="213" y="101"/>
                  </a:cubicBezTo>
                  <a:cubicBezTo>
                    <a:pt x="238" y="26"/>
                    <a:pt x="126" y="1"/>
                    <a:pt x="101" y="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8" name="Google Shape;4058;p101"/>
            <p:cNvSpPr/>
            <p:nvPr/>
          </p:nvSpPr>
          <p:spPr>
            <a:xfrm>
              <a:off x="6810775" y="2837625"/>
              <a:ext cx="7500" cy="9400"/>
            </a:xfrm>
            <a:custGeom>
              <a:rect b="b" l="l" r="r" t="t"/>
              <a:pathLst>
                <a:path extrusionOk="0" h="376" w="300">
                  <a:moveTo>
                    <a:pt x="75" y="101"/>
                  </a:moveTo>
                  <a:cubicBezTo>
                    <a:pt x="112" y="163"/>
                    <a:pt x="87" y="226"/>
                    <a:pt x="38" y="263"/>
                  </a:cubicBezTo>
                  <a:cubicBezTo>
                    <a:pt x="0" y="301"/>
                    <a:pt x="38" y="376"/>
                    <a:pt x="87" y="351"/>
                  </a:cubicBezTo>
                  <a:cubicBezTo>
                    <a:pt x="237" y="288"/>
                    <a:pt x="300" y="113"/>
                    <a:pt x="137" y="26"/>
                  </a:cubicBezTo>
                  <a:cubicBezTo>
                    <a:pt x="87" y="1"/>
                    <a:pt x="38" y="63"/>
                    <a:pt x="75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9" name="Google Shape;4059;p101"/>
            <p:cNvSpPr/>
            <p:nvPr/>
          </p:nvSpPr>
          <p:spPr>
            <a:xfrm>
              <a:off x="6797325" y="2844825"/>
              <a:ext cx="15650" cy="20325"/>
            </a:xfrm>
            <a:custGeom>
              <a:rect b="b" l="l" r="r" t="t"/>
              <a:pathLst>
                <a:path extrusionOk="0" h="813" w="626">
                  <a:moveTo>
                    <a:pt x="526" y="25"/>
                  </a:moveTo>
                  <a:cubicBezTo>
                    <a:pt x="288" y="188"/>
                    <a:pt x="1" y="450"/>
                    <a:pt x="63" y="763"/>
                  </a:cubicBezTo>
                  <a:cubicBezTo>
                    <a:pt x="76" y="813"/>
                    <a:pt x="138" y="813"/>
                    <a:pt x="151" y="763"/>
                  </a:cubicBezTo>
                  <a:cubicBezTo>
                    <a:pt x="201" y="500"/>
                    <a:pt x="363" y="263"/>
                    <a:pt x="588" y="100"/>
                  </a:cubicBezTo>
                  <a:cubicBezTo>
                    <a:pt x="625" y="63"/>
                    <a:pt x="576" y="0"/>
                    <a:pt x="526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0" name="Google Shape;4060;p101"/>
            <p:cNvSpPr/>
            <p:nvPr/>
          </p:nvSpPr>
          <p:spPr>
            <a:xfrm>
              <a:off x="6792950" y="2840450"/>
              <a:ext cx="10025" cy="24075"/>
            </a:xfrm>
            <a:custGeom>
              <a:rect b="b" l="l" r="r" t="t"/>
              <a:pathLst>
                <a:path extrusionOk="0" h="963" w="401">
                  <a:moveTo>
                    <a:pt x="288" y="850"/>
                  </a:moveTo>
                  <a:cubicBezTo>
                    <a:pt x="113" y="613"/>
                    <a:pt x="188" y="350"/>
                    <a:pt x="351" y="138"/>
                  </a:cubicBezTo>
                  <a:cubicBezTo>
                    <a:pt x="401" y="75"/>
                    <a:pt x="326" y="0"/>
                    <a:pt x="276" y="50"/>
                  </a:cubicBezTo>
                  <a:cubicBezTo>
                    <a:pt x="26" y="275"/>
                    <a:pt x="1" y="663"/>
                    <a:pt x="201" y="925"/>
                  </a:cubicBezTo>
                  <a:cubicBezTo>
                    <a:pt x="238" y="963"/>
                    <a:pt x="326" y="900"/>
                    <a:pt x="288" y="8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1" name="Google Shape;4061;p101"/>
            <p:cNvSpPr/>
            <p:nvPr/>
          </p:nvSpPr>
          <p:spPr>
            <a:xfrm>
              <a:off x="6795150" y="2829825"/>
              <a:ext cx="8150" cy="14075"/>
            </a:xfrm>
            <a:custGeom>
              <a:rect b="b" l="l" r="r" t="t"/>
              <a:pathLst>
                <a:path extrusionOk="0" h="563" w="326">
                  <a:moveTo>
                    <a:pt x="263" y="425"/>
                  </a:moveTo>
                  <a:cubicBezTo>
                    <a:pt x="175" y="325"/>
                    <a:pt x="125" y="200"/>
                    <a:pt x="113" y="63"/>
                  </a:cubicBezTo>
                  <a:cubicBezTo>
                    <a:pt x="100" y="1"/>
                    <a:pt x="13" y="26"/>
                    <a:pt x="13" y="76"/>
                  </a:cubicBezTo>
                  <a:cubicBezTo>
                    <a:pt x="0" y="238"/>
                    <a:pt x="63" y="400"/>
                    <a:pt x="188" y="500"/>
                  </a:cubicBezTo>
                  <a:cubicBezTo>
                    <a:pt x="238" y="563"/>
                    <a:pt x="325" y="475"/>
                    <a:pt x="263" y="4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2" name="Google Shape;4062;p101"/>
            <p:cNvSpPr/>
            <p:nvPr/>
          </p:nvSpPr>
          <p:spPr>
            <a:xfrm>
              <a:off x="6781075" y="2835125"/>
              <a:ext cx="12525" cy="14400"/>
            </a:xfrm>
            <a:custGeom>
              <a:rect b="b" l="l" r="r" t="t"/>
              <a:pathLst>
                <a:path extrusionOk="0" h="576" w="501">
                  <a:moveTo>
                    <a:pt x="476" y="288"/>
                  </a:moveTo>
                  <a:cubicBezTo>
                    <a:pt x="463" y="163"/>
                    <a:pt x="426" y="38"/>
                    <a:pt x="288" y="13"/>
                  </a:cubicBezTo>
                  <a:cubicBezTo>
                    <a:pt x="163" y="1"/>
                    <a:pt x="63" y="88"/>
                    <a:pt x="63" y="213"/>
                  </a:cubicBezTo>
                  <a:cubicBezTo>
                    <a:pt x="1" y="501"/>
                    <a:pt x="463" y="576"/>
                    <a:pt x="488" y="263"/>
                  </a:cubicBezTo>
                  <a:cubicBezTo>
                    <a:pt x="501" y="188"/>
                    <a:pt x="376" y="176"/>
                    <a:pt x="363" y="251"/>
                  </a:cubicBezTo>
                  <a:cubicBezTo>
                    <a:pt x="363" y="263"/>
                    <a:pt x="363" y="276"/>
                    <a:pt x="351" y="288"/>
                  </a:cubicBezTo>
                  <a:cubicBezTo>
                    <a:pt x="351" y="376"/>
                    <a:pt x="488" y="376"/>
                    <a:pt x="476" y="2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3" name="Google Shape;4063;p101"/>
            <p:cNvSpPr/>
            <p:nvPr/>
          </p:nvSpPr>
          <p:spPr>
            <a:xfrm>
              <a:off x="695500" y="2835450"/>
              <a:ext cx="104675" cy="111250"/>
            </a:xfrm>
            <a:custGeom>
              <a:rect b="b" l="l" r="r" t="t"/>
              <a:pathLst>
                <a:path extrusionOk="0" h="4450" w="4187">
                  <a:moveTo>
                    <a:pt x="288" y="2650"/>
                  </a:moveTo>
                  <a:cubicBezTo>
                    <a:pt x="100" y="1075"/>
                    <a:pt x="1912" y="0"/>
                    <a:pt x="3124" y="1125"/>
                  </a:cubicBezTo>
                  <a:cubicBezTo>
                    <a:pt x="4062" y="2000"/>
                    <a:pt x="3624" y="3475"/>
                    <a:pt x="2974" y="4374"/>
                  </a:cubicBezTo>
                  <a:cubicBezTo>
                    <a:pt x="2949" y="4412"/>
                    <a:pt x="2999" y="4449"/>
                    <a:pt x="3037" y="4424"/>
                  </a:cubicBezTo>
                  <a:cubicBezTo>
                    <a:pt x="3974" y="3412"/>
                    <a:pt x="4187" y="1475"/>
                    <a:pt x="2799" y="738"/>
                  </a:cubicBezTo>
                  <a:cubicBezTo>
                    <a:pt x="1450" y="25"/>
                    <a:pt x="0" y="1213"/>
                    <a:pt x="188" y="2650"/>
                  </a:cubicBezTo>
                  <a:cubicBezTo>
                    <a:pt x="188" y="2712"/>
                    <a:pt x="300" y="2725"/>
                    <a:pt x="288" y="2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4" name="Google Shape;4064;p101"/>
            <p:cNvSpPr/>
            <p:nvPr/>
          </p:nvSpPr>
          <p:spPr>
            <a:xfrm>
              <a:off x="628000" y="2941675"/>
              <a:ext cx="146875" cy="263700"/>
            </a:xfrm>
            <a:custGeom>
              <a:rect b="b" l="l" r="r" t="t"/>
              <a:pathLst>
                <a:path extrusionOk="0" h="10548" w="5875">
                  <a:moveTo>
                    <a:pt x="5812" y="25"/>
                  </a:moveTo>
                  <a:cubicBezTo>
                    <a:pt x="3937" y="1350"/>
                    <a:pt x="1513" y="2550"/>
                    <a:pt x="738" y="4862"/>
                  </a:cubicBezTo>
                  <a:cubicBezTo>
                    <a:pt x="151" y="6599"/>
                    <a:pt x="1" y="9073"/>
                    <a:pt x="1263" y="10523"/>
                  </a:cubicBezTo>
                  <a:cubicBezTo>
                    <a:pt x="1288" y="10548"/>
                    <a:pt x="1338" y="10510"/>
                    <a:pt x="1313" y="10485"/>
                  </a:cubicBezTo>
                  <a:cubicBezTo>
                    <a:pt x="113" y="8848"/>
                    <a:pt x="288" y="6086"/>
                    <a:pt x="1138" y="4324"/>
                  </a:cubicBezTo>
                  <a:cubicBezTo>
                    <a:pt x="2063" y="2412"/>
                    <a:pt x="4175" y="1300"/>
                    <a:pt x="5837" y="100"/>
                  </a:cubicBezTo>
                  <a:cubicBezTo>
                    <a:pt x="5874" y="63"/>
                    <a:pt x="5837" y="0"/>
                    <a:pt x="5799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5" name="Google Shape;4065;p101"/>
            <p:cNvSpPr/>
            <p:nvPr/>
          </p:nvSpPr>
          <p:spPr>
            <a:xfrm>
              <a:off x="668000" y="3137875"/>
              <a:ext cx="85000" cy="100300"/>
            </a:xfrm>
            <a:custGeom>
              <a:rect b="b" l="l" r="r" t="t"/>
              <a:pathLst>
                <a:path extrusionOk="0" h="4012" w="3400">
                  <a:moveTo>
                    <a:pt x="38" y="2925"/>
                  </a:moveTo>
                  <a:cubicBezTo>
                    <a:pt x="900" y="3424"/>
                    <a:pt x="2075" y="3624"/>
                    <a:pt x="2812" y="2787"/>
                  </a:cubicBezTo>
                  <a:cubicBezTo>
                    <a:pt x="3237" y="2312"/>
                    <a:pt x="3400" y="1175"/>
                    <a:pt x="2975" y="625"/>
                  </a:cubicBezTo>
                  <a:cubicBezTo>
                    <a:pt x="2500" y="0"/>
                    <a:pt x="1350" y="88"/>
                    <a:pt x="1025" y="825"/>
                  </a:cubicBezTo>
                  <a:cubicBezTo>
                    <a:pt x="813" y="1262"/>
                    <a:pt x="838" y="1775"/>
                    <a:pt x="1088" y="2200"/>
                  </a:cubicBezTo>
                  <a:cubicBezTo>
                    <a:pt x="1450" y="2837"/>
                    <a:pt x="2425" y="3237"/>
                    <a:pt x="2537" y="3987"/>
                  </a:cubicBezTo>
                  <a:cubicBezTo>
                    <a:pt x="2537" y="4012"/>
                    <a:pt x="2575" y="4012"/>
                    <a:pt x="2575" y="3987"/>
                  </a:cubicBezTo>
                  <a:cubicBezTo>
                    <a:pt x="2562" y="3574"/>
                    <a:pt x="2287" y="3337"/>
                    <a:pt x="2000" y="3062"/>
                  </a:cubicBezTo>
                  <a:cubicBezTo>
                    <a:pt x="1713" y="2787"/>
                    <a:pt x="1350" y="2500"/>
                    <a:pt x="1188" y="2150"/>
                  </a:cubicBezTo>
                  <a:cubicBezTo>
                    <a:pt x="825" y="1287"/>
                    <a:pt x="1075" y="288"/>
                    <a:pt x="2200" y="425"/>
                  </a:cubicBezTo>
                  <a:cubicBezTo>
                    <a:pt x="2550" y="350"/>
                    <a:pt x="2762" y="488"/>
                    <a:pt x="2837" y="838"/>
                  </a:cubicBezTo>
                  <a:cubicBezTo>
                    <a:pt x="2975" y="913"/>
                    <a:pt x="3050" y="1063"/>
                    <a:pt x="3050" y="1212"/>
                  </a:cubicBezTo>
                  <a:cubicBezTo>
                    <a:pt x="3062" y="1275"/>
                    <a:pt x="3062" y="1337"/>
                    <a:pt x="3050" y="1400"/>
                  </a:cubicBezTo>
                  <a:cubicBezTo>
                    <a:pt x="3087" y="1650"/>
                    <a:pt x="3075" y="1912"/>
                    <a:pt x="3025" y="2162"/>
                  </a:cubicBezTo>
                  <a:cubicBezTo>
                    <a:pt x="2687" y="3524"/>
                    <a:pt x="1025" y="3399"/>
                    <a:pt x="75" y="2862"/>
                  </a:cubicBezTo>
                  <a:cubicBezTo>
                    <a:pt x="38" y="2837"/>
                    <a:pt x="0" y="2900"/>
                    <a:pt x="38" y="29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6" name="Google Shape;4066;p101"/>
            <p:cNvSpPr/>
            <p:nvPr/>
          </p:nvSpPr>
          <p:spPr>
            <a:xfrm>
              <a:off x="722350" y="3245025"/>
              <a:ext cx="13775" cy="55325"/>
            </a:xfrm>
            <a:custGeom>
              <a:rect b="b" l="l" r="r" t="t"/>
              <a:pathLst>
                <a:path extrusionOk="0" h="2213" w="551">
                  <a:moveTo>
                    <a:pt x="401" y="51"/>
                  </a:moveTo>
                  <a:cubicBezTo>
                    <a:pt x="476" y="825"/>
                    <a:pt x="238" y="1438"/>
                    <a:pt x="13" y="2163"/>
                  </a:cubicBezTo>
                  <a:cubicBezTo>
                    <a:pt x="1" y="2200"/>
                    <a:pt x="51" y="2213"/>
                    <a:pt x="76" y="2188"/>
                  </a:cubicBezTo>
                  <a:cubicBezTo>
                    <a:pt x="488" y="1588"/>
                    <a:pt x="551" y="738"/>
                    <a:pt x="476" y="51"/>
                  </a:cubicBezTo>
                  <a:cubicBezTo>
                    <a:pt x="476" y="1"/>
                    <a:pt x="388" y="1"/>
                    <a:pt x="401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7" name="Google Shape;4067;p101"/>
            <p:cNvSpPr/>
            <p:nvPr/>
          </p:nvSpPr>
          <p:spPr>
            <a:xfrm>
              <a:off x="692050" y="2972300"/>
              <a:ext cx="96575" cy="82175"/>
            </a:xfrm>
            <a:custGeom>
              <a:rect b="b" l="l" r="r" t="t"/>
              <a:pathLst>
                <a:path extrusionOk="0" h="3287" w="3863">
                  <a:moveTo>
                    <a:pt x="63" y="1100"/>
                  </a:moveTo>
                  <a:cubicBezTo>
                    <a:pt x="738" y="575"/>
                    <a:pt x="1563" y="113"/>
                    <a:pt x="2450" y="350"/>
                  </a:cubicBezTo>
                  <a:cubicBezTo>
                    <a:pt x="2900" y="487"/>
                    <a:pt x="3287" y="812"/>
                    <a:pt x="3500" y="1250"/>
                  </a:cubicBezTo>
                  <a:cubicBezTo>
                    <a:pt x="3650" y="1525"/>
                    <a:pt x="3737" y="1837"/>
                    <a:pt x="3737" y="2149"/>
                  </a:cubicBezTo>
                  <a:cubicBezTo>
                    <a:pt x="3725" y="2887"/>
                    <a:pt x="3300" y="3037"/>
                    <a:pt x="2463" y="2612"/>
                  </a:cubicBezTo>
                  <a:cubicBezTo>
                    <a:pt x="2500" y="2574"/>
                    <a:pt x="2463" y="2512"/>
                    <a:pt x="2425" y="2537"/>
                  </a:cubicBezTo>
                  <a:cubicBezTo>
                    <a:pt x="2050" y="2824"/>
                    <a:pt x="2463" y="3162"/>
                    <a:pt x="2812" y="3212"/>
                  </a:cubicBezTo>
                  <a:cubicBezTo>
                    <a:pt x="3475" y="3287"/>
                    <a:pt x="3862" y="2612"/>
                    <a:pt x="3837" y="2037"/>
                  </a:cubicBezTo>
                  <a:cubicBezTo>
                    <a:pt x="3812" y="1237"/>
                    <a:pt x="3250" y="450"/>
                    <a:pt x="2475" y="250"/>
                  </a:cubicBezTo>
                  <a:cubicBezTo>
                    <a:pt x="1550" y="0"/>
                    <a:pt x="701" y="475"/>
                    <a:pt x="26" y="1050"/>
                  </a:cubicBezTo>
                  <a:cubicBezTo>
                    <a:pt x="1" y="1075"/>
                    <a:pt x="38" y="1112"/>
                    <a:pt x="63" y="1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8" name="Google Shape;4068;p101"/>
            <p:cNvSpPr/>
            <p:nvPr/>
          </p:nvSpPr>
          <p:spPr>
            <a:xfrm>
              <a:off x="720175" y="2958850"/>
              <a:ext cx="110625" cy="22825"/>
            </a:xfrm>
            <a:custGeom>
              <a:rect b="b" l="l" r="r" t="t"/>
              <a:pathLst>
                <a:path extrusionOk="0" h="913" w="4425">
                  <a:moveTo>
                    <a:pt x="100" y="875"/>
                  </a:moveTo>
                  <a:cubicBezTo>
                    <a:pt x="1100" y="38"/>
                    <a:pt x="3250" y="1"/>
                    <a:pt x="4362" y="588"/>
                  </a:cubicBezTo>
                  <a:cubicBezTo>
                    <a:pt x="4399" y="601"/>
                    <a:pt x="4424" y="551"/>
                    <a:pt x="4399" y="526"/>
                  </a:cubicBezTo>
                  <a:cubicBezTo>
                    <a:pt x="3712" y="1"/>
                    <a:pt x="2725" y="88"/>
                    <a:pt x="1912" y="176"/>
                  </a:cubicBezTo>
                  <a:cubicBezTo>
                    <a:pt x="1250" y="251"/>
                    <a:pt x="563" y="376"/>
                    <a:pt x="38" y="825"/>
                  </a:cubicBezTo>
                  <a:cubicBezTo>
                    <a:pt x="0" y="863"/>
                    <a:pt x="63" y="913"/>
                    <a:pt x="100" y="8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9" name="Google Shape;4069;p101"/>
            <p:cNvSpPr/>
            <p:nvPr/>
          </p:nvSpPr>
          <p:spPr>
            <a:xfrm>
              <a:off x="830150" y="2969475"/>
              <a:ext cx="12200" cy="11900"/>
            </a:xfrm>
            <a:custGeom>
              <a:rect b="b" l="l" r="r" t="t"/>
              <a:pathLst>
                <a:path extrusionOk="0" h="476" w="488">
                  <a:moveTo>
                    <a:pt x="50" y="126"/>
                  </a:moveTo>
                  <a:cubicBezTo>
                    <a:pt x="0" y="213"/>
                    <a:pt x="25" y="325"/>
                    <a:pt x="88" y="388"/>
                  </a:cubicBezTo>
                  <a:cubicBezTo>
                    <a:pt x="163" y="450"/>
                    <a:pt x="250" y="475"/>
                    <a:pt x="338" y="463"/>
                  </a:cubicBezTo>
                  <a:cubicBezTo>
                    <a:pt x="375" y="450"/>
                    <a:pt x="400" y="438"/>
                    <a:pt x="425" y="425"/>
                  </a:cubicBezTo>
                  <a:cubicBezTo>
                    <a:pt x="450" y="388"/>
                    <a:pt x="463" y="350"/>
                    <a:pt x="463" y="313"/>
                  </a:cubicBezTo>
                  <a:cubicBezTo>
                    <a:pt x="488" y="188"/>
                    <a:pt x="425" y="63"/>
                    <a:pt x="300" y="13"/>
                  </a:cubicBezTo>
                  <a:cubicBezTo>
                    <a:pt x="175" y="1"/>
                    <a:pt x="50" y="101"/>
                    <a:pt x="50" y="2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0" name="Google Shape;4070;p101"/>
            <p:cNvSpPr/>
            <p:nvPr/>
          </p:nvSpPr>
          <p:spPr>
            <a:xfrm>
              <a:off x="828275" y="2965425"/>
              <a:ext cx="16275" cy="17825"/>
            </a:xfrm>
            <a:custGeom>
              <a:rect b="b" l="l" r="r" t="t"/>
              <a:pathLst>
                <a:path extrusionOk="0" h="713" w="651">
                  <a:moveTo>
                    <a:pt x="63" y="275"/>
                  </a:moveTo>
                  <a:cubicBezTo>
                    <a:pt x="0" y="438"/>
                    <a:pt x="88" y="625"/>
                    <a:pt x="263" y="675"/>
                  </a:cubicBezTo>
                  <a:cubicBezTo>
                    <a:pt x="425" y="712"/>
                    <a:pt x="575" y="650"/>
                    <a:pt x="588" y="487"/>
                  </a:cubicBezTo>
                  <a:cubicBezTo>
                    <a:pt x="650" y="88"/>
                    <a:pt x="88" y="0"/>
                    <a:pt x="88" y="400"/>
                  </a:cubicBezTo>
                  <a:cubicBezTo>
                    <a:pt x="88" y="438"/>
                    <a:pt x="163" y="450"/>
                    <a:pt x="163" y="413"/>
                  </a:cubicBezTo>
                  <a:cubicBezTo>
                    <a:pt x="488" y="288"/>
                    <a:pt x="563" y="313"/>
                    <a:pt x="388" y="462"/>
                  </a:cubicBezTo>
                  <a:cubicBezTo>
                    <a:pt x="275" y="637"/>
                    <a:pt x="213" y="587"/>
                    <a:pt x="175" y="300"/>
                  </a:cubicBezTo>
                  <a:cubicBezTo>
                    <a:pt x="188" y="238"/>
                    <a:pt x="88" y="200"/>
                    <a:pt x="63" y="2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1" name="Google Shape;4071;p101"/>
            <p:cNvSpPr/>
            <p:nvPr/>
          </p:nvSpPr>
          <p:spPr>
            <a:xfrm>
              <a:off x="662375" y="3207225"/>
              <a:ext cx="3150" cy="2850"/>
            </a:xfrm>
            <a:custGeom>
              <a:rect b="b" l="l" r="r" t="t"/>
              <a:pathLst>
                <a:path extrusionOk="0" h="114" w="126">
                  <a:moveTo>
                    <a:pt x="63" y="101"/>
                  </a:moveTo>
                  <a:lnTo>
                    <a:pt x="88" y="88"/>
                  </a:lnTo>
                  <a:cubicBezTo>
                    <a:pt x="126" y="76"/>
                    <a:pt x="126" y="38"/>
                    <a:pt x="88" y="26"/>
                  </a:cubicBezTo>
                  <a:lnTo>
                    <a:pt x="63" y="13"/>
                  </a:lnTo>
                  <a:cubicBezTo>
                    <a:pt x="1" y="1"/>
                    <a:pt x="1" y="113"/>
                    <a:pt x="63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2" name="Google Shape;4072;p101"/>
            <p:cNvSpPr/>
            <p:nvPr/>
          </p:nvSpPr>
          <p:spPr>
            <a:xfrm>
              <a:off x="705800" y="3297525"/>
              <a:ext cx="17525" cy="42200"/>
            </a:xfrm>
            <a:custGeom>
              <a:rect b="b" l="l" r="r" t="t"/>
              <a:pathLst>
                <a:path extrusionOk="0" h="1688" w="701">
                  <a:moveTo>
                    <a:pt x="613" y="25"/>
                  </a:moveTo>
                  <a:cubicBezTo>
                    <a:pt x="76" y="225"/>
                    <a:pt x="1" y="1175"/>
                    <a:pt x="138" y="1637"/>
                  </a:cubicBezTo>
                  <a:cubicBezTo>
                    <a:pt x="163" y="1687"/>
                    <a:pt x="251" y="1675"/>
                    <a:pt x="238" y="1612"/>
                  </a:cubicBezTo>
                  <a:cubicBezTo>
                    <a:pt x="201" y="1375"/>
                    <a:pt x="188" y="1125"/>
                    <a:pt x="226" y="887"/>
                  </a:cubicBezTo>
                  <a:cubicBezTo>
                    <a:pt x="263" y="650"/>
                    <a:pt x="375" y="225"/>
                    <a:pt x="638" y="125"/>
                  </a:cubicBezTo>
                  <a:cubicBezTo>
                    <a:pt x="700" y="100"/>
                    <a:pt x="675" y="0"/>
                    <a:pt x="600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3" name="Google Shape;4073;p101"/>
            <p:cNvSpPr/>
            <p:nvPr/>
          </p:nvSpPr>
          <p:spPr>
            <a:xfrm>
              <a:off x="708300" y="3297825"/>
              <a:ext cx="19700" cy="42200"/>
            </a:xfrm>
            <a:custGeom>
              <a:rect b="b" l="l" r="r" t="t"/>
              <a:pathLst>
                <a:path extrusionOk="0" h="1688" w="788">
                  <a:moveTo>
                    <a:pt x="113" y="1638"/>
                  </a:moveTo>
                  <a:cubicBezTo>
                    <a:pt x="475" y="1288"/>
                    <a:pt x="788" y="563"/>
                    <a:pt x="638" y="63"/>
                  </a:cubicBezTo>
                  <a:cubicBezTo>
                    <a:pt x="625" y="1"/>
                    <a:pt x="538" y="26"/>
                    <a:pt x="550" y="88"/>
                  </a:cubicBezTo>
                  <a:cubicBezTo>
                    <a:pt x="600" y="625"/>
                    <a:pt x="413" y="1175"/>
                    <a:pt x="38" y="1575"/>
                  </a:cubicBezTo>
                  <a:cubicBezTo>
                    <a:pt x="1" y="1613"/>
                    <a:pt x="63" y="1688"/>
                    <a:pt x="113" y="16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4" name="Google Shape;4074;p101"/>
            <p:cNvSpPr/>
            <p:nvPr/>
          </p:nvSpPr>
          <p:spPr>
            <a:xfrm>
              <a:off x="732050" y="3237525"/>
              <a:ext cx="30000" cy="33150"/>
            </a:xfrm>
            <a:custGeom>
              <a:rect b="b" l="l" r="r" t="t"/>
              <a:pathLst>
                <a:path extrusionOk="0" h="1326" w="1200">
                  <a:moveTo>
                    <a:pt x="25" y="51"/>
                  </a:moveTo>
                  <a:cubicBezTo>
                    <a:pt x="0" y="388"/>
                    <a:pt x="175" y="663"/>
                    <a:pt x="388" y="913"/>
                  </a:cubicBezTo>
                  <a:cubicBezTo>
                    <a:pt x="563" y="1163"/>
                    <a:pt x="850" y="1313"/>
                    <a:pt x="1150" y="1325"/>
                  </a:cubicBezTo>
                  <a:cubicBezTo>
                    <a:pt x="1200" y="1325"/>
                    <a:pt x="1200" y="1250"/>
                    <a:pt x="1163" y="1250"/>
                  </a:cubicBezTo>
                  <a:cubicBezTo>
                    <a:pt x="875" y="1225"/>
                    <a:pt x="613" y="1088"/>
                    <a:pt x="450" y="863"/>
                  </a:cubicBezTo>
                  <a:cubicBezTo>
                    <a:pt x="263" y="613"/>
                    <a:pt x="88" y="363"/>
                    <a:pt x="100" y="51"/>
                  </a:cubicBezTo>
                  <a:cubicBezTo>
                    <a:pt x="100" y="1"/>
                    <a:pt x="25" y="1"/>
                    <a:pt x="25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5" name="Google Shape;4075;p101"/>
            <p:cNvSpPr/>
            <p:nvPr/>
          </p:nvSpPr>
          <p:spPr>
            <a:xfrm>
              <a:off x="732675" y="3237850"/>
              <a:ext cx="29375" cy="33125"/>
            </a:xfrm>
            <a:custGeom>
              <a:rect b="b" l="l" r="r" t="t"/>
              <a:pathLst>
                <a:path extrusionOk="0" h="1325" w="1175">
                  <a:moveTo>
                    <a:pt x="1163" y="1262"/>
                  </a:moveTo>
                  <a:cubicBezTo>
                    <a:pt x="1088" y="700"/>
                    <a:pt x="675" y="125"/>
                    <a:pt x="100" y="13"/>
                  </a:cubicBezTo>
                  <a:cubicBezTo>
                    <a:pt x="38" y="0"/>
                    <a:pt x="0" y="75"/>
                    <a:pt x="50" y="113"/>
                  </a:cubicBezTo>
                  <a:cubicBezTo>
                    <a:pt x="288" y="250"/>
                    <a:pt x="525" y="313"/>
                    <a:pt x="700" y="550"/>
                  </a:cubicBezTo>
                  <a:cubicBezTo>
                    <a:pt x="875" y="763"/>
                    <a:pt x="1013" y="1012"/>
                    <a:pt x="1100" y="1287"/>
                  </a:cubicBezTo>
                  <a:cubicBezTo>
                    <a:pt x="1113" y="1325"/>
                    <a:pt x="1175" y="1312"/>
                    <a:pt x="1163" y="12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6" name="Google Shape;4076;p101"/>
            <p:cNvSpPr/>
            <p:nvPr/>
          </p:nvSpPr>
          <p:spPr>
            <a:xfrm>
              <a:off x="739850" y="2929475"/>
              <a:ext cx="86875" cy="38475"/>
            </a:xfrm>
            <a:custGeom>
              <a:rect b="b" l="l" r="r" t="t"/>
              <a:pathLst>
                <a:path extrusionOk="0" h="1539" w="3475">
                  <a:moveTo>
                    <a:pt x="76" y="1513"/>
                  </a:moveTo>
                  <a:cubicBezTo>
                    <a:pt x="1075" y="801"/>
                    <a:pt x="2213" y="326"/>
                    <a:pt x="3412" y="101"/>
                  </a:cubicBezTo>
                  <a:cubicBezTo>
                    <a:pt x="3475" y="88"/>
                    <a:pt x="3450" y="1"/>
                    <a:pt x="3387" y="13"/>
                  </a:cubicBezTo>
                  <a:cubicBezTo>
                    <a:pt x="2175" y="226"/>
                    <a:pt x="1025" y="726"/>
                    <a:pt x="38" y="1451"/>
                  </a:cubicBezTo>
                  <a:cubicBezTo>
                    <a:pt x="1" y="1476"/>
                    <a:pt x="38" y="1538"/>
                    <a:pt x="76" y="15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7" name="Google Shape;4077;p101"/>
            <p:cNvSpPr/>
            <p:nvPr/>
          </p:nvSpPr>
          <p:spPr>
            <a:xfrm>
              <a:off x="824200" y="2919175"/>
              <a:ext cx="16275" cy="17825"/>
            </a:xfrm>
            <a:custGeom>
              <a:rect b="b" l="l" r="r" t="t"/>
              <a:pathLst>
                <a:path extrusionOk="0" h="713" w="651">
                  <a:moveTo>
                    <a:pt x="88" y="525"/>
                  </a:moveTo>
                  <a:cubicBezTo>
                    <a:pt x="288" y="713"/>
                    <a:pt x="651" y="475"/>
                    <a:pt x="451" y="238"/>
                  </a:cubicBezTo>
                  <a:cubicBezTo>
                    <a:pt x="238" y="1"/>
                    <a:pt x="1" y="338"/>
                    <a:pt x="101" y="563"/>
                  </a:cubicBezTo>
                  <a:cubicBezTo>
                    <a:pt x="113" y="600"/>
                    <a:pt x="176" y="575"/>
                    <a:pt x="176" y="538"/>
                  </a:cubicBezTo>
                  <a:cubicBezTo>
                    <a:pt x="163" y="500"/>
                    <a:pt x="163" y="463"/>
                    <a:pt x="176" y="425"/>
                  </a:cubicBezTo>
                  <a:cubicBezTo>
                    <a:pt x="176" y="351"/>
                    <a:pt x="176" y="351"/>
                    <a:pt x="151" y="463"/>
                  </a:cubicBezTo>
                  <a:cubicBezTo>
                    <a:pt x="101" y="425"/>
                    <a:pt x="38" y="488"/>
                    <a:pt x="88" y="5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8" name="Google Shape;4078;p101"/>
            <p:cNvSpPr/>
            <p:nvPr/>
          </p:nvSpPr>
          <p:spPr>
            <a:xfrm>
              <a:off x="728300" y="2974800"/>
              <a:ext cx="82175" cy="30625"/>
            </a:xfrm>
            <a:custGeom>
              <a:rect b="b" l="l" r="r" t="t"/>
              <a:pathLst>
                <a:path extrusionOk="0" h="1225" w="3287">
                  <a:moveTo>
                    <a:pt x="63" y="225"/>
                  </a:moveTo>
                  <a:cubicBezTo>
                    <a:pt x="1288" y="87"/>
                    <a:pt x="2287" y="425"/>
                    <a:pt x="3225" y="1200"/>
                  </a:cubicBezTo>
                  <a:cubicBezTo>
                    <a:pt x="3250" y="1225"/>
                    <a:pt x="3287" y="1187"/>
                    <a:pt x="3262" y="1150"/>
                  </a:cubicBezTo>
                  <a:cubicBezTo>
                    <a:pt x="2537" y="212"/>
                    <a:pt x="1163" y="0"/>
                    <a:pt x="63" y="137"/>
                  </a:cubicBezTo>
                  <a:cubicBezTo>
                    <a:pt x="0" y="137"/>
                    <a:pt x="0" y="237"/>
                    <a:pt x="63" y="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9" name="Google Shape;4079;p101"/>
            <p:cNvSpPr/>
            <p:nvPr/>
          </p:nvSpPr>
          <p:spPr>
            <a:xfrm>
              <a:off x="805150" y="3001975"/>
              <a:ext cx="15025" cy="12825"/>
            </a:xfrm>
            <a:custGeom>
              <a:rect b="b" l="l" r="r" t="t"/>
              <a:pathLst>
                <a:path extrusionOk="0" h="513" w="601">
                  <a:moveTo>
                    <a:pt x="250" y="475"/>
                  </a:moveTo>
                  <a:cubicBezTo>
                    <a:pt x="550" y="513"/>
                    <a:pt x="600" y="50"/>
                    <a:pt x="288" y="25"/>
                  </a:cubicBezTo>
                  <a:cubicBezTo>
                    <a:pt x="1" y="0"/>
                    <a:pt x="26" y="425"/>
                    <a:pt x="313" y="425"/>
                  </a:cubicBezTo>
                  <a:cubicBezTo>
                    <a:pt x="350" y="425"/>
                    <a:pt x="363" y="375"/>
                    <a:pt x="325" y="363"/>
                  </a:cubicBezTo>
                  <a:cubicBezTo>
                    <a:pt x="275" y="300"/>
                    <a:pt x="250" y="325"/>
                    <a:pt x="250" y="413"/>
                  </a:cubicBezTo>
                  <a:cubicBezTo>
                    <a:pt x="213" y="413"/>
                    <a:pt x="213" y="475"/>
                    <a:pt x="250" y="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0" name="Google Shape;4080;p101"/>
            <p:cNvSpPr/>
            <p:nvPr/>
          </p:nvSpPr>
          <p:spPr>
            <a:xfrm>
              <a:off x="644875" y="3178475"/>
              <a:ext cx="60325" cy="237475"/>
            </a:xfrm>
            <a:custGeom>
              <a:rect b="b" l="l" r="r" t="t"/>
              <a:pathLst>
                <a:path extrusionOk="0" h="9499" w="2413">
                  <a:moveTo>
                    <a:pt x="26" y="51"/>
                  </a:moveTo>
                  <a:cubicBezTo>
                    <a:pt x="1275" y="3362"/>
                    <a:pt x="2413" y="6049"/>
                    <a:pt x="388" y="9373"/>
                  </a:cubicBezTo>
                  <a:cubicBezTo>
                    <a:pt x="338" y="9448"/>
                    <a:pt x="451" y="9498"/>
                    <a:pt x="488" y="9436"/>
                  </a:cubicBezTo>
                  <a:cubicBezTo>
                    <a:pt x="1438" y="8024"/>
                    <a:pt x="1838" y="6749"/>
                    <a:pt x="1675" y="5050"/>
                  </a:cubicBezTo>
                  <a:cubicBezTo>
                    <a:pt x="1488" y="3113"/>
                    <a:pt x="776" y="1813"/>
                    <a:pt x="76" y="38"/>
                  </a:cubicBezTo>
                  <a:cubicBezTo>
                    <a:pt x="63" y="1"/>
                    <a:pt x="1" y="13"/>
                    <a:pt x="26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1" name="Google Shape;4081;p101"/>
            <p:cNvSpPr/>
            <p:nvPr/>
          </p:nvSpPr>
          <p:spPr>
            <a:xfrm>
              <a:off x="699875" y="2899175"/>
              <a:ext cx="49375" cy="31900"/>
            </a:xfrm>
            <a:custGeom>
              <a:rect b="b" l="l" r="r" t="t"/>
              <a:pathLst>
                <a:path extrusionOk="0" h="1276" w="1975">
                  <a:moveTo>
                    <a:pt x="13" y="63"/>
                  </a:moveTo>
                  <a:cubicBezTo>
                    <a:pt x="100" y="613"/>
                    <a:pt x="450" y="1151"/>
                    <a:pt x="1062" y="1213"/>
                  </a:cubicBezTo>
                  <a:cubicBezTo>
                    <a:pt x="1550" y="1275"/>
                    <a:pt x="1975" y="888"/>
                    <a:pt x="1975" y="401"/>
                  </a:cubicBezTo>
                  <a:cubicBezTo>
                    <a:pt x="1975" y="326"/>
                    <a:pt x="1862" y="326"/>
                    <a:pt x="1862" y="401"/>
                  </a:cubicBezTo>
                  <a:cubicBezTo>
                    <a:pt x="1850" y="976"/>
                    <a:pt x="1275" y="1263"/>
                    <a:pt x="775" y="1026"/>
                  </a:cubicBezTo>
                  <a:cubicBezTo>
                    <a:pt x="363" y="838"/>
                    <a:pt x="163" y="463"/>
                    <a:pt x="75" y="38"/>
                  </a:cubicBezTo>
                  <a:cubicBezTo>
                    <a:pt x="63" y="1"/>
                    <a:pt x="0" y="13"/>
                    <a:pt x="13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2" name="Google Shape;4082;p101"/>
            <p:cNvSpPr/>
            <p:nvPr/>
          </p:nvSpPr>
          <p:spPr>
            <a:xfrm>
              <a:off x="674550" y="3113825"/>
              <a:ext cx="31600" cy="62800"/>
            </a:xfrm>
            <a:custGeom>
              <a:rect b="b" l="l" r="r" t="t"/>
              <a:pathLst>
                <a:path extrusionOk="0" h="2512" w="1264">
                  <a:moveTo>
                    <a:pt x="726" y="2449"/>
                  </a:moveTo>
                  <a:cubicBezTo>
                    <a:pt x="713" y="1825"/>
                    <a:pt x="1263" y="1325"/>
                    <a:pt x="1038" y="687"/>
                  </a:cubicBezTo>
                  <a:cubicBezTo>
                    <a:pt x="888" y="275"/>
                    <a:pt x="488" y="0"/>
                    <a:pt x="51" y="13"/>
                  </a:cubicBezTo>
                  <a:cubicBezTo>
                    <a:pt x="13" y="13"/>
                    <a:pt x="1" y="75"/>
                    <a:pt x="38" y="88"/>
                  </a:cubicBezTo>
                  <a:cubicBezTo>
                    <a:pt x="838" y="200"/>
                    <a:pt x="1138" y="875"/>
                    <a:pt x="838" y="1575"/>
                  </a:cubicBezTo>
                  <a:cubicBezTo>
                    <a:pt x="701" y="1850"/>
                    <a:pt x="638" y="2149"/>
                    <a:pt x="651" y="2449"/>
                  </a:cubicBezTo>
                  <a:cubicBezTo>
                    <a:pt x="651" y="2499"/>
                    <a:pt x="726" y="2512"/>
                    <a:pt x="726" y="244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3" name="Google Shape;4083;p101"/>
            <p:cNvSpPr/>
            <p:nvPr/>
          </p:nvSpPr>
          <p:spPr>
            <a:xfrm>
              <a:off x="658950" y="3112575"/>
              <a:ext cx="21575" cy="30625"/>
            </a:xfrm>
            <a:custGeom>
              <a:rect b="b" l="l" r="r" t="t"/>
              <a:pathLst>
                <a:path extrusionOk="0" h="1225" w="863">
                  <a:moveTo>
                    <a:pt x="825" y="113"/>
                  </a:moveTo>
                  <a:cubicBezTo>
                    <a:pt x="525" y="0"/>
                    <a:pt x="275" y="163"/>
                    <a:pt x="163" y="437"/>
                  </a:cubicBezTo>
                  <a:cubicBezTo>
                    <a:pt x="75" y="675"/>
                    <a:pt x="0" y="1062"/>
                    <a:pt x="250" y="1212"/>
                  </a:cubicBezTo>
                  <a:cubicBezTo>
                    <a:pt x="275" y="1225"/>
                    <a:pt x="313" y="1200"/>
                    <a:pt x="300" y="1162"/>
                  </a:cubicBezTo>
                  <a:cubicBezTo>
                    <a:pt x="50" y="837"/>
                    <a:pt x="275" y="0"/>
                    <a:pt x="800" y="175"/>
                  </a:cubicBezTo>
                  <a:cubicBezTo>
                    <a:pt x="850" y="200"/>
                    <a:pt x="862" y="125"/>
                    <a:pt x="825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4" name="Google Shape;4084;p101"/>
            <p:cNvSpPr/>
            <p:nvPr/>
          </p:nvSpPr>
          <p:spPr>
            <a:xfrm>
              <a:off x="762050" y="2872625"/>
              <a:ext cx="56250" cy="81250"/>
            </a:xfrm>
            <a:custGeom>
              <a:rect b="b" l="l" r="r" t="t"/>
              <a:pathLst>
                <a:path extrusionOk="0" h="3250" w="2250">
                  <a:moveTo>
                    <a:pt x="87" y="3212"/>
                  </a:moveTo>
                  <a:cubicBezTo>
                    <a:pt x="1037" y="2425"/>
                    <a:pt x="2249" y="1450"/>
                    <a:pt x="1962" y="51"/>
                  </a:cubicBezTo>
                  <a:cubicBezTo>
                    <a:pt x="1949" y="1"/>
                    <a:pt x="1862" y="26"/>
                    <a:pt x="1875" y="76"/>
                  </a:cubicBezTo>
                  <a:cubicBezTo>
                    <a:pt x="2062" y="1463"/>
                    <a:pt x="987" y="2350"/>
                    <a:pt x="37" y="3162"/>
                  </a:cubicBezTo>
                  <a:cubicBezTo>
                    <a:pt x="0" y="3187"/>
                    <a:pt x="62" y="3250"/>
                    <a:pt x="100" y="32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5" name="Google Shape;4085;p101"/>
            <p:cNvSpPr/>
            <p:nvPr/>
          </p:nvSpPr>
          <p:spPr>
            <a:xfrm>
              <a:off x="710800" y="3101950"/>
              <a:ext cx="15325" cy="30950"/>
            </a:xfrm>
            <a:custGeom>
              <a:rect b="b" l="l" r="r" t="t"/>
              <a:pathLst>
                <a:path extrusionOk="0" h="1238" w="613">
                  <a:moveTo>
                    <a:pt x="101" y="1175"/>
                  </a:moveTo>
                  <a:cubicBezTo>
                    <a:pt x="126" y="775"/>
                    <a:pt x="288" y="388"/>
                    <a:pt x="575" y="100"/>
                  </a:cubicBezTo>
                  <a:cubicBezTo>
                    <a:pt x="613" y="63"/>
                    <a:pt x="563" y="0"/>
                    <a:pt x="525" y="25"/>
                  </a:cubicBezTo>
                  <a:cubicBezTo>
                    <a:pt x="350" y="150"/>
                    <a:pt x="225" y="325"/>
                    <a:pt x="163" y="525"/>
                  </a:cubicBezTo>
                  <a:cubicBezTo>
                    <a:pt x="51" y="725"/>
                    <a:pt x="1" y="950"/>
                    <a:pt x="13" y="1175"/>
                  </a:cubicBezTo>
                  <a:cubicBezTo>
                    <a:pt x="13" y="1237"/>
                    <a:pt x="113" y="1237"/>
                    <a:pt x="113" y="11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6" name="Google Shape;4086;p101"/>
            <p:cNvSpPr/>
            <p:nvPr/>
          </p:nvSpPr>
          <p:spPr>
            <a:xfrm>
              <a:off x="710175" y="3101625"/>
              <a:ext cx="21900" cy="34400"/>
            </a:xfrm>
            <a:custGeom>
              <a:rect b="b" l="l" r="r" t="t"/>
              <a:pathLst>
                <a:path extrusionOk="0" h="1376" w="876">
                  <a:moveTo>
                    <a:pt x="550" y="101"/>
                  </a:moveTo>
                  <a:cubicBezTo>
                    <a:pt x="763" y="538"/>
                    <a:pt x="475" y="1050"/>
                    <a:pt x="51" y="1250"/>
                  </a:cubicBezTo>
                  <a:cubicBezTo>
                    <a:pt x="1" y="1275"/>
                    <a:pt x="38" y="1375"/>
                    <a:pt x="101" y="1350"/>
                  </a:cubicBezTo>
                  <a:cubicBezTo>
                    <a:pt x="575" y="1138"/>
                    <a:pt x="875" y="538"/>
                    <a:pt x="638" y="51"/>
                  </a:cubicBezTo>
                  <a:cubicBezTo>
                    <a:pt x="613" y="1"/>
                    <a:pt x="525" y="51"/>
                    <a:pt x="550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7" name="Google Shape;4087;p101"/>
            <p:cNvSpPr/>
            <p:nvPr/>
          </p:nvSpPr>
          <p:spPr>
            <a:xfrm>
              <a:off x="669550" y="3338125"/>
              <a:ext cx="60025" cy="132175"/>
            </a:xfrm>
            <a:custGeom>
              <a:rect b="b" l="l" r="r" t="t"/>
              <a:pathLst>
                <a:path extrusionOk="0" h="5287" w="2401">
                  <a:moveTo>
                    <a:pt x="576" y="51"/>
                  </a:moveTo>
                  <a:cubicBezTo>
                    <a:pt x="263" y="1638"/>
                    <a:pt x="1" y="5074"/>
                    <a:pt x="2350" y="5287"/>
                  </a:cubicBezTo>
                  <a:cubicBezTo>
                    <a:pt x="2400" y="5287"/>
                    <a:pt x="2388" y="5224"/>
                    <a:pt x="2350" y="5212"/>
                  </a:cubicBezTo>
                  <a:cubicBezTo>
                    <a:pt x="63" y="4912"/>
                    <a:pt x="363" y="1600"/>
                    <a:pt x="651" y="63"/>
                  </a:cubicBezTo>
                  <a:cubicBezTo>
                    <a:pt x="663" y="13"/>
                    <a:pt x="588" y="1"/>
                    <a:pt x="576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8" name="Google Shape;4088;p101"/>
            <p:cNvSpPr/>
            <p:nvPr/>
          </p:nvSpPr>
          <p:spPr>
            <a:xfrm>
              <a:off x="701750" y="3402175"/>
              <a:ext cx="65000" cy="61575"/>
            </a:xfrm>
            <a:custGeom>
              <a:rect b="b" l="l" r="r" t="t"/>
              <a:pathLst>
                <a:path extrusionOk="0" h="2463" w="2600">
                  <a:moveTo>
                    <a:pt x="13" y="1500"/>
                  </a:moveTo>
                  <a:cubicBezTo>
                    <a:pt x="350" y="2175"/>
                    <a:pt x="1175" y="2462"/>
                    <a:pt x="1825" y="2012"/>
                  </a:cubicBezTo>
                  <a:cubicBezTo>
                    <a:pt x="2400" y="1600"/>
                    <a:pt x="2599" y="538"/>
                    <a:pt x="2025" y="38"/>
                  </a:cubicBezTo>
                  <a:cubicBezTo>
                    <a:pt x="1975" y="1"/>
                    <a:pt x="1900" y="76"/>
                    <a:pt x="1950" y="113"/>
                  </a:cubicBezTo>
                  <a:cubicBezTo>
                    <a:pt x="2462" y="588"/>
                    <a:pt x="2300" y="1563"/>
                    <a:pt x="1762" y="1938"/>
                  </a:cubicBezTo>
                  <a:cubicBezTo>
                    <a:pt x="1150" y="2350"/>
                    <a:pt x="400" y="2112"/>
                    <a:pt x="75" y="1463"/>
                  </a:cubicBezTo>
                  <a:cubicBezTo>
                    <a:pt x="50" y="1425"/>
                    <a:pt x="0" y="1463"/>
                    <a:pt x="13" y="1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9" name="Google Shape;4089;p101"/>
            <p:cNvSpPr/>
            <p:nvPr/>
          </p:nvSpPr>
          <p:spPr>
            <a:xfrm>
              <a:off x="709550" y="3392175"/>
              <a:ext cx="46575" cy="35950"/>
            </a:xfrm>
            <a:custGeom>
              <a:rect b="b" l="l" r="r" t="t"/>
              <a:pathLst>
                <a:path extrusionOk="0" h="1438" w="1863">
                  <a:moveTo>
                    <a:pt x="1850" y="700"/>
                  </a:moveTo>
                  <a:cubicBezTo>
                    <a:pt x="1663" y="226"/>
                    <a:pt x="1125" y="1"/>
                    <a:pt x="663" y="201"/>
                  </a:cubicBezTo>
                  <a:cubicBezTo>
                    <a:pt x="200" y="401"/>
                    <a:pt x="1" y="938"/>
                    <a:pt x="200" y="1400"/>
                  </a:cubicBezTo>
                  <a:cubicBezTo>
                    <a:pt x="225" y="1438"/>
                    <a:pt x="300" y="1413"/>
                    <a:pt x="288" y="1363"/>
                  </a:cubicBezTo>
                  <a:cubicBezTo>
                    <a:pt x="163" y="938"/>
                    <a:pt x="275" y="488"/>
                    <a:pt x="713" y="301"/>
                  </a:cubicBezTo>
                  <a:cubicBezTo>
                    <a:pt x="1125" y="138"/>
                    <a:pt x="1600" y="326"/>
                    <a:pt x="1788" y="738"/>
                  </a:cubicBezTo>
                  <a:cubicBezTo>
                    <a:pt x="1800" y="775"/>
                    <a:pt x="1863" y="738"/>
                    <a:pt x="1838" y="7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0" name="Google Shape;4090;p101"/>
            <p:cNvSpPr/>
            <p:nvPr/>
          </p:nvSpPr>
          <p:spPr>
            <a:xfrm>
              <a:off x="713300" y="3422475"/>
              <a:ext cx="30950" cy="17225"/>
            </a:xfrm>
            <a:custGeom>
              <a:rect b="b" l="l" r="r" t="t"/>
              <a:pathLst>
                <a:path extrusionOk="0" h="689" w="1238">
                  <a:moveTo>
                    <a:pt x="26" y="51"/>
                  </a:moveTo>
                  <a:cubicBezTo>
                    <a:pt x="1" y="388"/>
                    <a:pt x="375" y="638"/>
                    <a:pt x="688" y="626"/>
                  </a:cubicBezTo>
                  <a:cubicBezTo>
                    <a:pt x="1000" y="626"/>
                    <a:pt x="1238" y="351"/>
                    <a:pt x="1113" y="63"/>
                  </a:cubicBezTo>
                  <a:cubicBezTo>
                    <a:pt x="1100" y="13"/>
                    <a:pt x="1013" y="26"/>
                    <a:pt x="1025" y="88"/>
                  </a:cubicBezTo>
                  <a:cubicBezTo>
                    <a:pt x="1213" y="688"/>
                    <a:pt x="75" y="638"/>
                    <a:pt x="100" y="51"/>
                  </a:cubicBezTo>
                  <a:cubicBezTo>
                    <a:pt x="100" y="1"/>
                    <a:pt x="38" y="1"/>
                    <a:pt x="26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1" name="Google Shape;4091;p101"/>
            <p:cNvSpPr/>
            <p:nvPr/>
          </p:nvSpPr>
          <p:spPr>
            <a:xfrm>
              <a:off x="702675" y="3138500"/>
              <a:ext cx="71875" cy="55325"/>
            </a:xfrm>
            <a:custGeom>
              <a:rect b="b" l="l" r="r" t="t"/>
              <a:pathLst>
                <a:path extrusionOk="0" h="2213" w="2875">
                  <a:moveTo>
                    <a:pt x="88" y="463"/>
                  </a:moveTo>
                  <a:cubicBezTo>
                    <a:pt x="1400" y="113"/>
                    <a:pt x="2487" y="925"/>
                    <a:pt x="2812" y="2187"/>
                  </a:cubicBezTo>
                  <a:cubicBezTo>
                    <a:pt x="2812" y="2212"/>
                    <a:pt x="2875" y="2212"/>
                    <a:pt x="2862" y="2175"/>
                  </a:cubicBezTo>
                  <a:cubicBezTo>
                    <a:pt x="2762" y="788"/>
                    <a:pt x="1325" y="0"/>
                    <a:pt x="51" y="388"/>
                  </a:cubicBezTo>
                  <a:cubicBezTo>
                    <a:pt x="1" y="400"/>
                    <a:pt x="26" y="475"/>
                    <a:pt x="76" y="4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2" name="Google Shape;4092;p101"/>
            <p:cNvSpPr/>
            <p:nvPr/>
          </p:nvSpPr>
          <p:spPr>
            <a:xfrm>
              <a:off x="695500" y="2739850"/>
              <a:ext cx="104675" cy="111550"/>
            </a:xfrm>
            <a:custGeom>
              <a:rect b="b" l="l" r="r" t="t"/>
              <a:pathLst>
                <a:path extrusionOk="0" h="4462" w="4187">
                  <a:moveTo>
                    <a:pt x="188" y="1800"/>
                  </a:moveTo>
                  <a:cubicBezTo>
                    <a:pt x="0" y="3250"/>
                    <a:pt x="1450" y="4424"/>
                    <a:pt x="2799" y="3712"/>
                  </a:cubicBezTo>
                  <a:cubicBezTo>
                    <a:pt x="4187" y="2975"/>
                    <a:pt x="3962" y="1038"/>
                    <a:pt x="3024" y="25"/>
                  </a:cubicBezTo>
                  <a:cubicBezTo>
                    <a:pt x="2999" y="0"/>
                    <a:pt x="2949" y="38"/>
                    <a:pt x="2974" y="75"/>
                  </a:cubicBezTo>
                  <a:cubicBezTo>
                    <a:pt x="3624" y="975"/>
                    <a:pt x="4074" y="2450"/>
                    <a:pt x="3124" y="3325"/>
                  </a:cubicBezTo>
                  <a:cubicBezTo>
                    <a:pt x="1912" y="4462"/>
                    <a:pt x="100" y="3375"/>
                    <a:pt x="288" y="1800"/>
                  </a:cubicBezTo>
                  <a:cubicBezTo>
                    <a:pt x="300" y="1738"/>
                    <a:pt x="188" y="1738"/>
                    <a:pt x="175" y="1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3" name="Google Shape;4093;p101"/>
            <p:cNvSpPr/>
            <p:nvPr/>
          </p:nvSpPr>
          <p:spPr>
            <a:xfrm>
              <a:off x="628325" y="2481475"/>
              <a:ext cx="146850" cy="263400"/>
            </a:xfrm>
            <a:custGeom>
              <a:rect b="b" l="l" r="r" t="t"/>
              <a:pathLst>
                <a:path extrusionOk="0" h="10536" w="5874">
                  <a:moveTo>
                    <a:pt x="5836" y="10448"/>
                  </a:moveTo>
                  <a:cubicBezTo>
                    <a:pt x="4162" y="9236"/>
                    <a:pt x="2050" y="8124"/>
                    <a:pt x="1125" y="6224"/>
                  </a:cubicBezTo>
                  <a:cubicBezTo>
                    <a:pt x="275" y="4462"/>
                    <a:pt x="100" y="1688"/>
                    <a:pt x="1300" y="63"/>
                  </a:cubicBezTo>
                  <a:cubicBezTo>
                    <a:pt x="1325" y="38"/>
                    <a:pt x="1275" y="1"/>
                    <a:pt x="1250" y="26"/>
                  </a:cubicBezTo>
                  <a:cubicBezTo>
                    <a:pt x="0" y="1463"/>
                    <a:pt x="138" y="3950"/>
                    <a:pt x="725" y="5674"/>
                  </a:cubicBezTo>
                  <a:cubicBezTo>
                    <a:pt x="1513" y="7986"/>
                    <a:pt x="3912" y="9186"/>
                    <a:pt x="5799" y="10510"/>
                  </a:cubicBezTo>
                  <a:cubicBezTo>
                    <a:pt x="5836" y="10535"/>
                    <a:pt x="5874" y="10473"/>
                    <a:pt x="5836" y="1044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4" name="Google Shape;4094;p101"/>
            <p:cNvSpPr/>
            <p:nvPr/>
          </p:nvSpPr>
          <p:spPr>
            <a:xfrm>
              <a:off x="667675" y="2448375"/>
              <a:ext cx="84700" cy="100925"/>
            </a:xfrm>
            <a:custGeom>
              <a:rect b="b" l="l" r="r" t="t"/>
              <a:pathLst>
                <a:path extrusionOk="0" h="4037" w="3388">
                  <a:moveTo>
                    <a:pt x="88" y="1150"/>
                  </a:moveTo>
                  <a:cubicBezTo>
                    <a:pt x="1026" y="625"/>
                    <a:pt x="2413" y="500"/>
                    <a:pt x="2950" y="1662"/>
                  </a:cubicBezTo>
                  <a:cubicBezTo>
                    <a:pt x="3075" y="1937"/>
                    <a:pt x="3113" y="2249"/>
                    <a:pt x="3075" y="2549"/>
                  </a:cubicBezTo>
                  <a:cubicBezTo>
                    <a:pt x="3063" y="2624"/>
                    <a:pt x="3075" y="2712"/>
                    <a:pt x="3075" y="2774"/>
                  </a:cubicBezTo>
                  <a:cubicBezTo>
                    <a:pt x="2938" y="3549"/>
                    <a:pt x="2738" y="3524"/>
                    <a:pt x="2213" y="3587"/>
                  </a:cubicBezTo>
                  <a:cubicBezTo>
                    <a:pt x="1313" y="3699"/>
                    <a:pt x="976" y="3087"/>
                    <a:pt x="1113" y="2312"/>
                  </a:cubicBezTo>
                  <a:cubicBezTo>
                    <a:pt x="1226" y="1737"/>
                    <a:pt x="1526" y="1425"/>
                    <a:pt x="1938" y="1037"/>
                  </a:cubicBezTo>
                  <a:cubicBezTo>
                    <a:pt x="2250" y="737"/>
                    <a:pt x="2575" y="487"/>
                    <a:pt x="2588" y="25"/>
                  </a:cubicBezTo>
                  <a:cubicBezTo>
                    <a:pt x="2588" y="0"/>
                    <a:pt x="2550" y="0"/>
                    <a:pt x="2538" y="25"/>
                  </a:cubicBezTo>
                  <a:cubicBezTo>
                    <a:pt x="2438" y="750"/>
                    <a:pt x="1538" y="1137"/>
                    <a:pt x="1163" y="1725"/>
                  </a:cubicBezTo>
                  <a:cubicBezTo>
                    <a:pt x="863" y="2149"/>
                    <a:pt x="813" y="2712"/>
                    <a:pt x="1026" y="3187"/>
                  </a:cubicBezTo>
                  <a:cubicBezTo>
                    <a:pt x="1363" y="3912"/>
                    <a:pt x="2500" y="4036"/>
                    <a:pt x="2988" y="3387"/>
                  </a:cubicBezTo>
                  <a:cubicBezTo>
                    <a:pt x="3388" y="2874"/>
                    <a:pt x="3263" y="1800"/>
                    <a:pt x="2900" y="1312"/>
                  </a:cubicBezTo>
                  <a:cubicBezTo>
                    <a:pt x="2200" y="387"/>
                    <a:pt x="938" y="575"/>
                    <a:pt x="51" y="1087"/>
                  </a:cubicBezTo>
                  <a:cubicBezTo>
                    <a:pt x="1" y="1112"/>
                    <a:pt x="51" y="1187"/>
                    <a:pt x="88" y="1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5" name="Google Shape;4095;p101"/>
            <p:cNvSpPr/>
            <p:nvPr/>
          </p:nvSpPr>
          <p:spPr>
            <a:xfrm>
              <a:off x="722350" y="2386200"/>
              <a:ext cx="13775" cy="55325"/>
            </a:xfrm>
            <a:custGeom>
              <a:rect b="b" l="l" r="r" t="t"/>
              <a:pathLst>
                <a:path extrusionOk="0" h="2213" w="551">
                  <a:moveTo>
                    <a:pt x="476" y="2162"/>
                  </a:moveTo>
                  <a:cubicBezTo>
                    <a:pt x="551" y="1475"/>
                    <a:pt x="488" y="625"/>
                    <a:pt x="76" y="25"/>
                  </a:cubicBezTo>
                  <a:cubicBezTo>
                    <a:pt x="51" y="0"/>
                    <a:pt x="1" y="13"/>
                    <a:pt x="13" y="50"/>
                  </a:cubicBezTo>
                  <a:cubicBezTo>
                    <a:pt x="251" y="775"/>
                    <a:pt x="476" y="1387"/>
                    <a:pt x="401" y="2162"/>
                  </a:cubicBezTo>
                  <a:cubicBezTo>
                    <a:pt x="401" y="2212"/>
                    <a:pt x="476" y="2212"/>
                    <a:pt x="476" y="2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6" name="Google Shape;4096;p101"/>
            <p:cNvSpPr/>
            <p:nvPr/>
          </p:nvSpPr>
          <p:spPr>
            <a:xfrm>
              <a:off x="691750" y="2632075"/>
              <a:ext cx="96875" cy="81550"/>
            </a:xfrm>
            <a:custGeom>
              <a:rect b="b" l="l" r="r" t="t"/>
              <a:pathLst>
                <a:path extrusionOk="0" h="3262" w="3875">
                  <a:moveTo>
                    <a:pt x="38" y="2237"/>
                  </a:moveTo>
                  <a:cubicBezTo>
                    <a:pt x="688" y="2787"/>
                    <a:pt x="1500" y="3262"/>
                    <a:pt x="2375" y="3074"/>
                  </a:cubicBezTo>
                  <a:cubicBezTo>
                    <a:pt x="3212" y="2887"/>
                    <a:pt x="3812" y="2087"/>
                    <a:pt x="3849" y="1250"/>
                  </a:cubicBezTo>
                  <a:cubicBezTo>
                    <a:pt x="3874" y="675"/>
                    <a:pt x="3487" y="0"/>
                    <a:pt x="2824" y="75"/>
                  </a:cubicBezTo>
                  <a:cubicBezTo>
                    <a:pt x="2475" y="113"/>
                    <a:pt x="2062" y="463"/>
                    <a:pt x="2437" y="750"/>
                  </a:cubicBezTo>
                  <a:cubicBezTo>
                    <a:pt x="2475" y="775"/>
                    <a:pt x="2512" y="712"/>
                    <a:pt x="2475" y="675"/>
                  </a:cubicBezTo>
                  <a:cubicBezTo>
                    <a:pt x="3299" y="250"/>
                    <a:pt x="3724" y="400"/>
                    <a:pt x="3749" y="1137"/>
                  </a:cubicBezTo>
                  <a:cubicBezTo>
                    <a:pt x="3737" y="1450"/>
                    <a:pt x="3662" y="1762"/>
                    <a:pt x="3499" y="2037"/>
                  </a:cubicBezTo>
                  <a:cubicBezTo>
                    <a:pt x="3299" y="2474"/>
                    <a:pt x="2912" y="2799"/>
                    <a:pt x="2450" y="2937"/>
                  </a:cubicBezTo>
                  <a:cubicBezTo>
                    <a:pt x="1562" y="3174"/>
                    <a:pt x="750" y="2712"/>
                    <a:pt x="75" y="2187"/>
                  </a:cubicBezTo>
                  <a:cubicBezTo>
                    <a:pt x="50" y="2162"/>
                    <a:pt x="0" y="2212"/>
                    <a:pt x="38" y="22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7" name="Google Shape;4097;p101"/>
            <p:cNvSpPr/>
            <p:nvPr/>
          </p:nvSpPr>
          <p:spPr>
            <a:xfrm>
              <a:off x="720475" y="2704850"/>
              <a:ext cx="110625" cy="22850"/>
            </a:xfrm>
            <a:custGeom>
              <a:rect b="b" l="l" r="r" t="t"/>
              <a:pathLst>
                <a:path extrusionOk="0" h="914" w="4425">
                  <a:moveTo>
                    <a:pt x="38" y="88"/>
                  </a:moveTo>
                  <a:cubicBezTo>
                    <a:pt x="551" y="538"/>
                    <a:pt x="1238" y="663"/>
                    <a:pt x="1913" y="738"/>
                  </a:cubicBezTo>
                  <a:cubicBezTo>
                    <a:pt x="2725" y="826"/>
                    <a:pt x="3712" y="913"/>
                    <a:pt x="4400" y="388"/>
                  </a:cubicBezTo>
                  <a:cubicBezTo>
                    <a:pt x="4425" y="363"/>
                    <a:pt x="4400" y="313"/>
                    <a:pt x="4362" y="326"/>
                  </a:cubicBezTo>
                  <a:cubicBezTo>
                    <a:pt x="3238" y="913"/>
                    <a:pt x="1101" y="876"/>
                    <a:pt x="101" y="26"/>
                  </a:cubicBezTo>
                  <a:cubicBezTo>
                    <a:pt x="63" y="1"/>
                    <a:pt x="1" y="51"/>
                    <a:pt x="38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8" name="Google Shape;4098;p101"/>
            <p:cNvSpPr/>
            <p:nvPr/>
          </p:nvSpPr>
          <p:spPr>
            <a:xfrm>
              <a:off x="830150" y="2705175"/>
              <a:ext cx="12200" cy="11900"/>
            </a:xfrm>
            <a:custGeom>
              <a:rect b="b" l="l" r="r" t="t"/>
              <a:pathLst>
                <a:path extrusionOk="0" h="476" w="488">
                  <a:moveTo>
                    <a:pt x="50" y="350"/>
                  </a:moveTo>
                  <a:cubicBezTo>
                    <a:pt x="0" y="263"/>
                    <a:pt x="25" y="150"/>
                    <a:pt x="88" y="88"/>
                  </a:cubicBezTo>
                  <a:cubicBezTo>
                    <a:pt x="163" y="25"/>
                    <a:pt x="250" y="0"/>
                    <a:pt x="338" y="13"/>
                  </a:cubicBezTo>
                  <a:cubicBezTo>
                    <a:pt x="375" y="13"/>
                    <a:pt x="400" y="25"/>
                    <a:pt x="425" y="50"/>
                  </a:cubicBezTo>
                  <a:cubicBezTo>
                    <a:pt x="450" y="88"/>
                    <a:pt x="463" y="125"/>
                    <a:pt x="463" y="163"/>
                  </a:cubicBezTo>
                  <a:cubicBezTo>
                    <a:pt x="488" y="288"/>
                    <a:pt x="425" y="413"/>
                    <a:pt x="300" y="463"/>
                  </a:cubicBezTo>
                  <a:cubicBezTo>
                    <a:pt x="175" y="475"/>
                    <a:pt x="50" y="375"/>
                    <a:pt x="50" y="2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9" name="Google Shape;4099;p101"/>
            <p:cNvSpPr/>
            <p:nvPr/>
          </p:nvSpPr>
          <p:spPr>
            <a:xfrm>
              <a:off x="827325" y="2698925"/>
              <a:ext cx="17225" cy="22200"/>
            </a:xfrm>
            <a:custGeom>
              <a:rect b="b" l="l" r="r" t="t"/>
              <a:pathLst>
                <a:path extrusionOk="0" h="888" w="689">
                  <a:moveTo>
                    <a:pt x="213" y="588"/>
                  </a:moveTo>
                  <a:cubicBezTo>
                    <a:pt x="251" y="300"/>
                    <a:pt x="313" y="250"/>
                    <a:pt x="426" y="425"/>
                  </a:cubicBezTo>
                  <a:cubicBezTo>
                    <a:pt x="601" y="575"/>
                    <a:pt x="526" y="588"/>
                    <a:pt x="201" y="475"/>
                  </a:cubicBezTo>
                  <a:cubicBezTo>
                    <a:pt x="201" y="438"/>
                    <a:pt x="126" y="450"/>
                    <a:pt x="126" y="488"/>
                  </a:cubicBezTo>
                  <a:cubicBezTo>
                    <a:pt x="126" y="888"/>
                    <a:pt x="688" y="800"/>
                    <a:pt x="626" y="400"/>
                  </a:cubicBezTo>
                  <a:cubicBezTo>
                    <a:pt x="576" y="0"/>
                    <a:pt x="1" y="238"/>
                    <a:pt x="101" y="613"/>
                  </a:cubicBezTo>
                  <a:cubicBezTo>
                    <a:pt x="113" y="700"/>
                    <a:pt x="238" y="663"/>
                    <a:pt x="213" y="5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0" name="Google Shape;4100;p101"/>
            <p:cNvSpPr/>
            <p:nvPr/>
          </p:nvSpPr>
          <p:spPr>
            <a:xfrm>
              <a:off x="662375" y="2476475"/>
              <a:ext cx="3150" cy="3150"/>
            </a:xfrm>
            <a:custGeom>
              <a:rect b="b" l="l" r="r" t="t"/>
              <a:pathLst>
                <a:path extrusionOk="0" h="126" w="126">
                  <a:moveTo>
                    <a:pt x="63" y="88"/>
                  </a:moveTo>
                  <a:lnTo>
                    <a:pt x="88" y="88"/>
                  </a:lnTo>
                  <a:cubicBezTo>
                    <a:pt x="126" y="88"/>
                    <a:pt x="126" y="38"/>
                    <a:pt x="88" y="26"/>
                  </a:cubicBezTo>
                  <a:lnTo>
                    <a:pt x="63" y="26"/>
                  </a:lnTo>
                  <a:cubicBezTo>
                    <a:pt x="1" y="1"/>
                    <a:pt x="1" y="126"/>
                    <a:pt x="63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1" name="Google Shape;4101;p101"/>
            <p:cNvSpPr/>
            <p:nvPr/>
          </p:nvSpPr>
          <p:spPr>
            <a:xfrm>
              <a:off x="705800" y="2346825"/>
              <a:ext cx="17525" cy="42200"/>
            </a:xfrm>
            <a:custGeom>
              <a:rect b="b" l="l" r="r" t="t"/>
              <a:pathLst>
                <a:path extrusionOk="0" h="1688" w="701">
                  <a:moveTo>
                    <a:pt x="638" y="1550"/>
                  </a:moveTo>
                  <a:cubicBezTo>
                    <a:pt x="388" y="1463"/>
                    <a:pt x="276" y="1025"/>
                    <a:pt x="226" y="800"/>
                  </a:cubicBezTo>
                  <a:cubicBezTo>
                    <a:pt x="188" y="563"/>
                    <a:pt x="201" y="313"/>
                    <a:pt x="238" y="63"/>
                  </a:cubicBezTo>
                  <a:cubicBezTo>
                    <a:pt x="238" y="13"/>
                    <a:pt x="163" y="1"/>
                    <a:pt x="138" y="51"/>
                  </a:cubicBezTo>
                  <a:cubicBezTo>
                    <a:pt x="1" y="513"/>
                    <a:pt x="76" y="1463"/>
                    <a:pt x="613" y="1663"/>
                  </a:cubicBezTo>
                  <a:cubicBezTo>
                    <a:pt x="675" y="1688"/>
                    <a:pt x="700" y="1575"/>
                    <a:pt x="638" y="15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2" name="Google Shape;4102;p101"/>
            <p:cNvSpPr/>
            <p:nvPr/>
          </p:nvSpPr>
          <p:spPr>
            <a:xfrm>
              <a:off x="708300" y="2346525"/>
              <a:ext cx="19700" cy="42200"/>
            </a:xfrm>
            <a:custGeom>
              <a:rect b="b" l="l" r="r" t="t"/>
              <a:pathLst>
                <a:path extrusionOk="0" h="1688" w="788">
                  <a:moveTo>
                    <a:pt x="38" y="113"/>
                  </a:moveTo>
                  <a:cubicBezTo>
                    <a:pt x="413" y="513"/>
                    <a:pt x="600" y="1062"/>
                    <a:pt x="550" y="1600"/>
                  </a:cubicBezTo>
                  <a:cubicBezTo>
                    <a:pt x="550" y="1662"/>
                    <a:pt x="625" y="1687"/>
                    <a:pt x="638" y="1625"/>
                  </a:cubicBezTo>
                  <a:cubicBezTo>
                    <a:pt x="788" y="1125"/>
                    <a:pt x="475" y="400"/>
                    <a:pt x="113" y="50"/>
                  </a:cubicBezTo>
                  <a:cubicBezTo>
                    <a:pt x="63" y="0"/>
                    <a:pt x="1" y="63"/>
                    <a:pt x="38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3" name="Google Shape;4103;p101"/>
            <p:cNvSpPr/>
            <p:nvPr/>
          </p:nvSpPr>
          <p:spPr>
            <a:xfrm>
              <a:off x="732050" y="2415875"/>
              <a:ext cx="30000" cy="33150"/>
            </a:xfrm>
            <a:custGeom>
              <a:rect b="b" l="l" r="r" t="t"/>
              <a:pathLst>
                <a:path extrusionOk="0" h="1326" w="1200">
                  <a:moveTo>
                    <a:pt x="100" y="1275"/>
                  </a:moveTo>
                  <a:cubicBezTo>
                    <a:pt x="88" y="963"/>
                    <a:pt x="250" y="713"/>
                    <a:pt x="450" y="463"/>
                  </a:cubicBezTo>
                  <a:cubicBezTo>
                    <a:pt x="613" y="238"/>
                    <a:pt x="875" y="100"/>
                    <a:pt x="1163" y="75"/>
                  </a:cubicBezTo>
                  <a:cubicBezTo>
                    <a:pt x="1200" y="75"/>
                    <a:pt x="1200" y="0"/>
                    <a:pt x="1150" y="0"/>
                  </a:cubicBezTo>
                  <a:cubicBezTo>
                    <a:pt x="850" y="13"/>
                    <a:pt x="563" y="163"/>
                    <a:pt x="388" y="413"/>
                  </a:cubicBezTo>
                  <a:cubicBezTo>
                    <a:pt x="188" y="663"/>
                    <a:pt x="0" y="938"/>
                    <a:pt x="25" y="1275"/>
                  </a:cubicBezTo>
                  <a:cubicBezTo>
                    <a:pt x="25" y="1325"/>
                    <a:pt x="100" y="1325"/>
                    <a:pt x="100" y="12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4" name="Google Shape;4104;p101"/>
            <p:cNvSpPr/>
            <p:nvPr/>
          </p:nvSpPr>
          <p:spPr>
            <a:xfrm>
              <a:off x="732675" y="2415550"/>
              <a:ext cx="29075" cy="33475"/>
            </a:xfrm>
            <a:custGeom>
              <a:rect b="b" l="l" r="r" t="t"/>
              <a:pathLst>
                <a:path extrusionOk="0" h="1339" w="1163">
                  <a:moveTo>
                    <a:pt x="1100" y="51"/>
                  </a:moveTo>
                  <a:cubicBezTo>
                    <a:pt x="1013" y="313"/>
                    <a:pt x="875" y="563"/>
                    <a:pt x="700" y="788"/>
                  </a:cubicBezTo>
                  <a:cubicBezTo>
                    <a:pt x="525" y="1013"/>
                    <a:pt x="288" y="1076"/>
                    <a:pt x="50" y="1213"/>
                  </a:cubicBezTo>
                  <a:cubicBezTo>
                    <a:pt x="0" y="1251"/>
                    <a:pt x="38" y="1338"/>
                    <a:pt x="100" y="1313"/>
                  </a:cubicBezTo>
                  <a:cubicBezTo>
                    <a:pt x="675" y="1201"/>
                    <a:pt x="1088" y="626"/>
                    <a:pt x="1163" y="63"/>
                  </a:cubicBezTo>
                  <a:cubicBezTo>
                    <a:pt x="1163" y="26"/>
                    <a:pt x="1113" y="1"/>
                    <a:pt x="1100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5" name="Google Shape;4105;p101"/>
            <p:cNvSpPr/>
            <p:nvPr/>
          </p:nvSpPr>
          <p:spPr>
            <a:xfrm>
              <a:off x="739850" y="2718600"/>
              <a:ext cx="86875" cy="38450"/>
            </a:xfrm>
            <a:custGeom>
              <a:rect b="b" l="l" r="r" t="t"/>
              <a:pathLst>
                <a:path extrusionOk="0" h="1538" w="3475">
                  <a:moveTo>
                    <a:pt x="38" y="88"/>
                  </a:moveTo>
                  <a:cubicBezTo>
                    <a:pt x="1025" y="813"/>
                    <a:pt x="2175" y="1313"/>
                    <a:pt x="3387" y="1525"/>
                  </a:cubicBezTo>
                  <a:cubicBezTo>
                    <a:pt x="3450" y="1538"/>
                    <a:pt x="3475" y="1450"/>
                    <a:pt x="3412" y="1438"/>
                  </a:cubicBezTo>
                  <a:cubicBezTo>
                    <a:pt x="2213" y="1213"/>
                    <a:pt x="1075" y="738"/>
                    <a:pt x="76" y="26"/>
                  </a:cubicBezTo>
                  <a:cubicBezTo>
                    <a:pt x="38" y="1"/>
                    <a:pt x="1" y="63"/>
                    <a:pt x="38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6" name="Google Shape;4106;p101"/>
            <p:cNvSpPr/>
            <p:nvPr/>
          </p:nvSpPr>
          <p:spPr>
            <a:xfrm>
              <a:off x="824200" y="2749525"/>
              <a:ext cx="16600" cy="17850"/>
            </a:xfrm>
            <a:custGeom>
              <a:rect b="b" l="l" r="r" t="t"/>
              <a:pathLst>
                <a:path extrusionOk="0" h="714" w="664">
                  <a:moveTo>
                    <a:pt x="151" y="251"/>
                  </a:moveTo>
                  <a:cubicBezTo>
                    <a:pt x="176" y="351"/>
                    <a:pt x="188" y="363"/>
                    <a:pt x="176" y="288"/>
                  </a:cubicBezTo>
                  <a:cubicBezTo>
                    <a:pt x="163" y="251"/>
                    <a:pt x="163" y="213"/>
                    <a:pt x="176" y="176"/>
                  </a:cubicBezTo>
                  <a:cubicBezTo>
                    <a:pt x="176" y="138"/>
                    <a:pt x="113" y="113"/>
                    <a:pt x="101" y="151"/>
                  </a:cubicBezTo>
                  <a:cubicBezTo>
                    <a:pt x="1" y="376"/>
                    <a:pt x="238" y="713"/>
                    <a:pt x="451" y="463"/>
                  </a:cubicBezTo>
                  <a:cubicBezTo>
                    <a:pt x="663" y="213"/>
                    <a:pt x="288" y="1"/>
                    <a:pt x="88" y="176"/>
                  </a:cubicBezTo>
                  <a:cubicBezTo>
                    <a:pt x="38" y="213"/>
                    <a:pt x="101" y="276"/>
                    <a:pt x="151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7" name="Google Shape;4107;p101"/>
            <p:cNvSpPr/>
            <p:nvPr/>
          </p:nvSpPr>
          <p:spPr>
            <a:xfrm>
              <a:off x="728300" y="2681125"/>
              <a:ext cx="82175" cy="30625"/>
            </a:xfrm>
            <a:custGeom>
              <a:rect b="b" l="l" r="r" t="t"/>
              <a:pathLst>
                <a:path extrusionOk="0" h="1225" w="3287">
                  <a:moveTo>
                    <a:pt x="63" y="1087"/>
                  </a:moveTo>
                  <a:cubicBezTo>
                    <a:pt x="1163" y="1225"/>
                    <a:pt x="2537" y="1000"/>
                    <a:pt x="3262" y="75"/>
                  </a:cubicBezTo>
                  <a:cubicBezTo>
                    <a:pt x="3287" y="38"/>
                    <a:pt x="3250" y="0"/>
                    <a:pt x="3225" y="25"/>
                  </a:cubicBezTo>
                  <a:cubicBezTo>
                    <a:pt x="2287" y="812"/>
                    <a:pt x="1288" y="1137"/>
                    <a:pt x="63" y="1000"/>
                  </a:cubicBezTo>
                  <a:cubicBezTo>
                    <a:pt x="0" y="987"/>
                    <a:pt x="0" y="1087"/>
                    <a:pt x="63" y="10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8" name="Google Shape;4108;p101"/>
            <p:cNvSpPr/>
            <p:nvPr/>
          </p:nvSpPr>
          <p:spPr>
            <a:xfrm>
              <a:off x="805150" y="2671750"/>
              <a:ext cx="15025" cy="12825"/>
            </a:xfrm>
            <a:custGeom>
              <a:rect b="b" l="l" r="r" t="t"/>
              <a:pathLst>
                <a:path extrusionOk="0" h="513" w="601">
                  <a:moveTo>
                    <a:pt x="250" y="100"/>
                  </a:moveTo>
                  <a:cubicBezTo>
                    <a:pt x="250" y="188"/>
                    <a:pt x="275" y="213"/>
                    <a:pt x="325" y="150"/>
                  </a:cubicBezTo>
                  <a:cubicBezTo>
                    <a:pt x="363" y="138"/>
                    <a:pt x="350" y="88"/>
                    <a:pt x="313" y="88"/>
                  </a:cubicBezTo>
                  <a:cubicBezTo>
                    <a:pt x="26" y="88"/>
                    <a:pt x="1" y="513"/>
                    <a:pt x="288" y="488"/>
                  </a:cubicBezTo>
                  <a:cubicBezTo>
                    <a:pt x="600" y="450"/>
                    <a:pt x="550" y="0"/>
                    <a:pt x="250" y="25"/>
                  </a:cubicBezTo>
                  <a:cubicBezTo>
                    <a:pt x="213" y="25"/>
                    <a:pt x="213" y="100"/>
                    <a:pt x="250" y="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9" name="Google Shape;4109;p101"/>
            <p:cNvSpPr/>
            <p:nvPr/>
          </p:nvSpPr>
          <p:spPr>
            <a:xfrm>
              <a:off x="644875" y="2270600"/>
              <a:ext cx="60325" cy="237450"/>
            </a:xfrm>
            <a:custGeom>
              <a:rect b="b" l="l" r="r" t="t"/>
              <a:pathLst>
                <a:path extrusionOk="0" h="9498" w="2413">
                  <a:moveTo>
                    <a:pt x="76" y="9473"/>
                  </a:moveTo>
                  <a:cubicBezTo>
                    <a:pt x="776" y="7698"/>
                    <a:pt x="1488" y="6374"/>
                    <a:pt x="1675" y="4462"/>
                  </a:cubicBezTo>
                  <a:cubicBezTo>
                    <a:pt x="1838" y="2737"/>
                    <a:pt x="1438" y="1488"/>
                    <a:pt x="488" y="63"/>
                  </a:cubicBezTo>
                  <a:cubicBezTo>
                    <a:pt x="451" y="0"/>
                    <a:pt x="338" y="63"/>
                    <a:pt x="388" y="125"/>
                  </a:cubicBezTo>
                  <a:cubicBezTo>
                    <a:pt x="2413" y="3450"/>
                    <a:pt x="1275" y="6124"/>
                    <a:pt x="26" y="9448"/>
                  </a:cubicBezTo>
                  <a:cubicBezTo>
                    <a:pt x="1" y="9485"/>
                    <a:pt x="63" y="9498"/>
                    <a:pt x="76" y="947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0" name="Google Shape;4110;p101"/>
            <p:cNvSpPr/>
            <p:nvPr/>
          </p:nvSpPr>
          <p:spPr>
            <a:xfrm>
              <a:off x="699875" y="2755475"/>
              <a:ext cx="49375" cy="31875"/>
            </a:xfrm>
            <a:custGeom>
              <a:rect b="b" l="l" r="r" t="t"/>
              <a:pathLst>
                <a:path extrusionOk="0" h="1275" w="1975">
                  <a:moveTo>
                    <a:pt x="75" y="1238"/>
                  </a:moveTo>
                  <a:cubicBezTo>
                    <a:pt x="163" y="813"/>
                    <a:pt x="363" y="425"/>
                    <a:pt x="775" y="238"/>
                  </a:cubicBezTo>
                  <a:cubicBezTo>
                    <a:pt x="1262" y="25"/>
                    <a:pt x="1850" y="288"/>
                    <a:pt x="1862" y="863"/>
                  </a:cubicBezTo>
                  <a:cubicBezTo>
                    <a:pt x="1862" y="938"/>
                    <a:pt x="1975" y="938"/>
                    <a:pt x="1975" y="863"/>
                  </a:cubicBezTo>
                  <a:cubicBezTo>
                    <a:pt x="1975" y="375"/>
                    <a:pt x="1550" y="0"/>
                    <a:pt x="1062" y="50"/>
                  </a:cubicBezTo>
                  <a:cubicBezTo>
                    <a:pt x="450" y="113"/>
                    <a:pt x="100" y="663"/>
                    <a:pt x="13" y="1213"/>
                  </a:cubicBezTo>
                  <a:cubicBezTo>
                    <a:pt x="0" y="1250"/>
                    <a:pt x="63" y="1275"/>
                    <a:pt x="75" y="1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1" name="Google Shape;4111;p101"/>
            <p:cNvSpPr/>
            <p:nvPr/>
          </p:nvSpPr>
          <p:spPr>
            <a:xfrm>
              <a:off x="674550" y="2510225"/>
              <a:ext cx="31600" cy="62500"/>
            </a:xfrm>
            <a:custGeom>
              <a:rect b="b" l="l" r="r" t="t"/>
              <a:pathLst>
                <a:path extrusionOk="0" h="2500" w="1264">
                  <a:moveTo>
                    <a:pt x="651" y="50"/>
                  </a:moveTo>
                  <a:cubicBezTo>
                    <a:pt x="638" y="350"/>
                    <a:pt x="701" y="650"/>
                    <a:pt x="838" y="925"/>
                  </a:cubicBezTo>
                  <a:cubicBezTo>
                    <a:pt x="1138" y="1625"/>
                    <a:pt x="838" y="2312"/>
                    <a:pt x="38" y="2412"/>
                  </a:cubicBezTo>
                  <a:cubicBezTo>
                    <a:pt x="1" y="2412"/>
                    <a:pt x="13" y="2487"/>
                    <a:pt x="51" y="2487"/>
                  </a:cubicBezTo>
                  <a:cubicBezTo>
                    <a:pt x="488" y="2500"/>
                    <a:pt x="888" y="2225"/>
                    <a:pt x="1038" y="1812"/>
                  </a:cubicBezTo>
                  <a:cubicBezTo>
                    <a:pt x="1263" y="1175"/>
                    <a:pt x="713" y="675"/>
                    <a:pt x="726" y="50"/>
                  </a:cubicBezTo>
                  <a:cubicBezTo>
                    <a:pt x="726" y="0"/>
                    <a:pt x="651" y="0"/>
                    <a:pt x="651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2" name="Google Shape;4112;p101"/>
            <p:cNvSpPr/>
            <p:nvPr/>
          </p:nvSpPr>
          <p:spPr>
            <a:xfrm>
              <a:off x="658950" y="2543350"/>
              <a:ext cx="21575" cy="30625"/>
            </a:xfrm>
            <a:custGeom>
              <a:rect b="b" l="l" r="r" t="t"/>
              <a:pathLst>
                <a:path extrusionOk="0" h="1225" w="863">
                  <a:moveTo>
                    <a:pt x="800" y="1050"/>
                  </a:moveTo>
                  <a:cubicBezTo>
                    <a:pt x="288" y="1225"/>
                    <a:pt x="38" y="387"/>
                    <a:pt x="300" y="63"/>
                  </a:cubicBezTo>
                  <a:cubicBezTo>
                    <a:pt x="313" y="25"/>
                    <a:pt x="275" y="0"/>
                    <a:pt x="250" y="13"/>
                  </a:cubicBezTo>
                  <a:cubicBezTo>
                    <a:pt x="0" y="163"/>
                    <a:pt x="75" y="550"/>
                    <a:pt x="163" y="775"/>
                  </a:cubicBezTo>
                  <a:cubicBezTo>
                    <a:pt x="275" y="1062"/>
                    <a:pt x="525" y="1225"/>
                    <a:pt x="825" y="1112"/>
                  </a:cubicBezTo>
                  <a:cubicBezTo>
                    <a:pt x="862" y="1100"/>
                    <a:pt x="850" y="1025"/>
                    <a:pt x="800" y="10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3" name="Google Shape;4113;p101"/>
            <p:cNvSpPr/>
            <p:nvPr/>
          </p:nvSpPr>
          <p:spPr>
            <a:xfrm>
              <a:off x="761725" y="2732675"/>
              <a:ext cx="56575" cy="81250"/>
            </a:xfrm>
            <a:custGeom>
              <a:rect b="b" l="l" r="r" t="t"/>
              <a:pathLst>
                <a:path extrusionOk="0" h="3250" w="2263">
                  <a:moveTo>
                    <a:pt x="50" y="88"/>
                  </a:moveTo>
                  <a:cubicBezTo>
                    <a:pt x="988" y="900"/>
                    <a:pt x="2062" y="1787"/>
                    <a:pt x="1875" y="3174"/>
                  </a:cubicBezTo>
                  <a:cubicBezTo>
                    <a:pt x="1875" y="3224"/>
                    <a:pt x="1950" y="3249"/>
                    <a:pt x="1962" y="3199"/>
                  </a:cubicBezTo>
                  <a:cubicBezTo>
                    <a:pt x="2262" y="1800"/>
                    <a:pt x="1050" y="825"/>
                    <a:pt x="88" y="38"/>
                  </a:cubicBezTo>
                  <a:cubicBezTo>
                    <a:pt x="50" y="0"/>
                    <a:pt x="1" y="63"/>
                    <a:pt x="38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4" name="Google Shape;4114;p101"/>
            <p:cNvSpPr/>
            <p:nvPr/>
          </p:nvSpPr>
          <p:spPr>
            <a:xfrm>
              <a:off x="710500" y="2553650"/>
              <a:ext cx="15325" cy="30950"/>
            </a:xfrm>
            <a:custGeom>
              <a:rect b="b" l="l" r="r" t="t"/>
              <a:pathLst>
                <a:path extrusionOk="0" h="1238" w="613">
                  <a:moveTo>
                    <a:pt x="25" y="63"/>
                  </a:moveTo>
                  <a:cubicBezTo>
                    <a:pt x="0" y="288"/>
                    <a:pt x="50" y="513"/>
                    <a:pt x="162" y="713"/>
                  </a:cubicBezTo>
                  <a:cubicBezTo>
                    <a:pt x="237" y="900"/>
                    <a:pt x="362" y="1075"/>
                    <a:pt x="525" y="1213"/>
                  </a:cubicBezTo>
                  <a:cubicBezTo>
                    <a:pt x="575" y="1238"/>
                    <a:pt x="612" y="1175"/>
                    <a:pt x="587" y="1138"/>
                  </a:cubicBezTo>
                  <a:cubicBezTo>
                    <a:pt x="300" y="850"/>
                    <a:pt x="125" y="463"/>
                    <a:pt x="113" y="63"/>
                  </a:cubicBezTo>
                  <a:cubicBezTo>
                    <a:pt x="113" y="0"/>
                    <a:pt x="25" y="0"/>
                    <a:pt x="25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5" name="Google Shape;4115;p101"/>
            <p:cNvSpPr/>
            <p:nvPr/>
          </p:nvSpPr>
          <p:spPr>
            <a:xfrm>
              <a:off x="710175" y="2550525"/>
              <a:ext cx="21900" cy="34400"/>
            </a:xfrm>
            <a:custGeom>
              <a:rect b="b" l="l" r="r" t="t"/>
              <a:pathLst>
                <a:path extrusionOk="0" h="1376" w="876">
                  <a:moveTo>
                    <a:pt x="638" y="1325"/>
                  </a:moveTo>
                  <a:cubicBezTo>
                    <a:pt x="875" y="838"/>
                    <a:pt x="575" y="225"/>
                    <a:pt x="101" y="25"/>
                  </a:cubicBezTo>
                  <a:cubicBezTo>
                    <a:pt x="38" y="0"/>
                    <a:pt x="1" y="100"/>
                    <a:pt x="51" y="125"/>
                  </a:cubicBezTo>
                  <a:cubicBezTo>
                    <a:pt x="475" y="313"/>
                    <a:pt x="763" y="825"/>
                    <a:pt x="550" y="1275"/>
                  </a:cubicBezTo>
                  <a:cubicBezTo>
                    <a:pt x="525" y="1325"/>
                    <a:pt x="613" y="1375"/>
                    <a:pt x="638" y="13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6" name="Google Shape;4116;p101"/>
            <p:cNvSpPr/>
            <p:nvPr/>
          </p:nvSpPr>
          <p:spPr>
            <a:xfrm>
              <a:off x="669550" y="2216250"/>
              <a:ext cx="59700" cy="132175"/>
            </a:xfrm>
            <a:custGeom>
              <a:rect b="b" l="l" r="r" t="t"/>
              <a:pathLst>
                <a:path extrusionOk="0" h="5287" w="2388">
                  <a:moveTo>
                    <a:pt x="651" y="5211"/>
                  </a:moveTo>
                  <a:cubicBezTo>
                    <a:pt x="363" y="3674"/>
                    <a:pt x="51" y="375"/>
                    <a:pt x="2338" y="75"/>
                  </a:cubicBezTo>
                  <a:cubicBezTo>
                    <a:pt x="2388" y="75"/>
                    <a:pt x="2388" y="0"/>
                    <a:pt x="2338" y="0"/>
                  </a:cubicBezTo>
                  <a:cubicBezTo>
                    <a:pt x="1" y="212"/>
                    <a:pt x="263" y="3649"/>
                    <a:pt x="576" y="5236"/>
                  </a:cubicBezTo>
                  <a:cubicBezTo>
                    <a:pt x="588" y="5286"/>
                    <a:pt x="663" y="5261"/>
                    <a:pt x="651" y="52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7" name="Google Shape;4117;p101"/>
            <p:cNvSpPr/>
            <p:nvPr/>
          </p:nvSpPr>
          <p:spPr>
            <a:xfrm>
              <a:off x="701750" y="2223100"/>
              <a:ext cx="65000" cy="61275"/>
            </a:xfrm>
            <a:custGeom>
              <a:rect b="b" l="l" r="r" t="t"/>
              <a:pathLst>
                <a:path extrusionOk="0" h="2451" w="2600">
                  <a:moveTo>
                    <a:pt x="75" y="976"/>
                  </a:moveTo>
                  <a:cubicBezTo>
                    <a:pt x="400" y="351"/>
                    <a:pt x="1162" y="88"/>
                    <a:pt x="1762" y="513"/>
                  </a:cubicBezTo>
                  <a:cubicBezTo>
                    <a:pt x="2300" y="888"/>
                    <a:pt x="2474" y="1863"/>
                    <a:pt x="1950" y="2325"/>
                  </a:cubicBezTo>
                  <a:cubicBezTo>
                    <a:pt x="1900" y="2375"/>
                    <a:pt x="1975" y="2450"/>
                    <a:pt x="2025" y="2400"/>
                  </a:cubicBezTo>
                  <a:cubicBezTo>
                    <a:pt x="2599" y="1913"/>
                    <a:pt x="2412" y="838"/>
                    <a:pt x="1825" y="438"/>
                  </a:cubicBezTo>
                  <a:cubicBezTo>
                    <a:pt x="1187" y="1"/>
                    <a:pt x="325" y="251"/>
                    <a:pt x="13" y="938"/>
                  </a:cubicBezTo>
                  <a:cubicBezTo>
                    <a:pt x="0" y="976"/>
                    <a:pt x="50" y="1013"/>
                    <a:pt x="75" y="9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8" name="Google Shape;4118;p101"/>
            <p:cNvSpPr/>
            <p:nvPr/>
          </p:nvSpPr>
          <p:spPr>
            <a:xfrm>
              <a:off x="709550" y="2258100"/>
              <a:ext cx="46900" cy="35950"/>
            </a:xfrm>
            <a:custGeom>
              <a:rect b="b" l="l" r="r" t="t"/>
              <a:pathLst>
                <a:path extrusionOk="0" h="1438" w="1876">
                  <a:moveTo>
                    <a:pt x="1788" y="713"/>
                  </a:moveTo>
                  <a:cubicBezTo>
                    <a:pt x="1600" y="1125"/>
                    <a:pt x="1138" y="1313"/>
                    <a:pt x="725" y="1150"/>
                  </a:cubicBezTo>
                  <a:cubicBezTo>
                    <a:pt x="288" y="963"/>
                    <a:pt x="163" y="513"/>
                    <a:pt x="288" y="88"/>
                  </a:cubicBezTo>
                  <a:cubicBezTo>
                    <a:pt x="300" y="38"/>
                    <a:pt x="225" y="1"/>
                    <a:pt x="213" y="51"/>
                  </a:cubicBezTo>
                  <a:cubicBezTo>
                    <a:pt x="1" y="513"/>
                    <a:pt x="213" y="1050"/>
                    <a:pt x="675" y="1250"/>
                  </a:cubicBezTo>
                  <a:cubicBezTo>
                    <a:pt x="1138" y="1438"/>
                    <a:pt x="1675" y="1225"/>
                    <a:pt x="1850" y="750"/>
                  </a:cubicBezTo>
                  <a:cubicBezTo>
                    <a:pt x="1875" y="713"/>
                    <a:pt x="1813" y="675"/>
                    <a:pt x="1800" y="7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9" name="Google Shape;4119;p101"/>
            <p:cNvSpPr/>
            <p:nvPr/>
          </p:nvSpPr>
          <p:spPr>
            <a:xfrm>
              <a:off x="713300" y="2246550"/>
              <a:ext cx="30950" cy="17500"/>
            </a:xfrm>
            <a:custGeom>
              <a:rect b="b" l="l" r="r" t="t"/>
              <a:pathLst>
                <a:path extrusionOk="0" h="700" w="1238">
                  <a:moveTo>
                    <a:pt x="100" y="650"/>
                  </a:moveTo>
                  <a:cubicBezTo>
                    <a:pt x="75" y="63"/>
                    <a:pt x="1213" y="0"/>
                    <a:pt x="1025" y="613"/>
                  </a:cubicBezTo>
                  <a:cubicBezTo>
                    <a:pt x="1013" y="675"/>
                    <a:pt x="1100" y="688"/>
                    <a:pt x="1113" y="638"/>
                  </a:cubicBezTo>
                  <a:cubicBezTo>
                    <a:pt x="1238" y="350"/>
                    <a:pt x="975" y="75"/>
                    <a:pt x="688" y="75"/>
                  </a:cubicBezTo>
                  <a:cubicBezTo>
                    <a:pt x="388" y="75"/>
                    <a:pt x="1" y="313"/>
                    <a:pt x="26" y="650"/>
                  </a:cubicBezTo>
                  <a:cubicBezTo>
                    <a:pt x="26" y="700"/>
                    <a:pt x="113" y="700"/>
                    <a:pt x="100" y="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0" name="Google Shape;4120;p101"/>
            <p:cNvSpPr/>
            <p:nvPr/>
          </p:nvSpPr>
          <p:spPr>
            <a:xfrm>
              <a:off x="703000" y="2492725"/>
              <a:ext cx="71550" cy="55325"/>
            </a:xfrm>
            <a:custGeom>
              <a:rect b="b" l="l" r="r" t="t"/>
              <a:pathLst>
                <a:path extrusionOk="0" h="2213" w="2862">
                  <a:moveTo>
                    <a:pt x="50" y="1838"/>
                  </a:moveTo>
                  <a:cubicBezTo>
                    <a:pt x="1312" y="2213"/>
                    <a:pt x="2749" y="1438"/>
                    <a:pt x="2862" y="38"/>
                  </a:cubicBezTo>
                  <a:cubicBezTo>
                    <a:pt x="2862" y="13"/>
                    <a:pt x="2812" y="1"/>
                    <a:pt x="2799" y="38"/>
                  </a:cubicBezTo>
                  <a:cubicBezTo>
                    <a:pt x="2474" y="1300"/>
                    <a:pt x="1400" y="2113"/>
                    <a:pt x="75" y="1763"/>
                  </a:cubicBezTo>
                  <a:cubicBezTo>
                    <a:pt x="25" y="1750"/>
                    <a:pt x="0" y="1825"/>
                    <a:pt x="50" y="18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1" name="Google Shape;4121;p101"/>
            <p:cNvSpPr/>
            <p:nvPr/>
          </p:nvSpPr>
          <p:spPr>
            <a:xfrm>
              <a:off x="779850" y="2847325"/>
              <a:ext cx="15325" cy="20025"/>
            </a:xfrm>
            <a:custGeom>
              <a:rect b="b" l="l" r="r" t="t"/>
              <a:pathLst>
                <a:path extrusionOk="0" h="801" w="613">
                  <a:moveTo>
                    <a:pt x="63" y="113"/>
                  </a:moveTo>
                  <a:cubicBezTo>
                    <a:pt x="288" y="263"/>
                    <a:pt x="450" y="488"/>
                    <a:pt x="513" y="750"/>
                  </a:cubicBezTo>
                  <a:cubicBezTo>
                    <a:pt x="525" y="800"/>
                    <a:pt x="613" y="800"/>
                    <a:pt x="613" y="738"/>
                  </a:cubicBezTo>
                  <a:cubicBezTo>
                    <a:pt x="575" y="438"/>
                    <a:pt x="388" y="163"/>
                    <a:pt x="113" y="25"/>
                  </a:cubicBezTo>
                  <a:cubicBezTo>
                    <a:pt x="50" y="0"/>
                    <a:pt x="0" y="88"/>
                    <a:pt x="63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2" name="Google Shape;4122;p101"/>
            <p:cNvSpPr/>
            <p:nvPr/>
          </p:nvSpPr>
          <p:spPr>
            <a:xfrm>
              <a:off x="792975" y="2850750"/>
              <a:ext cx="5950" cy="16900"/>
            </a:xfrm>
            <a:custGeom>
              <a:rect b="b" l="l" r="r" t="t"/>
              <a:pathLst>
                <a:path extrusionOk="0" h="676" w="238">
                  <a:moveTo>
                    <a:pt x="125" y="613"/>
                  </a:moveTo>
                  <a:cubicBezTo>
                    <a:pt x="200" y="451"/>
                    <a:pt x="238" y="251"/>
                    <a:pt x="200" y="76"/>
                  </a:cubicBezTo>
                  <a:cubicBezTo>
                    <a:pt x="188" y="1"/>
                    <a:pt x="100" y="26"/>
                    <a:pt x="88" y="88"/>
                  </a:cubicBezTo>
                  <a:cubicBezTo>
                    <a:pt x="100" y="251"/>
                    <a:pt x="63" y="426"/>
                    <a:pt x="13" y="588"/>
                  </a:cubicBezTo>
                  <a:cubicBezTo>
                    <a:pt x="0" y="651"/>
                    <a:pt x="100" y="676"/>
                    <a:pt x="125" y="6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3" name="Google Shape;4123;p101"/>
            <p:cNvSpPr/>
            <p:nvPr/>
          </p:nvSpPr>
          <p:spPr>
            <a:xfrm>
              <a:off x="775150" y="2839500"/>
              <a:ext cx="7525" cy="9400"/>
            </a:xfrm>
            <a:custGeom>
              <a:rect b="b" l="l" r="r" t="t"/>
              <a:pathLst>
                <a:path extrusionOk="0" h="376" w="301">
                  <a:moveTo>
                    <a:pt x="226" y="276"/>
                  </a:moveTo>
                  <a:cubicBezTo>
                    <a:pt x="201" y="213"/>
                    <a:pt x="213" y="151"/>
                    <a:pt x="263" y="113"/>
                  </a:cubicBezTo>
                  <a:cubicBezTo>
                    <a:pt x="301" y="76"/>
                    <a:pt x="263" y="1"/>
                    <a:pt x="213" y="26"/>
                  </a:cubicBezTo>
                  <a:cubicBezTo>
                    <a:pt x="76" y="76"/>
                    <a:pt x="1" y="263"/>
                    <a:pt x="163" y="351"/>
                  </a:cubicBezTo>
                  <a:cubicBezTo>
                    <a:pt x="213" y="376"/>
                    <a:pt x="276" y="313"/>
                    <a:pt x="226" y="2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4" name="Google Shape;4124;p101"/>
            <p:cNvSpPr/>
            <p:nvPr/>
          </p:nvSpPr>
          <p:spPr>
            <a:xfrm>
              <a:off x="780775" y="2821400"/>
              <a:ext cx="15650" cy="20325"/>
            </a:xfrm>
            <a:custGeom>
              <a:rect b="b" l="l" r="r" t="t"/>
              <a:pathLst>
                <a:path extrusionOk="0" h="813" w="626">
                  <a:moveTo>
                    <a:pt x="88" y="787"/>
                  </a:moveTo>
                  <a:cubicBezTo>
                    <a:pt x="338" y="625"/>
                    <a:pt x="626" y="363"/>
                    <a:pt x="563" y="50"/>
                  </a:cubicBezTo>
                  <a:cubicBezTo>
                    <a:pt x="538" y="0"/>
                    <a:pt x="488" y="0"/>
                    <a:pt x="463" y="50"/>
                  </a:cubicBezTo>
                  <a:cubicBezTo>
                    <a:pt x="413" y="313"/>
                    <a:pt x="263" y="550"/>
                    <a:pt x="38" y="712"/>
                  </a:cubicBezTo>
                  <a:cubicBezTo>
                    <a:pt x="1" y="750"/>
                    <a:pt x="51" y="812"/>
                    <a:pt x="88" y="7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5" name="Google Shape;4125;p101"/>
            <p:cNvSpPr/>
            <p:nvPr/>
          </p:nvSpPr>
          <p:spPr>
            <a:xfrm>
              <a:off x="790475" y="2821700"/>
              <a:ext cx="10325" cy="24400"/>
            </a:xfrm>
            <a:custGeom>
              <a:rect b="b" l="l" r="r" t="t"/>
              <a:pathLst>
                <a:path extrusionOk="0" h="976" w="413">
                  <a:moveTo>
                    <a:pt x="113" y="126"/>
                  </a:moveTo>
                  <a:cubicBezTo>
                    <a:pt x="288" y="363"/>
                    <a:pt x="225" y="625"/>
                    <a:pt x="50" y="838"/>
                  </a:cubicBezTo>
                  <a:cubicBezTo>
                    <a:pt x="0" y="900"/>
                    <a:pt x="75" y="975"/>
                    <a:pt x="138" y="925"/>
                  </a:cubicBezTo>
                  <a:cubicBezTo>
                    <a:pt x="375" y="700"/>
                    <a:pt x="413" y="313"/>
                    <a:pt x="200" y="51"/>
                  </a:cubicBezTo>
                  <a:cubicBezTo>
                    <a:pt x="163" y="1"/>
                    <a:pt x="75" y="76"/>
                    <a:pt x="113" y="1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6" name="Google Shape;4126;p101"/>
            <p:cNvSpPr/>
            <p:nvPr/>
          </p:nvSpPr>
          <p:spPr>
            <a:xfrm>
              <a:off x="790150" y="2842625"/>
              <a:ext cx="8150" cy="14100"/>
            </a:xfrm>
            <a:custGeom>
              <a:rect b="b" l="l" r="r" t="t"/>
              <a:pathLst>
                <a:path extrusionOk="0" h="564" w="326">
                  <a:moveTo>
                    <a:pt x="63" y="138"/>
                  </a:moveTo>
                  <a:cubicBezTo>
                    <a:pt x="151" y="238"/>
                    <a:pt x="201" y="363"/>
                    <a:pt x="213" y="501"/>
                  </a:cubicBezTo>
                  <a:cubicBezTo>
                    <a:pt x="226" y="563"/>
                    <a:pt x="313" y="538"/>
                    <a:pt x="313" y="488"/>
                  </a:cubicBezTo>
                  <a:cubicBezTo>
                    <a:pt x="326" y="326"/>
                    <a:pt x="263" y="163"/>
                    <a:pt x="138" y="63"/>
                  </a:cubicBezTo>
                  <a:cubicBezTo>
                    <a:pt x="88" y="1"/>
                    <a:pt x="1" y="88"/>
                    <a:pt x="63" y="1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7" name="Google Shape;4127;p101"/>
            <p:cNvSpPr/>
            <p:nvPr/>
          </p:nvSpPr>
          <p:spPr>
            <a:xfrm>
              <a:off x="799850" y="2837000"/>
              <a:ext cx="12500" cy="14400"/>
            </a:xfrm>
            <a:custGeom>
              <a:rect b="b" l="l" r="r" t="t"/>
              <a:pathLst>
                <a:path extrusionOk="0" h="576" w="500">
                  <a:moveTo>
                    <a:pt x="25" y="288"/>
                  </a:moveTo>
                  <a:cubicBezTo>
                    <a:pt x="38" y="413"/>
                    <a:pt x="75" y="538"/>
                    <a:pt x="225" y="563"/>
                  </a:cubicBezTo>
                  <a:cubicBezTo>
                    <a:pt x="338" y="576"/>
                    <a:pt x="437" y="488"/>
                    <a:pt x="437" y="363"/>
                  </a:cubicBezTo>
                  <a:cubicBezTo>
                    <a:pt x="500" y="63"/>
                    <a:pt x="38" y="1"/>
                    <a:pt x="13" y="313"/>
                  </a:cubicBezTo>
                  <a:cubicBezTo>
                    <a:pt x="0" y="388"/>
                    <a:pt x="125" y="401"/>
                    <a:pt x="150" y="326"/>
                  </a:cubicBezTo>
                  <a:cubicBezTo>
                    <a:pt x="150" y="313"/>
                    <a:pt x="150" y="301"/>
                    <a:pt x="163" y="288"/>
                  </a:cubicBezTo>
                  <a:cubicBezTo>
                    <a:pt x="163" y="201"/>
                    <a:pt x="25" y="201"/>
                    <a:pt x="25" y="2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1" name="Shape 4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2" name="Google Shape;4132;p102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35240A"/>
                </a:solidFill>
                <a:highlight>
                  <a:srgbClr val="DED6C2"/>
                </a:highlight>
              </a:rPr>
              <a:t>Epoca Medievală: Idealul Cleric</a:t>
            </a:r>
            <a:endParaRPr b="1" sz="3300">
              <a:solidFill>
                <a:srgbClr val="35240A"/>
              </a:solidFill>
              <a:highlight>
                <a:srgbClr val="DED6C2"/>
              </a:highlight>
            </a:endParaRPr>
          </a:p>
          <a:p>
            <a:pPr indent="0" lvl="0" marL="0" rtl="0" algn="ctr">
              <a:spcBef>
                <a:spcPts val="2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3" name="Google Shape;4133;p102"/>
          <p:cNvSpPr txBox="1"/>
          <p:nvPr>
            <p:ph idx="1" type="body"/>
          </p:nvPr>
        </p:nvSpPr>
        <p:spPr>
          <a:xfrm>
            <a:off x="1077138" y="2757175"/>
            <a:ext cx="3243600" cy="16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Source Sans 3 Light"/>
              <a:buChar char="●"/>
            </a:pPr>
            <a:r>
              <a:rPr lang="en">
                <a:solidFill>
                  <a:srgbClr val="35240A"/>
                </a:solidFill>
                <a:highlight>
                  <a:srgbClr val="DED6C2"/>
                </a:highlight>
              </a:rPr>
              <a:t>În Evul Mediu, viața spirituală domină orice formă de învățământ. Idealul este </a:t>
            </a:r>
            <a:r>
              <a:rPr b="1" lang="en">
                <a:solidFill>
                  <a:srgbClr val="35240A"/>
                </a:solidFill>
              </a:rPr>
              <a:t>Omul Religios</a:t>
            </a:r>
            <a:r>
              <a:rPr lang="en">
                <a:solidFill>
                  <a:srgbClr val="35240A"/>
                </a:solidFill>
                <a:highlight>
                  <a:srgbClr val="DED6C2"/>
                </a:highlight>
              </a:rPr>
              <a:t>, devotat mântuirii sufletului.</a:t>
            </a:r>
            <a:endParaRPr/>
          </a:p>
        </p:txBody>
      </p:sp>
      <p:sp>
        <p:nvSpPr>
          <p:cNvPr id="4134" name="Google Shape;4134;p102"/>
          <p:cNvSpPr txBox="1"/>
          <p:nvPr>
            <p:ph idx="2" type="body"/>
          </p:nvPr>
        </p:nvSpPr>
        <p:spPr>
          <a:xfrm>
            <a:off x="4731650" y="2390676"/>
            <a:ext cx="4000200" cy="250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40000"/>
              </a:lnSpc>
              <a:spcBef>
                <a:spcPts val="1500"/>
              </a:spcBef>
              <a:spcAft>
                <a:spcPts val="0"/>
              </a:spcAft>
              <a:buClr>
                <a:srgbClr val="35240A"/>
              </a:buClr>
              <a:buSzPts val="1400"/>
              <a:buFont typeface="Source Sans 3"/>
              <a:buChar char="●"/>
            </a:pPr>
            <a:r>
              <a:rPr b="1" lang="en">
                <a:solidFill>
                  <a:srgbClr val="35240A"/>
                </a:solidFill>
              </a:rPr>
              <a:t>Școlile Monastice:</a:t>
            </a:r>
            <a:r>
              <a:rPr lang="en">
                <a:solidFill>
                  <a:srgbClr val="35240A"/>
                </a:solidFill>
              </a:rPr>
              <a:t> Conservarea culturii prin copierea manuscriselor.</a:t>
            </a:r>
            <a:endParaRPr>
              <a:solidFill>
                <a:srgbClr val="35240A"/>
              </a:solidFill>
            </a:endParaRPr>
          </a:p>
          <a:p>
            <a:pPr indent="-3175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5240A"/>
              </a:buClr>
              <a:buSzPts val="1400"/>
              <a:buFont typeface="Source Sans 3"/>
              <a:buChar char="●"/>
            </a:pPr>
            <a:r>
              <a:rPr b="1" lang="en">
                <a:solidFill>
                  <a:srgbClr val="35240A"/>
                </a:solidFill>
              </a:rPr>
              <a:t>Ascetismul:</a:t>
            </a:r>
            <a:r>
              <a:rPr lang="en">
                <a:solidFill>
                  <a:srgbClr val="35240A"/>
                </a:solidFill>
              </a:rPr>
              <a:t> Triumful spiritului asupra nevoilor trupești.</a:t>
            </a:r>
            <a:endParaRPr>
              <a:solidFill>
                <a:srgbClr val="35240A"/>
              </a:solidFill>
            </a:endParaRPr>
          </a:p>
          <a:p>
            <a:pPr indent="-3175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5240A"/>
              </a:buClr>
              <a:buSzPts val="1400"/>
              <a:buFont typeface="Source Sans 3"/>
              <a:buChar char="●"/>
            </a:pPr>
            <a:r>
              <a:rPr b="1" lang="en">
                <a:solidFill>
                  <a:srgbClr val="35240A"/>
                </a:solidFill>
              </a:rPr>
              <a:t>Autoritatea:</a:t>
            </a:r>
            <a:r>
              <a:rPr lang="en">
                <a:solidFill>
                  <a:srgbClr val="35240A"/>
                </a:solidFill>
              </a:rPr>
              <a:t> Învățarea prin credință și respectul dogmelor.</a:t>
            </a:r>
            <a:endParaRPr/>
          </a:p>
        </p:txBody>
      </p:sp>
      <p:sp>
        <p:nvSpPr>
          <p:cNvPr id="4135" name="Google Shape;4135;p102"/>
          <p:cNvSpPr txBox="1"/>
          <p:nvPr>
            <p:ph idx="3" type="subTitle"/>
          </p:nvPr>
        </p:nvSpPr>
        <p:spPr>
          <a:xfrm>
            <a:off x="1232875" y="2234925"/>
            <a:ext cx="28353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35240A"/>
                </a:solidFill>
              </a:rPr>
              <a:t>Teocentrismul în Educație</a:t>
            </a:r>
            <a:endParaRPr sz="1300">
              <a:solidFill>
                <a:srgbClr val="35240A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6" name="Google Shape;4136;p102"/>
          <p:cNvSpPr txBox="1"/>
          <p:nvPr>
            <p:ph idx="4" type="subTitle"/>
          </p:nvPr>
        </p:nvSpPr>
        <p:spPr>
          <a:xfrm>
            <a:off x="4823276" y="1960055"/>
            <a:ext cx="32436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Concepte:</a:t>
            </a:r>
            <a:endParaRPr sz="1300"/>
          </a:p>
        </p:txBody>
      </p:sp>
      <p:grpSp>
        <p:nvGrpSpPr>
          <p:cNvPr id="4137" name="Google Shape;4137;p102"/>
          <p:cNvGrpSpPr/>
          <p:nvPr/>
        </p:nvGrpSpPr>
        <p:grpSpPr>
          <a:xfrm>
            <a:off x="2326664" y="1475300"/>
            <a:ext cx="744564" cy="624959"/>
            <a:chOff x="2361225" y="3521900"/>
            <a:chExt cx="4421400" cy="589250"/>
          </a:xfrm>
        </p:grpSpPr>
        <p:cxnSp>
          <p:nvCxnSpPr>
            <p:cNvPr id="4138" name="Google Shape;4138;p102"/>
            <p:cNvCxnSpPr/>
            <p:nvPr/>
          </p:nvCxnSpPr>
          <p:spPr>
            <a:xfrm>
              <a:off x="2361225" y="3521900"/>
              <a:ext cx="4421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39" name="Google Shape;4139;p102"/>
            <p:cNvCxnSpPr/>
            <p:nvPr/>
          </p:nvCxnSpPr>
          <p:spPr>
            <a:xfrm>
              <a:off x="2361225" y="4111150"/>
              <a:ext cx="4421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140" name="Google Shape;4140;p102"/>
          <p:cNvGrpSpPr/>
          <p:nvPr/>
        </p:nvGrpSpPr>
        <p:grpSpPr>
          <a:xfrm>
            <a:off x="6072789" y="1475300"/>
            <a:ext cx="744564" cy="624959"/>
            <a:chOff x="2361225" y="3521900"/>
            <a:chExt cx="4421400" cy="589250"/>
          </a:xfrm>
        </p:grpSpPr>
        <p:cxnSp>
          <p:nvCxnSpPr>
            <p:cNvPr id="4141" name="Google Shape;4141;p102"/>
            <p:cNvCxnSpPr/>
            <p:nvPr/>
          </p:nvCxnSpPr>
          <p:spPr>
            <a:xfrm>
              <a:off x="2361225" y="3521900"/>
              <a:ext cx="4421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42" name="Google Shape;4142;p102"/>
            <p:cNvCxnSpPr/>
            <p:nvPr/>
          </p:nvCxnSpPr>
          <p:spPr>
            <a:xfrm>
              <a:off x="2361225" y="4111150"/>
              <a:ext cx="4421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143" name="Google Shape;4143;p102"/>
          <p:cNvGrpSpPr/>
          <p:nvPr/>
        </p:nvGrpSpPr>
        <p:grpSpPr>
          <a:xfrm>
            <a:off x="6264076" y="1607224"/>
            <a:ext cx="361998" cy="361090"/>
            <a:chOff x="-54081175" y="1903275"/>
            <a:chExt cx="319025" cy="318225"/>
          </a:xfrm>
        </p:grpSpPr>
        <p:sp>
          <p:nvSpPr>
            <p:cNvPr id="4144" name="Google Shape;4144;p102"/>
            <p:cNvSpPr/>
            <p:nvPr/>
          </p:nvSpPr>
          <p:spPr>
            <a:xfrm>
              <a:off x="-53959075" y="2135825"/>
              <a:ext cx="72475" cy="28975"/>
            </a:xfrm>
            <a:custGeom>
              <a:rect b="b" l="l" r="r" t="t"/>
              <a:pathLst>
                <a:path extrusionOk="0" h="1159" w="2899">
                  <a:moveTo>
                    <a:pt x="386" y="1"/>
                  </a:moveTo>
                  <a:cubicBezTo>
                    <a:pt x="292" y="1"/>
                    <a:pt x="205" y="40"/>
                    <a:pt x="158" y="119"/>
                  </a:cubicBezTo>
                  <a:cubicBezTo>
                    <a:pt x="0" y="276"/>
                    <a:pt x="0" y="497"/>
                    <a:pt x="158" y="623"/>
                  </a:cubicBezTo>
                  <a:cubicBezTo>
                    <a:pt x="504" y="970"/>
                    <a:pt x="977" y="1159"/>
                    <a:pt x="1449" y="1159"/>
                  </a:cubicBezTo>
                  <a:cubicBezTo>
                    <a:pt x="1922" y="1159"/>
                    <a:pt x="2426" y="970"/>
                    <a:pt x="2741" y="623"/>
                  </a:cubicBezTo>
                  <a:cubicBezTo>
                    <a:pt x="2899" y="465"/>
                    <a:pt x="2899" y="213"/>
                    <a:pt x="2741" y="119"/>
                  </a:cubicBezTo>
                  <a:cubicBezTo>
                    <a:pt x="2678" y="40"/>
                    <a:pt x="2592" y="1"/>
                    <a:pt x="2501" y="1"/>
                  </a:cubicBezTo>
                  <a:cubicBezTo>
                    <a:pt x="2410" y="1"/>
                    <a:pt x="2316" y="40"/>
                    <a:pt x="2237" y="119"/>
                  </a:cubicBezTo>
                  <a:cubicBezTo>
                    <a:pt x="2048" y="308"/>
                    <a:pt x="1733" y="434"/>
                    <a:pt x="1449" y="434"/>
                  </a:cubicBezTo>
                  <a:cubicBezTo>
                    <a:pt x="1134" y="434"/>
                    <a:pt x="851" y="308"/>
                    <a:pt x="662" y="119"/>
                  </a:cubicBezTo>
                  <a:cubicBezTo>
                    <a:pt x="583" y="40"/>
                    <a:pt x="481" y="1"/>
                    <a:pt x="3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5" name="Google Shape;4145;p102"/>
            <p:cNvSpPr/>
            <p:nvPr/>
          </p:nvSpPr>
          <p:spPr>
            <a:xfrm>
              <a:off x="-54081175" y="1903275"/>
              <a:ext cx="319025" cy="318225"/>
            </a:xfrm>
            <a:custGeom>
              <a:rect b="b" l="l" r="r" t="t"/>
              <a:pathLst>
                <a:path extrusionOk="0" h="12729" w="12761">
                  <a:moveTo>
                    <a:pt x="6365" y="757"/>
                  </a:moveTo>
                  <a:cubicBezTo>
                    <a:pt x="7594" y="757"/>
                    <a:pt x="8728" y="1324"/>
                    <a:pt x="9515" y="2238"/>
                  </a:cubicBezTo>
                  <a:lnTo>
                    <a:pt x="8570" y="2238"/>
                  </a:lnTo>
                  <a:cubicBezTo>
                    <a:pt x="7436" y="2238"/>
                    <a:pt x="6396" y="1702"/>
                    <a:pt x="5829" y="789"/>
                  </a:cubicBezTo>
                  <a:cubicBezTo>
                    <a:pt x="5987" y="757"/>
                    <a:pt x="6176" y="757"/>
                    <a:pt x="6365" y="757"/>
                  </a:cubicBezTo>
                  <a:close/>
                  <a:moveTo>
                    <a:pt x="5042" y="946"/>
                  </a:moveTo>
                  <a:cubicBezTo>
                    <a:pt x="5357" y="1482"/>
                    <a:pt x="5829" y="1954"/>
                    <a:pt x="6365" y="2332"/>
                  </a:cubicBezTo>
                  <a:cubicBezTo>
                    <a:pt x="7027" y="2742"/>
                    <a:pt x="7783" y="2962"/>
                    <a:pt x="8570" y="2962"/>
                  </a:cubicBezTo>
                  <a:lnTo>
                    <a:pt x="9988" y="2962"/>
                  </a:lnTo>
                  <a:cubicBezTo>
                    <a:pt x="10272" y="3498"/>
                    <a:pt x="10461" y="4160"/>
                    <a:pt x="10461" y="4853"/>
                  </a:cubicBezTo>
                  <a:lnTo>
                    <a:pt x="10461" y="5199"/>
                  </a:lnTo>
                  <a:lnTo>
                    <a:pt x="10429" y="5199"/>
                  </a:lnTo>
                  <a:cubicBezTo>
                    <a:pt x="10272" y="4380"/>
                    <a:pt x="9484" y="3687"/>
                    <a:pt x="8570" y="3687"/>
                  </a:cubicBezTo>
                  <a:cubicBezTo>
                    <a:pt x="7657" y="3687"/>
                    <a:pt x="6932" y="4317"/>
                    <a:pt x="6775" y="5199"/>
                  </a:cubicBezTo>
                  <a:lnTo>
                    <a:pt x="5924" y="5199"/>
                  </a:lnTo>
                  <a:cubicBezTo>
                    <a:pt x="5766" y="4317"/>
                    <a:pt x="4979" y="3687"/>
                    <a:pt x="4128" y="3687"/>
                  </a:cubicBezTo>
                  <a:cubicBezTo>
                    <a:pt x="3214" y="3687"/>
                    <a:pt x="2427" y="4380"/>
                    <a:pt x="2269" y="5199"/>
                  </a:cubicBezTo>
                  <a:lnTo>
                    <a:pt x="2238" y="5199"/>
                  </a:lnTo>
                  <a:lnTo>
                    <a:pt x="2238" y="4853"/>
                  </a:lnTo>
                  <a:cubicBezTo>
                    <a:pt x="2206" y="3025"/>
                    <a:pt x="3372" y="1482"/>
                    <a:pt x="5042" y="946"/>
                  </a:cubicBezTo>
                  <a:close/>
                  <a:moveTo>
                    <a:pt x="1450" y="5231"/>
                  </a:moveTo>
                  <a:lnTo>
                    <a:pt x="1450" y="6711"/>
                  </a:lnTo>
                  <a:cubicBezTo>
                    <a:pt x="1431" y="6713"/>
                    <a:pt x="1413" y="6714"/>
                    <a:pt x="1394" y="6714"/>
                  </a:cubicBezTo>
                  <a:cubicBezTo>
                    <a:pt x="1009" y="6714"/>
                    <a:pt x="694" y="6408"/>
                    <a:pt x="694" y="5987"/>
                  </a:cubicBezTo>
                  <a:cubicBezTo>
                    <a:pt x="694" y="5577"/>
                    <a:pt x="1009" y="5231"/>
                    <a:pt x="1450" y="5231"/>
                  </a:cubicBezTo>
                  <a:close/>
                  <a:moveTo>
                    <a:pt x="4097" y="4538"/>
                  </a:moveTo>
                  <a:cubicBezTo>
                    <a:pt x="4727" y="4538"/>
                    <a:pt x="5199" y="5042"/>
                    <a:pt x="5199" y="5640"/>
                  </a:cubicBezTo>
                  <a:cubicBezTo>
                    <a:pt x="5199" y="6270"/>
                    <a:pt x="4664" y="6743"/>
                    <a:pt x="4097" y="6743"/>
                  </a:cubicBezTo>
                  <a:cubicBezTo>
                    <a:pt x="3467" y="6743"/>
                    <a:pt x="2931" y="6207"/>
                    <a:pt x="2931" y="5640"/>
                  </a:cubicBezTo>
                  <a:cubicBezTo>
                    <a:pt x="2931" y="5042"/>
                    <a:pt x="3467" y="4538"/>
                    <a:pt x="4097" y="4538"/>
                  </a:cubicBezTo>
                  <a:close/>
                  <a:moveTo>
                    <a:pt x="8539" y="4538"/>
                  </a:moveTo>
                  <a:cubicBezTo>
                    <a:pt x="9169" y="4538"/>
                    <a:pt x="9673" y="5042"/>
                    <a:pt x="9673" y="5640"/>
                  </a:cubicBezTo>
                  <a:cubicBezTo>
                    <a:pt x="9673" y="6207"/>
                    <a:pt x="9169" y="6743"/>
                    <a:pt x="8539" y="6743"/>
                  </a:cubicBezTo>
                  <a:cubicBezTo>
                    <a:pt x="7940" y="6743"/>
                    <a:pt x="7436" y="6207"/>
                    <a:pt x="7436" y="5640"/>
                  </a:cubicBezTo>
                  <a:cubicBezTo>
                    <a:pt x="7436" y="5010"/>
                    <a:pt x="7940" y="4538"/>
                    <a:pt x="8539" y="4538"/>
                  </a:cubicBezTo>
                  <a:close/>
                  <a:moveTo>
                    <a:pt x="11217" y="5231"/>
                  </a:moveTo>
                  <a:cubicBezTo>
                    <a:pt x="11595" y="5231"/>
                    <a:pt x="11973" y="5577"/>
                    <a:pt x="11973" y="5987"/>
                  </a:cubicBezTo>
                  <a:cubicBezTo>
                    <a:pt x="11973" y="6428"/>
                    <a:pt x="11595" y="6743"/>
                    <a:pt x="11217" y="6743"/>
                  </a:cubicBezTo>
                  <a:lnTo>
                    <a:pt x="11217" y="5231"/>
                  </a:lnTo>
                  <a:close/>
                  <a:moveTo>
                    <a:pt x="10461" y="5987"/>
                  </a:moveTo>
                  <a:lnTo>
                    <a:pt x="10461" y="7877"/>
                  </a:lnTo>
                  <a:lnTo>
                    <a:pt x="10461" y="8224"/>
                  </a:lnTo>
                  <a:lnTo>
                    <a:pt x="8696" y="8224"/>
                  </a:lnTo>
                  <a:cubicBezTo>
                    <a:pt x="7972" y="7767"/>
                    <a:pt x="7153" y="7538"/>
                    <a:pt x="6337" y="7538"/>
                  </a:cubicBezTo>
                  <a:cubicBezTo>
                    <a:pt x="5522" y="7538"/>
                    <a:pt x="4711" y="7767"/>
                    <a:pt x="4002" y="8224"/>
                  </a:cubicBezTo>
                  <a:lnTo>
                    <a:pt x="2238" y="8224"/>
                  </a:lnTo>
                  <a:lnTo>
                    <a:pt x="2238" y="7877"/>
                  </a:lnTo>
                  <a:lnTo>
                    <a:pt x="2238" y="5987"/>
                  </a:lnTo>
                  <a:lnTo>
                    <a:pt x="2269" y="5987"/>
                  </a:lnTo>
                  <a:cubicBezTo>
                    <a:pt x="2427" y="6806"/>
                    <a:pt x="3214" y="7468"/>
                    <a:pt x="4128" y="7468"/>
                  </a:cubicBezTo>
                  <a:cubicBezTo>
                    <a:pt x="5042" y="7468"/>
                    <a:pt x="5766" y="6837"/>
                    <a:pt x="5955" y="5987"/>
                  </a:cubicBezTo>
                  <a:lnTo>
                    <a:pt x="6775" y="5987"/>
                  </a:lnTo>
                  <a:cubicBezTo>
                    <a:pt x="6932" y="6837"/>
                    <a:pt x="7720" y="7468"/>
                    <a:pt x="8570" y="7468"/>
                  </a:cubicBezTo>
                  <a:cubicBezTo>
                    <a:pt x="9106" y="7468"/>
                    <a:pt x="9578" y="7279"/>
                    <a:pt x="9925" y="6932"/>
                  </a:cubicBezTo>
                  <a:cubicBezTo>
                    <a:pt x="10209" y="6648"/>
                    <a:pt x="10366" y="6333"/>
                    <a:pt x="10429" y="5987"/>
                  </a:cubicBezTo>
                  <a:close/>
                  <a:moveTo>
                    <a:pt x="6318" y="8271"/>
                  </a:moveTo>
                  <a:cubicBezTo>
                    <a:pt x="7027" y="8271"/>
                    <a:pt x="7735" y="8476"/>
                    <a:pt x="8350" y="8885"/>
                  </a:cubicBezTo>
                  <a:cubicBezTo>
                    <a:pt x="8413" y="8948"/>
                    <a:pt x="8444" y="8980"/>
                    <a:pt x="8539" y="8980"/>
                  </a:cubicBezTo>
                  <a:lnTo>
                    <a:pt x="10272" y="8980"/>
                  </a:lnTo>
                  <a:cubicBezTo>
                    <a:pt x="9799" y="10713"/>
                    <a:pt x="8224" y="11973"/>
                    <a:pt x="6333" y="11973"/>
                  </a:cubicBezTo>
                  <a:cubicBezTo>
                    <a:pt x="4443" y="11973"/>
                    <a:pt x="2868" y="10713"/>
                    <a:pt x="2364" y="8980"/>
                  </a:cubicBezTo>
                  <a:lnTo>
                    <a:pt x="4097" y="8980"/>
                  </a:lnTo>
                  <a:cubicBezTo>
                    <a:pt x="4160" y="8980"/>
                    <a:pt x="4254" y="8948"/>
                    <a:pt x="4286" y="8885"/>
                  </a:cubicBezTo>
                  <a:cubicBezTo>
                    <a:pt x="4900" y="8476"/>
                    <a:pt x="5609" y="8271"/>
                    <a:pt x="6318" y="8271"/>
                  </a:cubicBezTo>
                  <a:close/>
                  <a:moveTo>
                    <a:pt x="6333" y="1"/>
                  </a:moveTo>
                  <a:cubicBezTo>
                    <a:pt x="3782" y="1"/>
                    <a:pt x="1639" y="1986"/>
                    <a:pt x="1482" y="4475"/>
                  </a:cubicBezTo>
                  <a:cubicBezTo>
                    <a:pt x="663" y="4475"/>
                    <a:pt x="1" y="5168"/>
                    <a:pt x="1" y="5987"/>
                  </a:cubicBezTo>
                  <a:cubicBezTo>
                    <a:pt x="1" y="6806"/>
                    <a:pt x="663" y="7468"/>
                    <a:pt x="1482" y="7468"/>
                  </a:cubicBezTo>
                  <a:lnTo>
                    <a:pt x="1482" y="7877"/>
                  </a:lnTo>
                  <a:cubicBezTo>
                    <a:pt x="1482" y="10555"/>
                    <a:pt x="3656" y="12729"/>
                    <a:pt x="6365" y="12729"/>
                  </a:cubicBezTo>
                  <a:cubicBezTo>
                    <a:pt x="9043" y="12729"/>
                    <a:pt x="11248" y="10555"/>
                    <a:pt x="11248" y="7877"/>
                  </a:cubicBezTo>
                  <a:lnTo>
                    <a:pt x="11248" y="7468"/>
                  </a:lnTo>
                  <a:cubicBezTo>
                    <a:pt x="12067" y="7468"/>
                    <a:pt x="12760" y="6806"/>
                    <a:pt x="12760" y="5987"/>
                  </a:cubicBezTo>
                  <a:cubicBezTo>
                    <a:pt x="12697" y="5168"/>
                    <a:pt x="12036" y="4475"/>
                    <a:pt x="11217" y="4475"/>
                  </a:cubicBezTo>
                  <a:cubicBezTo>
                    <a:pt x="11028" y="1954"/>
                    <a:pt x="8885" y="1"/>
                    <a:pt x="63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146" name="Google Shape;4146;p102"/>
          <p:cNvGrpSpPr/>
          <p:nvPr/>
        </p:nvGrpSpPr>
        <p:grpSpPr>
          <a:xfrm>
            <a:off x="2540304" y="1607232"/>
            <a:ext cx="317290" cy="361090"/>
            <a:chOff x="-56774050" y="1904075"/>
            <a:chExt cx="279625" cy="318225"/>
          </a:xfrm>
        </p:grpSpPr>
        <p:sp>
          <p:nvSpPr>
            <p:cNvPr id="4147" name="Google Shape;4147;p102"/>
            <p:cNvSpPr/>
            <p:nvPr/>
          </p:nvSpPr>
          <p:spPr>
            <a:xfrm>
              <a:off x="-56671650" y="2135825"/>
              <a:ext cx="72475" cy="28975"/>
            </a:xfrm>
            <a:custGeom>
              <a:rect b="b" l="l" r="r" t="t"/>
              <a:pathLst>
                <a:path extrusionOk="0" h="1159" w="2899">
                  <a:moveTo>
                    <a:pt x="398" y="1"/>
                  </a:moveTo>
                  <a:cubicBezTo>
                    <a:pt x="307" y="1"/>
                    <a:pt x="221" y="40"/>
                    <a:pt x="158" y="119"/>
                  </a:cubicBezTo>
                  <a:cubicBezTo>
                    <a:pt x="0" y="276"/>
                    <a:pt x="0" y="497"/>
                    <a:pt x="158" y="623"/>
                  </a:cubicBezTo>
                  <a:cubicBezTo>
                    <a:pt x="504" y="970"/>
                    <a:pt x="977" y="1159"/>
                    <a:pt x="1449" y="1159"/>
                  </a:cubicBezTo>
                  <a:cubicBezTo>
                    <a:pt x="1922" y="1159"/>
                    <a:pt x="2426" y="970"/>
                    <a:pt x="2741" y="623"/>
                  </a:cubicBezTo>
                  <a:cubicBezTo>
                    <a:pt x="2899" y="465"/>
                    <a:pt x="2899" y="213"/>
                    <a:pt x="2741" y="119"/>
                  </a:cubicBezTo>
                  <a:cubicBezTo>
                    <a:pt x="2662" y="40"/>
                    <a:pt x="2568" y="1"/>
                    <a:pt x="2477" y="1"/>
                  </a:cubicBezTo>
                  <a:cubicBezTo>
                    <a:pt x="2387" y="1"/>
                    <a:pt x="2300" y="40"/>
                    <a:pt x="2237" y="119"/>
                  </a:cubicBezTo>
                  <a:cubicBezTo>
                    <a:pt x="2048" y="308"/>
                    <a:pt x="1733" y="434"/>
                    <a:pt x="1449" y="434"/>
                  </a:cubicBezTo>
                  <a:cubicBezTo>
                    <a:pt x="1134" y="434"/>
                    <a:pt x="851" y="308"/>
                    <a:pt x="662" y="119"/>
                  </a:cubicBezTo>
                  <a:cubicBezTo>
                    <a:pt x="583" y="40"/>
                    <a:pt x="488" y="1"/>
                    <a:pt x="3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8" name="Google Shape;4148;p102"/>
            <p:cNvSpPr/>
            <p:nvPr/>
          </p:nvSpPr>
          <p:spPr>
            <a:xfrm>
              <a:off x="-56774050" y="1904075"/>
              <a:ext cx="279625" cy="318225"/>
            </a:xfrm>
            <a:custGeom>
              <a:rect b="b" l="l" r="r" t="t"/>
              <a:pathLst>
                <a:path extrusionOk="0" h="12729" w="11185">
                  <a:moveTo>
                    <a:pt x="5545" y="757"/>
                  </a:moveTo>
                  <a:cubicBezTo>
                    <a:pt x="7278" y="757"/>
                    <a:pt x="8696" y="2048"/>
                    <a:pt x="8885" y="3750"/>
                  </a:cubicBezTo>
                  <a:lnTo>
                    <a:pt x="4789" y="3750"/>
                  </a:lnTo>
                  <a:cubicBezTo>
                    <a:pt x="3056" y="3750"/>
                    <a:pt x="1639" y="2395"/>
                    <a:pt x="1450" y="757"/>
                  </a:cubicBezTo>
                  <a:close/>
                  <a:moveTo>
                    <a:pt x="2710" y="3844"/>
                  </a:moveTo>
                  <a:cubicBezTo>
                    <a:pt x="3277" y="4254"/>
                    <a:pt x="4002" y="4506"/>
                    <a:pt x="4789" y="4506"/>
                  </a:cubicBezTo>
                  <a:lnTo>
                    <a:pt x="8885" y="4506"/>
                  </a:lnTo>
                  <a:lnTo>
                    <a:pt x="8885" y="5608"/>
                  </a:lnTo>
                  <a:cubicBezTo>
                    <a:pt x="8570" y="5356"/>
                    <a:pt x="8192" y="5230"/>
                    <a:pt x="7782" y="5230"/>
                  </a:cubicBezTo>
                  <a:cubicBezTo>
                    <a:pt x="6900" y="5230"/>
                    <a:pt x="6144" y="5860"/>
                    <a:pt x="5986" y="6742"/>
                  </a:cubicBezTo>
                  <a:lnTo>
                    <a:pt x="5167" y="6742"/>
                  </a:lnTo>
                  <a:cubicBezTo>
                    <a:pt x="5010" y="5860"/>
                    <a:pt x="4222" y="5230"/>
                    <a:pt x="3340" y="5230"/>
                  </a:cubicBezTo>
                  <a:cubicBezTo>
                    <a:pt x="2899" y="5230"/>
                    <a:pt x="2552" y="5388"/>
                    <a:pt x="2237" y="5608"/>
                  </a:cubicBezTo>
                  <a:cubicBezTo>
                    <a:pt x="2237" y="4978"/>
                    <a:pt x="2395" y="4380"/>
                    <a:pt x="2710" y="3844"/>
                  </a:cubicBezTo>
                  <a:close/>
                  <a:moveTo>
                    <a:pt x="1450" y="5986"/>
                  </a:moveTo>
                  <a:lnTo>
                    <a:pt x="1450" y="7467"/>
                  </a:lnTo>
                  <a:cubicBezTo>
                    <a:pt x="1432" y="7468"/>
                    <a:pt x="1415" y="7469"/>
                    <a:pt x="1398" y="7469"/>
                  </a:cubicBezTo>
                  <a:cubicBezTo>
                    <a:pt x="984" y="7469"/>
                    <a:pt x="694" y="7106"/>
                    <a:pt x="694" y="6742"/>
                  </a:cubicBezTo>
                  <a:cubicBezTo>
                    <a:pt x="694" y="6333"/>
                    <a:pt x="1009" y="5986"/>
                    <a:pt x="1450" y="5986"/>
                  </a:cubicBezTo>
                  <a:close/>
                  <a:moveTo>
                    <a:pt x="9641" y="5986"/>
                  </a:moveTo>
                  <a:cubicBezTo>
                    <a:pt x="10051" y="5986"/>
                    <a:pt x="10397" y="6301"/>
                    <a:pt x="10397" y="6742"/>
                  </a:cubicBezTo>
                  <a:cubicBezTo>
                    <a:pt x="10397" y="7184"/>
                    <a:pt x="10051" y="7499"/>
                    <a:pt x="9641" y="7499"/>
                  </a:cubicBezTo>
                  <a:lnTo>
                    <a:pt x="9641" y="5986"/>
                  </a:lnTo>
                  <a:close/>
                  <a:moveTo>
                    <a:pt x="3309" y="5986"/>
                  </a:moveTo>
                  <a:cubicBezTo>
                    <a:pt x="3939" y="5986"/>
                    <a:pt x="4411" y="6490"/>
                    <a:pt x="4411" y="7089"/>
                  </a:cubicBezTo>
                  <a:cubicBezTo>
                    <a:pt x="4411" y="7719"/>
                    <a:pt x="3907" y="8192"/>
                    <a:pt x="3309" y="8192"/>
                  </a:cubicBezTo>
                  <a:cubicBezTo>
                    <a:pt x="2678" y="8192"/>
                    <a:pt x="2206" y="7688"/>
                    <a:pt x="2206" y="7089"/>
                  </a:cubicBezTo>
                  <a:cubicBezTo>
                    <a:pt x="2206" y="6459"/>
                    <a:pt x="2710" y="5986"/>
                    <a:pt x="3309" y="5986"/>
                  </a:cubicBezTo>
                  <a:close/>
                  <a:moveTo>
                    <a:pt x="7782" y="6018"/>
                  </a:moveTo>
                  <a:cubicBezTo>
                    <a:pt x="8412" y="6018"/>
                    <a:pt x="8885" y="6553"/>
                    <a:pt x="8885" y="7121"/>
                  </a:cubicBezTo>
                  <a:cubicBezTo>
                    <a:pt x="8885" y="7719"/>
                    <a:pt x="8381" y="8223"/>
                    <a:pt x="7782" y="8223"/>
                  </a:cubicBezTo>
                  <a:cubicBezTo>
                    <a:pt x="7152" y="8223"/>
                    <a:pt x="6680" y="7719"/>
                    <a:pt x="6680" y="7121"/>
                  </a:cubicBezTo>
                  <a:cubicBezTo>
                    <a:pt x="6680" y="6490"/>
                    <a:pt x="7215" y="6018"/>
                    <a:pt x="7782" y="6018"/>
                  </a:cubicBezTo>
                  <a:close/>
                  <a:moveTo>
                    <a:pt x="5955" y="7436"/>
                  </a:moveTo>
                  <a:cubicBezTo>
                    <a:pt x="6112" y="8318"/>
                    <a:pt x="6900" y="8948"/>
                    <a:pt x="7751" y="8948"/>
                  </a:cubicBezTo>
                  <a:cubicBezTo>
                    <a:pt x="8192" y="8948"/>
                    <a:pt x="8538" y="8790"/>
                    <a:pt x="8853" y="8601"/>
                  </a:cubicBezTo>
                  <a:lnTo>
                    <a:pt x="8853" y="8601"/>
                  </a:lnTo>
                  <a:cubicBezTo>
                    <a:pt x="8885" y="10334"/>
                    <a:pt x="7593" y="11783"/>
                    <a:pt x="5892" y="11941"/>
                  </a:cubicBezTo>
                  <a:lnTo>
                    <a:pt x="5892" y="11594"/>
                  </a:lnTo>
                  <a:cubicBezTo>
                    <a:pt x="5892" y="11374"/>
                    <a:pt x="5734" y="11216"/>
                    <a:pt x="5545" y="11216"/>
                  </a:cubicBezTo>
                  <a:cubicBezTo>
                    <a:pt x="5356" y="11216"/>
                    <a:pt x="5199" y="11374"/>
                    <a:pt x="5199" y="11594"/>
                  </a:cubicBezTo>
                  <a:lnTo>
                    <a:pt x="5199" y="11941"/>
                  </a:lnTo>
                  <a:cubicBezTo>
                    <a:pt x="3498" y="11752"/>
                    <a:pt x="2206" y="10334"/>
                    <a:pt x="2206" y="8601"/>
                  </a:cubicBezTo>
                  <a:lnTo>
                    <a:pt x="2206" y="8601"/>
                  </a:lnTo>
                  <a:cubicBezTo>
                    <a:pt x="2521" y="8822"/>
                    <a:pt x="2899" y="8948"/>
                    <a:pt x="3309" y="8948"/>
                  </a:cubicBezTo>
                  <a:cubicBezTo>
                    <a:pt x="4222" y="8948"/>
                    <a:pt x="4947" y="8318"/>
                    <a:pt x="5136" y="7436"/>
                  </a:cubicBezTo>
                  <a:close/>
                  <a:moveTo>
                    <a:pt x="1072" y="0"/>
                  </a:moveTo>
                  <a:cubicBezTo>
                    <a:pt x="851" y="0"/>
                    <a:pt x="725" y="158"/>
                    <a:pt x="725" y="347"/>
                  </a:cubicBezTo>
                  <a:cubicBezTo>
                    <a:pt x="725" y="1576"/>
                    <a:pt x="1229" y="2678"/>
                    <a:pt x="2080" y="3434"/>
                  </a:cubicBezTo>
                  <a:cubicBezTo>
                    <a:pt x="1733" y="3970"/>
                    <a:pt x="1544" y="4569"/>
                    <a:pt x="1513" y="5230"/>
                  </a:cubicBezTo>
                  <a:cubicBezTo>
                    <a:pt x="662" y="5230"/>
                    <a:pt x="0" y="5923"/>
                    <a:pt x="0" y="6742"/>
                  </a:cubicBezTo>
                  <a:cubicBezTo>
                    <a:pt x="0" y="7562"/>
                    <a:pt x="662" y="8223"/>
                    <a:pt x="1513" y="8223"/>
                  </a:cubicBezTo>
                  <a:lnTo>
                    <a:pt x="1513" y="8601"/>
                  </a:lnTo>
                  <a:cubicBezTo>
                    <a:pt x="1513" y="10870"/>
                    <a:pt x="3340" y="12728"/>
                    <a:pt x="5577" y="12728"/>
                  </a:cubicBezTo>
                  <a:cubicBezTo>
                    <a:pt x="7845" y="12728"/>
                    <a:pt x="9673" y="10870"/>
                    <a:pt x="9673" y="8601"/>
                  </a:cubicBezTo>
                  <a:lnTo>
                    <a:pt x="9673" y="8223"/>
                  </a:lnTo>
                  <a:cubicBezTo>
                    <a:pt x="10523" y="8223"/>
                    <a:pt x="11185" y="7562"/>
                    <a:pt x="11185" y="6742"/>
                  </a:cubicBezTo>
                  <a:cubicBezTo>
                    <a:pt x="11153" y="5923"/>
                    <a:pt x="10460" y="5230"/>
                    <a:pt x="9641" y="5230"/>
                  </a:cubicBezTo>
                  <a:lnTo>
                    <a:pt x="9641" y="4128"/>
                  </a:lnTo>
                  <a:cubicBezTo>
                    <a:pt x="9641" y="1859"/>
                    <a:pt x="7782" y="0"/>
                    <a:pt x="55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2" name="Shape 4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53" name="Google Shape;4153;p103"/>
          <p:cNvGrpSpPr/>
          <p:nvPr/>
        </p:nvGrpSpPr>
        <p:grpSpPr>
          <a:xfrm>
            <a:off x="565056" y="519563"/>
            <a:ext cx="8012737" cy="4104778"/>
            <a:chOff x="585525" y="1202450"/>
            <a:chExt cx="6436450" cy="3297275"/>
          </a:xfrm>
        </p:grpSpPr>
        <p:sp>
          <p:nvSpPr>
            <p:cNvPr id="4154" name="Google Shape;4154;p103"/>
            <p:cNvSpPr/>
            <p:nvPr/>
          </p:nvSpPr>
          <p:spPr>
            <a:xfrm>
              <a:off x="839525" y="1202450"/>
              <a:ext cx="551125" cy="190275"/>
            </a:xfrm>
            <a:custGeom>
              <a:rect b="b" l="l" r="r" t="t"/>
              <a:pathLst>
                <a:path extrusionOk="0" h="7611" w="22045">
                  <a:moveTo>
                    <a:pt x="21819" y="2949"/>
                  </a:moveTo>
                  <a:cubicBezTo>
                    <a:pt x="16996" y="7611"/>
                    <a:pt x="10597" y="0"/>
                    <a:pt x="4949" y="1300"/>
                  </a:cubicBezTo>
                  <a:cubicBezTo>
                    <a:pt x="1962" y="2000"/>
                    <a:pt x="0" y="4312"/>
                    <a:pt x="100" y="7373"/>
                  </a:cubicBezTo>
                  <a:cubicBezTo>
                    <a:pt x="113" y="7461"/>
                    <a:pt x="225" y="7461"/>
                    <a:pt x="238" y="7373"/>
                  </a:cubicBezTo>
                  <a:cubicBezTo>
                    <a:pt x="513" y="1100"/>
                    <a:pt x="7511" y="887"/>
                    <a:pt x="11872" y="2724"/>
                  </a:cubicBezTo>
                  <a:cubicBezTo>
                    <a:pt x="13597" y="3449"/>
                    <a:pt x="15309" y="4437"/>
                    <a:pt x="17208" y="4661"/>
                  </a:cubicBezTo>
                  <a:cubicBezTo>
                    <a:pt x="19108" y="4886"/>
                    <a:pt x="20620" y="4387"/>
                    <a:pt x="21957" y="3087"/>
                  </a:cubicBezTo>
                  <a:cubicBezTo>
                    <a:pt x="22044" y="2999"/>
                    <a:pt x="21919" y="2874"/>
                    <a:pt x="21832" y="294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5" name="Google Shape;4155;p103"/>
            <p:cNvSpPr/>
            <p:nvPr/>
          </p:nvSpPr>
          <p:spPr>
            <a:xfrm>
              <a:off x="844200" y="1369575"/>
              <a:ext cx="180925" cy="121575"/>
            </a:xfrm>
            <a:custGeom>
              <a:rect b="b" l="l" r="r" t="t"/>
              <a:pathLst>
                <a:path extrusionOk="0" h="4863" w="7237">
                  <a:moveTo>
                    <a:pt x="13" y="1688"/>
                  </a:moveTo>
                  <a:cubicBezTo>
                    <a:pt x="151" y="3700"/>
                    <a:pt x="2612" y="4862"/>
                    <a:pt x="4412" y="4325"/>
                  </a:cubicBezTo>
                  <a:cubicBezTo>
                    <a:pt x="5924" y="3875"/>
                    <a:pt x="7236" y="1338"/>
                    <a:pt x="5849" y="88"/>
                  </a:cubicBezTo>
                  <a:cubicBezTo>
                    <a:pt x="5774" y="1"/>
                    <a:pt x="5649" y="126"/>
                    <a:pt x="5737" y="201"/>
                  </a:cubicBezTo>
                  <a:cubicBezTo>
                    <a:pt x="7124" y="1725"/>
                    <a:pt x="5474" y="4025"/>
                    <a:pt x="3837" y="4225"/>
                  </a:cubicBezTo>
                  <a:cubicBezTo>
                    <a:pt x="2288" y="4425"/>
                    <a:pt x="326" y="3413"/>
                    <a:pt x="201" y="1688"/>
                  </a:cubicBezTo>
                  <a:cubicBezTo>
                    <a:pt x="201" y="1563"/>
                    <a:pt x="1" y="1563"/>
                    <a:pt x="13" y="16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6" name="Google Shape;4156;p103"/>
            <p:cNvSpPr/>
            <p:nvPr/>
          </p:nvSpPr>
          <p:spPr>
            <a:xfrm>
              <a:off x="898575" y="1348025"/>
              <a:ext cx="73125" cy="77200"/>
            </a:xfrm>
            <a:custGeom>
              <a:rect b="b" l="l" r="r" t="t"/>
              <a:pathLst>
                <a:path extrusionOk="0" h="3088" w="2925">
                  <a:moveTo>
                    <a:pt x="2849" y="488"/>
                  </a:moveTo>
                  <a:cubicBezTo>
                    <a:pt x="2025" y="1"/>
                    <a:pt x="800" y="351"/>
                    <a:pt x="387" y="1238"/>
                  </a:cubicBezTo>
                  <a:cubicBezTo>
                    <a:pt x="0" y="2063"/>
                    <a:pt x="612" y="2987"/>
                    <a:pt x="1487" y="3075"/>
                  </a:cubicBezTo>
                  <a:cubicBezTo>
                    <a:pt x="1600" y="3087"/>
                    <a:pt x="1625" y="2900"/>
                    <a:pt x="1512" y="2887"/>
                  </a:cubicBezTo>
                  <a:cubicBezTo>
                    <a:pt x="700" y="2737"/>
                    <a:pt x="200" y="1913"/>
                    <a:pt x="675" y="1163"/>
                  </a:cubicBezTo>
                  <a:cubicBezTo>
                    <a:pt x="1137" y="476"/>
                    <a:pt x="2037" y="251"/>
                    <a:pt x="2774" y="625"/>
                  </a:cubicBezTo>
                  <a:cubicBezTo>
                    <a:pt x="2862" y="663"/>
                    <a:pt x="2924" y="551"/>
                    <a:pt x="2849" y="4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7" name="Google Shape;4157;p103"/>
            <p:cNvSpPr/>
            <p:nvPr/>
          </p:nvSpPr>
          <p:spPr>
            <a:xfrm>
              <a:off x="944800" y="1418950"/>
              <a:ext cx="25" cy="325"/>
            </a:xfrm>
            <a:custGeom>
              <a:rect b="b" l="l" r="r" t="t"/>
              <a:pathLst>
                <a:path extrusionOk="0" h="13" w="1">
                  <a:moveTo>
                    <a:pt x="1" y="13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8" name="Google Shape;4158;p103"/>
            <p:cNvSpPr/>
            <p:nvPr/>
          </p:nvSpPr>
          <p:spPr>
            <a:xfrm>
              <a:off x="752350" y="1240875"/>
              <a:ext cx="206850" cy="104050"/>
            </a:xfrm>
            <a:custGeom>
              <a:rect b="b" l="l" r="r" t="t"/>
              <a:pathLst>
                <a:path extrusionOk="0" h="4162" w="8274">
                  <a:moveTo>
                    <a:pt x="8123" y="25"/>
                  </a:moveTo>
                  <a:cubicBezTo>
                    <a:pt x="6999" y="263"/>
                    <a:pt x="5937" y="725"/>
                    <a:pt x="4987" y="1375"/>
                  </a:cubicBezTo>
                  <a:cubicBezTo>
                    <a:pt x="3537" y="2387"/>
                    <a:pt x="2063" y="4162"/>
                    <a:pt x="176" y="2875"/>
                  </a:cubicBezTo>
                  <a:cubicBezTo>
                    <a:pt x="101" y="2825"/>
                    <a:pt x="1" y="2950"/>
                    <a:pt x="76" y="3012"/>
                  </a:cubicBezTo>
                  <a:cubicBezTo>
                    <a:pt x="825" y="3699"/>
                    <a:pt x="1775" y="3699"/>
                    <a:pt x="2700" y="3299"/>
                  </a:cubicBezTo>
                  <a:cubicBezTo>
                    <a:pt x="3375" y="2999"/>
                    <a:pt x="3912" y="2475"/>
                    <a:pt x="4474" y="2025"/>
                  </a:cubicBezTo>
                  <a:cubicBezTo>
                    <a:pt x="5549" y="1137"/>
                    <a:pt x="6811" y="500"/>
                    <a:pt x="8173" y="175"/>
                  </a:cubicBezTo>
                  <a:cubicBezTo>
                    <a:pt x="8273" y="150"/>
                    <a:pt x="8223" y="0"/>
                    <a:pt x="8123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9" name="Google Shape;4159;p103"/>
            <p:cNvSpPr/>
            <p:nvPr/>
          </p:nvSpPr>
          <p:spPr>
            <a:xfrm>
              <a:off x="1012600" y="1245875"/>
              <a:ext cx="88750" cy="80000"/>
            </a:xfrm>
            <a:custGeom>
              <a:rect b="b" l="l" r="r" t="t"/>
              <a:pathLst>
                <a:path extrusionOk="0" h="3200" w="3550">
                  <a:moveTo>
                    <a:pt x="3437" y="313"/>
                  </a:moveTo>
                  <a:cubicBezTo>
                    <a:pt x="2562" y="113"/>
                    <a:pt x="1700" y="0"/>
                    <a:pt x="900" y="488"/>
                  </a:cubicBezTo>
                  <a:cubicBezTo>
                    <a:pt x="363" y="813"/>
                    <a:pt x="0" y="1325"/>
                    <a:pt x="100" y="1975"/>
                  </a:cubicBezTo>
                  <a:cubicBezTo>
                    <a:pt x="200" y="2587"/>
                    <a:pt x="700" y="3062"/>
                    <a:pt x="1325" y="3137"/>
                  </a:cubicBezTo>
                  <a:cubicBezTo>
                    <a:pt x="1787" y="3187"/>
                    <a:pt x="2462" y="3024"/>
                    <a:pt x="2512" y="2475"/>
                  </a:cubicBezTo>
                  <a:cubicBezTo>
                    <a:pt x="2525" y="2387"/>
                    <a:pt x="2400" y="2387"/>
                    <a:pt x="2387" y="2475"/>
                  </a:cubicBezTo>
                  <a:cubicBezTo>
                    <a:pt x="2312" y="3199"/>
                    <a:pt x="1100" y="2937"/>
                    <a:pt x="788" y="2712"/>
                  </a:cubicBezTo>
                  <a:cubicBezTo>
                    <a:pt x="300" y="2362"/>
                    <a:pt x="150" y="1700"/>
                    <a:pt x="450" y="1175"/>
                  </a:cubicBezTo>
                  <a:cubicBezTo>
                    <a:pt x="1063" y="163"/>
                    <a:pt x="2412" y="263"/>
                    <a:pt x="3387" y="488"/>
                  </a:cubicBezTo>
                  <a:cubicBezTo>
                    <a:pt x="3499" y="513"/>
                    <a:pt x="3549" y="338"/>
                    <a:pt x="3437" y="3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0" name="Google Shape;4160;p103"/>
            <p:cNvSpPr/>
            <p:nvPr/>
          </p:nvSpPr>
          <p:spPr>
            <a:xfrm>
              <a:off x="1123500" y="1272100"/>
              <a:ext cx="33450" cy="43775"/>
            </a:xfrm>
            <a:custGeom>
              <a:rect b="b" l="l" r="r" t="t"/>
              <a:pathLst>
                <a:path extrusionOk="0" h="1751" w="1338">
                  <a:moveTo>
                    <a:pt x="1238" y="188"/>
                  </a:moveTo>
                  <a:cubicBezTo>
                    <a:pt x="688" y="1"/>
                    <a:pt x="1" y="326"/>
                    <a:pt x="76" y="976"/>
                  </a:cubicBezTo>
                  <a:cubicBezTo>
                    <a:pt x="126" y="1413"/>
                    <a:pt x="825" y="1750"/>
                    <a:pt x="1088" y="1326"/>
                  </a:cubicBezTo>
                  <a:cubicBezTo>
                    <a:pt x="1163" y="1213"/>
                    <a:pt x="975" y="1101"/>
                    <a:pt x="900" y="1213"/>
                  </a:cubicBezTo>
                  <a:cubicBezTo>
                    <a:pt x="788" y="1288"/>
                    <a:pt x="651" y="1301"/>
                    <a:pt x="538" y="1263"/>
                  </a:cubicBezTo>
                  <a:cubicBezTo>
                    <a:pt x="263" y="1026"/>
                    <a:pt x="213" y="813"/>
                    <a:pt x="388" y="613"/>
                  </a:cubicBezTo>
                  <a:cubicBezTo>
                    <a:pt x="551" y="301"/>
                    <a:pt x="888" y="263"/>
                    <a:pt x="1188" y="351"/>
                  </a:cubicBezTo>
                  <a:cubicBezTo>
                    <a:pt x="1288" y="376"/>
                    <a:pt x="1338" y="226"/>
                    <a:pt x="1238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1" name="Google Shape;4161;p103"/>
            <p:cNvSpPr/>
            <p:nvPr/>
          </p:nvSpPr>
          <p:spPr>
            <a:xfrm>
              <a:off x="732975" y="1292100"/>
              <a:ext cx="31900" cy="31900"/>
            </a:xfrm>
            <a:custGeom>
              <a:rect b="b" l="l" r="r" t="t"/>
              <a:pathLst>
                <a:path extrusionOk="0" h="1276" w="1276">
                  <a:moveTo>
                    <a:pt x="951" y="925"/>
                  </a:moveTo>
                  <a:cubicBezTo>
                    <a:pt x="1275" y="563"/>
                    <a:pt x="826" y="1"/>
                    <a:pt x="413" y="326"/>
                  </a:cubicBezTo>
                  <a:cubicBezTo>
                    <a:pt x="1" y="651"/>
                    <a:pt x="476" y="1275"/>
                    <a:pt x="888" y="975"/>
                  </a:cubicBezTo>
                  <a:cubicBezTo>
                    <a:pt x="963" y="925"/>
                    <a:pt x="913" y="813"/>
                    <a:pt x="826" y="826"/>
                  </a:cubicBezTo>
                  <a:lnTo>
                    <a:pt x="826" y="826"/>
                  </a:lnTo>
                  <a:cubicBezTo>
                    <a:pt x="788" y="901"/>
                    <a:pt x="888" y="1000"/>
                    <a:pt x="951" y="9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2" name="Google Shape;4162;p103"/>
            <p:cNvSpPr/>
            <p:nvPr/>
          </p:nvSpPr>
          <p:spPr>
            <a:xfrm>
              <a:off x="809225" y="1274925"/>
              <a:ext cx="77800" cy="113125"/>
            </a:xfrm>
            <a:custGeom>
              <a:rect b="b" l="l" r="r" t="t"/>
              <a:pathLst>
                <a:path extrusionOk="0" h="4525" w="3112">
                  <a:moveTo>
                    <a:pt x="2949" y="63"/>
                  </a:moveTo>
                  <a:cubicBezTo>
                    <a:pt x="1550" y="1163"/>
                    <a:pt x="525" y="2675"/>
                    <a:pt x="25" y="4374"/>
                  </a:cubicBezTo>
                  <a:cubicBezTo>
                    <a:pt x="0" y="4462"/>
                    <a:pt x="125" y="4524"/>
                    <a:pt x="175" y="4437"/>
                  </a:cubicBezTo>
                  <a:cubicBezTo>
                    <a:pt x="925" y="2825"/>
                    <a:pt x="1687" y="1338"/>
                    <a:pt x="3049" y="150"/>
                  </a:cubicBezTo>
                  <a:cubicBezTo>
                    <a:pt x="3112" y="100"/>
                    <a:pt x="3012" y="0"/>
                    <a:pt x="2949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3" name="Google Shape;4163;p103"/>
            <p:cNvSpPr/>
            <p:nvPr/>
          </p:nvSpPr>
          <p:spPr>
            <a:xfrm>
              <a:off x="792650" y="1376150"/>
              <a:ext cx="30650" cy="32525"/>
            </a:xfrm>
            <a:custGeom>
              <a:rect b="b" l="l" r="r" t="t"/>
              <a:pathLst>
                <a:path extrusionOk="0" h="1301" w="1226">
                  <a:moveTo>
                    <a:pt x="725" y="500"/>
                  </a:moveTo>
                  <a:lnTo>
                    <a:pt x="725" y="563"/>
                  </a:lnTo>
                  <a:cubicBezTo>
                    <a:pt x="800" y="638"/>
                    <a:pt x="913" y="550"/>
                    <a:pt x="875" y="450"/>
                  </a:cubicBezTo>
                  <a:cubicBezTo>
                    <a:pt x="626" y="0"/>
                    <a:pt x="1" y="550"/>
                    <a:pt x="338" y="925"/>
                  </a:cubicBezTo>
                  <a:cubicBezTo>
                    <a:pt x="688" y="1300"/>
                    <a:pt x="1225" y="750"/>
                    <a:pt x="838" y="388"/>
                  </a:cubicBezTo>
                  <a:cubicBezTo>
                    <a:pt x="763" y="325"/>
                    <a:pt x="663" y="425"/>
                    <a:pt x="725" y="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4" name="Google Shape;4164;p103"/>
            <p:cNvSpPr/>
            <p:nvPr/>
          </p:nvSpPr>
          <p:spPr>
            <a:xfrm>
              <a:off x="841400" y="1393325"/>
              <a:ext cx="5650" cy="9725"/>
            </a:xfrm>
            <a:custGeom>
              <a:rect b="b" l="l" r="r" t="t"/>
              <a:pathLst>
                <a:path extrusionOk="0" h="389" w="226">
                  <a:moveTo>
                    <a:pt x="13" y="126"/>
                  </a:moveTo>
                  <a:cubicBezTo>
                    <a:pt x="0" y="201"/>
                    <a:pt x="13" y="276"/>
                    <a:pt x="63" y="326"/>
                  </a:cubicBezTo>
                  <a:cubicBezTo>
                    <a:pt x="100" y="388"/>
                    <a:pt x="225" y="376"/>
                    <a:pt x="225" y="288"/>
                  </a:cubicBezTo>
                  <a:cubicBezTo>
                    <a:pt x="213" y="238"/>
                    <a:pt x="213" y="176"/>
                    <a:pt x="213" y="126"/>
                  </a:cubicBezTo>
                  <a:cubicBezTo>
                    <a:pt x="200" y="1"/>
                    <a:pt x="13" y="1"/>
                    <a:pt x="13" y="1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5" name="Google Shape;4165;p103"/>
            <p:cNvSpPr/>
            <p:nvPr/>
          </p:nvSpPr>
          <p:spPr>
            <a:xfrm>
              <a:off x="973550" y="1363650"/>
              <a:ext cx="9700" cy="6900"/>
            </a:xfrm>
            <a:custGeom>
              <a:rect b="b" l="l" r="r" t="t"/>
              <a:pathLst>
                <a:path extrusionOk="0" h="276" w="388">
                  <a:moveTo>
                    <a:pt x="75" y="188"/>
                  </a:moveTo>
                  <a:cubicBezTo>
                    <a:pt x="138" y="225"/>
                    <a:pt x="213" y="250"/>
                    <a:pt x="288" y="263"/>
                  </a:cubicBezTo>
                  <a:cubicBezTo>
                    <a:pt x="350" y="275"/>
                    <a:pt x="388" y="213"/>
                    <a:pt x="350" y="163"/>
                  </a:cubicBezTo>
                  <a:cubicBezTo>
                    <a:pt x="300" y="100"/>
                    <a:pt x="225" y="50"/>
                    <a:pt x="138" y="25"/>
                  </a:cubicBezTo>
                  <a:cubicBezTo>
                    <a:pt x="50" y="0"/>
                    <a:pt x="0" y="138"/>
                    <a:pt x="75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6" name="Google Shape;4166;p103"/>
            <p:cNvSpPr/>
            <p:nvPr/>
          </p:nvSpPr>
          <p:spPr>
            <a:xfrm>
              <a:off x="832025" y="1234000"/>
              <a:ext cx="156850" cy="27525"/>
            </a:xfrm>
            <a:custGeom>
              <a:rect b="b" l="l" r="r" t="t"/>
              <a:pathLst>
                <a:path extrusionOk="0" h="1101" w="6274">
                  <a:moveTo>
                    <a:pt x="6174" y="13"/>
                  </a:moveTo>
                  <a:cubicBezTo>
                    <a:pt x="5324" y="0"/>
                    <a:pt x="4462" y="75"/>
                    <a:pt x="3624" y="250"/>
                  </a:cubicBezTo>
                  <a:cubicBezTo>
                    <a:pt x="2475" y="488"/>
                    <a:pt x="1350" y="925"/>
                    <a:pt x="163" y="613"/>
                  </a:cubicBezTo>
                  <a:cubicBezTo>
                    <a:pt x="50" y="575"/>
                    <a:pt x="0" y="763"/>
                    <a:pt x="113" y="788"/>
                  </a:cubicBezTo>
                  <a:cubicBezTo>
                    <a:pt x="913" y="1100"/>
                    <a:pt x="1625" y="950"/>
                    <a:pt x="2450" y="775"/>
                  </a:cubicBezTo>
                  <a:cubicBezTo>
                    <a:pt x="3687" y="500"/>
                    <a:pt x="4899" y="250"/>
                    <a:pt x="6174" y="188"/>
                  </a:cubicBezTo>
                  <a:cubicBezTo>
                    <a:pt x="6274" y="175"/>
                    <a:pt x="6274" y="25"/>
                    <a:pt x="6174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7" name="Google Shape;4167;p103"/>
            <p:cNvSpPr/>
            <p:nvPr/>
          </p:nvSpPr>
          <p:spPr>
            <a:xfrm>
              <a:off x="810775" y="1233675"/>
              <a:ext cx="33150" cy="30975"/>
            </a:xfrm>
            <a:custGeom>
              <a:rect b="b" l="l" r="r" t="t"/>
              <a:pathLst>
                <a:path extrusionOk="0" h="1239" w="1326">
                  <a:moveTo>
                    <a:pt x="875" y="688"/>
                  </a:moveTo>
                  <a:lnTo>
                    <a:pt x="763" y="651"/>
                  </a:lnTo>
                  <a:cubicBezTo>
                    <a:pt x="700" y="726"/>
                    <a:pt x="763" y="826"/>
                    <a:pt x="850" y="813"/>
                  </a:cubicBezTo>
                  <a:cubicBezTo>
                    <a:pt x="1325" y="651"/>
                    <a:pt x="850" y="1"/>
                    <a:pt x="463" y="226"/>
                  </a:cubicBezTo>
                  <a:cubicBezTo>
                    <a:pt x="0" y="526"/>
                    <a:pt x="550" y="1238"/>
                    <a:pt x="975" y="801"/>
                  </a:cubicBezTo>
                  <a:cubicBezTo>
                    <a:pt x="1038" y="738"/>
                    <a:pt x="950" y="638"/>
                    <a:pt x="875" y="6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8" name="Google Shape;4168;p103"/>
            <p:cNvSpPr/>
            <p:nvPr/>
          </p:nvSpPr>
          <p:spPr>
            <a:xfrm>
              <a:off x="766400" y="1291175"/>
              <a:ext cx="73150" cy="22525"/>
            </a:xfrm>
            <a:custGeom>
              <a:rect b="b" l="l" r="r" t="t"/>
              <a:pathLst>
                <a:path extrusionOk="0" h="901" w="2926">
                  <a:moveTo>
                    <a:pt x="2813" y="638"/>
                  </a:moveTo>
                  <a:cubicBezTo>
                    <a:pt x="2500" y="338"/>
                    <a:pt x="2113" y="150"/>
                    <a:pt x="1688" y="100"/>
                  </a:cubicBezTo>
                  <a:cubicBezTo>
                    <a:pt x="1226" y="38"/>
                    <a:pt x="526" y="0"/>
                    <a:pt x="113" y="263"/>
                  </a:cubicBezTo>
                  <a:cubicBezTo>
                    <a:pt x="1" y="325"/>
                    <a:pt x="76" y="488"/>
                    <a:pt x="201" y="463"/>
                  </a:cubicBezTo>
                  <a:cubicBezTo>
                    <a:pt x="976" y="263"/>
                    <a:pt x="2025" y="213"/>
                    <a:pt x="2650" y="800"/>
                  </a:cubicBezTo>
                  <a:cubicBezTo>
                    <a:pt x="2763" y="900"/>
                    <a:pt x="2925" y="738"/>
                    <a:pt x="2813" y="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9" name="Google Shape;4169;p103"/>
            <p:cNvSpPr/>
            <p:nvPr/>
          </p:nvSpPr>
          <p:spPr>
            <a:xfrm>
              <a:off x="767350" y="1296800"/>
              <a:ext cx="70625" cy="23450"/>
            </a:xfrm>
            <a:custGeom>
              <a:rect b="b" l="l" r="r" t="t"/>
              <a:pathLst>
                <a:path extrusionOk="0" h="938" w="2825">
                  <a:moveTo>
                    <a:pt x="63" y="200"/>
                  </a:moveTo>
                  <a:cubicBezTo>
                    <a:pt x="575" y="887"/>
                    <a:pt x="2012" y="937"/>
                    <a:pt x="2712" y="575"/>
                  </a:cubicBezTo>
                  <a:cubicBezTo>
                    <a:pt x="2825" y="513"/>
                    <a:pt x="2737" y="375"/>
                    <a:pt x="2637" y="388"/>
                  </a:cubicBezTo>
                  <a:cubicBezTo>
                    <a:pt x="1925" y="500"/>
                    <a:pt x="763" y="762"/>
                    <a:pt x="213" y="88"/>
                  </a:cubicBezTo>
                  <a:cubicBezTo>
                    <a:pt x="150" y="0"/>
                    <a:pt x="0" y="113"/>
                    <a:pt x="63" y="2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0" name="Google Shape;4170;p103"/>
            <p:cNvSpPr/>
            <p:nvPr/>
          </p:nvSpPr>
          <p:spPr>
            <a:xfrm>
              <a:off x="919500" y="1249000"/>
              <a:ext cx="18150" cy="56875"/>
            </a:xfrm>
            <a:custGeom>
              <a:rect b="b" l="l" r="r" t="t"/>
              <a:pathLst>
                <a:path extrusionOk="0" h="2275" w="726">
                  <a:moveTo>
                    <a:pt x="325" y="163"/>
                  </a:moveTo>
                  <a:cubicBezTo>
                    <a:pt x="488" y="800"/>
                    <a:pt x="400" y="1475"/>
                    <a:pt x="75" y="2037"/>
                  </a:cubicBezTo>
                  <a:cubicBezTo>
                    <a:pt x="0" y="2162"/>
                    <a:pt x="188" y="2275"/>
                    <a:pt x="263" y="2150"/>
                  </a:cubicBezTo>
                  <a:cubicBezTo>
                    <a:pt x="638" y="1537"/>
                    <a:pt x="725" y="800"/>
                    <a:pt x="500" y="113"/>
                  </a:cubicBezTo>
                  <a:cubicBezTo>
                    <a:pt x="463" y="0"/>
                    <a:pt x="288" y="50"/>
                    <a:pt x="325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1" name="Google Shape;4171;p103"/>
            <p:cNvSpPr/>
            <p:nvPr/>
          </p:nvSpPr>
          <p:spPr>
            <a:xfrm>
              <a:off x="914500" y="1250875"/>
              <a:ext cx="16275" cy="54375"/>
            </a:xfrm>
            <a:custGeom>
              <a:rect b="b" l="l" r="r" t="t"/>
              <a:pathLst>
                <a:path extrusionOk="0" h="2175" w="651">
                  <a:moveTo>
                    <a:pt x="463" y="1987"/>
                  </a:moveTo>
                  <a:cubicBezTo>
                    <a:pt x="338" y="1625"/>
                    <a:pt x="288" y="1225"/>
                    <a:pt x="350" y="850"/>
                  </a:cubicBezTo>
                  <a:cubicBezTo>
                    <a:pt x="400" y="563"/>
                    <a:pt x="538" y="388"/>
                    <a:pt x="638" y="150"/>
                  </a:cubicBezTo>
                  <a:cubicBezTo>
                    <a:pt x="650" y="100"/>
                    <a:pt x="625" y="63"/>
                    <a:pt x="588" y="50"/>
                  </a:cubicBezTo>
                  <a:cubicBezTo>
                    <a:pt x="288" y="0"/>
                    <a:pt x="188" y="325"/>
                    <a:pt x="113" y="563"/>
                  </a:cubicBezTo>
                  <a:cubicBezTo>
                    <a:pt x="0" y="1062"/>
                    <a:pt x="50" y="1575"/>
                    <a:pt x="250" y="2050"/>
                  </a:cubicBezTo>
                  <a:cubicBezTo>
                    <a:pt x="300" y="2175"/>
                    <a:pt x="500" y="2125"/>
                    <a:pt x="463" y="19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2" name="Google Shape;4172;p103"/>
            <p:cNvSpPr/>
            <p:nvPr/>
          </p:nvSpPr>
          <p:spPr>
            <a:xfrm>
              <a:off x="1186925" y="1310225"/>
              <a:ext cx="83125" cy="26900"/>
            </a:xfrm>
            <a:custGeom>
              <a:rect b="b" l="l" r="r" t="t"/>
              <a:pathLst>
                <a:path extrusionOk="0" h="1076" w="3325">
                  <a:moveTo>
                    <a:pt x="3200" y="151"/>
                  </a:moveTo>
                  <a:cubicBezTo>
                    <a:pt x="2187" y="1"/>
                    <a:pt x="813" y="151"/>
                    <a:pt x="63" y="913"/>
                  </a:cubicBezTo>
                  <a:cubicBezTo>
                    <a:pt x="1" y="963"/>
                    <a:pt x="63" y="1075"/>
                    <a:pt x="138" y="1050"/>
                  </a:cubicBezTo>
                  <a:cubicBezTo>
                    <a:pt x="613" y="888"/>
                    <a:pt x="1013" y="600"/>
                    <a:pt x="1500" y="475"/>
                  </a:cubicBezTo>
                  <a:cubicBezTo>
                    <a:pt x="2050" y="338"/>
                    <a:pt x="2612" y="300"/>
                    <a:pt x="3162" y="363"/>
                  </a:cubicBezTo>
                  <a:cubicBezTo>
                    <a:pt x="3287" y="375"/>
                    <a:pt x="3325" y="163"/>
                    <a:pt x="3200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3" name="Google Shape;4173;p103"/>
            <p:cNvSpPr/>
            <p:nvPr/>
          </p:nvSpPr>
          <p:spPr>
            <a:xfrm>
              <a:off x="1187250" y="1314900"/>
              <a:ext cx="100600" cy="30975"/>
            </a:xfrm>
            <a:custGeom>
              <a:rect b="b" l="l" r="r" t="t"/>
              <a:pathLst>
                <a:path extrusionOk="0" h="1239" w="4024">
                  <a:moveTo>
                    <a:pt x="138" y="1001"/>
                  </a:moveTo>
                  <a:cubicBezTo>
                    <a:pt x="762" y="1113"/>
                    <a:pt x="1412" y="1238"/>
                    <a:pt x="2049" y="1151"/>
                  </a:cubicBezTo>
                  <a:cubicBezTo>
                    <a:pt x="2724" y="1038"/>
                    <a:pt x="3312" y="688"/>
                    <a:pt x="3887" y="313"/>
                  </a:cubicBezTo>
                  <a:cubicBezTo>
                    <a:pt x="4024" y="226"/>
                    <a:pt x="3887" y="1"/>
                    <a:pt x="3749" y="88"/>
                  </a:cubicBezTo>
                  <a:cubicBezTo>
                    <a:pt x="3287" y="401"/>
                    <a:pt x="2787" y="713"/>
                    <a:pt x="2237" y="851"/>
                  </a:cubicBezTo>
                  <a:cubicBezTo>
                    <a:pt x="1575" y="1013"/>
                    <a:pt x="862" y="901"/>
                    <a:pt x="187" y="788"/>
                  </a:cubicBezTo>
                  <a:cubicBezTo>
                    <a:pt x="50" y="776"/>
                    <a:pt x="0" y="976"/>
                    <a:pt x="138" y="10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4" name="Google Shape;4174;p103"/>
            <p:cNvSpPr/>
            <p:nvPr/>
          </p:nvSpPr>
          <p:spPr>
            <a:xfrm>
              <a:off x="585525" y="1460800"/>
              <a:ext cx="199975" cy="551150"/>
            </a:xfrm>
            <a:custGeom>
              <a:rect b="b" l="l" r="r" t="t"/>
              <a:pathLst>
                <a:path extrusionOk="0" h="22046" w="7999">
                  <a:moveTo>
                    <a:pt x="3487" y="21958"/>
                  </a:moveTo>
                  <a:cubicBezTo>
                    <a:pt x="4799" y="20621"/>
                    <a:pt x="5299" y="19108"/>
                    <a:pt x="5074" y="17209"/>
                  </a:cubicBezTo>
                  <a:cubicBezTo>
                    <a:pt x="4912" y="15809"/>
                    <a:pt x="4287" y="14560"/>
                    <a:pt x="3749" y="13285"/>
                  </a:cubicBezTo>
                  <a:cubicBezTo>
                    <a:pt x="1875" y="8811"/>
                    <a:pt x="0" y="576"/>
                    <a:pt x="7786" y="238"/>
                  </a:cubicBezTo>
                  <a:cubicBezTo>
                    <a:pt x="7861" y="238"/>
                    <a:pt x="7861" y="113"/>
                    <a:pt x="7786" y="101"/>
                  </a:cubicBezTo>
                  <a:cubicBezTo>
                    <a:pt x="4737" y="1"/>
                    <a:pt x="2400" y="1975"/>
                    <a:pt x="1712" y="4962"/>
                  </a:cubicBezTo>
                  <a:cubicBezTo>
                    <a:pt x="400" y="10611"/>
                    <a:pt x="7998" y="17034"/>
                    <a:pt x="3362" y="21833"/>
                  </a:cubicBezTo>
                  <a:cubicBezTo>
                    <a:pt x="3274" y="21908"/>
                    <a:pt x="3412" y="22045"/>
                    <a:pt x="3487" y="219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5" name="Google Shape;4175;p103"/>
            <p:cNvSpPr/>
            <p:nvPr/>
          </p:nvSpPr>
          <p:spPr>
            <a:xfrm>
              <a:off x="762975" y="1465800"/>
              <a:ext cx="121550" cy="180925"/>
            </a:xfrm>
            <a:custGeom>
              <a:rect b="b" l="l" r="r" t="t"/>
              <a:pathLst>
                <a:path extrusionOk="0" h="7237" w="4862">
                  <a:moveTo>
                    <a:pt x="1688" y="201"/>
                  </a:moveTo>
                  <a:cubicBezTo>
                    <a:pt x="3412" y="326"/>
                    <a:pt x="4424" y="2288"/>
                    <a:pt x="4224" y="3837"/>
                  </a:cubicBezTo>
                  <a:cubicBezTo>
                    <a:pt x="4024" y="5462"/>
                    <a:pt x="1725" y="7124"/>
                    <a:pt x="200" y="5724"/>
                  </a:cubicBezTo>
                  <a:cubicBezTo>
                    <a:pt x="125" y="5649"/>
                    <a:pt x="0" y="5774"/>
                    <a:pt x="88" y="5849"/>
                  </a:cubicBezTo>
                  <a:cubicBezTo>
                    <a:pt x="1338" y="7237"/>
                    <a:pt x="3874" y="5924"/>
                    <a:pt x="4324" y="4412"/>
                  </a:cubicBezTo>
                  <a:cubicBezTo>
                    <a:pt x="4862" y="2600"/>
                    <a:pt x="3700" y="151"/>
                    <a:pt x="1688" y="13"/>
                  </a:cubicBezTo>
                  <a:cubicBezTo>
                    <a:pt x="1563" y="1"/>
                    <a:pt x="1563" y="201"/>
                    <a:pt x="1688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6" name="Google Shape;4176;p103"/>
            <p:cNvSpPr/>
            <p:nvPr/>
          </p:nvSpPr>
          <p:spPr>
            <a:xfrm>
              <a:off x="741425" y="1520175"/>
              <a:ext cx="77175" cy="73125"/>
            </a:xfrm>
            <a:custGeom>
              <a:rect b="b" l="l" r="r" t="t"/>
              <a:pathLst>
                <a:path extrusionOk="0" h="2925" w="3087">
                  <a:moveTo>
                    <a:pt x="625" y="2775"/>
                  </a:moveTo>
                  <a:cubicBezTo>
                    <a:pt x="250" y="2037"/>
                    <a:pt x="475" y="1138"/>
                    <a:pt x="1162" y="675"/>
                  </a:cubicBezTo>
                  <a:cubicBezTo>
                    <a:pt x="1900" y="188"/>
                    <a:pt x="2737" y="713"/>
                    <a:pt x="2874" y="1512"/>
                  </a:cubicBezTo>
                  <a:cubicBezTo>
                    <a:pt x="2899" y="1625"/>
                    <a:pt x="3087" y="1600"/>
                    <a:pt x="3074" y="1487"/>
                  </a:cubicBezTo>
                  <a:cubicBezTo>
                    <a:pt x="2987" y="613"/>
                    <a:pt x="2062" y="0"/>
                    <a:pt x="1237" y="388"/>
                  </a:cubicBezTo>
                  <a:cubicBezTo>
                    <a:pt x="350" y="800"/>
                    <a:pt x="0" y="2025"/>
                    <a:pt x="488" y="2850"/>
                  </a:cubicBezTo>
                  <a:cubicBezTo>
                    <a:pt x="538" y="2925"/>
                    <a:pt x="663" y="2862"/>
                    <a:pt x="625" y="27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7" name="Google Shape;4177;p103"/>
            <p:cNvSpPr/>
            <p:nvPr/>
          </p:nvSpPr>
          <p:spPr>
            <a:xfrm>
              <a:off x="812325" y="1566400"/>
              <a:ext cx="25" cy="350"/>
            </a:xfrm>
            <a:custGeom>
              <a:rect b="b" l="l" r="r" t="t"/>
              <a:pathLst>
                <a:path extrusionOk="0" h="14" w="1">
                  <a:moveTo>
                    <a:pt x="1" y="13"/>
                  </a:moveTo>
                  <a:lnTo>
                    <a:pt x="1" y="1"/>
                  </a:lnTo>
                  <a:cubicBezTo>
                    <a:pt x="1" y="1"/>
                    <a:pt x="1" y="13"/>
                    <a:pt x="1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8" name="Google Shape;4178;p103"/>
            <p:cNvSpPr/>
            <p:nvPr/>
          </p:nvSpPr>
          <p:spPr>
            <a:xfrm>
              <a:off x="633950" y="1373950"/>
              <a:ext cx="104050" cy="206550"/>
            </a:xfrm>
            <a:custGeom>
              <a:rect b="b" l="l" r="r" t="t"/>
              <a:pathLst>
                <a:path extrusionOk="0" h="8262" w="4162">
                  <a:moveTo>
                    <a:pt x="175" y="8174"/>
                  </a:moveTo>
                  <a:cubicBezTo>
                    <a:pt x="463" y="6974"/>
                    <a:pt x="988" y="5862"/>
                    <a:pt x="1725" y="4887"/>
                  </a:cubicBezTo>
                  <a:cubicBezTo>
                    <a:pt x="2250" y="4187"/>
                    <a:pt x="2937" y="3525"/>
                    <a:pt x="3312" y="2700"/>
                  </a:cubicBezTo>
                  <a:cubicBezTo>
                    <a:pt x="3712" y="1788"/>
                    <a:pt x="3699" y="826"/>
                    <a:pt x="3025" y="76"/>
                  </a:cubicBezTo>
                  <a:cubicBezTo>
                    <a:pt x="2962" y="1"/>
                    <a:pt x="2837" y="88"/>
                    <a:pt x="2887" y="176"/>
                  </a:cubicBezTo>
                  <a:cubicBezTo>
                    <a:pt x="4162" y="2050"/>
                    <a:pt x="2400" y="3537"/>
                    <a:pt x="1387" y="4987"/>
                  </a:cubicBezTo>
                  <a:cubicBezTo>
                    <a:pt x="738" y="5937"/>
                    <a:pt x="275" y="6999"/>
                    <a:pt x="25" y="8124"/>
                  </a:cubicBezTo>
                  <a:cubicBezTo>
                    <a:pt x="0" y="8224"/>
                    <a:pt x="150" y="8261"/>
                    <a:pt x="188" y="8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9" name="Google Shape;4179;p103"/>
            <p:cNvSpPr/>
            <p:nvPr/>
          </p:nvSpPr>
          <p:spPr>
            <a:xfrm>
              <a:off x="638950" y="1634200"/>
              <a:ext cx="81550" cy="88450"/>
            </a:xfrm>
            <a:custGeom>
              <a:rect b="b" l="l" r="r" t="t"/>
              <a:pathLst>
                <a:path extrusionOk="0" h="3538" w="3262">
                  <a:moveTo>
                    <a:pt x="488" y="3387"/>
                  </a:moveTo>
                  <a:cubicBezTo>
                    <a:pt x="275" y="2413"/>
                    <a:pt x="175" y="1050"/>
                    <a:pt x="1187" y="438"/>
                  </a:cubicBezTo>
                  <a:cubicBezTo>
                    <a:pt x="1650" y="176"/>
                    <a:pt x="2250" y="263"/>
                    <a:pt x="2625" y="650"/>
                  </a:cubicBezTo>
                  <a:cubicBezTo>
                    <a:pt x="2937" y="975"/>
                    <a:pt x="3262" y="2300"/>
                    <a:pt x="2475" y="2388"/>
                  </a:cubicBezTo>
                  <a:cubicBezTo>
                    <a:pt x="2400" y="2388"/>
                    <a:pt x="2400" y="2525"/>
                    <a:pt x="2475" y="2512"/>
                  </a:cubicBezTo>
                  <a:cubicBezTo>
                    <a:pt x="3024" y="2462"/>
                    <a:pt x="3199" y="1788"/>
                    <a:pt x="3137" y="1313"/>
                  </a:cubicBezTo>
                  <a:cubicBezTo>
                    <a:pt x="3074" y="700"/>
                    <a:pt x="2600" y="201"/>
                    <a:pt x="1975" y="101"/>
                  </a:cubicBezTo>
                  <a:cubicBezTo>
                    <a:pt x="1337" y="1"/>
                    <a:pt x="825" y="363"/>
                    <a:pt x="500" y="900"/>
                  </a:cubicBezTo>
                  <a:cubicBezTo>
                    <a:pt x="0" y="1700"/>
                    <a:pt x="125" y="2562"/>
                    <a:pt x="325" y="3425"/>
                  </a:cubicBezTo>
                  <a:cubicBezTo>
                    <a:pt x="350" y="3537"/>
                    <a:pt x="525" y="3500"/>
                    <a:pt x="488" y="33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0" name="Google Shape;4180;p103"/>
            <p:cNvSpPr/>
            <p:nvPr/>
          </p:nvSpPr>
          <p:spPr>
            <a:xfrm>
              <a:off x="665200" y="1745425"/>
              <a:ext cx="44075" cy="33150"/>
            </a:xfrm>
            <a:custGeom>
              <a:rect b="b" l="l" r="r" t="t"/>
              <a:pathLst>
                <a:path extrusionOk="0" h="1326" w="1763">
                  <a:moveTo>
                    <a:pt x="350" y="1175"/>
                  </a:moveTo>
                  <a:cubicBezTo>
                    <a:pt x="262" y="863"/>
                    <a:pt x="312" y="538"/>
                    <a:pt x="625" y="363"/>
                  </a:cubicBezTo>
                  <a:cubicBezTo>
                    <a:pt x="825" y="188"/>
                    <a:pt x="1037" y="238"/>
                    <a:pt x="1262" y="525"/>
                  </a:cubicBezTo>
                  <a:cubicBezTo>
                    <a:pt x="1312" y="650"/>
                    <a:pt x="1300" y="788"/>
                    <a:pt x="1225" y="900"/>
                  </a:cubicBezTo>
                  <a:cubicBezTo>
                    <a:pt x="1112" y="975"/>
                    <a:pt x="1212" y="1150"/>
                    <a:pt x="1325" y="1075"/>
                  </a:cubicBezTo>
                  <a:cubicBezTo>
                    <a:pt x="1762" y="813"/>
                    <a:pt x="1412" y="113"/>
                    <a:pt x="987" y="63"/>
                  </a:cubicBezTo>
                  <a:cubicBezTo>
                    <a:pt x="325" y="0"/>
                    <a:pt x="0" y="688"/>
                    <a:pt x="200" y="1225"/>
                  </a:cubicBezTo>
                  <a:cubicBezTo>
                    <a:pt x="237" y="1325"/>
                    <a:pt x="387" y="1288"/>
                    <a:pt x="350" y="1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1" name="Google Shape;4181;p103"/>
            <p:cNvSpPr/>
            <p:nvPr/>
          </p:nvSpPr>
          <p:spPr>
            <a:xfrm>
              <a:off x="685175" y="1354600"/>
              <a:ext cx="32200" cy="31875"/>
            </a:xfrm>
            <a:custGeom>
              <a:rect b="b" l="l" r="r" t="t"/>
              <a:pathLst>
                <a:path extrusionOk="0" h="1275" w="1288">
                  <a:moveTo>
                    <a:pt x="838" y="825"/>
                  </a:moveTo>
                  <a:lnTo>
                    <a:pt x="838" y="825"/>
                  </a:lnTo>
                  <a:cubicBezTo>
                    <a:pt x="826" y="900"/>
                    <a:pt x="926" y="950"/>
                    <a:pt x="988" y="887"/>
                  </a:cubicBezTo>
                  <a:cubicBezTo>
                    <a:pt x="1288" y="475"/>
                    <a:pt x="663" y="0"/>
                    <a:pt x="326" y="412"/>
                  </a:cubicBezTo>
                  <a:cubicBezTo>
                    <a:pt x="1" y="825"/>
                    <a:pt x="563" y="1275"/>
                    <a:pt x="938" y="950"/>
                  </a:cubicBezTo>
                  <a:cubicBezTo>
                    <a:pt x="1001" y="887"/>
                    <a:pt x="913" y="775"/>
                    <a:pt x="838" y="8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2" name="Google Shape;4182;p103"/>
            <p:cNvSpPr/>
            <p:nvPr/>
          </p:nvSpPr>
          <p:spPr>
            <a:xfrm>
              <a:off x="668300" y="1430500"/>
              <a:ext cx="113125" cy="77500"/>
            </a:xfrm>
            <a:custGeom>
              <a:rect b="b" l="l" r="r" t="t"/>
              <a:pathLst>
                <a:path extrusionOk="0" h="3100" w="4525">
                  <a:moveTo>
                    <a:pt x="151" y="3050"/>
                  </a:moveTo>
                  <a:cubicBezTo>
                    <a:pt x="1338" y="1688"/>
                    <a:pt x="2813" y="926"/>
                    <a:pt x="4437" y="176"/>
                  </a:cubicBezTo>
                  <a:cubicBezTo>
                    <a:pt x="4525" y="138"/>
                    <a:pt x="4462" y="1"/>
                    <a:pt x="4375" y="26"/>
                  </a:cubicBezTo>
                  <a:cubicBezTo>
                    <a:pt x="2663" y="538"/>
                    <a:pt x="1163" y="1550"/>
                    <a:pt x="51" y="2950"/>
                  </a:cubicBezTo>
                  <a:cubicBezTo>
                    <a:pt x="1" y="3012"/>
                    <a:pt x="88" y="3100"/>
                    <a:pt x="151" y="30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3" name="Google Shape;4183;p103"/>
            <p:cNvSpPr/>
            <p:nvPr/>
          </p:nvSpPr>
          <p:spPr>
            <a:xfrm>
              <a:off x="769525" y="1413950"/>
              <a:ext cx="32525" cy="30950"/>
            </a:xfrm>
            <a:custGeom>
              <a:rect b="b" l="l" r="r" t="t"/>
              <a:pathLst>
                <a:path extrusionOk="0" h="1238" w="1301">
                  <a:moveTo>
                    <a:pt x="388" y="850"/>
                  </a:moveTo>
                  <a:cubicBezTo>
                    <a:pt x="751" y="1238"/>
                    <a:pt x="1301" y="700"/>
                    <a:pt x="926" y="350"/>
                  </a:cubicBezTo>
                  <a:cubicBezTo>
                    <a:pt x="551" y="0"/>
                    <a:pt x="1" y="638"/>
                    <a:pt x="451" y="888"/>
                  </a:cubicBezTo>
                  <a:cubicBezTo>
                    <a:pt x="538" y="925"/>
                    <a:pt x="626" y="813"/>
                    <a:pt x="563" y="738"/>
                  </a:cubicBezTo>
                  <a:lnTo>
                    <a:pt x="501" y="738"/>
                  </a:lnTo>
                  <a:cubicBezTo>
                    <a:pt x="426" y="675"/>
                    <a:pt x="326" y="775"/>
                    <a:pt x="388" y="8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4" name="Google Shape;4184;p103"/>
            <p:cNvSpPr/>
            <p:nvPr/>
          </p:nvSpPr>
          <p:spPr>
            <a:xfrm>
              <a:off x="786400" y="1462675"/>
              <a:ext cx="10025" cy="5975"/>
            </a:xfrm>
            <a:custGeom>
              <a:rect b="b" l="l" r="r" t="t"/>
              <a:pathLst>
                <a:path extrusionOk="0" h="239" w="401">
                  <a:moveTo>
                    <a:pt x="126" y="213"/>
                  </a:moveTo>
                  <a:cubicBezTo>
                    <a:pt x="188" y="213"/>
                    <a:pt x="238" y="213"/>
                    <a:pt x="301" y="226"/>
                  </a:cubicBezTo>
                  <a:cubicBezTo>
                    <a:pt x="388" y="238"/>
                    <a:pt x="401" y="113"/>
                    <a:pt x="338" y="76"/>
                  </a:cubicBezTo>
                  <a:cubicBezTo>
                    <a:pt x="276" y="26"/>
                    <a:pt x="201" y="1"/>
                    <a:pt x="126" y="13"/>
                  </a:cubicBezTo>
                  <a:cubicBezTo>
                    <a:pt x="1" y="13"/>
                    <a:pt x="1" y="201"/>
                    <a:pt x="126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5" name="Google Shape;4185;p103"/>
            <p:cNvSpPr/>
            <p:nvPr/>
          </p:nvSpPr>
          <p:spPr>
            <a:xfrm>
              <a:off x="756725" y="1594850"/>
              <a:ext cx="7200" cy="10000"/>
            </a:xfrm>
            <a:custGeom>
              <a:rect b="b" l="l" r="r" t="t"/>
              <a:pathLst>
                <a:path extrusionOk="0" h="400" w="288">
                  <a:moveTo>
                    <a:pt x="38" y="150"/>
                  </a:moveTo>
                  <a:cubicBezTo>
                    <a:pt x="63" y="237"/>
                    <a:pt x="101" y="312"/>
                    <a:pt x="176" y="362"/>
                  </a:cubicBezTo>
                  <a:cubicBezTo>
                    <a:pt x="213" y="400"/>
                    <a:pt x="288" y="362"/>
                    <a:pt x="275" y="300"/>
                  </a:cubicBezTo>
                  <a:cubicBezTo>
                    <a:pt x="263" y="225"/>
                    <a:pt x="238" y="150"/>
                    <a:pt x="188" y="88"/>
                  </a:cubicBezTo>
                  <a:cubicBezTo>
                    <a:pt x="151" y="0"/>
                    <a:pt x="1" y="63"/>
                    <a:pt x="38" y="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6" name="Google Shape;4186;p103"/>
            <p:cNvSpPr/>
            <p:nvPr/>
          </p:nvSpPr>
          <p:spPr>
            <a:xfrm>
              <a:off x="627075" y="1453625"/>
              <a:ext cx="27825" cy="156850"/>
            </a:xfrm>
            <a:custGeom>
              <a:rect b="b" l="l" r="r" t="t"/>
              <a:pathLst>
                <a:path extrusionOk="0" h="6274" w="1113">
                  <a:moveTo>
                    <a:pt x="188" y="6174"/>
                  </a:moveTo>
                  <a:cubicBezTo>
                    <a:pt x="250" y="4899"/>
                    <a:pt x="500" y="3675"/>
                    <a:pt x="775" y="2437"/>
                  </a:cubicBezTo>
                  <a:cubicBezTo>
                    <a:pt x="950" y="1625"/>
                    <a:pt x="1113" y="913"/>
                    <a:pt x="788" y="113"/>
                  </a:cubicBezTo>
                  <a:cubicBezTo>
                    <a:pt x="750" y="1"/>
                    <a:pt x="588" y="51"/>
                    <a:pt x="613" y="163"/>
                  </a:cubicBezTo>
                  <a:cubicBezTo>
                    <a:pt x="925" y="1338"/>
                    <a:pt x="488" y="2462"/>
                    <a:pt x="250" y="3625"/>
                  </a:cubicBezTo>
                  <a:cubicBezTo>
                    <a:pt x="75" y="4462"/>
                    <a:pt x="0" y="5312"/>
                    <a:pt x="0" y="6174"/>
                  </a:cubicBezTo>
                  <a:cubicBezTo>
                    <a:pt x="25" y="6274"/>
                    <a:pt x="175" y="6274"/>
                    <a:pt x="188" y="6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7" name="Google Shape;4187;p103"/>
            <p:cNvSpPr/>
            <p:nvPr/>
          </p:nvSpPr>
          <p:spPr>
            <a:xfrm>
              <a:off x="627075" y="1432375"/>
              <a:ext cx="30950" cy="33150"/>
            </a:xfrm>
            <a:custGeom>
              <a:rect b="b" l="l" r="r" t="t"/>
              <a:pathLst>
                <a:path extrusionOk="0" h="1326" w="1238">
                  <a:moveTo>
                    <a:pt x="800" y="976"/>
                  </a:moveTo>
                  <a:cubicBezTo>
                    <a:pt x="1238" y="551"/>
                    <a:pt x="513" y="1"/>
                    <a:pt x="225" y="476"/>
                  </a:cubicBezTo>
                  <a:cubicBezTo>
                    <a:pt x="0" y="851"/>
                    <a:pt x="663" y="1325"/>
                    <a:pt x="813" y="851"/>
                  </a:cubicBezTo>
                  <a:cubicBezTo>
                    <a:pt x="825" y="763"/>
                    <a:pt x="725" y="701"/>
                    <a:pt x="650" y="763"/>
                  </a:cubicBezTo>
                  <a:cubicBezTo>
                    <a:pt x="663" y="801"/>
                    <a:pt x="675" y="838"/>
                    <a:pt x="688" y="876"/>
                  </a:cubicBezTo>
                  <a:cubicBezTo>
                    <a:pt x="638" y="963"/>
                    <a:pt x="738" y="1038"/>
                    <a:pt x="813" y="9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8" name="Google Shape;4188;p103"/>
            <p:cNvSpPr/>
            <p:nvPr/>
          </p:nvSpPr>
          <p:spPr>
            <a:xfrm>
              <a:off x="684550" y="1388025"/>
              <a:ext cx="22525" cy="72800"/>
            </a:xfrm>
            <a:custGeom>
              <a:rect b="b" l="l" r="r" t="t"/>
              <a:pathLst>
                <a:path extrusionOk="0" h="2912" w="901">
                  <a:moveTo>
                    <a:pt x="801" y="2650"/>
                  </a:moveTo>
                  <a:cubicBezTo>
                    <a:pt x="213" y="2012"/>
                    <a:pt x="263" y="975"/>
                    <a:pt x="451" y="188"/>
                  </a:cubicBezTo>
                  <a:cubicBezTo>
                    <a:pt x="488" y="63"/>
                    <a:pt x="326" y="0"/>
                    <a:pt x="251" y="113"/>
                  </a:cubicBezTo>
                  <a:cubicBezTo>
                    <a:pt x="1" y="525"/>
                    <a:pt x="26" y="1225"/>
                    <a:pt x="101" y="1687"/>
                  </a:cubicBezTo>
                  <a:cubicBezTo>
                    <a:pt x="151" y="2112"/>
                    <a:pt x="338" y="2500"/>
                    <a:pt x="638" y="2812"/>
                  </a:cubicBezTo>
                  <a:cubicBezTo>
                    <a:pt x="738" y="2912"/>
                    <a:pt x="901" y="2750"/>
                    <a:pt x="788" y="2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9" name="Google Shape;4189;p103"/>
            <p:cNvSpPr/>
            <p:nvPr/>
          </p:nvSpPr>
          <p:spPr>
            <a:xfrm>
              <a:off x="690175" y="1388950"/>
              <a:ext cx="23775" cy="70625"/>
            </a:xfrm>
            <a:custGeom>
              <a:rect b="b" l="l" r="r" t="t"/>
              <a:pathLst>
                <a:path extrusionOk="0" h="2825" w="951">
                  <a:moveTo>
                    <a:pt x="88" y="213"/>
                  </a:moveTo>
                  <a:cubicBezTo>
                    <a:pt x="763" y="763"/>
                    <a:pt x="501" y="1938"/>
                    <a:pt x="401" y="2650"/>
                  </a:cubicBezTo>
                  <a:cubicBezTo>
                    <a:pt x="376" y="2750"/>
                    <a:pt x="513" y="2825"/>
                    <a:pt x="576" y="2725"/>
                  </a:cubicBezTo>
                  <a:cubicBezTo>
                    <a:pt x="951" y="2013"/>
                    <a:pt x="888" y="588"/>
                    <a:pt x="201" y="63"/>
                  </a:cubicBezTo>
                  <a:cubicBezTo>
                    <a:pt x="113" y="1"/>
                    <a:pt x="1" y="138"/>
                    <a:pt x="88" y="2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0" name="Google Shape;4190;p103"/>
            <p:cNvSpPr/>
            <p:nvPr/>
          </p:nvSpPr>
          <p:spPr>
            <a:xfrm>
              <a:off x="642075" y="1541100"/>
              <a:ext cx="56875" cy="18150"/>
            </a:xfrm>
            <a:custGeom>
              <a:rect b="b" l="l" r="r" t="t"/>
              <a:pathLst>
                <a:path extrusionOk="0" h="726" w="2275">
                  <a:moveTo>
                    <a:pt x="113" y="500"/>
                  </a:moveTo>
                  <a:cubicBezTo>
                    <a:pt x="800" y="725"/>
                    <a:pt x="1537" y="638"/>
                    <a:pt x="2150" y="251"/>
                  </a:cubicBezTo>
                  <a:cubicBezTo>
                    <a:pt x="2275" y="188"/>
                    <a:pt x="2162" y="1"/>
                    <a:pt x="2037" y="63"/>
                  </a:cubicBezTo>
                  <a:cubicBezTo>
                    <a:pt x="1475" y="401"/>
                    <a:pt x="800" y="488"/>
                    <a:pt x="163" y="313"/>
                  </a:cubicBezTo>
                  <a:cubicBezTo>
                    <a:pt x="50" y="288"/>
                    <a:pt x="0" y="463"/>
                    <a:pt x="113" y="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1" name="Google Shape;4191;p103"/>
            <p:cNvSpPr/>
            <p:nvPr/>
          </p:nvSpPr>
          <p:spPr>
            <a:xfrm>
              <a:off x="642375" y="1531100"/>
              <a:ext cx="55950" cy="20950"/>
            </a:xfrm>
            <a:custGeom>
              <a:rect b="b" l="l" r="r" t="t"/>
              <a:pathLst>
                <a:path extrusionOk="0" h="838" w="2238">
                  <a:moveTo>
                    <a:pt x="2113" y="438"/>
                  </a:moveTo>
                  <a:cubicBezTo>
                    <a:pt x="1763" y="313"/>
                    <a:pt x="1" y="1"/>
                    <a:pt x="113" y="776"/>
                  </a:cubicBezTo>
                  <a:cubicBezTo>
                    <a:pt x="126" y="813"/>
                    <a:pt x="176" y="838"/>
                    <a:pt x="213" y="826"/>
                  </a:cubicBezTo>
                  <a:cubicBezTo>
                    <a:pt x="463" y="738"/>
                    <a:pt x="626" y="588"/>
                    <a:pt x="913" y="538"/>
                  </a:cubicBezTo>
                  <a:cubicBezTo>
                    <a:pt x="1300" y="488"/>
                    <a:pt x="1688" y="526"/>
                    <a:pt x="2050" y="663"/>
                  </a:cubicBezTo>
                  <a:cubicBezTo>
                    <a:pt x="2188" y="701"/>
                    <a:pt x="2238" y="501"/>
                    <a:pt x="2113" y="4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2" name="Google Shape;4192;p103"/>
            <p:cNvSpPr/>
            <p:nvPr/>
          </p:nvSpPr>
          <p:spPr>
            <a:xfrm>
              <a:off x="703625" y="1808525"/>
              <a:ext cx="26875" cy="82825"/>
            </a:xfrm>
            <a:custGeom>
              <a:rect b="b" l="l" r="r" t="t"/>
              <a:pathLst>
                <a:path extrusionOk="0" h="3313" w="1075">
                  <a:moveTo>
                    <a:pt x="350" y="3162"/>
                  </a:moveTo>
                  <a:cubicBezTo>
                    <a:pt x="288" y="2600"/>
                    <a:pt x="325" y="2038"/>
                    <a:pt x="462" y="1500"/>
                  </a:cubicBezTo>
                  <a:cubicBezTo>
                    <a:pt x="600" y="1013"/>
                    <a:pt x="887" y="613"/>
                    <a:pt x="1050" y="138"/>
                  </a:cubicBezTo>
                  <a:cubicBezTo>
                    <a:pt x="1075" y="63"/>
                    <a:pt x="962" y="1"/>
                    <a:pt x="912" y="63"/>
                  </a:cubicBezTo>
                  <a:cubicBezTo>
                    <a:pt x="138" y="813"/>
                    <a:pt x="0" y="2175"/>
                    <a:pt x="138" y="3187"/>
                  </a:cubicBezTo>
                  <a:cubicBezTo>
                    <a:pt x="163" y="3312"/>
                    <a:pt x="363" y="3287"/>
                    <a:pt x="350" y="3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3" name="Google Shape;4193;p103"/>
            <p:cNvSpPr/>
            <p:nvPr/>
          </p:nvSpPr>
          <p:spPr>
            <a:xfrm>
              <a:off x="708300" y="1808525"/>
              <a:ext cx="30950" cy="100950"/>
            </a:xfrm>
            <a:custGeom>
              <a:rect b="b" l="l" r="r" t="t"/>
              <a:pathLst>
                <a:path extrusionOk="0" h="4038" w="1238">
                  <a:moveTo>
                    <a:pt x="788" y="201"/>
                  </a:moveTo>
                  <a:cubicBezTo>
                    <a:pt x="900" y="876"/>
                    <a:pt x="1000" y="1575"/>
                    <a:pt x="850" y="2250"/>
                  </a:cubicBezTo>
                  <a:cubicBezTo>
                    <a:pt x="713" y="2800"/>
                    <a:pt x="400" y="3287"/>
                    <a:pt x="88" y="3762"/>
                  </a:cubicBezTo>
                  <a:cubicBezTo>
                    <a:pt x="1" y="3900"/>
                    <a:pt x="226" y="4037"/>
                    <a:pt x="313" y="3887"/>
                  </a:cubicBezTo>
                  <a:cubicBezTo>
                    <a:pt x="688" y="3325"/>
                    <a:pt x="1038" y="2738"/>
                    <a:pt x="1138" y="2050"/>
                  </a:cubicBezTo>
                  <a:cubicBezTo>
                    <a:pt x="1238" y="1425"/>
                    <a:pt x="1113" y="763"/>
                    <a:pt x="1000" y="138"/>
                  </a:cubicBezTo>
                  <a:cubicBezTo>
                    <a:pt x="975" y="1"/>
                    <a:pt x="763" y="63"/>
                    <a:pt x="788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4" name="Google Shape;4194;p103"/>
            <p:cNvSpPr/>
            <p:nvPr/>
          </p:nvSpPr>
          <p:spPr>
            <a:xfrm>
              <a:off x="887000" y="1496125"/>
              <a:ext cx="8475" cy="8125"/>
            </a:xfrm>
            <a:custGeom>
              <a:rect b="b" l="l" r="r" t="t"/>
              <a:pathLst>
                <a:path extrusionOk="0" h="325" w="339">
                  <a:moveTo>
                    <a:pt x="251" y="13"/>
                  </a:moveTo>
                  <a:cubicBezTo>
                    <a:pt x="163" y="0"/>
                    <a:pt x="76" y="38"/>
                    <a:pt x="38" y="113"/>
                  </a:cubicBezTo>
                  <a:cubicBezTo>
                    <a:pt x="13" y="125"/>
                    <a:pt x="1" y="163"/>
                    <a:pt x="13" y="188"/>
                  </a:cubicBezTo>
                  <a:cubicBezTo>
                    <a:pt x="26" y="213"/>
                    <a:pt x="26" y="250"/>
                    <a:pt x="38" y="275"/>
                  </a:cubicBezTo>
                  <a:cubicBezTo>
                    <a:pt x="51" y="300"/>
                    <a:pt x="113" y="325"/>
                    <a:pt x="138" y="288"/>
                  </a:cubicBezTo>
                  <a:lnTo>
                    <a:pt x="276" y="150"/>
                  </a:lnTo>
                  <a:cubicBezTo>
                    <a:pt x="338" y="125"/>
                    <a:pt x="338" y="0"/>
                    <a:pt x="251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5" name="Google Shape;4195;p103"/>
            <p:cNvSpPr/>
            <p:nvPr/>
          </p:nvSpPr>
          <p:spPr>
            <a:xfrm>
              <a:off x="893575" y="1496125"/>
              <a:ext cx="58750" cy="15000"/>
            </a:xfrm>
            <a:custGeom>
              <a:rect b="b" l="l" r="r" t="t"/>
              <a:pathLst>
                <a:path extrusionOk="0" h="600" w="2350">
                  <a:moveTo>
                    <a:pt x="50" y="125"/>
                  </a:moveTo>
                  <a:cubicBezTo>
                    <a:pt x="725" y="462"/>
                    <a:pt x="1525" y="600"/>
                    <a:pt x="2262" y="375"/>
                  </a:cubicBezTo>
                  <a:cubicBezTo>
                    <a:pt x="2350" y="350"/>
                    <a:pt x="2337" y="188"/>
                    <a:pt x="2237" y="200"/>
                  </a:cubicBezTo>
                  <a:cubicBezTo>
                    <a:pt x="1487" y="288"/>
                    <a:pt x="812" y="288"/>
                    <a:pt x="100" y="25"/>
                  </a:cubicBezTo>
                  <a:cubicBezTo>
                    <a:pt x="38" y="0"/>
                    <a:pt x="0" y="100"/>
                    <a:pt x="50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6" name="Google Shape;4196;p103"/>
            <p:cNvSpPr/>
            <p:nvPr/>
          </p:nvSpPr>
          <p:spPr>
            <a:xfrm>
              <a:off x="927000" y="1501125"/>
              <a:ext cx="25325" cy="17200"/>
            </a:xfrm>
            <a:custGeom>
              <a:rect b="b" l="l" r="r" t="t"/>
              <a:pathLst>
                <a:path extrusionOk="0" h="688" w="1013">
                  <a:moveTo>
                    <a:pt x="825" y="75"/>
                  </a:moveTo>
                  <a:cubicBezTo>
                    <a:pt x="613" y="337"/>
                    <a:pt x="375" y="412"/>
                    <a:pt x="75" y="525"/>
                  </a:cubicBezTo>
                  <a:cubicBezTo>
                    <a:pt x="0" y="562"/>
                    <a:pt x="0" y="687"/>
                    <a:pt x="100" y="675"/>
                  </a:cubicBezTo>
                  <a:cubicBezTo>
                    <a:pt x="450" y="662"/>
                    <a:pt x="763" y="475"/>
                    <a:pt x="963" y="187"/>
                  </a:cubicBezTo>
                  <a:cubicBezTo>
                    <a:pt x="1013" y="100"/>
                    <a:pt x="888" y="0"/>
                    <a:pt x="825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7" name="Google Shape;4197;p103"/>
            <p:cNvSpPr/>
            <p:nvPr/>
          </p:nvSpPr>
          <p:spPr>
            <a:xfrm>
              <a:off x="886700" y="1501125"/>
              <a:ext cx="26575" cy="55300"/>
            </a:xfrm>
            <a:custGeom>
              <a:rect b="b" l="l" r="r" t="t"/>
              <a:pathLst>
                <a:path extrusionOk="0" h="2212" w="1063">
                  <a:moveTo>
                    <a:pt x="38" y="138"/>
                  </a:moveTo>
                  <a:cubicBezTo>
                    <a:pt x="213" y="437"/>
                    <a:pt x="363" y="750"/>
                    <a:pt x="488" y="1087"/>
                  </a:cubicBezTo>
                  <a:cubicBezTo>
                    <a:pt x="600" y="1437"/>
                    <a:pt x="525" y="1737"/>
                    <a:pt x="488" y="2099"/>
                  </a:cubicBezTo>
                  <a:cubicBezTo>
                    <a:pt x="475" y="2187"/>
                    <a:pt x="600" y="2212"/>
                    <a:pt x="638" y="2137"/>
                  </a:cubicBezTo>
                  <a:cubicBezTo>
                    <a:pt x="1062" y="1437"/>
                    <a:pt x="600" y="600"/>
                    <a:pt x="125" y="50"/>
                  </a:cubicBezTo>
                  <a:cubicBezTo>
                    <a:pt x="75" y="0"/>
                    <a:pt x="0" y="75"/>
                    <a:pt x="25" y="1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8" name="Google Shape;4198;p103"/>
            <p:cNvSpPr/>
            <p:nvPr/>
          </p:nvSpPr>
          <p:spPr>
            <a:xfrm>
              <a:off x="897000" y="1522975"/>
              <a:ext cx="17200" cy="34700"/>
            </a:xfrm>
            <a:custGeom>
              <a:rect b="b" l="l" r="r" t="t"/>
              <a:pathLst>
                <a:path extrusionOk="0" h="1388" w="688">
                  <a:moveTo>
                    <a:pt x="301" y="1263"/>
                  </a:moveTo>
                  <a:cubicBezTo>
                    <a:pt x="563" y="938"/>
                    <a:pt x="688" y="513"/>
                    <a:pt x="638" y="101"/>
                  </a:cubicBezTo>
                  <a:cubicBezTo>
                    <a:pt x="613" y="1"/>
                    <a:pt x="463" y="38"/>
                    <a:pt x="463" y="126"/>
                  </a:cubicBezTo>
                  <a:cubicBezTo>
                    <a:pt x="438" y="513"/>
                    <a:pt x="375" y="813"/>
                    <a:pt x="113" y="1101"/>
                  </a:cubicBezTo>
                  <a:cubicBezTo>
                    <a:pt x="1" y="1238"/>
                    <a:pt x="201" y="1388"/>
                    <a:pt x="301" y="1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9" name="Google Shape;4199;p103"/>
            <p:cNvSpPr/>
            <p:nvPr/>
          </p:nvSpPr>
          <p:spPr>
            <a:xfrm>
              <a:off x="907925" y="1521425"/>
              <a:ext cx="22850" cy="11275"/>
            </a:xfrm>
            <a:custGeom>
              <a:rect b="b" l="l" r="r" t="t"/>
              <a:pathLst>
                <a:path extrusionOk="0" h="451" w="914">
                  <a:moveTo>
                    <a:pt x="126" y="213"/>
                  </a:moveTo>
                  <a:cubicBezTo>
                    <a:pt x="351" y="275"/>
                    <a:pt x="551" y="388"/>
                    <a:pt x="776" y="425"/>
                  </a:cubicBezTo>
                  <a:cubicBezTo>
                    <a:pt x="863" y="450"/>
                    <a:pt x="913" y="338"/>
                    <a:pt x="838" y="288"/>
                  </a:cubicBezTo>
                  <a:cubicBezTo>
                    <a:pt x="638" y="163"/>
                    <a:pt x="413" y="75"/>
                    <a:pt x="176" y="38"/>
                  </a:cubicBezTo>
                  <a:cubicBezTo>
                    <a:pt x="51" y="0"/>
                    <a:pt x="1" y="175"/>
                    <a:pt x="126" y="2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0" name="Google Shape;4200;p103"/>
            <p:cNvSpPr/>
            <p:nvPr/>
          </p:nvSpPr>
          <p:spPr>
            <a:xfrm>
              <a:off x="915425" y="1512975"/>
              <a:ext cx="16275" cy="19725"/>
            </a:xfrm>
            <a:custGeom>
              <a:rect b="b" l="l" r="r" t="t"/>
              <a:pathLst>
                <a:path extrusionOk="0" h="789" w="651">
                  <a:moveTo>
                    <a:pt x="588" y="563"/>
                  </a:moveTo>
                  <a:cubicBezTo>
                    <a:pt x="501" y="376"/>
                    <a:pt x="376" y="201"/>
                    <a:pt x="213" y="63"/>
                  </a:cubicBezTo>
                  <a:cubicBezTo>
                    <a:pt x="138" y="1"/>
                    <a:pt x="1" y="88"/>
                    <a:pt x="63" y="176"/>
                  </a:cubicBezTo>
                  <a:cubicBezTo>
                    <a:pt x="176" y="351"/>
                    <a:pt x="288" y="501"/>
                    <a:pt x="401" y="663"/>
                  </a:cubicBezTo>
                  <a:cubicBezTo>
                    <a:pt x="476" y="788"/>
                    <a:pt x="651" y="688"/>
                    <a:pt x="588" y="5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1" name="Google Shape;4201;p103"/>
            <p:cNvSpPr/>
            <p:nvPr/>
          </p:nvSpPr>
          <p:spPr>
            <a:xfrm>
              <a:off x="917300" y="1513300"/>
              <a:ext cx="17225" cy="6900"/>
            </a:xfrm>
            <a:custGeom>
              <a:rect b="b" l="l" r="r" t="t"/>
              <a:pathLst>
                <a:path extrusionOk="0" h="276" w="689">
                  <a:moveTo>
                    <a:pt x="126" y="225"/>
                  </a:moveTo>
                  <a:cubicBezTo>
                    <a:pt x="288" y="275"/>
                    <a:pt x="463" y="250"/>
                    <a:pt x="613" y="163"/>
                  </a:cubicBezTo>
                  <a:cubicBezTo>
                    <a:pt x="688" y="113"/>
                    <a:pt x="626" y="0"/>
                    <a:pt x="551" y="25"/>
                  </a:cubicBezTo>
                  <a:lnTo>
                    <a:pt x="176" y="38"/>
                  </a:lnTo>
                  <a:cubicBezTo>
                    <a:pt x="51" y="13"/>
                    <a:pt x="1" y="188"/>
                    <a:pt x="126" y="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2" name="Google Shape;4202;p103"/>
            <p:cNvSpPr/>
            <p:nvPr/>
          </p:nvSpPr>
          <p:spPr>
            <a:xfrm>
              <a:off x="926050" y="1528925"/>
              <a:ext cx="28775" cy="23450"/>
            </a:xfrm>
            <a:custGeom>
              <a:rect b="b" l="l" r="r" t="t"/>
              <a:pathLst>
                <a:path extrusionOk="0" h="938" w="1151">
                  <a:moveTo>
                    <a:pt x="501" y="163"/>
                  </a:moveTo>
                  <a:cubicBezTo>
                    <a:pt x="1" y="263"/>
                    <a:pt x="276" y="937"/>
                    <a:pt x="713" y="838"/>
                  </a:cubicBezTo>
                  <a:cubicBezTo>
                    <a:pt x="1150" y="750"/>
                    <a:pt x="1013" y="0"/>
                    <a:pt x="513" y="150"/>
                  </a:cubicBezTo>
                  <a:cubicBezTo>
                    <a:pt x="401" y="188"/>
                    <a:pt x="426" y="350"/>
                    <a:pt x="538" y="350"/>
                  </a:cubicBezTo>
                  <a:cubicBezTo>
                    <a:pt x="538" y="350"/>
                    <a:pt x="538" y="325"/>
                    <a:pt x="551" y="325"/>
                  </a:cubicBezTo>
                  <a:cubicBezTo>
                    <a:pt x="663" y="288"/>
                    <a:pt x="613" y="125"/>
                    <a:pt x="501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3" name="Google Shape;4203;p103"/>
            <p:cNvSpPr/>
            <p:nvPr/>
          </p:nvSpPr>
          <p:spPr>
            <a:xfrm>
              <a:off x="6209675" y="1202450"/>
              <a:ext cx="551125" cy="190275"/>
            </a:xfrm>
            <a:custGeom>
              <a:rect b="b" l="l" r="r" t="t"/>
              <a:pathLst>
                <a:path extrusionOk="0" h="7611" w="22045">
                  <a:moveTo>
                    <a:pt x="225" y="2949"/>
                  </a:moveTo>
                  <a:cubicBezTo>
                    <a:pt x="5049" y="7611"/>
                    <a:pt x="11447" y="0"/>
                    <a:pt x="17096" y="1300"/>
                  </a:cubicBezTo>
                  <a:cubicBezTo>
                    <a:pt x="20083" y="2000"/>
                    <a:pt x="22045" y="4312"/>
                    <a:pt x="21945" y="7373"/>
                  </a:cubicBezTo>
                  <a:cubicBezTo>
                    <a:pt x="21932" y="7461"/>
                    <a:pt x="21820" y="7461"/>
                    <a:pt x="21807" y="7373"/>
                  </a:cubicBezTo>
                  <a:cubicBezTo>
                    <a:pt x="21532" y="1100"/>
                    <a:pt x="14534" y="887"/>
                    <a:pt x="10173" y="2724"/>
                  </a:cubicBezTo>
                  <a:cubicBezTo>
                    <a:pt x="8448" y="3449"/>
                    <a:pt x="6736" y="4437"/>
                    <a:pt x="4837" y="4661"/>
                  </a:cubicBezTo>
                  <a:cubicBezTo>
                    <a:pt x="2937" y="4886"/>
                    <a:pt x="1425" y="4387"/>
                    <a:pt x="88" y="3087"/>
                  </a:cubicBezTo>
                  <a:cubicBezTo>
                    <a:pt x="0" y="2999"/>
                    <a:pt x="125" y="2874"/>
                    <a:pt x="213" y="294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4" name="Google Shape;4204;p103"/>
            <p:cNvSpPr/>
            <p:nvPr/>
          </p:nvSpPr>
          <p:spPr>
            <a:xfrm>
              <a:off x="6575200" y="1369575"/>
              <a:ext cx="180925" cy="121575"/>
            </a:xfrm>
            <a:custGeom>
              <a:rect b="b" l="l" r="r" t="t"/>
              <a:pathLst>
                <a:path extrusionOk="0" h="4863" w="7237">
                  <a:moveTo>
                    <a:pt x="7224" y="1688"/>
                  </a:moveTo>
                  <a:cubicBezTo>
                    <a:pt x="7086" y="3700"/>
                    <a:pt x="4624" y="4862"/>
                    <a:pt x="2825" y="4325"/>
                  </a:cubicBezTo>
                  <a:cubicBezTo>
                    <a:pt x="1313" y="3875"/>
                    <a:pt x="0" y="1338"/>
                    <a:pt x="1388" y="88"/>
                  </a:cubicBezTo>
                  <a:cubicBezTo>
                    <a:pt x="1463" y="1"/>
                    <a:pt x="1588" y="126"/>
                    <a:pt x="1500" y="201"/>
                  </a:cubicBezTo>
                  <a:cubicBezTo>
                    <a:pt x="113" y="1725"/>
                    <a:pt x="1775" y="4025"/>
                    <a:pt x="3400" y="4225"/>
                  </a:cubicBezTo>
                  <a:cubicBezTo>
                    <a:pt x="4949" y="4425"/>
                    <a:pt x="6911" y="3413"/>
                    <a:pt x="7024" y="1688"/>
                  </a:cubicBezTo>
                  <a:cubicBezTo>
                    <a:pt x="7036" y="1563"/>
                    <a:pt x="7236" y="1563"/>
                    <a:pt x="7224" y="16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5" name="Google Shape;4205;p103"/>
            <p:cNvSpPr/>
            <p:nvPr/>
          </p:nvSpPr>
          <p:spPr>
            <a:xfrm>
              <a:off x="6628300" y="1348025"/>
              <a:ext cx="73450" cy="77200"/>
            </a:xfrm>
            <a:custGeom>
              <a:rect b="b" l="l" r="r" t="t"/>
              <a:pathLst>
                <a:path extrusionOk="0" h="3088" w="2938">
                  <a:moveTo>
                    <a:pt x="88" y="488"/>
                  </a:moveTo>
                  <a:cubicBezTo>
                    <a:pt x="913" y="1"/>
                    <a:pt x="2138" y="351"/>
                    <a:pt x="2550" y="1238"/>
                  </a:cubicBezTo>
                  <a:cubicBezTo>
                    <a:pt x="2938" y="2063"/>
                    <a:pt x="2325" y="2987"/>
                    <a:pt x="1451" y="3075"/>
                  </a:cubicBezTo>
                  <a:cubicBezTo>
                    <a:pt x="1338" y="3087"/>
                    <a:pt x="1313" y="2900"/>
                    <a:pt x="1426" y="2887"/>
                  </a:cubicBezTo>
                  <a:cubicBezTo>
                    <a:pt x="2238" y="2737"/>
                    <a:pt x="2738" y="1913"/>
                    <a:pt x="2275" y="1163"/>
                  </a:cubicBezTo>
                  <a:cubicBezTo>
                    <a:pt x="1800" y="476"/>
                    <a:pt x="901" y="251"/>
                    <a:pt x="163" y="625"/>
                  </a:cubicBezTo>
                  <a:cubicBezTo>
                    <a:pt x="76" y="675"/>
                    <a:pt x="1" y="538"/>
                    <a:pt x="88" y="4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6" name="Google Shape;4206;p103"/>
            <p:cNvSpPr/>
            <p:nvPr/>
          </p:nvSpPr>
          <p:spPr>
            <a:xfrm>
              <a:off x="6655500" y="1418950"/>
              <a:ext cx="25" cy="325"/>
            </a:xfrm>
            <a:custGeom>
              <a:rect b="b" l="l" r="r" t="t"/>
              <a:pathLst>
                <a:path extrusionOk="0" h="13" w="1">
                  <a:moveTo>
                    <a:pt x="0" y="1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7" name="Google Shape;4207;p103"/>
            <p:cNvSpPr/>
            <p:nvPr/>
          </p:nvSpPr>
          <p:spPr>
            <a:xfrm>
              <a:off x="6641425" y="1240875"/>
              <a:ext cx="206550" cy="104050"/>
            </a:xfrm>
            <a:custGeom>
              <a:rect b="b" l="l" r="r" t="t"/>
              <a:pathLst>
                <a:path extrusionOk="0" h="4162" w="8262">
                  <a:moveTo>
                    <a:pt x="138" y="25"/>
                  </a:moveTo>
                  <a:cubicBezTo>
                    <a:pt x="1263" y="263"/>
                    <a:pt x="2325" y="725"/>
                    <a:pt x="3275" y="1375"/>
                  </a:cubicBezTo>
                  <a:cubicBezTo>
                    <a:pt x="4725" y="2387"/>
                    <a:pt x="6199" y="4162"/>
                    <a:pt x="8086" y="2875"/>
                  </a:cubicBezTo>
                  <a:cubicBezTo>
                    <a:pt x="8161" y="2825"/>
                    <a:pt x="8261" y="2950"/>
                    <a:pt x="8186" y="3012"/>
                  </a:cubicBezTo>
                  <a:cubicBezTo>
                    <a:pt x="7436" y="3699"/>
                    <a:pt x="6487" y="3699"/>
                    <a:pt x="5562" y="3299"/>
                  </a:cubicBezTo>
                  <a:cubicBezTo>
                    <a:pt x="4887" y="2999"/>
                    <a:pt x="4362" y="2475"/>
                    <a:pt x="3787" y="2025"/>
                  </a:cubicBezTo>
                  <a:cubicBezTo>
                    <a:pt x="2713" y="1137"/>
                    <a:pt x="1450" y="500"/>
                    <a:pt x="88" y="175"/>
                  </a:cubicBezTo>
                  <a:cubicBezTo>
                    <a:pt x="1" y="150"/>
                    <a:pt x="38" y="0"/>
                    <a:pt x="138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8" name="Google Shape;4208;p103"/>
            <p:cNvSpPr/>
            <p:nvPr/>
          </p:nvSpPr>
          <p:spPr>
            <a:xfrm>
              <a:off x="6499275" y="1245875"/>
              <a:ext cx="88450" cy="80000"/>
            </a:xfrm>
            <a:custGeom>
              <a:rect b="b" l="l" r="r" t="t"/>
              <a:pathLst>
                <a:path extrusionOk="0" h="3200" w="3538">
                  <a:moveTo>
                    <a:pt x="101" y="313"/>
                  </a:moveTo>
                  <a:cubicBezTo>
                    <a:pt x="988" y="113"/>
                    <a:pt x="1838" y="0"/>
                    <a:pt x="2638" y="488"/>
                  </a:cubicBezTo>
                  <a:cubicBezTo>
                    <a:pt x="3175" y="813"/>
                    <a:pt x="3537" y="1325"/>
                    <a:pt x="3437" y="1975"/>
                  </a:cubicBezTo>
                  <a:cubicBezTo>
                    <a:pt x="3337" y="2587"/>
                    <a:pt x="2838" y="3062"/>
                    <a:pt x="2225" y="3137"/>
                  </a:cubicBezTo>
                  <a:cubicBezTo>
                    <a:pt x="1750" y="3187"/>
                    <a:pt x="1075" y="3024"/>
                    <a:pt x="1026" y="2475"/>
                  </a:cubicBezTo>
                  <a:cubicBezTo>
                    <a:pt x="1013" y="2387"/>
                    <a:pt x="1150" y="2387"/>
                    <a:pt x="1150" y="2475"/>
                  </a:cubicBezTo>
                  <a:cubicBezTo>
                    <a:pt x="1225" y="3199"/>
                    <a:pt x="2438" y="2937"/>
                    <a:pt x="2750" y="2712"/>
                  </a:cubicBezTo>
                  <a:cubicBezTo>
                    <a:pt x="3237" y="2362"/>
                    <a:pt x="3387" y="1700"/>
                    <a:pt x="3087" y="1175"/>
                  </a:cubicBezTo>
                  <a:cubicBezTo>
                    <a:pt x="2475" y="163"/>
                    <a:pt x="1125" y="263"/>
                    <a:pt x="151" y="488"/>
                  </a:cubicBezTo>
                  <a:cubicBezTo>
                    <a:pt x="38" y="513"/>
                    <a:pt x="1" y="338"/>
                    <a:pt x="101" y="3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9" name="Google Shape;4209;p103"/>
            <p:cNvSpPr/>
            <p:nvPr/>
          </p:nvSpPr>
          <p:spPr>
            <a:xfrm>
              <a:off x="6443675" y="1272100"/>
              <a:ext cx="33125" cy="43775"/>
            </a:xfrm>
            <a:custGeom>
              <a:rect b="b" l="l" r="r" t="t"/>
              <a:pathLst>
                <a:path extrusionOk="0" h="1751" w="1325">
                  <a:moveTo>
                    <a:pt x="88" y="188"/>
                  </a:moveTo>
                  <a:cubicBezTo>
                    <a:pt x="638" y="1"/>
                    <a:pt x="1325" y="326"/>
                    <a:pt x="1250" y="976"/>
                  </a:cubicBezTo>
                  <a:cubicBezTo>
                    <a:pt x="1200" y="1413"/>
                    <a:pt x="500" y="1750"/>
                    <a:pt x="238" y="1326"/>
                  </a:cubicBezTo>
                  <a:cubicBezTo>
                    <a:pt x="175" y="1213"/>
                    <a:pt x="350" y="1101"/>
                    <a:pt x="425" y="1213"/>
                  </a:cubicBezTo>
                  <a:cubicBezTo>
                    <a:pt x="538" y="1288"/>
                    <a:pt x="675" y="1301"/>
                    <a:pt x="800" y="1263"/>
                  </a:cubicBezTo>
                  <a:cubicBezTo>
                    <a:pt x="1075" y="1026"/>
                    <a:pt x="1125" y="813"/>
                    <a:pt x="950" y="613"/>
                  </a:cubicBezTo>
                  <a:cubicBezTo>
                    <a:pt x="788" y="301"/>
                    <a:pt x="450" y="263"/>
                    <a:pt x="138" y="351"/>
                  </a:cubicBezTo>
                  <a:cubicBezTo>
                    <a:pt x="38" y="376"/>
                    <a:pt x="0" y="226"/>
                    <a:pt x="100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0" name="Google Shape;4210;p103"/>
            <p:cNvSpPr/>
            <p:nvPr/>
          </p:nvSpPr>
          <p:spPr>
            <a:xfrm>
              <a:off x="6835450" y="1292100"/>
              <a:ext cx="31875" cy="31900"/>
            </a:xfrm>
            <a:custGeom>
              <a:rect b="b" l="l" r="r" t="t"/>
              <a:pathLst>
                <a:path extrusionOk="0" h="1276" w="1275">
                  <a:moveTo>
                    <a:pt x="325" y="925"/>
                  </a:moveTo>
                  <a:cubicBezTo>
                    <a:pt x="0" y="563"/>
                    <a:pt x="450" y="1"/>
                    <a:pt x="863" y="326"/>
                  </a:cubicBezTo>
                  <a:cubicBezTo>
                    <a:pt x="1275" y="651"/>
                    <a:pt x="800" y="1275"/>
                    <a:pt x="388" y="975"/>
                  </a:cubicBezTo>
                  <a:cubicBezTo>
                    <a:pt x="325" y="925"/>
                    <a:pt x="375" y="813"/>
                    <a:pt x="463" y="826"/>
                  </a:cubicBezTo>
                  <a:lnTo>
                    <a:pt x="463" y="826"/>
                  </a:lnTo>
                  <a:cubicBezTo>
                    <a:pt x="500" y="901"/>
                    <a:pt x="400" y="1000"/>
                    <a:pt x="338" y="9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1" name="Google Shape;4211;p103"/>
            <p:cNvSpPr/>
            <p:nvPr/>
          </p:nvSpPr>
          <p:spPr>
            <a:xfrm>
              <a:off x="6713600" y="1274925"/>
              <a:ext cx="77825" cy="113125"/>
            </a:xfrm>
            <a:custGeom>
              <a:rect b="b" l="l" r="r" t="t"/>
              <a:pathLst>
                <a:path extrusionOk="0" h="4525" w="3113">
                  <a:moveTo>
                    <a:pt x="163" y="63"/>
                  </a:moveTo>
                  <a:cubicBezTo>
                    <a:pt x="1550" y="1163"/>
                    <a:pt x="2575" y="2675"/>
                    <a:pt x="3087" y="4374"/>
                  </a:cubicBezTo>
                  <a:cubicBezTo>
                    <a:pt x="3112" y="4462"/>
                    <a:pt x="2975" y="4524"/>
                    <a:pt x="2925" y="4437"/>
                  </a:cubicBezTo>
                  <a:cubicBezTo>
                    <a:pt x="2175" y="2825"/>
                    <a:pt x="1413" y="1338"/>
                    <a:pt x="63" y="150"/>
                  </a:cubicBezTo>
                  <a:cubicBezTo>
                    <a:pt x="1" y="100"/>
                    <a:pt x="88" y="0"/>
                    <a:pt x="150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2" name="Google Shape;4212;p103"/>
            <p:cNvSpPr/>
            <p:nvPr/>
          </p:nvSpPr>
          <p:spPr>
            <a:xfrm>
              <a:off x="6777025" y="1376150"/>
              <a:ext cx="30650" cy="32525"/>
            </a:xfrm>
            <a:custGeom>
              <a:rect b="b" l="l" r="r" t="t"/>
              <a:pathLst>
                <a:path extrusionOk="0" h="1301" w="1226">
                  <a:moveTo>
                    <a:pt x="500" y="500"/>
                  </a:moveTo>
                  <a:lnTo>
                    <a:pt x="500" y="563"/>
                  </a:lnTo>
                  <a:cubicBezTo>
                    <a:pt x="425" y="638"/>
                    <a:pt x="313" y="550"/>
                    <a:pt x="350" y="450"/>
                  </a:cubicBezTo>
                  <a:cubicBezTo>
                    <a:pt x="600" y="0"/>
                    <a:pt x="1225" y="550"/>
                    <a:pt x="888" y="925"/>
                  </a:cubicBezTo>
                  <a:cubicBezTo>
                    <a:pt x="550" y="1300"/>
                    <a:pt x="0" y="750"/>
                    <a:pt x="388" y="388"/>
                  </a:cubicBezTo>
                  <a:cubicBezTo>
                    <a:pt x="463" y="325"/>
                    <a:pt x="563" y="425"/>
                    <a:pt x="500" y="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3" name="Google Shape;4213;p103"/>
            <p:cNvSpPr/>
            <p:nvPr/>
          </p:nvSpPr>
          <p:spPr>
            <a:xfrm>
              <a:off x="6753275" y="1393325"/>
              <a:ext cx="5650" cy="9725"/>
            </a:xfrm>
            <a:custGeom>
              <a:rect b="b" l="l" r="r" t="t"/>
              <a:pathLst>
                <a:path extrusionOk="0" h="389" w="226">
                  <a:moveTo>
                    <a:pt x="213" y="126"/>
                  </a:moveTo>
                  <a:cubicBezTo>
                    <a:pt x="226" y="201"/>
                    <a:pt x="213" y="276"/>
                    <a:pt x="163" y="326"/>
                  </a:cubicBezTo>
                  <a:cubicBezTo>
                    <a:pt x="126" y="388"/>
                    <a:pt x="1" y="376"/>
                    <a:pt x="1" y="288"/>
                  </a:cubicBezTo>
                  <a:cubicBezTo>
                    <a:pt x="13" y="238"/>
                    <a:pt x="13" y="176"/>
                    <a:pt x="26" y="126"/>
                  </a:cubicBezTo>
                  <a:cubicBezTo>
                    <a:pt x="26" y="1"/>
                    <a:pt x="213" y="1"/>
                    <a:pt x="213" y="1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4" name="Google Shape;4214;p103"/>
            <p:cNvSpPr/>
            <p:nvPr/>
          </p:nvSpPr>
          <p:spPr>
            <a:xfrm>
              <a:off x="6617075" y="1363650"/>
              <a:ext cx="10000" cy="6900"/>
            </a:xfrm>
            <a:custGeom>
              <a:rect b="b" l="l" r="r" t="t"/>
              <a:pathLst>
                <a:path extrusionOk="0" h="276" w="400">
                  <a:moveTo>
                    <a:pt x="312" y="188"/>
                  </a:moveTo>
                  <a:cubicBezTo>
                    <a:pt x="250" y="225"/>
                    <a:pt x="175" y="250"/>
                    <a:pt x="100" y="263"/>
                  </a:cubicBezTo>
                  <a:cubicBezTo>
                    <a:pt x="38" y="275"/>
                    <a:pt x="0" y="213"/>
                    <a:pt x="38" y="163"/>
                  </a:cubicBezTo>
                  <a:cubicBezTo>
                    <a:pt x="88" y="100"/>
                    <a:pt x="163" y="50"/>
                    <a:pt x="250" y="25"/>
                  </a:cubicBezTo>
                  <a:cubicBezTo>
                    <a:pt x="337" y="0"/>
                    <a:pt x="400" y="138"/>
                    <a:pt x="312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5" name="Google Shape;4215;p103"/>
            <p:cNvSpPr/>
            <p:nvPr/>
          </p:nvSpPr>
          <p:spPr>
            <a:xfrm>
              <a:off x="6611450" y="1234000"/>
              <a:ext cx="156850" cy="27525"/>
            </a:xfrm>
            <a:custGeom>
              <a:rect b="b" l="l" r="r" t="t"/>
              <a:pathLst>
                <a:path extrusionOk="0" h="1101" w="6274">
                  <a:moveTo>
                    <a:pt x="100" y="13"/>
                  </a:moveTo>
                  <a:cubicBezTo>
                    <a:pt x="950" y="0"/>
                    <a:pt x="1812" y="75"/>
                    <a:pt x="2649" y="250"/>
                  </a:cubicBezTo>
                  <a:cubicBezTo>
                    <a:pt x="3812" y="488"/>
                    <a:pt x="4924" y="925"/>
                    <a:pt x="6111" y="613"/>
                  </a:cubicBezTo>
                  <a:cubicBezTo>
                    <a:pt x="6223" y="575"/>
                    <a:pt x="6273" y="763"/>
                    <a:pt x="6161" y="788"/>
                  </a:cubicBezTo>
                  <a:cubicBezTo>
                    <a:pt x="5361" y="1100"/>
                    <a:pt x="4636" y="950"/>
                    <a:pt x="3824" y="775"/>
                  </a:cubicBezTo>
                  <a:cubicBezTo>
                    <a:pt x="2587" y="500"/>
                    <a:pt x="1375" y="250"/>
                    <a:pt x="100" y="188"/>
                  </a:cubicBezTo>
                  <a:cubicBezTo>
                    <a:pt x="0" y="175"/>
                    <a:pt x="0" y="25"/>
                    <a:pt x="100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6" name="Google Shape;4216;p103"/>
            <p:cNvSpPr/>
            <p:nvPr/>
          </p:nvSpPr>
          <p:spPr>
            <a:xfrm>
              <a:off x="6756400" y="1233675"/>
              <a:ext cx="33150" cy="30975"/>
            </a:xfrm>
            <a:custGeom>
              <a:rect b="b" l="l" r="r" t="t"/>
              <a:pathLst>
                <a:path extrusionOk="0" h="1239" w="1326">
                  <a:moveTo>
                    <a:pt x="450" y="688"/>
                  </a:moveTo>
                  <a:lnTo>
                    <a:pt x="563" y="651"/>
                  </a:lnTo>
                  <a:cubicBezTo>
                    <a:pt x="625" y="726"/>
                    <a:pt x="563" y="826"/>
                    <a:pt x="475" y="813"/>
                  </a:cubicBezTo>
                  <a:cubicBezTo>
                    <a:pt x="1" y="651"/>
                    <a:pt x="475" y="1"/>
                    <a:pt x="863" y="226"/>
                  </a:cubicBezTo>
                  <a:cubicBezTo>
                    <a:pt x="1325" y="526"/>
                    <a:pt x="788" y="1238"/>
                    <a:pt x="350" y="801"/>
                  </a:cubicBezTo>
                  <a:cubicBezTo>
                    <a:pt x="301" y="738"/>
                    <a:pt x="375" y="638"/>
                    <a:pt x="450" y="6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7" name="Google Shape;4217;p103"/>
            <p:cNvSpPr/>
            <p:nvPr/>
          </p:nvSpPr>
          <p:spPr>
            <a:xfrm>
              <a:off x="6761100" y="1291175"/>
              <a:ext cx="72800" cy="22525"/>
            </a:xfrm>
            <a:custGeom>
              <a:rect b="b" l="l" r="r" t="t"/>
              <a:pathLst>
                <a:path extrusionOk="0" h="901" w="2912">
                  <a:moveTo>
                    <a:pt x="100" y="638"/>
                  </a:moveTo>
                  <a:cubicBezTo>
                    <a:pt x="412" y="338"/>
                    <a:pt x="800" y="150"/>
                    <a:pt x="1225" y="100"/>
                  </a:cubicBezTo>
                  <a:cubicBezTo>
                    <a:pt x="1700" y="38"/>
                    <a:pt x="2387" y="0"/>
                    <a:pt x="2799" y="263"/>
                  </a:cubicBezTo>
                  <a:cubicBezTo>
                    <a:pt x="2912" y="325"/>
                    <a:pt x="2837" y="488"/>
                    <a:pt x="2724" y="463"/>
                  </a:cubicBezTo>
                  <a:cubicBezTo>
                    <a:pt x="1937" y="263"/>
                    <a:pt x="900" y="213"/>
                    <a:pt x="262" y="800"/>
                  </a:cubicBezTo>
                  <a:cubicBezTo>
                    <a:pt x="150" y="900"/>
                    <a:pt x="0" y="738"/>
                    <a:pt x="113" y="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8" name="Google Shape;4218;p103"/>
            <p:cNvSpPr/>
            <p:nvPr/>
          </p:nvSpPr>
          <p:spPr>
            <a:xfrm>
              <a:off x="6762650" y="1296800"/>
              <a:ext cx="70325" cy="23450"/>
            </a:xfrm>
            <a:custGeom>
              <a:rect b="b" l="l" r="r" t="t"/>
              <a:pathLst>
                <a:path extrusionOk="0" h="938" w="2813">
                  <a:moveTo>
                    <a:pt x="2750" y="200"/>
                  </a:moveTo>
                  <a:cubicBezTo>
                    <a:pt x="2237" y="887"/>
                    <a:pt x="800" y="937"/>
                    <a:pt x="100" y="575"/>
                  </a:cubicBezTo>
                  <a:cubicBezTo>
                    <a:pt x="1" y="513"/>
                    <a:pt x="75" y="375"/>
                    <a:pt x="175" y="388"/>
                  </a:cubicBezTo>
                  <a:cubicBezTo>
                    <a:pt x="888" y="500"/>
                    <a:pt x="2050" y="762"/>
                    <a:pt x="2600" y="88"/>
                  </a:cubicBezTo>
                  <a:cubicBezTo>
                    <a:pt x="2675" y="0"/>
                    <a:pt x="2812" y="113"/>
                    <a:pt x="2762" y="2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9" name="Google Shape;4219;p103"/>
            <p:cNvSpPr/>
            <p:nvPr/>
          </p:nvSpPr>
          <p:spPr>
            <a:xfrm>
              <a:off x="6662675" y="1249000"/>
              <a:ext cx="18150" cy="56875"/>
            </a:xfrm>
            <a:custGeom>
              <a:rect b="b" l="l" r="r" t="t"/>
              <a:pathLst>
                <a:path extrusionOk="0" h="2275" w="726">
                  <a:moveTo>
                    <a:pt x="413" y="163"/>
                  </a:moveTo>
                  <a:cubicBezTo>
                    <a:pt x="238" y="800"/>
                    <a:pt x="325" y="1475"/>
                    <a:pt x="650" y="2037"/>
                  </a:cubicBezTo>
                  <a:cubicBezTo>
                    <a:pt x="725" y="2162"/>
                    <a:pt x="538" y="2275"/>
                    <a:pt x="463" y="2150"/>
                  </a:cubicBezTo>
                  <a:cubicBezTo>
                    <a:pt x="88" y="1537"/>
                    <a:pt x="1" y="800"/>
                    <a:pt x="226" y="113"/>
                  </a:cubicBezTo>
                  <a:cubicBezTo>
                    <a:pt x="263" y="0"/>
                    <a:pt x="438" y="50"/>
                    <a:pt x="413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0" name="Google Shape;4220;p103"/>
            <p:cNvSpPr/>
            <p:nvPr/>
          </p:nvSpPr>
          <p:spPr>
            <a:xfrm>
              <a:off x="6669850" y="1250875"/>
              <a:ext cx="15975" cy="54375"/>
            </a:xfrm>
            <a:custGeom>
              <a:rect b="b" l="l" r="r" t="t"/>
              <a:pathLst>
                <a:path extrusionOk="0" h="2175" w="639">
                  <a:moveTo>
                    <a:pt x="176" y="1987"/>
                  </a:moveTo>
                  <a:cubicBezTo>
                    <a:pt x="313" y="1625"/>
                    <a:pt x="351" y="1225"/>
                    <a:pt x="301" y="850"/>
                  </a:cubicBezTo>
                  <a:cubicBezTo>
                    <a:pt x="251" y="563"/>
                    <a:pt x="101" y="388"/>
                    <a:pt x="13" y="150"/>
                  </a:cubicBezTo>
                  <a:cubicBezTo>
                    <a:pt x="1" y="100"/>
                    <a:pt x="26" y="63"/>
                    <a:pt x="63" y="50"/>
                  </a:cubicBezTo>
                  <a:cubicBezTo>
                    <a:pt x="363" y="0"/>
                    <a:pt x="463" y="325"/>
                    <a:pt x="526" y="563"/>
                  </a:cubicBezTo>
                  <a:cubicBezTo>
                    <a:pt x="638" y="1062"/>
                    <a:pt x="588" y="1575"/>
                    <a:pt x="401" y="2050"/>
                  </a:cubicBezTo>
                  <a:cubicBezTo>
                    <a:pt x="351" y="2175"/>
                    <a:pt x="138" y="2125"/>
                    <a:pt x="188" y="19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1" name="Google Shape;4221;p103"/>
            <p:cNvSpPr/>
            <p:nvPr/>
          </p:nvSpPr>
          <p:spPr>
            <a:xfrm>
              <a:off x="6330275" y="1310225"/>
              <a:ext cx="82800" cy="26900"/>
            </a:xfrm>
            <a:custGeom>
              <a:rect b="b" l="l" r="r" t="t"/>
              <a:pathLst>
                <a:path extrusionOk="0" h="1076" w="3312">
                  <a:moveTo>
                    <a:pt x="138" y="151"/>
                  </a:moveTo>
                  <a:cubicBezTo>
                    <a:pt x="1150" y="1"/>
                    <a:pt x="2512" y="151"/>
                    <a:pt x="3262" y="913"/>
                  </a:cubicBezTo>
                  <a:cubicBezTo>
                    <a:pt x="3312" y="963"/>
                    <a:pt x="3262" y="1075"/>
                    <a:pt x="3174" y="1050"/>
                  </a:cubicBezTo>
                  <a:cubicBezTo>
                    <a:pt x="2712" y="888"/>
                    <a:pt x="2299" y="600"/>
                    <a:pt x="1812" y="475"/>
                  </a:cubicBezTo>
                  <a:cubicBezTo>
                    <a:pt x="1275" y="338"/>
                    <a:pt x="712" y="300"/>
                    <a:pt x="150" y="363"/>
                  </a:cubicBezTo>
                  <a:cubicBezTo>
                    <a:pt x="38" y="375"/>
                    <a:pt x="0" y="163"/>
                    <a:pt x="125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2" name="Google Shape;4222;p103"/>
            <p:cNvSpPr/>
            <p:nvPr/>
          </p:nvSpPr>
          <p:spPr>
            <a:xfrm>
              <a:off x="6312450" y="1314900"/>
              <a:ext cx="100625" cy="30975"/>
            </a:xfrm>
            <a:custGeom>
              <a:rect b="b" l="l" r="r" t="t"/>
              <a:pathLst>
                <a:path extrusionOk="0" h="1239" w="4025">
                  <a:moveTo>
                    <a:pt x="3900" y="1001"/>
                  </a:moveTo>
                  <a:cubicBezTo>
                    <a:pt x="3275" y="1113"/>
                    <a:pt x="2613" y="1238"/>
                    <a:pt x="1975" y="1151"/>
                  </a:cubicBezTo>
                  <a:cubicBezTo>
                    <a:pt x="1300" y="1038"/>
                    <a:pt x="713" y="688"/>
                    <a:pt x="151" y="313"/>
                  </a:cubicBezTo>
                  <a:cubicBezTo>
                    <a:pt x="1" y="226"/>
                    <a:pt x="138" y="1"/>
                    <a:pt x="276" y="88"/>
                  </a:cubicBezTo>
                  <a:cubicBezTo>
                    <a:pt x="751" y="401"/>
                    <a:pt x="1238" y="713"/>
                    <a:pt x="1788" y="851"/>
                  </a:cubicBezTo>
                  <a:cubicBezTo>
                    <a:pt x="2463" y="1013"/>
                    <a:pt x="3175" y="901"/>
                    <a:pt x="3837" y="788"/>
                  </a:cubicBezTo>
                  <a:cubicBezTo>
                    <a:pt x="3975" y="776"/>
                    <a:pt x="4025" y="976"/>
                    <a:pt x="3900" y="10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3" name="Google Shape;4223;p103"/>
            <p:cNvSpPr/>
            <p:nvPr/>
          </p:nvSpPr>
          <p:spPr>
            <a:xfrm>
              <a:off x="6814825" y="1460800"/>
              <a:ext cx="199975" cy="551150"/>
            </a:xfrm>
            <a:custGeom>
              <a:rect b="b" l="l" r="r" t="t"/>
              <a:pathLst>
                <a:path extrusionOk="0" h="22046" w="7999">
                  <a:moveTo>
                    <a:pt x="4512" y="21958"/>
                  </a:moveTo>
                  <a:cubicBezTo>
                    <a:pt x="3200" y="20621"/>
                    <a:pt x="2700" y="19108"/>
                    <a:pt x="2925" y="17209"/>
                  </a:cubicBezTo>
                  <a:cubicBezTo>
                    <a:pt x="3087" y="15809"/>
                    <a:pt x="3712" y="14560"/>
                    <a:pt x="4249" y="13285"/>
                  </a:cubicBezTo>
                  <a:cubicBezTo>
                    <a:pt x="6124" y="8811"/>
                    <a:pt x="7998" y="576"/>
                    <a:pt x="213" y="238"/>
                  </a:cubicBezTo>
                  <a:cubicBezTo>
                    <a:pt x="138" y="238"/>
                    <a:pt x="138" y="113"/>
                    <a:pt x="213" y="101"/>
                  </a:cubicBezTo>
                  <a:cubicBezTo>
                    <a:pt x="3262" y="1"/>
                    <a:pt x="5599" y="1975"/>
                    <a:pt x="6286" y="4962"/>
                  </a:cubicBezTo>
                  <a:cubicBezTo>
                    <a:pt x="7598" y="10611"/>
                    <a:pt x="0" y="17034"/>
                    <a:pt x="4637" y="21833"/>
                  </a:cubicBezTo>
                  <a:cubicBezTo>
                    <a:pt x="4724" y="21908"/>
                    <a:pt x="4599" y="22045"/>
                    <a:pt x="4512" y="219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4" name="Google Shape;4224;p103"/>
            <p:cNvSpPr/>
            <p:nvPr/>
          </p:nvSpPr>
          <p:spPr>
            <a:xfrm>
              <a:off x="6715800" y="1465800"/>
              <a:ext cx="121550" cy="180925"/>
            </a:xfrm>
            <a:custGeom>
              <a:rect b="b" l="l" r="r" t="t"/>
              <a:pathLst>
                <a:path extrusionOk="0" h="7237" w="4862">
                  <a:moveTo>
                    <a:pt x="3187" y="201"/>
                  </a:moveTo>
                  <a:cubicBezTo>
                    <a:pt x="1450" y="326"/>
                    <a:pt x="450" y="2288"/>
                    <a:pt x="637" y="3837"/>
                  </a:cubicBezTo>
                  <a:cubicBezTo>
                    <a:pt x="850" y="5462"/>
                    <a:pt x="3137" y="7124"/>
                    <a:pt x="4661" y="5724"/>
                  </a:cubicBezTo>
                  <a:cubicBezTo>
                    <a:pt x="4736" y="5649"/>
                    <a:pt x="4861" y="5774"/>
                    <a:pt x="4786" y="5849"/>
                  </a:cubicBezTo>
                  <a:cubicBezTo>
                    <a:pt x="3537" y="7237"/>
                    <a:pt x="987" y="5924"/>
                    <a:pt x="537" y="4412"/>
                  </a:cubicBezTo>
                  <a:cubicBezTo>
                    <a:pt x="0" y="2600"/>
                    <a:pt x="1162" y="151"/>
                    <a:pt x="3187" y="13"/>
                  </a:cubicBezTo>
                  <a:cubicBezTo>
                    <a:pt x="3312" y="1"/>
                    <a:pt x="3312" y="201"/>
                    <a:pt x="3187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5" name="Google Shape;4225;p103"/>
            <p:cNvSpPr/>
            <p:nvPr/>
          </p:nvSpPr>
          <p:spPr>
            <a:xfrm>
              <a:off x="6781700" y="1520175"/>
              <a:ext cx="77200" cy="73125"/>
            </a:xfrm>
            <a:custGeom>
              <a:rect b="b" l="l" r="r" t="t"/>
              <a:pathLst>
                <a:path extrusionOk="0" h="2925" w="3088">
                  <a:moveTo>
                    <a:pt x="2463" y="2775"/>
                  </a:moveTo>
                  <a:cubicBezTo>
                    <a:pt x="2838" y="2037"/>
                    <a:pt x="2613" y="1138"/>
                    <a:pt x="1925" y="675"/>
                  </a:cubicBezTo>
                  <a:cubicBezTo>
                    <a:pt x="1188" y="188"/>
                    <a:pt x="351" y="713"/>
                    <a:pt x="213" y="1512"/>
                  </a:cubicBezTo>
                  <a:cubicBezTo>
                    <a:pt x="188" y="1625"/>
                    <a:pt x="1" y="1600"/>
                    <a:pt x="13" y="1487"/>
                  </a:cubicBezTo>
                  <a:cubicBezTo>
                    <a:pt x="101" y="613"/>
                    <a:pt x="1026" y="0"/>
                    <a:pt x="1850" y="388"/>
                  </a:cubicBezTo>
                  <a:cubicBezTo>
                    <a:pt x="2738" y="800"/>
                    <a:pt x="3088" y="2025"/>
                    <a:pt x="2600" y="2850"/>
                  </a:cubicBezTo>
                  <a:cubicBezTo>
                    <a:pt x="2550" y="2925"/>
                    <a:pt x="2425" y="2862"/>
                    <a:pt x="2463" y="27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6" name="Google Shape;4226;p103"/>
            <p:cNvSpPr/>
            <p:nvPr/>
          </p:nvSpPr>
          <p:spPr>
            <a:xfrm>
              <a:off x="6787950" y="1566400"/>
              <a:ext cx="25" cy="350"/>
            </a:xfrm>
            <a:custGeom>
              <a:rect b="b" l="l" r="r" t="t"/>
              <a:pathLst>
                <a:path extrusionOk="0" h="14" w="1">
                  <a:moveTo>
                    <a:pt x="1" y="13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7" name="Google Shape;4227;p103"/>
            <p:cNvSpPr/>
            <p:nvPr/>
          </p:nvSpPr>
          <p:spPr>
            <a:xfrm>
              <a:off x="6862300" y="1373950"/>
              <a:ext cx="104075" cy="206550"/>
            </a:xfrm>
            <a:custGeom>
              <a:rect b="b" l="l" r="r" t="t"/>
              <a:pathLst>
                <a:path extrusionOk="0" h="8262" w="4163">
                  <a:moveTo>
                    <a:pt x="3987" y="8174"/>
                  </a:moveTo>
                  <a:cubicBezTo>
                    <a:pt x="3700" y="6974"/>
                    <a:pt x="3175" y="5862"/>
                    <a:pt x="2438" y="4887"/>
                  </a:cubicBezTo>
                  <a:cubicBezTo>
                    <a:pt x="1913" y="4187"/>
                    <a:pt x="1226" y="3525"/>
                    <a:pt x="851" y="2700"/>
                  </a:cubicBezTo>
                  <a:cubicBezTo>
                    <a:pt x="451" y="1788"/>
                    <a:pt x="463" y="826"/>
                    <a:pt x="1138" y="76"/>
                  </a:cubicBezTo>
                  <a:cubicBezTo>
                    <a:pt x="1201" y="1"/>
                    <a:pt x="1338" y="88"/>
                    <a:pt x="1276" y="176"/>
                  </a:cubicBezTo>
                  <a:cubicBezTo>
                    <a:pt x="1" y="2050"/>
                    <a:pt x="1763" y="3537"/>
                    <a:pt x="2775" y="4987"/>
                  </a:cubicBezTo>
                  <a:cubicBezTo>
                    <a:pt x="3425" y="5937"/>
                    <a:pt x="3887" y="6999"/>
                    <a:pt x="4137" y="8124"/>
                  </a:cubicBezTo>
                  <a:cubicBezTo>
                    <a:pt x="4162" y="8224"/>
                    <a:pt x="4012" y="8261"/>
                    <a:pt x="3975" y="8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8" name="Google Shape;4228;p103"/>
            <p:cNvSpPr/>
            <p:nvPr/>
          </p:nvSpPr>
          <p:spPr>
            <a:xfrm>
              <a:off x="6879800" y="1634200"/>
              <a:ext cx="81575" cy="88450"/>
            </a:xfrm>
            <a:custGeom>
              <a:rect b="b" l="l" r="r" t="t"/>
              <a:pathLst>
                <a:path extrusionOk="0" h="3538" w="3263">
                  <a:moveTo>
                    <a:pt x="2775" y="3387"/>
                  </a:moveTo>
                  <a:cubicBezTo>
                    <a:pt x="2988" y="2413"/>
                    <a:pt x="3087" y="1050"/>
                    <a:pt x="2088" y="438"/>
                  </a:cubicBezTo>
                  <a:cubicBezTo>
                    <a:pt x="1613" y="176"/>
                    <a:pt x="1013" y="263"/>
                    <a:pt x="638" y="650"/>
                  </a:cubicBezTo>
                  <a:cubicBezTo>
                    <a:pt x="338" y="975"/>
                    <a:pt x="1" y="2300"/>
                    <a:pt x="788" y="2388"/>
                  </a:cubicBezTo>
                  <a:cubicBezTo>
                    <a:pt x="876" y="2388"/>
                    <a:pt x="876" y="2525"/>
                    <a:pt x="788" y="2512"/>
                  </a:cubicBezTo>
                  <a:cubicBezTo>
                    <a:pt x="251" y="2462"/>
                    <a:pt x="76" y="1788"/>
                    <a:pt x="126" y="1313"/>
                  </a:cubicBezTo>
                  <a:cubicBezTo>
                    <a:pt x="201" y="700"/>
                    <a:pt x="676" y="201"/>
                    <a:pt x="1288" y="101"/>
                  </a:cubicBezTo>
                  <a:cubicBezTo>
                    <a:pt x="1938" y="1"/>
                    <a:pt x="2450" y="363"/>
                    <a:pt x="2775" y="900"/>
                  </a:cubicBezTo>
                  <a:cubicBezTo>
                    <a:pt x="3262" y="1700"/>
                    <a:pt x="3150" y="2562"/>
                    <a:pt x="2950" y="3425"/>
                  </a:cubicBezTo>
                  <a:cubicBezTo>
                    <a:pt x="2925" y="3537"/>
                    <a:pt x="2750" y="3500"/>
                    <a:pt x="2775" y="33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9" name="Google Shape;4229;p103"/>
            <p:cNvSpPr/>
            <p:nvPr/>
          </p:nvSpPr>
          <p:spPr>
            <a:xfrm>
              <a:off x="6891050" y="1745425"/>
              <a:ext cx="44075" cy="33150"/>
            </a:xfrm>
            <a:custGeom>
              <a:rect b="b" l="l" r="r" t="t"/>
              <a:pathLst>
                <a:path extrusionOk="0" h="1326" w="1763">
                  <a:moveTo>
                    <a:pt x="1413" y="1175"/>
                  </a:moveTo>
                  <a:cubicBezTo>
                    <a:pt x="1500" y="863"/>
                    <a:pt x="1450" y="538"/>
                    <a:pt x="1150" y="363"/>
                  </a:cubicBezTo>
                  <a:cubicBezTo>
                    <a:pt x="938" y="188"/>
                    <a:pt x="725" y="238"/>
                    <a:pt x="501" y="525"/>
                  </a:cubicBezTo>
                  <a:cubicBezTo>
                    <a:pt x="451" y="650"/>
                    <a:pt x="463" y="788"/>
                    <a:pt x="538" y="900"/>
                  </a:cubicBezTo>
                  <a:cubicBezTo>
                    <a:pt x="650" y="975"/>
                    <a:pt x="551" y="1150"/>
                    <a:pt x="438" y="1075"/>
                  </a:cubicBezTo>
                  <a:cubicBezTo>
                    <a:pt x="1" y="813"/>
                    <a:pt x="351" y="113"/>
                    <a:pt x="775" y="63"/>
                  </a:cubicBezTo>
                  <a:cubicBezTo>
                    <a:pt x="1438" y="0"/>
                    <a:pt x="1763" y="688"/>
                    <a:pt x="1563" y="1225"/>
                  </a:cubicBezTo>
                  <a:cubicBezTo>
                    <a:pt x="1525" y="1325"/>
                    <a:pt x="1375" y="1288"/>
                    <a:pt x="1400" y="1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0" name="Google Shape;4230;p103"/>
            <p:cNvSpPr/>
            <p:nvPr/>
          </p:nvSpPr>
          <p:spPr>
            <a:xfrm>
              <a:off x="6882925" y="1354600"/>
              <a:ext cx="32200" cy="31875"/>
            </a:xfrm>
            <a:custGeom>
              <a:rect b="b" l="l" r="r" t="t"/>
              <a:pathLst>
                <a:path extrusionOk="0" h="1275" w="1288">
                  <a:moveTo>
                    <a:pt x="463" y="825"/>
                  </a:moveTo>
                  <a:lnTo>
                    <a:pt x="463" y="825"/>
                  </a:lnTo>
                  <a:cubicBezTo>
                    <a:pt x="463" y="900"/>
                    <a:pt x="363" y="950"/>
                    <a:pt x="301" y="887"/>
                  </a:cubicBezTo>
                  <a:cubicBezTo>
                    <a:pt x="1" y="475"/>
                    <a:pt x="638" y="0"/>
                    <a:pt x="963" y="412"/>
                  </a:cubicBezTo>
                  <a:cubicBezTo>
                    <a:pt x="1288" y="825"/>
                    <a:pt x="726" y="1275"/>
                    <a:pt x="363" y="950"/>
                  </a:cubicBezTo>
                  <a:cubicBezTo>
                    <a:pt x="288" y="887"/>
                    <a:pt x="376" y="775"/>
                    <a:pt x="463" y="8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1" name="Google Shape;4231;p103"/>
            <p:cNvSpPr/>
            <p:nvPr/>
          </p:nvSpPr>
          <p:spPr>
            <a:xfrm>
              <a:off x="6819200" y="1430500"/>
              <a:ext cx="113125" cy="77500"/>
            </a:xfrm>
            <a:custGeom>
              <a:rect b="b" l="l" r="r" t="t"/>
              <a:pathLst>
                <a:path extrusionOk="0" h="3100" w="4525">
                  <a:moveTo>
                    <a:pt x="4374" y="3050"/>
                  </a:moveTo>
                  <a:cubicBezTo>
                    <a:pt x="3187" y="1688"/>
                    <a:pt x="1700" y="926"/>
                    <a:pt x="88" y="176"/>
                  </a:cubicBezTo>
                  <a:cubicBezTo>
                    <a:pt x="0" y="138"/>
                    <a:pt x="63" y="1"/>
                    <a:pt x="150" y="26"/>
                  </a:cubicBezTo>
                  <a:cubicBezTo>
                    <a:pt x="1850" y="538"/>
                    <a:pt x="3362" y="1550"/>
                    <a:pt x="4462" y="2950"/>
                  </a:cubicBezTo>
                  <a:cubicBezTo>
                    <a:pt x="4524" y="3012"/>
                    <a:pt x="4424" y="3100"/>
                    <a:pt x="4374" y="30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2" name="Google Shape;4232;p103"/>
            <p:cNvSpPr/>
            <p:nvPr/>
          </p:nvSpPr>
          <p:spPr>
            <a:xfrm>
              <a:off x="6798275" y="1413950"/>
              <a:ext cx="32500" cy="30950"/>
            </a:xfrm>
            <a:custGeom>
              <a:rect b="b" l="l" r="r" t="t"/>
              <a:pathLst>
                <a:path extrusionOk="0" h="1238" w="1300">
                  <a:moveTo>
                    <a:pt x="912" y="850"/>
                  </a:moveTo>
                  <a:cubicBezTo>
                    <a:pt x="550" y="1238"/>
                    <a:pt x="0" y="700"/>
                    <a:pt x="375" y="350"/>
                  </a:cubicBezTo>
                  <a:cubicBezTo>
                    <a:pt x="750" y="0"/>
                    <a:pt x="1300" y="638"/>
                    <a:pt x="850" y="888"/>
                  </a:cubicBezTo>
                  <a:cubicBezTo>
                    <a:pt x="762" y="925"/>
                    <a:pt x="675" y="813"/>
                    <a:pt x="737" y="738"/>
                  </a:cubicBezTo>
                  <a:lnTo>
                    <a:pt x="800" y="738"/>
                  </a:lnTo>
                  <a:cubicBezTo>
                    <a:pt x="875" y="675"/>
                    <a:pt x="975" y="775"/>
                    <a:pt x="912" y="8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3" name="Google Shape;4233;p103"/>
            <p:cNvSpPr/>
            <p:nvPr/>
          </p:nvSpPr>
          <p:spPr>
            <a:xfrm>
              <a:off x="6803900" y="1462675"/>
              <a:ext cx="10000" cy="5975"/>
            </a:xfrm>
            <a:custGeom>
              <a:rect b="b" l="l" r="r" t="t"/>
              <a:pathLst>
                <a:path extrusionOk="0" h="239" w="400">
                  <a:moveTo>
                    <a:pt x="275" y="213"/>
                  </a:moveTo>
                  <a:cubicBezTo>
                    <a:pt x="213" y="213"/>
                    <a:pt x="163" y="213"/>
                    <a:pt x="100" y="226"/>
                  </a:cubicBezTo>
                  <a:cubicBezTo>
                    <a:pt x="25" y="238"/>
                    <a:pt x="0" y="113"/>
                    <a:pt x="63" y="76"/>
                  </a:cubicBezTo>
                  <a:cubicBezTo>
                    <a:pt x="125" y="26"/>
                    <a:pt x="200" y="1"/>
                    <a:pt x="275" y="13"/>
                  </a:cubicBezTo>
                  <a:cubicBezTo>
                    <a:pt x="400" y="13"/>
                    <a:pt x="400" y="201"/>
                    <a:pt x="275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4" name="Google Shape;4234;p103"/>
            <p:cNvSpPr/>
            <p:nvPr/>
          </p:nvSpPr>
          <p:spPr>
            <a:xfrm>
              <a:off x="6836375" y="1594850"/>
              <a:ext cx="7225" cy="10000"/>
            </a:xfrm>
            <a:custGeom>
              <a:rect b="b" l="l" r="r" t="t"/>
              <a:pathLst>
                <a:path extrusionOk="0" h="400" w="289">
                  <a:moveTo>
                    <a:pt x="251" y="150"/>
                  </a:moveTo>
                  <a:cubicBezTo>
                    <a:pt x="226" y="237"/>
                    <a:pt x="176" y="312"/>
                    <a:pt x="113" y="362"/>
                  </a:cubicBezTo>
                  <a:cubicBezTo>
                    <a:pt x="76" y="400"/>
                    <a:pt x="1" y="362"/>
                    <a:pt x="13" y="300"/>
                  </a:cubicBezTo>
                  <a:cubicBezTo>
                    <a:pt x="26" y="225"/>
                    <a:pt x="51" y="150"/>
                    <a:pt x="101" y="88"/>
                  </a:cubicBezTo>
                  <a:cubicBezTo>
                    <a:pt x="138" y="0"/>
                    <a:pt x="288" y="63"/>
                    <a:pt x="251" y="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5" name="Google Shape;4235;p103"/>
            <p:cNvSpPr/>
            <p:nvPr/>
          </p:nvSpPr>
          <p:spPr>
            <a:xfrm>
              <a:off x="6945425" y="1453625"/>
              <a:ext cx="27825" cy="156850"/>
            </a:xfrm>
            <a:custGeom>
              <a:rect b="b" l="l" r="r" t="t"/>
              <a:pathLst>
                <a:path extrusionOk="0" h="6274" w="1113">
                  <a:moveTo>
                    <a:pt x="925" y="6174"/>
                  </a:moveTo>
                  <a:cubicBezTo>
                    <a:pt x="862" y="4899"/>
                    <a:pt x="612" y="3675"/>
                    <a:pt x="338" y="2437"/>
                  </a:cubicBezTo>
                  <a:cubicBezTo>
                    <a:pt x="163" y="1625"/>
                    <a:pt x="0" y="913"/>
                    <a:pt x="325" y="113"/>
                  </a:cubicBezTo>
                  <a:cubicBezTo>
                    <a:pt x="350" y="1"/>
                    <a:pt x="537" y="51"/>
                    <a:pt x="500" y="163"/>
                  </a:cubicBezTo>
                  <a:cubicBezTo>
                    <a:pt x="188" y="1338"/>
                    <a:pt x="637" y="2462"/>
                    <a:pt x="862" y="3625"/>
                  </a:cubicBezTo>
                  <a:cubicBezTo>
                    <a:pt x="1037" y="4462"/>
                    <a:pt x="1112" y="5312"/>
                    <a:pt x="1112" y="6174"/>
                  </a:cubicBezTo>
                  <a:cubicBezTo>
                    <a:pt x="1087" y="6274"/>
                    <a:pt x="937" y="6274"/>
                    <a:pt x="925" y="6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6" name="Google Shape;4236;p103"/>
            <p:cNvSpPr/>
            <p:nvPr/>
          </p:nvSpPr>
          <p:spPr>
            <a:xfrm>
              <a:off x="6942300" y="1432375"/>
              <a:ext cx="30950" cy="33150"/>
            </a:xfrm>
            <a:custGeom>
              <a:rect b="b" l="l" r="r" t="t"/>
              <a:pathLst>
                <a:path extrusionOk="0" h="1326" w="1238">
                  <a:moveTo>
                    <a:pt x="438" y="976"/>
                  </a:moveTo>
                  <a:cubicBezTo>
                    <a:pt x="0" y="551"/>
                    <a:pt x="725" y="1"/>
                    <a:pt x="1012" y="476"/>
                  </a:cubicBezTo>
                  <a:cubicBezTo>
                    <a:pt x="1237" y="851"/>
                    <a:pt x="575" y="1325"/>
                    <a:pt x="425" y="851"/>
                  </a:cubicBezTo>
                  <a:cubicBezTo>
                    <a:pt x="413" y="763"/>
                    <a:pt x="512" y="701"/>
                    <a:pt x="587" y="763"/>
                  </a:cubicBezTo>
                  <a:cubicBezTo>
                    <a:pt x="575" y="801"/>
                    <a:pt x="562" y="838"/>
                    <a:pt x="550" y="876"/>
                  </a:cubicBezTo>
                  <a:cubicBezTo>
                    <a:pt x="600" y="963"/>
                    <a:pt x="500" y="1038"/>
                    <a:pt x="425" y="9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7" name="Google Shape;4237;p103"/>
            <p:cNvSpPr/>
            <p:nvPr/>
          </p:nvSpPr>
          <p:spPr>
            <a:xfrm>
              <a:off x="6893250" y="1388025"/>
              <a:ext cx="22500" cy="72800"/>
            </a:xfrm>
            <a:custGeom>
              <a:rect b="b" l="l" r="r" t="t"/>
              <a:pathLst>
                <a:path extrusionOk="0" h="2912" w="900">
                  <a:moveTo>
                    <a:pt x="100" y="2650"/>
                  </a:moveTo>
                  <a:cubicBezTo>
                    <a:pt x="687" y="2012"/>
                    <a:pt x="637" y="975"/>
                    <a:pt x="450" y="188"/>
                  </a:cubicBezTo>
                  <a:cubicBezTo>
                    <a:pt x="413" y="63"/>
                    <a:pt x="575" y="0"/>
                    <a:pt x="650" y="113"/>
                  </a:cubicBezTo>
                  <a:cubicBezTo>
                    <a:pt x="900" y="525"/>
                    <a:pt x="875" y="1225"/>
                    <a:pt x="800" y="1687"/>
                  </a:cubicBezTo>
                  <a:cubicBezTo>
                    <a:pt x="750" y="2112"/>
                    <a:pt x="562" y="2500"/>
                    <a:pt x="263" y="2812"/>
                  </a:cubicBezTo>
                  <a:cubicBezTo>
                    <a:pt x="163" y="2912"/>
                    <a:pt x="0" y="2750"/>
                    <a:pt x="113" y="2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8" name="Google Shape;4238;p103"/>
            <p:cNvSpPr/>
            <p:nvPr/>
          </p:nvSpPr>
          <p:spPr>
            <a:xfrm>
              <a:off x="6886375" y="1388950"/>
              <a:ext cx="23450" cy="70625"/>
            </a:xfrm>
            <a:custGeom>
              <a:rect b="b" l="l" r="r" t="t"/>
              <a:pathLst>
                <a:path extrusionOk="0" h="2825" w="938">
                  <a:moveTo>
                    <a:pt x="875" y="213"/>
                  </a:moveTo>
                  <a:cubicBezTo>
                    <a:pt x="188" y="763"/>
                    <a:pt x="450" y="1938"/>
                    <a:pt x="563" y="2650"/>
                  </a:cubicBezTo>
                  <a:cubicBezTo>
                    <a:pt x="575" y="2750"/>
                    <a:pt x="438" y="2825"/>
                    <a:pt x="375" y="2725"/>
                  </a:cubicBezTo>
                  <a:cubicBezTo>
                    <a:pt x="0" y="2013"/>
                    <a:pt x="63" y="588"/>
                    <a:pt x="750" y="63"/>
                  </a:cubicBezTo>
                  <a:cubicBezTo>
                    <a:pt x="825" y="1"/>
                    <a:pt x="937" y="138"/>
                    <a:pt x="862" y="2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9" name="Google Shape;4239;p103"/>
            <p:cNvSpPr/>
            <p:nvPr/>
          </p:nvSpPr>
          <p:spPr>
            <a:xfrm>
              <a:off x="6901375" y="1541100"/>
              <a:ext cx="56875" cy="18150"/>
            </a:xfrm>
            <a:custGeom>
              <a:rect b="b" l="l" r="r" t="t"/>
              <a:pathLst>
                <a:path extrusionOk="0" h="726" w="2275">
                  <a:moveTo>
                    <a:pt x="2149" y="500"/>
                  </a:moveTo>
                  <a:cubicBezTo>
                    <a:pt x="1475" y="725"/>
                    <a:pt x="725" y="638"/>
                    <a:pt x="125" y="251"/>
                  </a:cubicBezTo>
                  <a:cubicBezTo>
                    <a:pt x="0" y="188"/>
                    <a:pt x="113" y="1"/>
                    <a:pt x="237" y="63"/>
                  </a:cubicBezTo>
                  <a:cubicBezTo>
                    <a:pt x="800" y="401"/>
                    <a:pt x="1475" y="488"/>
                    <a:pt x="2112" y="313"/>
                  </a:cubicBezTo>
                  <a:cubicBezTo>
                    <a:pt x="2224" y="288"/>
                    <a:pt x="2274" y="463"/>
                    <a:pt x="2149" y="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0" name="Google Shape;4240;p103"/>
            <p:cNvSpPr/>
            <p:nvPr/>
          </p:nvSpPr>
          <p:spPr>
            <a:xfrm>
              <a:off x="6901675" y="1530800"/>
              <a:ext cx="56250" cy="21250"/>
            </a:xfrm>
            <a:custGeom>
              <a:rect b="b" l="l" r="r" t="t"/>
              <a:pathLst>
                <a:path extrusionOk="0" h="850" w="2250">
                  <a:moveTo>
                    <a:pt x="138" y="450"/>
                  </a:moveTo>
                  <a:cubicBezTo>
                    <a:pt x="488" y="313"/>
                    <a:pt x="2250" y="0"/>
                    <a:pt x="2137" y="788"/>
                  </a:cubicBezTo>
                  <a:cubicBezTo>
                    <a:pt x="2125" y="825"/>
                    <a:pt x="2075" y="850"/>
                    <a:pt x="2038" y="838"/>
                  </a:cubicBezTo>
                  <a:cubicBezTo>
                    <a:pt x="1788" y="738"/>
                    <a:pt x="1613" y="600"/>
                    <a:pt x="1338" y="550"/>
                  </a:cubicBezTo>
                  <a:cubicBezTo>
                    <a:pt x="950" y="488"/>
                    <a:pt x="563" y="538"/>
                    <a:pt x="188" y="663"/>
                  </a:cubicBezTo>
                  <a:cubicBezTo>
                    <a:pt x="63" y="713"/>
                    <a:pt x="1" y="513"/>
                    <a:pt x="138" y="4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1" name="Google Shape;4241;p103"/>
            <p:cNvSpPr/>
            <p:nvPr/>
          </p:nvSpPr>
          <p:spPr>
            <a:xfrm>
              <a:off x="6869800" y="1808525"/>
              <a:ext cx="26900" cy="82825"/>
            </a:xfrm>
            <a:custGeom>
              <a:rect b="b" l="l" r="r" t="t"/>
              <a:pathLst>
                <a:path extrusionOk="0" h="3313" w="1076">
                  <a:moveTo>
                    <a:pt x="726" y="3162"/>
                  </a:moveTo>
                  <a:cubicBezTo>
                    <a:pt x="788" y="2600"/>
                    <a:pt x="751" y="2038"/>
                    <a:pt x="613" y="1500"/>
                  </a:cubicBezTo>
                  <a:cubicBezTo>
                    <a:pt x="476" y="1013"/>
                    <a:pt x="188" y="613"/>
                    <a:pt x="38" y="138"/>
                  </a:cubicBezTo>
                  <a:cubicBezTo>
                    <a:pt x="1" y="63"/>
                    <a:pt x="113" y="1"/>
                    <a:pt x="176" y="63"/>
                  </a:cubicBezTo>
                  <a:cubicBezTo>
                    <a:pt x="951" y="813"/>
                    <a:pt x="1076" y="2175"/>
                    <a:pt x="938" y="3187"/>
                  </a:cubicBezTo>
                  <a:cubicBezTo>
                    <a:pt x="913" y="3312"/>
                    <a:pt x="713" y="3287"/>
                    <a:pt x="726" y="3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2" name="Google Shape;4242;p103"/>
            <p:cNvSpPr/>
            <p:nvPr/>
          </p:nvSpPr>
          <p:spPr>
            <a:xfrm>
              <a:off x="6861050" y="1808525"/>
              <a:ext cx="30975" cy="100950"/>
            </a:xfrm>
            <a:custGeom>
              <a:rect b="b" l="l" r="r" t="t"/>
              <a:pathLst>
                <a:path extrusionOk="0" h="4038" w="1239">
                  <a:moveTo>
                    <a:pt x="451" y="201"/>
                  </a:moveTo>
                  <a:cubicBezTo>
                    <a:pt x="351" y="876"/>
                    <a:pt x="238" y="1575"/>
                    <a:pt x="401" y="2250"/>
                  </a:cubicBezTo>
                  <a:cubicBezTo>
                    <a:pt x="526" y="2800"/>
                    <a:pt x="838" y="3287"/>
                    <a:pt x="1151" y="3762"/>
                  </a:cubicBezTo>
                  <a:cubicBezTo>
                    <a:pt x="1238" y="3900"/>
                    <a:pt x="1013" y="4037"/>
                    <a:pt x="926" y="3887"/>
                  </a:cubicBezTo>
                  <a:cubicBezTo>
                    <a:pt x="551" y="3325"/>
                    <a:pt x="201" y="2738"/>
                    <a:pt x="101" y="2050"/>
                  </a:cubicBezTo>
                  <a:cubicBezTo>
                    <a:pt x="1" y="1425"/>
                    <a:pt x="126" y="763"/>
                    <a:pt x="251" y="138"/>
                  </a:cubicBezTo>
                  <a:cubicBezTo>
                    <a:pt x="276" y="1"/>
                    <a:pt x="476" y="63"/>
                    <a:pt x="451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3" name="Google Shape;4243;p103"/>
            <p:cNvSpPr/>
            <p:nvPr/>
          </p:nvSpPr>
          <p:spPr>
            <a:xfrm>
              <a:off x="6704850" y="1496125"/>
              <a:ext cx="8475" cy="8125"/>
            </a:xfrm>
            <a:custGeom>
              <a:rect b="b" l="l" r="r" t="t"/>
              <a:pathLst>
                <a:path extrusionOk="0" h="325" w="339">
                  <a:moveTo>
                    <a:pt x="88" y="13"/>
                  </a:moveTo>
                  <a:cubicBezTo>
                    <a:pt x="176" y="0"/>
                    <a:pt x="263" y="38"/>
                    <a:pt x="301" y="113"/>
                  </a:cubicBezTo>
                  <a:cubicBezTo>
                    <a:pt x="326" y="125"/>
                    <a:pt x="338" y="163"/>
                    <a:pt x="326" y="188"/>
                  </a:cubicBezTo>
                  <a:lnTo>
                    <a:pt x="301" y="275"/>
                  </a:lnTo>
                  <a:cubicBezTo>
                    <a:pt x="288" y="313"/>
                    <a:pt x="226" y="325"/>
                    <a:pt x="213" y="288"/>
                  </a:cubicBezTo>
                  <a:lnTo>
                    <a:pt x="76" y="150"/>
                  </a:lnTo>
                  <a:cubicBezTo>
                    <a:pt x="1" y="125"/>
                    <a:pt x="13" y="0"/>
                    <a:pt x="88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4" name="Google Shape;4244;p103"/>
            <p:cNvSpPr/>
            <p:nvPr/>
          </p:nvSpPr>
          <p:spPr>
            <a:xfrm>
              <a:off x="6648000" y="1496125"/>
              <a:ext cx="59075" cy="15000"/>
            </a:xfrm>
            <a:custGeom>
              <a:rect b="b" l="l" r="r" t="t"/>
              <a:pathLst>
                <a:path extrusionOk="0" h="600" w="2363">
                  <a:moveTo>
                    <a:pt x="2300" y="125"/>
                  </a:moveTo>
                  <a:cubicBezTo>
                    <a:pt x="1625" y="462"/>
                    <a:pt x="825" y="600"/>
                    <a:pt x="100" y="375"/>
                  </a:cubicBezTo>
                  <a:cubicBezTo>
                    <a:pt x="0" y="350"/>
                    <a:pt x="13" y="188"/>
                    <a:pt x="125" y="200"/>
                  </a:cubicBezTo>
                  <a:cubicBezTo>
                    <a:pt x="862" y="288"/>
                    <a:pt x="1537" y="288"/>
                    <a:pt x="2262" y="25"/>
                  </a:cubicBezTo>
                  <a:cubicBezTo>
                    <a:pt x="2325" y="0"/>
                    <a:pt x="2362" y="88"/>
                    <a:pt x="2300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5" name="Google Shape;4245;p103"/>
            <p:cNvSpPr/>
            <p:nvPr/>
          </p:nvSpPr>
          <p:spPr>
            <a:xfrm>
              <a:off x="6648000" y="1501125"/>
              <a:ext cx="25325" cy="17200"/>
            </a:xfrm>
            <a:custGeom>
              <a:rect b="b" l="l" r="r" t="t"/>
              <a:pathLst>
                <a:path extrusionOk="0" h="688" w="1013">
                  <a:moveTo>
                    <a:pt x="188" y="75"/>
                  </a:moveTo>
                  <a:cubicBezTo>
                    <a:pt x="400" y="337"/>
                    <a:pt x="638" y="412"/>
                    <a:pt x="937" y="525"/>
                  </a:cubicBezTo>
                  <a:cubicBezTo>
                    <a:pt x="1012" y="562"/>
                    <a:pt x="1012" y="687"/>
                    <a:pt x="925" y="675"/>
                  </a:cubicBezTo>
                  <a:cubicBezTo>
                    <a:pt x="563" y="662"/>
                    <a:pt x="250" y="475"/>
                    <a:pt x="63" y="187"/>
                  </a:cubicBezTo>
                  <a:cubicBezTo>
                    <a:pt x="0" y="100"/>
                    <a:pt x="125" y="0"/>
                    <a:pt x="188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6" name="Google Shape;4246;p103"/>
            <p:cNvSpPr/>
            <p:nvPr/>
          </p:nvSpPr>
          <p:spPr>
            <a:xfrm>
              <a:off x="6687050" y="1501125"/>
              <a:ext cx="26575" cy="55300"/>
            </a:xfrm>
            <a:custGeom>
              <a:rect b="b" l="l" r="r" t="t"/>
              <a:pathLst>
                <a:path extrusionOk="0" h="2212" w="1063">
                  <a:moveTo>
                    <a:pt x="1025" y="138"/>
                  </a:moveTo>
                  <a:cubicBezTo>
                    <a:pt x="850" y="437"/>
                    <a:pt x="700" y="750"/>
                    <a:pt x="575" y="1087"/>
                  </a:cubicBezTo>
                  <a:cubicBezTo>
                    <a:pt x="475" y="1437"/>
                    <a:pt x="538" y="1737"/>
                    <a:pt x="575" y="2099"/>
                  </a:cubicBezTo>
                  <a:cubicBezTo>
                    <a:pt x="588" y="2187"/>
                    <a:pt x="463" y="2212"/>
                    <a:pt x="425" y="2137"/>
                  </a:cubicBezTo>
                  <a:cubicBezTo>
                    <a:pt x="0" y="1437"/>
                    <a:pt x="475" y="600"/>
                    <a:pt x="938" y="50"/>
                  </a:cubicBezTo>
                  <a:cubicBezTo>
                    <a:pt x="988" y="0"/>
                    <a:pt x="1063" y="75"/>
                    <a:pt x="1038" y="1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7" name="Google Shape;4247;p103"/>
            <p:cNvSpPr/>
            <p:nvPr/>
          </p:nvSpPr>
          <p:spPr>
            <a:xfrm>
              <a:off x="6686100" y="1522975"/>
              <a:ext cx="17225" cy="34700"/>
            </a:xfrm>
            <a:custGeom>
              <a:rect b="b" l="l" r="r" t="t"/>
              <a:pathLst>
                <a:path extrusionOk="0" h="1388" w="689">
                  <a:moveTo>
                    <a:pt x="388" y="1263"/>
                  </a:moveTo>
                  <a:cubicBezTo>
                    <a:pt x="126" y="938"/>
                    <a:pt x="1" y="513"/>
                    <a:pt x="63" y="101"/>
                  </a:cubicBezTo>
                  <a:cubicBezTo>
                    <a:pt x="76" y="1"/>
                    <a:pt x="226" y="38"/>
                    <a:pt x="226" y="126"/>
                  </a:cubicBezTo>
                  <a:cubicBezTo>
                    <a:pt x="251" y="513"/>
                    <a:pt x="313" y="813"/>
                    <a:pt x="576" y="1101"/>
                  </a:cubicBezTo>
                  <a:cubicBezTo>
                    <a:pt x="688" y="1238"/>
                    <a:pt x="488" y="1388"/>
                    <a:pt x="388" y="1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8" name="Google Shape;4248;p103"/>
            <p:cNvSpPr/>
            <p:nvPr/>
          </p:nvSpPr>
          <p:spPr>
            <a:xfrm>
              <a:off x="6669850" y="1521425"/>
              <a:ext cx="22525" cy="11275"/>
            </a:xfrm>
            <a:custGeom>
              <a:rect b="b" l="l" r="r" t="t"/>
              <a:pathLst>
                <a:path extrusionOk="0" h="451" w="901">
                  <a:moveTo>
                    <a:pt x="776" y="213"/>
                  </a:moveTo>
                  <a:cubicBezTo>
                    <a:pt x="563" y="275"/>
                    <a:pt x="351" y="388"/>
                    <a:pt x="126" y="425"/>
                  </a:cubicBezTo>
                  <a:cubicBezTo>
                    <a:pt x="51" y="450"/>
                    <a:pt x="1" y="338"/>
                    <a:pt x="63" y="288"/>
                  </a:cubicBezTo>
                  <a:cubicBezTo>
                    <a:pt x="263" y="163"/>
                    <a:pt x="488" y="75"/>
                    <a:pt x="726" y="38"/>
                  </a:cubicBezTo>
                  <a:cubicBezTo>
                    <a:pt x="851" y="0"/>
                    <a:pt x="901" y="175"/>
                    <a:pt x="776" y="2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9" name="Google Shape;4249;p103"/>
            <p:cNvSpPr/>
            <p:nvPr/>
          </p:nvSpPr>
          <p:spPr>
            <a:xfrm>
              <a:off x="6668925" y="1512975"/>
              <a:ext cx="15650" cy="19100"/>
            </a:xfrm>
            <a:custGeom>
              <a:rect b="b" l="l" r="r" t="t"/>
              <a:pathLst>
                <a:path extrusionOk="0" h="764" w="626">
                  <a:moveTo>
                    <a:pt x="50" y="563"/>
                  </a:moveTo>
                  <a:cubicBezTo>
                    <a:pt x="138" y="376"/>
                    <a:pt x="263" y="201"/>
                    <a:pt x="425" y="63"/>
                  </a:cubicBezTo>
                  <a:cubicBezTo>
                    <a:pt x="500" y="1"/>
                    <a:pt x="625" y="88"/>
                    <a:pt x="575" y="176"/>
                  </a:cubicBezTo>
                  <a:cubicBezTo>
                    <a:pt x="463" y="351"/>
                    <a:pt x="338" y="501"/>
                    <a:pt x="238" y="663"/>
                  </a:cubicBezTo>
                  <a:cubicBezTo>
                    <a:pt x="163" y="763"/>
                    <a:pt x="1" y="676"/>
                    <a:pt x="50" y="5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0" name="Google Shape;4250;p103"/>
            <p:cNvSpPr/>
            <p:nvPr/>
          </p:nvSpPr>
          <p:spPr>
            <a:xfrm>
              <a:off x="6665800" y="1513300"/>
              <a:ext cx="17525" cy="6900"/>
            </a:xfrm>
            <a:custGeom>
              <a:rect b="b" l="l" r="r" t="t"/>
              <a:pathLst>
                <a:path extrusionOk="0" h="276" w="701">
                  <a:moveTo>
                    <a:pt x="575" y="225"/>
                  </a:moveTo>
                  <a:cubicBezTo>
                    <a:pt x="400" y="275"/>
                    <a:pt x="225" y="250"/>
                    <a:pt x="76" y="163"/>
                  </a:cubicBezTo>
                  <a:cubicBezTo>
                    <a:pt x="1" y="113"/>
                    <a:pt x="63" y="0"/>
                    <a:pt x="138" y="25"/>
                  </a:cubicBezTo>
                  <a:lnTo>
                    <a:pt x="513" y="38"/>
                  </a:lnTo>
                  <a:cubicBezTo>
                    <a:pt x="638" y="13"/>
                    <a:pt x="700" y="188"/>
                    <a:pt x="575" y="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1" name="Google Shape;4251;p103"/>
            <p:cNvSpPr/>
            <p:nvPr/>
          </p:nvSpPr>
          <p:spPr>
            <a:xfrm>
              <a:off x="6645800" y="1528925"/>
              <a:ext cx="28775" cy="23450"/>
            </a:xfrm>
            <a:custGeom>
              <a:rect b="b" l="l" r="r" t="t"/>
              <a:pathLst>
                <a:path extrusionOk="0" h="938" w="1151">
                  <a:moveTo>
                    <a:pt x="638" y="163"/>
                  </a:moveTo>
                  <a:cubicBezTo>
                    <a:pt x="1150" y="263"/>
                    <a:pt x="863" y="937"/>
                    <a:pt x="426" y="838"/>
                  </a:cubicBezTo>
                  <a:cubicBezTo>
                    <a:pt x="1" y="750"/>
                    <a:pt x="126" y="0"/>
                    <a:pt x="626" y="150"/>
                  </a:cubicBezTo>
                  <a:cubicBezTo>
                    <a:pt x="738" y="188"/>
                    <a:pt x="713" y="350"/>
                    <a:pt x="601" y="350"/>
                  </a:cubicBezTo>
                  <a:lnTo>
                    <a:pt x="601" y="325"/>
                  </a:lnTo>
                  <a:cubicBezTo>
                    <a:pt x="501" y="288"/>
                    <a:pt x="538" y="138"/>
                    <a:pt x="651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2" name="Google Shape;4252;p103"/>
            <p:cNvSpPr/>
            <p:nvPr/>
          </p:nvSpPr>
          <p:spPr>
            <a:xfrm>
              <a:off x="6217175" y="4309125"/>
              <a:ext cx="551125" cy="190600"/>
            </a:xfrm>
            <a:custGeom>
              <a:rect b="b" l="l" r="r" t="t"/>
              <a:pathLst>
                <a:path extrusionOk="0" h="7624" w="22045">
                  <a:moveTo>
                    <a:pt x="213" y="4662"/>
                  </a:moveTo>
                  <a:cubicBezTo>
                    <a:pt x="5036" y="0"/>
                    <a:pt x="11447" y="7623"/>
                    <a:pt x="17083" y="6311"/>
                  </a:cubicBezTo>
                  <a:cubicBezTo>
                    <a:pt x="20070" y="5611"/>
                    <a:pt x="22044" y="3300"/>
                    <a:pt x="21932" y="238"/>
                  </a:cubicBezTo>
                  <a:cubicBezTo>
                    <a:pt x="21932" y="150"/>
                    <a:pt x="21795" y="150"/>
                    <a:pt x="21795" y="238"/>
                  </a:cubicBezTo>
                  <a:cubicBezTo>
                    <a:pt x="21532" y="6511"/>
                    <a:pt x="14521" y="6724"/>
                    <a:pt x="10160" y="4887"/>
                  </a:cubicBezTo>
                  <a:cubicBezTo>
                    <a:pt x="8448" y="4162"/>
                    <a:pt x="6723" y="3175"/>
                    <a:pt x="4824" y="2950"/>
                  </a:cubicBezTo>
                  <a:cubicBezTo>
                    <a:pt x="2924" y="2725"/>
                    <a:pt x="1425" y="3225"/>
                    <a:pt x="88" y="4537"/>
                  </a:cubicBezTo>
                  <a:cubicBezTo>
                    <a:pt x="0" y="4612"/>
                    <a:pt x="125" y="4737"/>
                    <a:pt x="213" y="46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3" name="Google Shape;4253;p103"/>
            <p:cNvSpPr/>
            <p:nvPr/>
          </p:nvSpPr>
          <p:spPr>
            <a:xfrm>
              <a:off x="6582375" y="4210725"/>
              <a:ext cx="180925" cy="121225"/>
            </a:xfrm>
            <a:custGeom>
              <a:rect b="b" l="l" r="r" t="t"/>
              <a:pathLst>
                <a:path extrusionOk="0" h="4849" w="7237">
                  <a:moveTo>
                    <a:pt x="7224" y="3174"/>
                  </a:moveTo>
                  <a:cubicBezTo>
                    <a:pt x="7087" y="1162"/>
                    <a:pt x="4637" y="0"/>
                    <a:pt x="2825" y="537"/>
                  </a:cubicBezTo>
                  <a:cubicBezTo>
                    <a:pt x="1326" y="987"/>
                    <a:pt x="1" y="3524"/>
                    <a:pt x="1388" y="4774"/>
                  </a:cubicBezTo>
                  <a:cubicBezTo>
                    <a:pt x="1463" y="4849"/>
                    <a:pt x="1575" y="4736"/>
                    <a:pt x="1513" y="4661"/>
                  </a:cubicBezTo>
                  <a:cubicBezTo>
                    <a:pt x="113" y="3137"/>
                    <a:pt x="1775" y="837"/>
                    <a:pt x="3400" y="637"/>
                  </a:cubicBezTo>
                  <a:cubicBezTo>
                    <a:pt x="4950" y="437"/>
                    <a:pt x="6912" y="1450"/>
                    <a:pt x="7037" y="3174"/>
                  </a:cubicBezTo>
                  <a:cubicBezTo>
                    <a:pt x="7037" y="3299"/>
                    <a:pt x="7237" y="3299"/>
                    <a:pt x="7224" y="3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4" name="Google Shape;4254;p103"/>
            <p:cNvSpPr/>
            <p:nvPr/>
          </p:nvSpPr>
          <p:spPr>
            <a:xfrm>
              <a:off x="6636125" y="4276625"/>
              <a:ext cx="72825" cy="77200"/>
            </a:xfrm>
            <a:custGeom>
              <a:rect b="b" l="l" r="r" t="t"/>
              <a:pathLst>
                <a:path extrusionOk="0" h="3088" w="2913">
                  <a:moveTo>
                    <a:pt x="63" y="2600"/>
                  </a:moveTo>
                  <a:cubicBezTo>
                    <a:pt x="888" y="3087"/>
                    <a:pt x="2112" y="2738"/>
                    <a:pt x="2537" y="1850"/>
                  </a:cubicBezTo>
                  <a:cubicBezTo>
                    <a:pt x="2912" y="1026"/>
                    <a:pt x="2300" y="101"/>
                    <a:pt x="1437" y="13"/>
                  </a:cubicBezTo>
                  <a:cubicBezTo>
                    <a:pt x="1325" y="1"/>
                    <a:pt x="1300" y="188"/>
                    <a:pt x="1412" y="213"/>
                  </a:cubicBezTo>
                  <a:cubicBezTo>
                    <a:pt x="2225" y="351"/>
                    <a:pt x="2725" y="1176"/>
                    <a:pt x="2250" y="1925"/>
                  </a:cubicBezTo>
                  <a:cubicBezTo>
                    <a:pt x="1787" y="2613"/>
                    <a:pt x="888" y="2838"/>
                    <a:pt x="150" y="2463"/>
                  </a:cubicBezTo>
                  <a:cubicBezTo>
                    <a:pt x="63" y="2425"/>
                    <a:pt x="0" y="2538"/>
                    <a:pt x="75" y="26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5" name="Google Shape;4255;p103"/>
            <p:cNvSpPr/>
            <p:nvPr/>
          </p:nvSpPr>
          <p:spPr>
            <a:xfrm>
              <a:off x="6662675" y="4282575"/>
              <a:ext cx="25" cy="325"/>
            </a:xfrm>
            <a:custGeom>
              <a:rect b="b" l="l" r="r" t="t"/>
              <a:pathLst>
                <a:path extrusionOk="0" h="13" w="1">
                  <a:moveTo>
                    <a:pt x="1" y="0"/>
                  </a:moveTo>
                  <a:lnTo>
                    <a:pt x="1" y="1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6" name="Google Shape;4256;p103"/>
            <p:cNvSpPr/>
            <p:nvPr/>
          </p:nvSpPr>
          <p:spPr>
            <a:xfrm>
              <a:off x="6648925" y="4357225"/>
              <a:ext cx="206550" cy="103750"/>
            </a:xfrm>
            <a:custGeom>
              <a:rect b="b" l="l" r="r" t="t"/>
              <a:pathLst>
                <a:path extrusionOk="0" h="4150" w="8262">
                  <a:moveTo>
                    <a:pt x="126" y="4137"/>
                  </a:moveTo>
                  <a:cubicBezTo>
                    <a:pt x="1250" y="3887"/>
                    <a:pt x="2325" y="3425"/>
                    <a:pt x="3275" y="2775"/>
                  </a:cubicBezTo>
                  <a:cubicBezTo>
                    <a:pt x="4724" y="1763"/>
                    <a:pt x="6199" y="1"/>
                    <a:pt x="8074" y="1276"/>
                  </a:cubicBezTo>
                  <a:cubicBezTo>
                    <a:pt x="8161" y="1326"/>
                    <a:pt x="8261" y="1201"/>
                    <a:pt x="8186" y="1138"/>
                  </a:cubicBezTo>
                  <a:cubicBezTo>
                    <a:pt x="7424" y="451"/>
                    <a:pt x="6474" y="451"/>
                    <a:pt x="5549" y="851"/>
                  </a:cubicBezTo>
                  <a:cubicBezTo>
                    <a:pt x="4887" y="1151"/>
                    <a:pt x="4350" y="1676"/>
                    <a:pt x="3787" y="2125"/>
                  </a:cubicBezTo>
                  <a:cubicBezTo>
                    <a:pt x="2700" y="3013"/>
                    <a:pt x="1450" y="3650"/>
                    <a:pt x="88" y="3987"/>
                  </a:cubicBezTo>
                  <a:cubicBezTo>
                    <a:pt x="1" y="4000"/>
                    <a:pt x="38" y="4150"/>
                    <a:pt x="138" y="41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7" name="Google Shape;4257;p103"/>
            <p:cNvSpPr/>
            <p:nvPr/>
          </p:nvSpPr>
          <p:spPr>
            <a:xfrm>
              <a:off x="6506475" y="4375975"/>
              <a:ext cx="88425" cy="80000"/>
            </a:xfrm>
            <a:custGeom>
              <a:rect b="b" l="l" r="r" t="t"/>
              <a:pathLst>
                <a:path extrusionOk="0" h="3200" w="3537">
                  <a:moveTo>
                    <a:pt x="113" y="2888"/>
                  </a:moveTo>
                  <a:cubicBezTo>
                    <a:pt x="987" y="3087"/>
                    <a:pt x="1837" y="3200"/>
                    <a:pt x="2650" y="2713"/>
                  </a:cubicBezTo>
                  <a:cubicBezTo>
                    <a:pt x="3174" y="2388"/>
                    <a:pt x="3537" y="1875"/>
                    <a:pt x="3437" y="1225"/>
                  </a:cubicBezTo>
                  <a:cubicBezTo>
                    <a:pt x="3349" y="613"/>
                    <a:pt x="2849" y="138"/>
                    <a:pt x="2225" y="63"/>
                  </a:cubicBezTo>
                  <a:cubicBezTo>
                    <a:pt x="1750" y="13"/>
                    <a:pt x="1075" y="176"/>
                    <a:pt x="1025" y="726"/>
                  </a:cubicBezTo>
                  <a:cubicBezTo>
                    <a:pt x="1025" y="813"/>
                    <a:pt x="1150" y="813"/>
                    <a:pt x="1150" y="726"/>
                  </a:cubicBezTo>
                  <a:cubicBezTo>
                    <a:pt x="1225" y="1"/>
                    <a:pt x="2437" y="263"/>
                    <a:pt x="2762" y="488"/>
                  </a:cubicBezTo>
                  <a:cubicBezTo>
                    <a:pt x="3249" y="838"/>
                    <a:pt x="3387" y="1500"/>
                    <a:pt x="3099" y="2025"/>
                  </a:cubicBezTo>
                  <a:cubicBezTo>
                    <a:pt x="2475" y="3037"/>
                    <a:pt x="1125" y="2937"/>
                    <a:pt x="150" y="2713"/>
                  </a:cubicBezTo>
                  <a:cubicBezTo>
                    <a:pt x="38" y="2688"/>
                    <a:pt x="0" y="2863"/>
                    <a:pt x="113" y="28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8" name="Google Shape;4258;p103"/>
            <p:cNvSpPr/>
            <p:nvPr/>
          </p:nvSpPr>
          <p:spPr>
            <a:xfrm>
              <a:off x="6450850" y="4386300"/>
              <a:ext cx="33150" cy="43450"/>
            </a:xfrm>
            <a:custGeom>
              <a:rect b="b" l="l" r="r" t="t"/>
              <a:pathLst>
                <a:path extrusionOk="0" h="1738" w="1326">
                  <a:moveTo>
                    <a:pt x="101" y="1550"/>
                  </a:moveTo>
                  <a:cubicBezTo>
                    <a:pt x="638" y="1737"/>
                    <a:pt x="1325" y="1412"/>
                    <a:pt x="1263" y="762"/>
                  </a:cubicBezTo>
                  <a:cubicBezTo>
                    <a:pt x="1213" y="338"/>
                    <a:pt x="513" y="0"/>
                    <a:pt x="251" y="425"/>
                  </a:cubicBezTo>
                  <a:cubicBezTo>
                    <a:pt x="176" y="538"/>
                    <a:pt x="351" y="637"/>
                    <a:pt x="426" y="525"/>
                  </a:cubicBezTo>
                  <a:cubicBezTo>
                    <a:pt x="538" y="463"/>
                    <a:pt x="676" y="438"/>
                    <a:pt x="801" y="488"/>
                  </a:cubicBezTo>
                  <a:cubicBezTo>
                    <a:pt x="1076" y="712"/>
                    <a:pt x="1125" y="937"/>
                    <a:pt x="951" y="1137"/>
                  </a:cubicBezTo>
                  <a:cubicBezTo>
                    <a:pt x="776" y="1450"/>
                    <a:pt x="451" y="1487"/>
                    <a:pt x="138" y="1400"/>
                  </a:cubicBezTo>
                  <a:cubicBezTo>
                    <a:pt x="38" y="1362"/>
                    <a:pt x="1" y="1525"/>
                    <a:pt x="101" y="15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9" name="Google Shape;4259;p103"/>
            <p:cNvSpPr/>
            <p:nvPr/>
          </p:nvSpPr>
          <p:spPr>
            <a:xfrm>
              <a:off x="6842625" y="4377850"/>
              <a:ext cx="31900" cy="31900"/>
            </a:xfrm>
            <a:custGeom>
              <a:rect b="b" l="l" r="r" t="t"/>
              <a:pathLst>
                <a:path extrusionOk="0" h="1276" w="1276">
                  <a:moveTo>
                    <a:pt x="326" y="351"/>
                  </a:moveTo>
                  <a:cubicBezTo>
                    <a:pt x="1" y="713"/>
                    <a:pt x="451" y="1275"/>
                    <a:pt x="863" y="950"/>
                  </a:cubicBezTo>
                  <a:cubicBezTo>
                    <a:pt x="1275" y="626"/>
                    <a:pt x="800" y="1"/>
                    <a:pt x="401" y="301"/>
                  </a:cubicBezTo>
                  <a:cubicBezTo>
                    <a:pt x="326" y="351"/>
                    <a:pt x="376" y="463"/>
                    <a:pt x="463" y="451"/>
                  </a:cubicBezTo>
                  <a:lnTo>
                    <a:pt x="463" y="451"/>
                  </a:lnTo>
                  <a:cubicBezTo>
                    <a:pt x="501" y="376"/>
                    <a:pt x="401" y="276"/>
                    <a:pt x="338" y="3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0" name="Google Shape;4260;p103"/>
            <p:cNvSpPr/>
            <p:nvPr/>
          </p:nvSpPr>
          <p:spPr>
            <a:xfrm>
              <a:off x="6720775" y="4313800"/>
              <a:ext cx="77825" cy="113125"/>
            </a:xfrm>
            <a:custGeom>
              <a:rect b="b" l="l" r="r" t="t"/>
              <a:pathLst>
                <a:path extrusionOk="0" h="4525" w="3113">
                  <a:moveTo>
                    <a:pt x="163" y="4462"/>
                  </a:moveTo>
                  <a:cubicBezTo>
                    <a:pt x="1551" y="3363"/>
                    <a:pt x="2575" y="1850"/>
                    <a:pt x="3088" y="151"/>
                  </a:cubicBezTo>
                  <a:cubicBezTo>
                    <a:pt x="3113" y="63"/>
                    <a:pt x="2975" y="1"/>
                    <a:pt x="2925" y="88"/>
                  </a:cubicBezTo>
                  <a:cubicBezTo>
                    <a:pt x="2188" y="1700"/>
                    <a:pt x="1413" y="3188"/>
                    <a:pt x="63" y="4375"/>
                  </a:cubicBezTo>
                  <a:cubicBezTo>
                    <a:pt x="1" y="4437"/>
                    <a:pt x="88" y="4525"/>
                    <a:pt x="163" y="44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1" name="Google Shape;4261;p103"/>
            <p:cNvSpPr/>
            <p:nvPr/>
          </p:nvSpPr>
          <p:spPr>
            <a:xfrm>
              <a:off x="6784200" y="4293200"/>
              <a:ext cx="30650" cy="32500"/>
            </a:xfrm>
            <a:custGeom>
              <a:rect b="b" l="l" r="r" t="t"/>
              <a:pathLst>
                <a:path extrusionOk="0" h="1300" w="1226">
                  <a:moveTo>
                    <a:pt x="501" y="800"/>
                  </a:moveTo>
                  <a:lnTo>
                    <a:pt x="501" y="737"/>
                  </a:lnTo>
                  <a:cubicBezTo>
                    <a:pt x="426" y="662"/>
                    <a:pt x="313" y="750"/>
                    <a:pt x="363" y="850"/>
                  </a:cubicBezTo>
                  <a:cubicBezTo>
                    <a:pt x="601" y="1300"/>
                    <a:pt x="1225" y="750"/>
                    <a:pt x="888" y="375"/>
                  </a:cubicBezTo>
                  <a:cubicBezTo>
                    <a:pt x="551" y="0"/>
                    <a:pt x="1" y="550"/>
                    <a:pt x="388" y="912"/>
                  </a:cubicBezTo>
                  <a:cubicBezTo>
                    <a:pt x="463" y="975"/>
                    <a:pt x="563" y="875"/>
                    <a:pt x="501" y="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2" name="Google Shape;4262;p103"/>
            <p:cNvSpPr/>
            <p:nvPr/>
          </p:nvSpPr>
          <p:spPr>
            <a:xfrm>
              <a:off x="6760775" y="4298825"/>
              <a:ext cx="5650" cy="9375"/>
            </a:xfrm>
            <a:custGeom>
              <a:rect b="b" l="l" r="r" t="t"/>
              <a:pathLst>
                <a:path extrusionOk="0" h="375" w="226">
                  <a:moveTo>
                    <a:pt x="213" y="263"/>
                  </a:moveTo>
                  <a:cubicBezTo>
                    <a:pt x="225" y="188"/>
                    <a:pt x="200" y="113"/>
                    <a:pt x="150" y="63"/>
                  </a:cubicBezTo>
                  <a:cubicBezTo>
                    <a:pt x="113" y="0"/>
                    <a:pt x="1" y="13"/>
                    <a:pt x="1" y="100"/>
                  </a:cubicBezTo>
                  <a:cubicBezTo>
                    <a:pt x="1" y="150"/>
                    <a:pt x="13" y="213"/>
                    <a:pt x="13" y="263"/>
                  </a:cubicBezTo>
                  <a:cubicBezTo>
                    <a:pt x="26" y="375"/>
                    <a:pt x="188" y="375"/>
                    <a:pt x="200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3" name="Google Shape;4263;p103"/>
            <p:cNvSpPr/>
            <p:nvPr/>
          </p:nvSpPr>
          <p:spPr>
            <a:xfrm>
              <a:off x="6624250" y="4331300"/>
              <a:ext cx="10025" cy="6900"/>
            </a:xfrm>
            <a:custGeom>
              <a:rect b="b" l="l" r="r" t="t"/>
              <a:pathLst>
                <a:path extrusionOk="0" h="276" w="401">
                  <a:moveTo>
                    <a:pt x="313" y="88"/>
                  </a:moveTo>
                  <a:cubicBezTo>
                    <a:pt x="250" y="51"/>
                    <a:pt x="175" y="26"/>
                    <a:pt x="100" y="13"/>
                  </a:cubicBezTo>
                  <a:cubicBezTo>
                    <a:pt x="38" y="1"/>
                    <a:pt x="0" y="63"/>
                    <a:pt x="50" y="113"/>
                  </a:cubicBezTo>
                  <a:cubicBezTo>
                    <a:pt x="100" y="176"/>
                    <a:pt x="163" y="226"/>
                    <a:pt x="250" y="251"/>
                  </a:cubicBezTo>
                  <a:cubicBezTo>
                    <a:pt x="338" y="276"/>
                    <a:pt x="400" y="138"/>
                    <a:pt x="313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4" name="Google Shape;4264;p103"/>
            <p:cNvSpPr/>
            <p:nvPr/>
          </p:nvSpPr>
          <p:spPr>
            <a:xfrm>
              <a:off x="6618625" y="4440350"/>
              <a:ext cx="156850" cy="27825"/>
            </a:xfrm>
            <a:custGeom>
              <a:rect b="b" l="l" r="r" t="t"/>
              <a:pathLst>
                <a:path extrusionOk="0" h="1113" w="6274">
                  <a:moveTo>
                    <a:pt x="101" y="1100"/>
                  </a:moveTo>
                  <a:cubicBezTo>
                    <a:pt x="963" y="1112"/>
                    <a:pt x="1813" y="1025"/>
                    <a:pt x="2662" y="850"/>
                  </a:cubicBezTo>
                  <a:cubicBezTo>
                    <a:pt x="3812" y="625"/>
                    <a:pt x="4937" y="175"/>
                    <a:pt x="6111" y="500"/>
                  </a:cubicBezTo>
                  <a:cubicBezTo>
                    <a:pt x="6224" y="525"/>
                    <a:pt x="6274" y="362"/>
                    <a:pt x="6161" y="313"/>
                  </a:cubicBezTo>
                  <a:cubicBezTo>
                    <a:pt x="5362" y="0"/>
                    <a:pt x="4649" y="163"/>
                    <a:pt x="3837" y="337"/>
                  </a:cubicBezTo>
                  <a:cubicBezTo>
                    <a:pt x="2587" y="612"/>
                    <a:pt x="1375" y="862"/>
                    <a:pt x="101" y="925"/>
                  </a:cubicBezTo>
                  <a:cubicBezTo>
                    <a:pt x="1" y="937"/>
                    <a:pt x="1" y="1087"/>
                    <a:pt x="101" y="1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5" name="Google Shape;4265;p103"/>
            <p:cNvSpPr/>
            <p:nvPr/>
          </p:nvSpPr>
          <p:spPr>
            <a:xfrm>
              <a:off x="6763900" y="4437225"/>
              <a:ext cx="32825" cy="31250"/>
            </a:xfrm>
            <a:custGeom>
              <a:rect b="b" l="l" r="r" t="t"/>
              <a:pathLst>
                <a:path extrusionOk="0" h="1250" w="1313">
                  <a:moveTo>
                    <a:pt x="450" y="550"/>
                  </a:moveTo>
                  <a:lnTo>
                    <a:pt x="563" y="587"/>
                  </a:lnTo>
                  <a:cubicBezTo>
                    <a:pt x="613" y="512"/>
                    <a:pt x="550" y="413"/>
                    <a:pt x="463" y="425"/>
                  </a:cubicBezTo>
                  <a:cubicBezTo>
                    <a:pt x="1" y="587"/>
                    <a:pt x="463" y="1250"/>
                    <a:pt x="850" y="1012"/>
                  </a:cubicBezTo>
                  <a:cubicBezTo>
                    <a:pt x="1313" y="712"/>
                    <a:pt x="775" y="0"/>
                    <a:pt x="350" y="438"/>
                  </a:cubicBezTo>
                  <a:cubicBezTo>
                    <a:pt x="288" y="500"/>
                    <a:pt x="363" y="600"/>
                    <a:pt x="450" y="5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6" name="Google Shape;4266;p103"/>
            <p:cNvSpPr/>
            <p:nvPr/>
          </p:nvSpPr>
          <p:spPr>
            <a:xfrm>
              <a:off x="6768275" y="4388175"/>
              <a:ext cx="72825" cy="22500"/>
            </a:xfrm>
            <a:custGeom>
              <a:rect b="b" l="l" r="r" t="t"/>
              <a:pathLst>
                <a:path extrusionOk="0" h="900" w="2913">
                  <a:moveTo>
                    <a:pt x="100" y="263"/>
                  </a:moveTo>
                  <a:cubicBezTo>
                    <a:pt x="413" y="562"/>
                    <a:pt x="813" y="750"/>
                    <a:pt x="1225" y="800"/>
                  </a:cubicBezTo>
                  <a:cubicBezTo>
                    <a:pt x="1700" y="862"/>
                    <a:pt x="2400" y="900"/>
                    <a:pt x="2812" y="637"/>
                  </a:cubicBezTo>
                  <a:cubicBezTo>
                    <a:pt x="2912" y="575"/>
                    <a:pt x="2850" y="413"/>
                    <a:pt x="2725" y="438"/>
                  </a:cubicBezTo>
                  <a:cubicBezTo>
                    <a:pt x="1937" y="637"/>
                    <a:pt x="900" y="687"/>
                    <a:pt x="263" y="100"/>
                  </a:cubicBezTo>
                  <a:cubicBezTo>
                    <a:pt x="163" y="0"/>
                    <a:pt x="0" y="163"/>
                    <a:pt x="113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7" name="Google Shape;4267;p103"/>
            <p:cNvSpPr/>
            <p:nvPr/>
          </p:nvSpPr>
          <p:spPr>
            <a:xfrm>
              <a:off x="6769525" y="4381600"/>
              <a:ext cx="70625" cy="23450"/>
            </a:xfrm>
            <a:custGeom>
              <a:rect b="b" l="l" r="r" t="t"/>
              <a:pathLst>
                <a:path extrusionOk="0" h="938" w="2825">
                  <a:moveTo>
                    <a:pt x="2762" y="738"/>
                  </a:moveTo>
                  <a:cubicBezTo>
                    <a:pt x="2250" y="51"/>
                    <a:pt x="813" y="1"/>
                    <a:pt x="113" y="376"/>
                  </a:cubicBezTo>
                  <a:cubicBezTo>
                    <a:pt x="0" y="426"/>
                    <a:pt x="88" y="563"/>
                    <a:pt x="188" y="551"/>
                  </a:cubicBezTo>
                  <a:cubicBezTo>
                    <a:pt x="900" y="438"/>
                    <a:pt x="2062" y="176"/>
                    <a:pt x="2612" y="850"/>
                  </a:cubicBezTo>
                  <a:cubicBezTo>
                    <a:pt x="2687" y="938"/>
                    <a:pt x="2825" y="825"/>
                    <a:pt x="2775" y="7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8" name="Google Shape;4268;p103"/>
            <p:cNvSpPr/>
            <p:nvPr/>
          </p:nvSpPr>
          <p:spPr>
            <a:xfrm>
              <a:off x="6669850" y="4396600"/>
              <a:ext cx="17850" cy="55950"/>
            </a:xfrm>
            <a:custGeom>
              <a:rect b="b" l="l" r="r" t="t"/>
              <a:pathLst>
                <a:path extrusionOk="0" h="2238" w="714">
                  <a:moveTo>
                    <a:pt x="413" y="2087"/>
                  </a:moveTo>
                  <a:cubicBezTo>
                    <a:pt x="238" y="1450"/>
                    <a:pt x="326" y="775"/>
                    <a:pt x="663" y="213"/>
                  </a:cubicBezTo>
                  <a:cubicBezTo>
                    <a:pt x="713" y="101"/>
                    <a:pt x="551" y="1"/>
                    <a:pt x="476" y="101"/>
                  </a:cubicBezTo>
                  <a:cubicBezTo>
                    <a:pt x="88" y="713"/>
                    <a:pt x="1" y="1450"/>
                    <a:pt x="238" y="2137"/>
                  </a:cubicBezTo>
                  <a:cubicBezTo>
                    <a:pt x="276" y="2237"/>
                    <a:pt x="426" y="2200"/>
                    <a:pt x="413" y="20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9" name="Google Shape;4269;p103"/>
            <p:cNvSpPr/>
            <p:nvPr/>
          </p:nvSpPr>
          <p:spPr>
            <a:xfrm>
              <a:off x="6677050" y="4396600"/>
              <a:ext cx="16275" cy="54375"/>
            </a:xfrm>
            <a:custGeom>
              <a:rect b="b" l="l" r="r" t="t"/>
              <a:pathLst>
                <a:path extrusionOk="0" h="2175" w="651">
                  <a:moveTo>
                    <a:pt x="188" y="188"/>
                  </a:moveTo>
                  <a:cubicBezTo>
                    <a:pt x="313" y="550"/>
                    <a:pt x="363" y="950"/>
                    <a:pt x="300" y="1338"/>
                  </a:cubicBezTo>
                  <a:cubicBezTo>
                    <a:pt x="250" y="1613"/>
                    <a:pt x="113" y="1788"/>
                    <a:pt x="13" y="2038"/>
                  </a:cubicBezTo>
                  <a:cubicBezTo>
                    <a:pt x="0" y="2075"/>
                    <a:pt x="25" y="2112"/>
                    <a:pt x="63" y="2125"/>
                  </a:cubicBezTo>
                  <a:cubicBezTo>
                    <a:pt x="363" y="2175"/>
                    <a:pt x="463" y="1850"/>
                    <a:pt x="538" y="1613"/>
                  </a:cubicBezTo>
                  <a:cubicBezTo>
                    <a:pt x="650" y="1113"/>
                    <a:pt x="600" y="600"/>
                    <a:pt x="400" y="126"/>
                  </a:cubicBezTo>
                  <a:cubicBezTo>
                    <a:pt x="350" y="1"/>
                    <a:pt x="150" y="51"/>
                    <a:pt x="188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0" name="Google Shape;4270;p103"/>
            <p:cNvSpPr/>
            <p:nvPr/>
          </p:nvSpPr>
          <p:spPr>
            <a:xfrm>
              <a:off x="6337750" y="4364725"/>
              <a:ext cx="82825" cy="26900"/>
            </a:xfrm>
            <a:custGeom>
              <a:rect b="b" l="l" r="r" t="t"/>
              <a:pathLst>
                <a:path extrusionOk="0" h="1076" w="3313">
                  <a:moveTo>
                    <a:pt x="126" y="926"/>
                  </a:moveTo>
                  <a:cubicBezTo>
                    <a:pt x="1138" y="1076"/>
                    <a:pt x="2500" y="926"/>
                    <a:pt x="3263" y="163"/>
                  </a:cubicBezTo>
                  <a:cubicBezTo>
                    <a:pt x="3313" y="113"/>
                    <a:pt x="3263" y="1"/>
                    <a:pt x="3175" y="26"/>
                  </a:cubicBezTo>
                  <a:cubicBezTo>
                    <a:pt x="2713" y="188"/>
                    <a:pt x="2300" y="476"/>
                    <a:pt x="1813" y="601"/>
                  </a:cubicBezTo>
                  <a:cubicBezTo>
                    <a:pt x="1276" y="738"/>
                    <a:pt x="713" y="776"/>
                    <a:pt x="151" y="713"/>
                  </a:cubicBezTo>
                  <a:cubicBezTo>
                    <a:pt x="38" y="701"/>
                    <a:pt x="1" y="913"/>
                    <a:pt x="126" y="9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1" name="Google Shape;4271;p103"/>
            <p:cNvSpPr/>
            <p:nvPr/>
          </p:nvSpPr>
          <p:spPr>
            <a:xfrm>
              <a:off x="6319650" y="4355975"/>
              <a:ext cx="100625" cy="30975"/>
            </a:xfrm>
            <a:custGeom>
              <a:rect b="b" l="l" r="r" t="t"/>
              <a:pathLst>
                <a:path extrusionOk="0" h="1239" w="4025">
                  <a:moveTo>
                    <a:pt x="3887" y="238"/>
                  </a:moveTo>
                  <a:cubicBezTo>
                    <a:pt x="3262" y="126"/>
                    <a:pt x="2612" y="1"/>
                    <a:pt x="1975" y="101"/>
                  </a:cubicBezTo>
                  <a:cubicBezTo>
                    <a:pt x="1300" y="201"/>
                    <a:pt x="712" y="551"/>
                    <a:pt x="138" y="926"/>
                  </a:cubicBezTo>
                  <a:cubicBezTo>
                    <a:pt x="0" y="1013"/>
                    <a:pt x="138" y="1238"/>
                    <a:pt x="275" y="1151"/>
                  </a:cubicBezTo>
                  <a:cubicBezTo>
                    <a:pt x="737" y="838"/>
                    <a:pt x="1225" y="526"/>
                    <a:pt x="1787" y="388"/>
                  </a:cubicBezTo>
                  <a:cubicBezTo>
                    <a:pt x="2450" y="226"/>
                    <a:pt x="3162" y="338"/>
                    <a:pt x="3837" y="451"/>
                  </a:cubicBezTo>
                  <a:cubicBezTo>
                    <a:pt x="3962" y="463"/>
                    <a:pt x="4024" y="263"/>
                    <a:pt x="3887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2" name="Google Shape;4272;p103"/>
            <p:cNvSpPr/>
            <p:nvPr/>
          </p:nvSpPr>
          <p:spPr>
            <a:xfrm>
              <a:off x="6822325" y="3689900"/>
              <a:ext cx="199650" cy="551150"/>
            </a:xfrm>
            <a:custGeom>
              <a:rect b="b" l="l" r="r" t="t"/>
              <a:pathLst>
                <a:path extrusionOk="0" h="22046" w="7986">
                  <a:moveTo>
                    <a:pt x="4499" y="88"/>
                  </a:moveTo>
                  <a:cubicBezTo>
                    <a:pt x="3187" y="1426"/>
                    <a:pt x="2700" y="2938"/>
                    <a:pt x="2912" y="4837"/>
                  </a:cubicBezTo>
                  <a:cubicBezTo>
                    <a:pt x="3087" y="6237"/>
                    <a:pt x="3699" y="7487"/>
                    <a:pt x="4237" y="8761"/>
                  </a:cubicBezTo>
                  <a:cubicBezTo>
                    <a:pt x="6111" y="13235"/>
                    <a:pt x="7986" y="21470"/>
                    <a:pt x="213" y="21808"/>
                  </a:cubicBezTo>
                  <a:cubicBezTo>
                    <a:pt x="125" y="21808"/>
                    <a:pt x="125" y="21933"/>
                    <a:pt x="213" y="21945"/>
                  </a:cubicBezTo>
                  <a:cubicBezTo>
                    <a:pt x="3250" y="22045"/>
                    <a:pt x="5586" y="20071"/>
                    <a:pt x="6274" y="17084"/>
                  </a:cubicBezTo>
                  <a:cubicBezTo>
                    <a:pt x="7598" y="11435"/>
                    <a:pt x="0" y="5012"/>
                    <a:pt x="4637" y="213"/>
                  </a:cubicBezTo>
                  <a:cubicBezTo>
                    <a:pt x="4712" y="138"/>
                    <a:pt x="4587" y="1"/>
                    <a:pt x="4499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3" name="Google Shape;4273;p103"/>
            <p:cNvSpPr/>
            <p:nvPr/>
          </p:nvSpPr>
          <p:spPr>
            <a:xfrm>
              <a:off x="6723275" y="4055125"/>
              <a:ext cx="121250" cy="180925"/>
            </a:xfrm>
            <a:custGeom>
              <a:rect b="b" l="l" r="r" t="t"/>
              <a:pathLst>
                <a:path extrusionOk="0" h="7237" w="4850">
                  <a:moveTo>
                    <a:pt x="3175" y="7036"/>
                  </a:moveTo>
                  <a:cubicBezTo>
                    <a:pt x="1438" y="6911"/>
                    <a:pt x="438" y="4949"/>
                    <a:pt x="626" y="3400"/>
                  </a:cubicBezTo>
                  <a:cubicBezTo>
                    <a:pt x="838" y="1775"/>
                    <a:pt x="3138" y="113"/>
                    <a:pt x="4650" y="1513"/>
                  </a:cubicBezTo>
                  <a:cubicBezTo>
                    <a:pt x="4737" y="1588"/>
                    <a:pt x="4850" y="1463"/>
                    <a:pt x="4775" y="1388"/>
                  </a:cubicBezTo>
                  <a:cubicBezTo>
                    <a:pt x="3525" y="1"/>
                    <a:pt x="988" y="1313"/>
                    <a:pt x="538" y="2825"/>
                  </a:cubicBezTo>
                  <a:cubicBezTo>
                    <a:pt x="1" y="4637"/>
                    <a:pt x="1163" y="7086"/>
                    <a:pt x="3175" y="7224"/>
                  </a:cubicBezTo>
                  <a:cubicBezTo>
                    <a:pt x="3300" y="7236"/>
                    <a:pt x="3300" y="7049"/>
                    <a:pt x="3175" y="70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4" name="Google Shape;4274;p103"/>
            <p:cNvSpPr/>
            <p:nvPr/>
          </p:nvSpPr>
          <p:spPr>
            <a:xfrm>
              <a:off x="6789200" y="4108250"/>
              <a:ext cx="77200" cy="73425"/>
            </a:xfrm>
            <a:custGeom>
              <a:rect b="b" l="l" r="r" t="t"/>
              <a:pathLst>
                <a:path extrusionOk="0" h="2937" w="3088">
                  <a:moveTo>
                    <a:pt x="2463" y="163"/>
                  </a:moveTo>
                  <a:cubicBezTo>
                    <a:pt x="2837" y="900"/>
                    <a:pt x="2600" y="1800"/>
                    <a:pt x="1925" y="2274"/>
                  </a:cubicBezTo>
                  <a:cubicBezTo>
                    <a:pt x="1175" y="2749"/>
                    <a:pt x="338" y="2237"/>
                    <a:pt x="201" y="1425"/>
                  </a:cubicBezTo>
                  <a:cubicBezTo>
                    <a:pt x="188" y="1312"/>
                    <a:pt x="1" y="1337"/>
                    <a:pt x="13" y="1450"/>
                  </a:cubicBezTo>
                  <a:cubicBezTo>
                    <a:pt x="88" y="2324"/>
                    <a:pt x="1013" y="2937"/>
                    <a:pt x="1838" y="2549"/>
                  </a:cubicBezTo>
                  <a:cubicBezTo>
                    <a:pt x="2738" y="2137"/>
                    <a:pt x="3087" y="900"/>
                    <a:pt x="2588" y="75"/>
                  </a:cubicBezTo>
                  <a:cubicBezTo>
                    <a:pt x="2538" y="0"/>
                    <a:pt x="2425" y="75"/>
                    <a:pt x="2463" y="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5" name="Google Shape;4275;p103"/>
            <p:cNvSpPr/>
            <p:nvPr/>
          </p:nvSpPr>
          <p:spPr>
            <a:xfrm>
              <a:off x="6795150" y="4135100"/>
              <a:ext cx="325" cy="350"/>
            </a:xfrm>
            <a:custGeom>
              <a:rect b="b" l="l" r="r" t="t"/>
              <a:pathLst>
                <a:path extrusionOk="0" h="14" w="13">
                  <a:moveTo>
                    <a:pt x="0" y="1"/>
                  </a:moveTo>
                  <a:lnTo>
                    <a:pt x="0" y="13"/>
                  </a:lnTo>
                  <a:cubicBezTo>
                    <a:pt x="0" y="13"/>
                    <a:pt x="13" y="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6" name="Google Shape;4276;p103"/>
            <p:cNvSpPr/>
            <p:nvPr/>
          </p:nvSpPr>
          <p:spPr>
            <a:xfrm>
              <a:off x="6869500" y="4121350"/>
              <a:ext cx="104050" cy="206550"/>
            </a:xfrm>
            <a:custGeom>
              <a:rect b="b" l="l" r="r" t="t"/>
              <a:pathLst>
                <a:path extrusionOk="0" h="8262" w="4162">
                  <a:moveTo>
                    <a:pt x="3987" y="101"/>
                  </a:moveTo>
                  <a:cubicBezTo>
                    <a:pt x="3712" y="1288"/>
                    <a:pt x="3175" y="2400"/>
                    <a:pt x="2450" y="3375"/>
                  </a:cubicBezTo>
                  <a:cubicBezTo>
                    <a:pt x="1925" y="4087"/>
                    <a:pt x="1225" y="4737"/>
                    <a:pt x="863" y="5562"/>
                  </a:cubicBezTo>
                  <a:cubicBezTo>
                    <a:pt x="450" y="6474"/>
                    <a:pt x="463" y="7436"/>
                    <a:pt x="1150" y="8199"/>
                  </a:cubicBezTo>
                  <a:cubicBezTo>
                    <a:pt x="1213" y="8261"/>
                    <a:pt x="1338" y="8174"/>
                    <a:pt x="1275" y="8086"/>
                  </a:cubicBezTo>
                  <a:cubicBezTo>
                    <a:pt x="0" y="6212"/>
                    <a:pt x="1762" y="4725"/>
                    <a:pt x="2775" y="3275"/>
                  </a:cubicBezTo>
                  <a:cubicBezTo>
                    <a:pt x="3437" y="2325"/>
                    <a:pt x="3899" y="1263"/>
                    <a:pt x="4137" y="138"/>
                  </a:cubicBezTo>
                  <a:cubicBezTo>
                    <a:pt x="4162" y="38"/>
                    <a:pt x="4012" y="1"/>
                    <a:pt x="3987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7" name="Google Shape;4277;p103"/>
            <p:cNvSpPr/>
            <p:nvPr/>
          </p:nvSpPr>
          <p:spPr>
            <a:xfrm>
              <a:off x="6887000" y="3978900"/>
              <a:ext cx="81875" cy="88750"/>
            </a:xfrm>
            <a:custGeom>
              <a:rect b="b" l="l" r="r" t="t"/>
              <a:pathLst>
                <a:path extrusionOk="0" h="3550" w="3275">
                  <a:moveTo>
                    <a:pt x="2774" y="163"/>
                  </a:moveTo>
                  <a:cubicBezTo>
                    <a:pt x="2987" y="1138"/>
                    <a:pt x="3099" y="2500"/>
                    <a:pt x="2087" y="3112"/>
                  </a:cubicBezTo>
                  <a:cubicBezTo>
                    <a:pt x="1612" y="3375"/>
                    <a:pt x="1025" y="3287"/>
                    <a:pt x="638" y="2900"/>
                  </a:cubicBezTo>
                  <a:cubicBezTo>
                    <a:pt x="338" y="2575"/>
                    <a:pt x="0" y="1250"/>
                    <a:pt x="800" y="1163"/>
                  </a:cubicBezTo>
                  <a:cubicBezTo>
                    <a:pt x="875" y="1163"/>
                    <a:pt x="875" y="1025"/>
                    <a:pt x="800" y="1038"/>
                  </a:cubicBezTo>
                  <a:cubicBezTo>
                    <a:pt x="250" y="1088"/>
                    <a:pt x="75" y="1762"/>
                    <a:pt x="138" y="2237"/>
                  </a:cubicBezTo>
                  <a:cubicBezTo>
                    <a:pt x="200" y="2850"/>
                    <a:pt x="675" y="3350"/>
                    <a:pt x="1300" y="3450"/>
                  </a:cubicBezTo>
                  <a:cubicBezTo>
                    <a:pt x="1937" y="3550"/>
                    <a:pt x="2450" y="3187"/>
                    <a:pt x="2774" y="2650"/>
                  </a:cubicBezTo>
                  <a:cubicBezTo>
                    <a:pt x="3274" y="1850"/>
                    <a:pt x="3149" y="988"/>
                    <a:pt x="2949" y="113"/>
                  </a:cubicBezTo>
                  <a:cubicBezTo>
                    <a:pt x="2924" y="0"/>
                    <a:pt x="2762" y="50"/>
                    <a:pt x="2787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8" name="Google Shape;4278;p103"/>
            <p:cNvSpPr/>
            <p:nvPr/>
          </p:nvSpPr>
          <p:spPr>
            <a:xfrm>
              <a:off x="6898550" y="3923300"/>
              <a:ext cx="43775" cy="33450"/>
            </a:xfrm>
            <a:custGeom>
              <a:rect b="b" l="l" r="r" t="t"/>
              <a:pathLst>
                <a:path extrusionOk="0" h="1338" w="1751">
                  <a:moveTo>
                    <a:pt x="1400" y="150"/>
                  </a:moveTo>
                  <a:cubicBezTo>
                    <a:pt x="1488" y="462"/>
                    <a:pt x="1450" y="787"/>
                    <a:pt x="1138" y="962"/>
                  </a:cubicBezTo>
                  <a:cubicBezTo>
                    <a:pt x="938" y="1137"/>
                    <a:pt x="713" y="1087"/>
                    <a:pt x="488" y="800"/>
                  </a:cubicBezTo>
                  <a:cubicBezTo>
                    <a:pt x="438" y="675"/>
                    <a:pt x="463" y="537"/>
                    <a:pt x="525" y="425"/>
                  </a:cubicBezTo>
                  <a:cubicBezTo>
                    <a:pt x="638" y="350"/>
                    <a:pt x="538" y="175"/>
                    <a:pt x="425" y="250"/>
                  </a:cubicBezTo>
                  <a:cubicBezTo>
                    <a:pt x="1" y="512"/>
                    <a:pt x="338" y="1212"/>
                    <a:pt x="763" y="1262"/>
                  </a:cubicBezTo>
                  <a:cubicBezTo>
                    <a:pt x="1425" y="1337"/>
                    <a:pt x="1750" y="637"/>
                    <a:pt x="1550" y="100"/>
                  </a:cubicBezTo>
                  <a:cubicBezTo>
                    <a:pt x="1513" y="0"/>
                    <a:pt x="1375" y="38"/>
                    <a:pt x="1388" y="1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9" name="Google Shape;4279;p103"/>
            <p:cNvSpPr/>
            <p:nvPr/>
          </p:nvSpPr>
          <p:spPr>
            <a:xfrm>
              <a:off x="6890425" y="4315375"/>
              <a:ext cx="31900" cy="31900"/>
            </a:xfrm>
            <a:custGeom>
              <a:rect b="b" l="l" r="r" t="t"/>
              <a:pathLst>
                <a:path extrusionOk="0" h="1276" w="1276">
                  <a:moveTo>
                    <a:pt x="451" y="463"/>
                  </a:moveTo>
                  <a:lnTo>
                    <a:pt x="451" y="463"/>
                  </a:lnTo>
                  <a:cubicBezTo>
                    <a:pt x="463" y="375"/>
                    <a:pt x="351" y="325"/>
                    <a:pt x="288" y="388"/>
                  </a:cubicBezTo>
                  <a:cubicBezTo>
                    <a:pt x="1" y="800"/>
                    <a:pt x="626" y="1275"/>
                    <a:pt x="950" y="863"/>
                  </a:cubicBezTo>
                  <a:cubicBezTo>
                    <a:pt x="1275" y="438"/>
                    <a:pt x="713" y="0"/>
                    <a:pt x="351" y="325"/>
                  </a:cubicBezTo>
                  <a:cubicBezTo>
                    <a:pt x="276" y="388"/>
                    <a:pt x="376" y="488"/>
                    <a:pt x="451" y="4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0" name="Google Shape;4280;p103"/>
            <p:cNvSpPr/>
            <p:nvPr/>
          </p:nvSpPr>
          <p:spPr>
            <a:xfrm>
              <a:off x="6826375" y="4193850"/>
              <a:ext cx="112825" cy="77500"/>
            </a:xfrm>
            <a:custGeom>
              <a:rect b="b" l="l" r="r" t="t"/>
              <a:pathLst>
                <a:path extrusionOk="0" h="3100" w="4513">
                  <a:moveTo>
                    <a:pt x="4375" y="50"/>
                  </a:moveTo>
                  <a:cubicBezTo>
                    <a:pt x="3175" y="1412"/>
                    <a:pt x="1700" y="2175"/>
                    <a:pt x="88" y="2924"/>
                  </a:cubicBezTo>
                  <a:cubicBezTo>
                    <a:pt x="1" y="2962"/>
                    <a:pt x="63" y="3099"/>
                    <a:pt x="151" y="3074"/>
                  </a:cubicBezTo>
                  <a:cubicBezTo>
                    <a:pt x="1850" y="2562"/>
                    <a:pt x="3362" y="1550"/>
                    <a:pt x="4462" y="150"/>
                  </a:cubicBezTo>
                  <a:cubicBezTo>
                    <a:pt x="4512" y="88"/>
                    <a:pt x="4425" y="0"/>
                    <a:pt x="4375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1" name="Google Shape;4281;p103"/>
            <p:cNvSpPr/>
            <p:nvPr/>
          </p:nvSpPr>
          <p:spPr>
            <a:xfrm>
              <a:off x="6805775" y="4256950"/>
              <a:ext cx="32500" cy="30950"/>
            </a:xfrm>
            <a:custGeom>
              <a:rect b="b" l="l" r="r" t="t"/>
              <a:pathLst>
                <a:path extrusionOk="0" h="1238" w="1300">
                  <a:moveTo>
                    <a:pt x="912" y="388"/>
                  </a:moveTo>
                  <a:cubicBezTo>
                    <a:pt x="550" y="1"/>
                    <a:pt x="0" y="538"/>
                    <a:pt x="375" y="888"/>
                  </a:cubicBezTo>
                  <a:cubicBezTo>
                    <a:pt x="750" y="1238"/>
                    <a:pt x="1300" y="600"/>
                    <a:pt x="837" y="350"/>
                  </a:cubicBezTo>
                  <a:cubicBezTo>
                    <a:pt x="750" y="313"/>
                    <a:pt x="662" y="425"/>
                    <a:pt x="725" y="500"/>
                  </a:cubicBezTo>
                  <a:lnTo>
                    <a:pt x="800" y="500"/>
                  </a:lnTo>
                  <a:cubicBezTo>
                    <a:pt x="875" y="563"/>
                    <a:pt x="962" y="463"/>
                    <a:pt x="912" y="3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2" name="Google Shape;4282;p103"/>
            <p:cNvSpPr/>
            <p:nvPr/>
          </p:nvSpPr>
          <p:spPr>
            <a:xfrm>
              <a:off x="6811400" y="4233200"/>
              <a:ext cx="9700" cy="5975"/>
            </a:xfrm>
            <a:custGeom>
              <a:rect b="b" l="l" r="r" t="t"/>
              <a:pathLst>
                <a:path extrusionOk="0" h="239" w="388">
                  <a:moveTo>
                    <a:pt x="262" y="26"/>
                  </a:moveTo>
                  <a:cubicBezTo>
                    <a:pt x="212" y="26"/>
                    <a:pt x="150" y="26"/>
                    <a:pt x="100" y="13"/>
                  </a:cubicBezTo>
                  <a:cubicBezTo>
                    <a:pt x="13" y="1"/>
                    <a:pt x="0" y="126"/>
                    <a:pt x="50" y="176"/>
                  </a:cubicBezTo>
                  <a:cubicBezTo>
                    <a:pt x="112" y="213"/>
                    <a:pt x="187" y="238"/>
                    <a:pt x="262" y="226"/>
                  </a:cubicBezTo>
                  <a:cubicBezTo>
                    <a:pt x="387" y="226"/>
                    <a:pt x="387" y="38"/>
                    <a:pt x="262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3" name="Google Shape;4283;p103"/>
            <p:cNvSpPr/>
            <p:nvPr/>
          </p:nvSpPr>
          <p:spPr>
            <a:xfrm>
              <a:off x="6843875" y="4097000"/>
              <a:ext cx="6900" cy="10025"/>
            </a:xfrm>
            <a:custGeom>
              <a:rect b="b" l="l" r="r" t="t"/>
              <a:pathLst>
                <a:path extrusionOk="0" h="401" w="276">
                  <a:moveTo>
                    <a:pt x="238" y="250"/>
                  </a:moveTo>
                  <a:cubicBezTo>
                    <a:pt x="226" y="163"/>
                    <a:pt x="176" y="88"/>
                    <a:pt x="101" y="38"/>
                  </a:cubicBezTo>
                  <a:cubicBezTo>
                    <a:pt x="63" y="0"/>
                    <a:pt x="1" y="38"/>
                    <a:pt x="13" y="100"/>
                  </a:cubicBezTo>
                  <a:cubicBezTo>
                    <a:pt x="26" y="175"/>
                    <a:pt x="51" y="250"/>
                    <a:pt x="88" y="313"/>
                  </a:cubicBezTo>
                  <a:cubicBezTo>
                    <a:pt x="138" y="400"/>
                    <a:pt x="276" y="338"/>
                    <a:pt x="251" y="2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4" name="Google Shape;4284;p103"/>
            <p:cNvSpPr/>
            <p:nvPr/>
          </p:nvSpPr>
          <p:spPr>
            <a:xfrm>
              <a:off x="6952925" y="4091375"/>
              <a:ext cx="27500" cy="156850"/>
            </a:xfrm>
            <a:custGeom>
              <a:rect b="b" l="l" r="r" t="t"/>
              <a:pathLst>
                <a:path extrusionOk="0" h="6274" w="1100">
                  <a:moveTo>
                    <a:pt x="925" y="100"/>
                  </a:moveTo>
                  <a:cubicBezTo>
                    <a:pt x="850" y="1375"/>
                    <a:pt x="612" y="2600"/>
                    <a:pt x="337" y="3837"/>
                  </a:cubicBezTo>
                  <a:cubicBezTo>
                    <a:pt x="150" y="4649"/>
                    <a:pt x="0" y="5361"/>
                    <a:pt x="312" y="6161"/>
                  </a:cubicBezTo>
                  <a:cubicBezTo>
                    <a:pt x="362" y="6274"/>
                    <a:pt x="525" y="6236"/>
                    <a:pt x="487" y="6111"/>
                  </a:cubicBezTo>
                  <a:cubicBezTo>
                    <a:pt x="175" y="4936"/>
                    <a:pt x="625" y="3812"/>
                    <a:pt x="850" y="2650"/>
                  </a:cubicBezTo>
                  <a:cubicBezTo>
                    <a:pt x="1025" y="1812"/>
                    <a:pt x="1100" y="963"/>
                    <a:pt x="1100" y="100"/>
                  </a:cubicBezTo>
                  <a:cubicBezTo>
                    <a:pt x="1087" y="0"/>
                    <a:pt x="937" y="0"/>
                    <a:pt x="925" y="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5" name="Google Shape;4285;p103"/>
            <p:cNvSpPr/>
            <p:nvPr/>
          </p:nvSpPr>
          <p:spPr>
            <a:xfrm>
              <a:off x="6949475" y="4236325"/>
              <a:ext cx="31275" cy="33150"/>
            </a:xfrm>
            <a:custGeom>
              <a:rect b="b" l="l" r="r" t="t"/>
              <a:pathLst>
                <a:path extrusionOk="0" h="1326" w="1251">
                  <a:moveTo>
                    <a:pt x="438" y="351"/>
                  </a:moveTo>
                  <a:cubicBezTo>
                    <a:pt x="1" y="776"/>
                    <a:pt x="725" y="1325"/>
                    <a:pt x="1013" y="851"/>
                  </a:cubicBezTo>
                  <a:cubicBezTo>
                    <a:pt x="1250" y="476"/>
                    <a:pt x="588" y="1"/>
                    <a:pt x="438" y="476"/>
                  </a:cubicBezTo>
                  <a:cubicBezTo>
                    <a:pt x="413" y="563"/>
                    <a:pt x="525" y="626"/>
                    <a:pt x="588" y="563"/>
                  </a:cubicBezTo>
                  <a:lnTo>
                    <a:pt x="563" y="451"/>
                  </a:lnTo>
                  <a:cubicBezTo>
                    <a:pt x="613" y="363"/>
                    <a:pt x="500" y="276"/>
                    <a:pt x="438" y="3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6" name="Google Shape;4286;p103"/>
            <p:cNvSpPr/>
            <p:nvPr/>
          </p:nvSpPr>
          <p:spPr>
            <a:xfrm>
              <a:off x="6900425" y="4241025"/>
              <a:ext cx="22525" cy="72800"/>
            </a:xfrm>
            <a:custGeom>
              <a:rect b="b" l="l" r="r" t="t"/>
              <a:pathLst>
                <a:path extrusionOk="0" h="2912" w="901">
                  <a:moveTo>
                    <a:pt x="113" y="263"/>
                  </a:moveTo>
                  <a:cubicBezTo>
                    <a:pt x="688" y="900"/>
                    <a:pt x="650" y="1937"/>
                    <a:pt x="450" y="2724"/>
                  </a:cubicBezTo>
                  <a:cubicBezTo>
                    <a:pt x="425" y="2837"/>
                    <a:pt x="588" y="2912"/>
                    <a:pt x="650" y="2812"/>
                  </a:cubicBezTo>
                  <a:cubicBezTo>
                    <a:pt x="900" y="2387"/>
                    <a:pt x="875" y="1687"/>
                    <a:pt x="800" y="1225"/>
                  </a:cubicBezTo>
                  <a:cubicBezTo>
                    <a:pt x="750" y="800"/>
                    <a:pt x="563" y="413"/>
                    <a:pt x="263" y="100"/>
                  </a:cubicBezTo>
                  <a:cubicBezTo>
                    <a:pt x="163" y="0"/>
                    <a:pt x="1" y="163"/>
                    <a:pt x="113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7" name="Google Shape;4287;p103"/>
            <p:cNvSpPr/>
            <p:nvPr/>
          </p:nvSpPr>
          <p:spPr>
            <a:xfrm>
              <a:off x="6893875" y="4242575"/>
              <a:ext cx="23450" cy="70625"/>
            </a:xfrm>
            <a:custGeom>
              <a:rect b="b" l="l" r="r" t="t"/>
              <a:pathLst>
                <a:path extrusionOk="0" h="2825" w="938">
                  <a:moveTo>
                    <a:pt x="862" y="2612"/>
                  </a:moveTo>
                  <a:cubicBezTo>
                    <a:pt x="188" y="2063"/>
                    <a:pt x="450" y="888"/>
                    <a:pt x="550" y="176"/>
                  </a:cubicBezTo>
                  <a:cubicBezTo>
                    <a:pt x="562" y="76"/>
                    <a:pt x="425" y="1"/>
                    <a:pt x="375" y="101"/>
                  </a:cubicBezTo>
                  <a:cubicBezTo>
                    <a:pt x="0" y="800"/>
                    <a:pt x="63" y="2238"/>
                    <a:pt x="737" y="2750"/>
                  </a:cubicBezTo>
                  <a:cubicBezTo>
                    <a:pt x="825" y="2825"/>
                    <a:pt x="937" y="2675"/>
                    <a:pt x="850" y="26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8" name="Google Shape;4288;p103"/>
            <p:cNvSpPr/>
            <p:nvPr/>
          </p:nvSpPr>
          <p:spPr>
            <a:xfrm>
              <a:off x="6908850" y="4142600"/>
              <a:ext cx="56575" cy="17850"/>
            </a:xfrm>
            <a:custGeom>
              <a:rect b="b" l="l" r="r" t="t"/>
              <a:pathLst>
                <a:path extrusionOk="0" h="714" w="2263">
                  <a:moveTo>
                    <a:pt x="2150" y="238"/>
                  </a:moveTo>
                  <a:cubicBezTo>
                    <a:pt x="1463" y="1"/>
                    <a:pt x="726" y="88"/>
                    <a:pt x="113" y="476"/>
                  </a:cubicBezTo>
                  <a:cubicBezTo>
                    <a:pt x="1" y="551"/>
                    <a:pt x="101" y="713"/>
                    <a:pt x="226" y="663"/>
                  </a:cubicBezTo>
                  <a:cubicBezTo>
                    <a:pt x="788" y="326"/>
                    <a:pt x="1463" y="238"/>
                    <a:pt x="2100" y="413"/>
                  </a:cubicBezTo>
                  <a:cubicBezTo>
                    <a:pt x="2213" y="438"/>
                    <a:pt x="2263" y="263"/>
                    <a:pt x="2150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9" name="Google Shape;4289;p103"/>
            <p:cNvSpPr/>
            <p:nvPr/>
          </p:nvSpPr>
          <p:spPr>
            <a:xfrm>
              <a:off x="6909175" y="4149800"/>
              <a:ext cx="56250" cy="21250"/>
            </a:xfrm>
            <a:custGeom>
              <a:rect b="b" l="l" r="r" t="t"/>
              <a:pathLst>
                <a:path extrusionOk="0" h="850" w="2250">
                  <a:moveTo>
                    <a:pt x="125" y="400"/>
                  </a:moveTo>
                  <a:cubicBezTo>
                    <a:pt x="475" y="538"/>
                    <a:pt x="2250" y="850"/>
                    <a:pt x="2125" y="63"/>
                  </a:cubicBezTo>
                  <a:cubicBezTo>
                    <a:pt x="2112" y="25"/>
                    <a:pt x="2075" y="0"/>
                    <a:pt x="2037" y="13"/>
                  </a:cubicBezTo>
                  <a:cubicBezTo>
                    <a:pt x="1788" y="113"/>
                    <a:pt x="1613" y="250"/>
                    <a:pt x="1338" y="300"/>
                  </a:cubicBezTo>
                  <a:cubicBezTo>
                    <a:pt x="950" y="363"/>
                    <a:pt x="550" y="313"/>
                    <a:pt x="188" y="188"/>
                  </a:cubicBezTo>
                  <a:cubicBezTo>
                    <a:pt x="50" y="138"/>
                    <a:pt x="0" y="338"/>
                    <a:pt x="125" y="4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0" name="Google Shape;4290;p103"/>
            <p:cNvSpPr/>
            <p:nvPr/>
          </p:nvSpPr>
          <p:spPr>
            <a:xfrm>
              <a:off x="6877300" y="3810500"/>
              <a:ext cx="26600" cy="82825"/>
            </a:xfrm>
            <a:custGeom>
              <a:rect b="b" l="l" r="r" t="t"/>
              <a:pathLst>
                <a:path extrusionOk="0" h="3313" w="1064">
                  <a:moveTo>
                    <a:pt x="713" y="151"/>
                  </a:moveTo>
                  <a:cubicBezTo>
                    <a:pt x="776" y="713"/>
                    <a:pt x="738" y="1275"/>
                    <a:pt x="601" y="1813"/>
                  </a:cubicBezTo>
                  <a:cubicBezTo>
                    <a:pt x="463" y="2300"/>
                    <a:pt x="188" y="2713"/>
                    <a:pt x="26" y="3175"/>
                  </a:cubicBezTo>
                  <a:cubicBezTo>
                    <a:pt x="1" y="3262"/>
                    <a:pt x="101" y="3312"/>
                    <a:pt x="163" y="3262"/>
                  </a:cubicBezTo>
                  <a:cubicBezTo>
                    <a:pt x="938" y="2500"/>
                    <a:pt x="1063" y="1138"/>
                    <a:pt x="926" y="126"/>
                  </a:cubicBezTo>
                  <a:cubicBezTo>
                    <a:pt x="913" y="1"/>
                    <a:pt x="701" y="26"/>
                    <a:pt x="713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1" name="Google Shape;4291;p103"/>
            <p:cNvSpPr/>
            <p:nvPr/>
          </p:nvSpPr>
          <p:spPr>
            <a:xfrm>
              <a:off x="6868550" y="3792700"/>
              <a:ext cx="30975" cy="100625"/>
            </a:xfrm>
            <a:custGeom>
              <a:rect b="b" l="l" r="r" t="t"/>
              <a:pathLst>
                <a:path extrusionOk="0" h="4025" w="1239">
                  <a:moveTo>
                    <a:pt x="438" y="3824"/>
                  </a:moveTo>
                  <a:cubicBezTo>
                    <a:pt x="338" y="3150"/>
                    <a:pt x="226" y="2450"/>
                    <a:pt x="388" y="1775"/>
                  </a:cubicBezTo>
                  <a:cubicBezTo>
                    <a:pt x="513" y="1225"/>
                    <a:pt x="838" y="738"/>
                    <a:pt x="1138" y="263"/>
                  </a:cubicBezTo>
                  <a:cubicBezTo>
                    <a:pt x="1238" y="125"/>
                    <a:pt x="1013" y="0"/>
                    <a:pt x="913" y="138"/>
                  </a:cubicBezTo>
                  <a:cubicBezTo>
                    <a:pt x="551" y="700"/>
                    <a:pt x="201" y="1288"/>
                    <a:pt x="88" y="1975"/>
                  </a:cubicBezTo>
                  <a:cubicBezTo>
                    <a:pt x="1" y="2612"/>
                    <a:pt x="126" y="3262"/>
                    <a:pt x="238" y="3887"/>
                  </a:cubicBezTo>
                  <a:cubicBezTo>
                    <a:pt x="263" y="4024"/>
                    <a:pt x="463" y="3962"/>
                    <a:pt x="438" y="38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2" name="Google Shape;4292;p103"/>
            <p:cNvSpPr/>
            <p:nvPr/>
          </p:nvSpPr>
          <p:spPr>
            <a:xfrm>
              <a:off x="6712050" y="4197600"/>
              <a:ext cx="8450" cy="8150"/>
            </a:xfrm>
            <a:custGeom>
              <a:rect b="b" l="l" r="r" t="t"/>
              <a:pathLst>
                <a:path extrusionOk="0" h="326" w="338">
                  <a:moveTo>
                    <a:pt x="88" y="313"/>
                  </a:moveTo>
                  <a:cubicBezTo>
                    <a:pt x="175" y="325"/>
                    <a:pt x="262" y="288"/>
                    <a:pt x="312" y="213"/>
                  </a:cubicBezTo>
                  <a:cubicBezTo>
                    <a:pt x="325" y="200"/>
                    <a:pt x="337" y="163"/>
                    <a:pt x="325" y="138"/>
                  </a:cubicBezTo>
                  <a:lnTo>
                    <a:pt x="300" y="50"/>
                  </a:lnTo>
                  <a:cubicBezTo>
                    <a:pt x="287" y="13"/>
                    <a:pt x="225" y="0"/>
                    <a:pt x="212" y="38"/>
                  </a:cubicBezTo>
                  <a:lnTo>
                    <a:pt x="75" y="175"/>
                  </a:lnTo>
                  <a:cubicBezTo>
                    <a:pt x="0" y="200"/>
                    <a:pt x="13" y="325"/>
                    <a:pt x="88" y="3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3" name="Google Shape;4293;p103"/>
            <p:cNvSpPr/>
            <p:nvPr/>
          </p:nvSpPr>
          <p:spPr>
            <a:xfrm>
              <a:off x="6655500" y="4190725"/>
              <a:ext cx="58750" cy="15025"/>
            </a:xfrm>
            <a:custGeom>
              <a:rect b="b" l="l" r="r" t="t"/>
              <a:pathLst>
                <a:path extrusionOk="0" h="601" w="2350">
                  <a:moveTo>
                    <a:pt x="2300" y="475"/>
                  </a:moveTo>
                  <a:cubicBezTo>
                    <a:pt x="1625" y="138"/>
                    <a:pt x="825" y="0"/>
                    <a:pt x="88" y="225"/>
                  </a:cubicBezTo>
                  <a:cubicBezTo>
                    <a:pt x="0" y="250"/>
                    <a:pt x="0" y="413"/>
                    <a:pt x="113" y="400"/>
                  </a:cubicBezTo>
                  <a:cubicBezTo>
                    <a:pt x="862" y="313"/>
                    <a:pt x="1537" y="313"/>
                    <a:pt x="2250" y="588"/>
                  </a:cubicBezTo>
                  <a:cubicBezTo>
                    <a:pt x="2312" y="600"/>
                    <a:pt x="2350" y="500"/>
                    <a:pt x="2300" y="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4" name="Google Shape;4294;p103"/>
            <p:cNvSpPr/>
            <p:nvPr/>
          </p:nvSpPr>
          <p:spPr>
            <a:xfrm>
              <a:off x="6655175" y="4183525"/>
              <a:ext cx="25325" cy="16900"/>
            </a:xfrm>
            <a:custGeom>
              <a:rect b="b" l="l" r="r" t="t"/>
              <a:pathLst>
                <a:path extrusionOk="0" h="676" w="1013">
                  <a:moveTo>
                    <a:pt x="201" y="613"/>
                  </a:moveTo>
                  <a:cubicBezTo>
                    <a:pt x="413" y="351"/>
                    <a:pt x="650" y="276"/>
                    <a:pt x="938" y="163"/>
                  </a:cubicBezTo>
                  <a:cubicBezTo>
                    <a:pt x="1013" y="126"/>
                    <a:pt x="1013" y="1"/>
                    <a:pt x="925" y="1"/>
                  </a:cubicBezTo>
                  <a:cubicBezTo>
                    <a:pt x="575" y="26"/>
                    <a:pt x="251" y="201"/>
                    <a:pt x="63" y="501"/>
                  </a:cubicBezTo>
                  <a:cubicBezTo>
                    <a:pt x="1" y="576"/>
                    <a:pt x="138" y="676"/>
                    <a:pt x="201" y="6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5" name="Google Shape;4295;p103"/>
            <p:cNvSpPr/>
            <p:nvPr/>
          </p:nvSpPr>
          <p:spPr>
            <a:xfrm>
              <a:off x="6694550" y="4145425"/>
              <a:ext cx="26575" cy="55325"/>
            </a:xfrm>
            <a:custGeom>
              <a:rect b="b" l="l" r="r" t="t"/>
              <a:pathLst>
                <a:path extrusionOk="0" h="2213" w="1063">
                  <a:moveTo>
                    <a:pt x="1012" y="2075"/>
                  </a:moveTo>
                  <a:cubicBezTo>
                    <a:pt x="838" y="1775"/>
                    <a:pt x="700" y="1462"/>
                    <a:pt x="575" y="1125"/>
                  </a:cubicBezTo>
                  <a:cubicBezTo>
                    <a:pt x="463" y="775"/>
                    <a:pt x="525" y="475"/>
                    <a:pt x="575" y="125"/>
                  </a:cubicBezTo>
                  <a:cubicBezTo>
                    <a:pt x="588" y="25"/>
                    <a:pt x="450" y="0"/>
                    <a:pt x="413" y="75"/>
                  </a:cubicBezTo>
                  <a:cubicBezTo>
                    <a:pt x="0" y="775"/>
                    <a:pt x="463" y="1612"/>
                    <a:pt x="925" y="2162"/>
                  </a:cubicBezTo>
                  <a:cubicBezTo>
                    <a:pt x="975" y="2212"/>
                    <a:pt x="1062" y="2137"/>
                    <a:pt x="1025" y="20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6" name="Google Shape;4296;p103"/>
            <p:cNvSpPr/>
            <p:nvPr/>
          </p:nvSpPr>
          <p:spPr>
            <a:xfrm>
              <a:off x="6693600" y="4144175"/>
              <a:ext cx="16900" cy="34700"/>
            </a:xfrm>
            <a:custGeom>
              <a:rect b="b" l="l" r="r" t="t"/>
              <a:pathLst>
                <a:path extrusionOk="0" h="1388" w="676">
                  <a:moveTo>
                    <a:pt x="376" y="138"/>
                  </a:moveTo>
                  <a:cubicBezTo>
                    <a:pt x="113" y="450"/>
                    <a:pt x="1" y="875"/>
                    <a:pt x="51" y="1287"/>
                  </a:cubicBezTo>
                  <a:cubicBezTo>
                    <a:pt x="63" y="1387"/>
                    <a:pt x="201" y="1350"/>
                    <a:pt x="226" y="1262"/>
                  </a:cubicBezTo>
                  <a:cubicBezTo>
                    <a:pt x="238" y="875"/>
                    <a:pt x="301" y="575"/>
                    <a:pt x="576" y="288"/>
                  </a:cubicBezTo>
                  <a:cubicBezTo>
                    <a:pt x="676" y="150"/>
                    <a:pt x="476" y="0"/>
                    <a:pt x="376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7" name="Google Shape;4297;p103"/>
            <p:cNvSpPr/>
            <p:nvPr/>
          </p:nvSpPr>
          <p:spPr>
            <a:xfrm>
              <a:off x="6676725" y="4169150"/>
              <a:ext cx="22850" cy="11275"/>
            </a:xfrm>
            <a:custGeom>
              <a:rect b="b" l="l" r="r" t="t"/>
              <a:pathLst>
                <a:path extrusionOk="0" h="451" w="914">
                  <a:moveTo>
                    <a:pt x="788" y="238"/>
                  </a:moveTo>
                  <a:cubicBezTo>
                    <a:pt x="576" y="176"/>
                    <a:pt x="363" y="76"/>
                    <a:pt x="138" y="26"/>
                  </a:cubicBezTo>
                  <a:cubicBezTo>
                    <a:pt x="51" y="1"/>
                    <a:pt x="1" y="113"/>
                    <a:pt x="88" y="163"/>
                  </a:cubicBezTo>
                  <a:cubicBezTo>
                    <a:pt x="288" y="288"/>
                    <a:pt x="513" y="376"/>
                    <a:pt x="738" y="426"/>
                  </a:cubicBezTo>
                  <a:cubicBezTo>
                    <a:pt x="863" y="451"/>
                    <a:pt x="913" y="276"/>
                    <a:pt x="788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8" name="Google Shape;4298;p103"/>
            <p:cNvSpPr/>
            <p:nvPr/>
          </p:nvSpPr>
          <p:spPr>
            <a:xfrm>
              <a:off x="6675800" y="4169150"/>
              <a:ext cx="16275" cy="19725"/>
            </a:xfrm>
            <a:custGeom>
              <a:rect b="b" l="l" r="r" t="t"/>
              <a:pathLst>
                <a:path extrusionOk="0" h="789" w="651">
                  <a:moveTo>
                    <a:pt x="63" y="226"/>
                  </a:moveTo>
                  <a:cubicBezTo>
                    <a:pt x="150" y="413"/>
                    <a:pt x="275" y="588"/>
                    <a:pt x="438" y="726"/>
                  </a:cubicBezTo>
                  <a:cubicBezTo>
                    <a:pt x="513" y="788"/>
                    <a:pt x="650" y="701"/>
                    <a:pt x="588" y="613"/>
                  </a:cubicBezTo>
                  <a:cubicBezTo>
                    <a:pt x="488" y="438"/>
                    <a:pt x="363" y="288"/>
                    <a:pt x="250" y="126"/>
                  </a:cubicBezTo>
                  <a:cubicBezTo>
                    <a:pt x="175" y="1"/>
                    <a:pt x="0" y="101"/>
                    <a:pt x="75" y="2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9" name="Google Shape;4299;p103"/>
            <p:cNvSpPr/>
            <p:nvPr/>
          </p:nvSpPr>
          <p:spPr>
            <a:xfrm>
              <a:off x="6672975" y="4181650"/>
              <a:ext cx="17525" cy="6900"/>
            </a:xfrm>
            <a:custGeom>
              <a:rect b="b" l="l" r="r" t="t"/>
              <a:pathLst>
                <a:path extrusionOk="0" h="276" w="701">
                  <a:moveTo>
                    <a:pt x="576" y="51"/>
                  </a:moveTo>
                  <a:cubicBezTo>
                    <a:pt x="413" y="1"/>
                    <a:pt x="226" y="26"/>
                    <a:pt x="88" y="113"/>
                  </a:cubicBezTo>
                  <a:cubicBezTo>
                    <a:pt x="1" y="163"/>
                    <a:pt x="63" y="276"/>
                    <a:pt x="138" y="251"/>
                  </a:cubicBezTo>
                  <a:lnTo>
                    <a:pt x="526" y="238"/>
                  </a:lnTo>
                  <a:cubicBezTo>
                    <a:pt x="638" y="263"/>
                    <a:pt x="701" y="88"/>
                    <a:pt x="576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0" name="Google Shape;4300;p103"/>
            <p:cNvSpPr/>
            <p:nvPr/>
          </p:nvSpPr>
          <p:spPr>
            <a:xfrm>
              <a:off x="6653000" y="4149475"/>
              <a:ext cx="28750" cy="23450"/>
            </a:xfrm>
            <a:custGeom>
              <a:rect b="b" l="l" r="r" t="t"/>
              <a:pathLst>
                <a:path extrusionOk="0" h="938" w="1150">
                  <a:moveTo>
                    <a:pt x="638" y="788"/>
                  </a:moveTo>
                  <a:cubicBezTo>
                    <a:pt x="1150" y="675"/>
                    <a:pt x="862" y="1"/>
                    <a:pt x="425" y="101"/>
                  </a:cubicBezTo>
                  <a:cubicBezTo>
                    <a:pt x="0" y="201"/>
                    <a:pt x="113" y="938"/>
                    <a:pt x="625" y="788"/>
                  </a:cubicBezTo>
                  <a:cubicBezTo>
                    <a:pt x="737" y="750"/>
                    <a:pt x="712" y="588"/>
                    <a:pt x="600" y="600"/>
                  </a:cubicBezTo>
                  <a:lnTo>
                    <a:pt x="600" y="613"/>
                  </a:lnTo>
                  <a:cubicBezTo>
                    <a:pt x="488" y="650"/>
                    <a:pt x="538" y="813"/>
                    <a:pt x="650" y="7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1" name="Google Shape;4301;p103"/>
            <p:cNvSpPr/>
            <p:nvPr/>
          </p:nvSpPr>
          <p:spPr>
            <a:xfrm>
              <a:off x="846700" y="4309125"/>
              <a:ext cx="551125" cy="190600"/>
            </a:xfrm>
            <a:custGeom>
              <a:rect b="b" l="l" r="r" t="t"/>
              <a:pathLst>
                <a:path extrusionOk="0" h="7624" w="22045">
                  <a:moveTo>
                    <a:pt x="21832" y="4662"/>
                  </a:moveTo>
                  <a:cubicBezTo>
                    <a:pt x="17009" y="0"/>
                    <a:pt x="10598" y="7623"/>
                    <a:pt x="4962" y="6311"/>
                  </a:cubicBezTo>
                  <a:cubicBezTo>
                    <a:pt x="1963" y="5611"/>
                    <a:pt x="1" y="3300"/>
                    <a:pt x="101" y="238"/>
                  </a:cubicBezTo>
                  <a:cubicBezTo>
                    <a:pt x="101" y="150"/>
                    <a:pt x="251" y="150"/>
                    <a:pt x="251" y="238"/>
                  </a:cubicBezTo>
                  <a:cubicBezTo>
                    <a:pt x="513" y="6511"/>
                    <a:pt x="7511" y="6724"/>
                    <a:pt x="11885" y="4887"/>
                  </a:cubicBezTo>
                  <a:cubicBezTo>
                    <a:pt x="13597" y="4162"/>
                    <a:pt x="15322" y="3175"/>
                    <a:pt x="17209" y="2950"/>
                  </a:cubicBezTo>
                  <a:cubicBezTo>
                    <a:pt x="19108" y="2725"/>
                    <a:pt x="20620" y="3225"/>
                    <a:pt x="21970" y="4524"/>
                  </a:cubicBezTo>
                  <a:cubicBezTo>
                    <a:pt x="22045" y="4612"/>
                    <a:pt x="21920" y="4737"/>
                    <a:pt x="21832" y="46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2" name="Google Shape;4302;p103"/>
            <p:cNvSpPr/>
            <p:nvPr/>
          </p:nvSpPr>
          <p:spPr>
            <a:xfrm>
              <a:off x="851700" y="4210725"/>
              <a:ext cx="180925" cy="121225"/>
            </a:xfrm>
            <a:custGeom>
              <a:rect b="b" l="l" r="r" t="t"/>
              <a:pathLst>
                <a:path extrusionOk="0" h="4849" w="7237">
                  <a:moveTo>
                    <a:pt x="13" y="3174"/>
                  </a:moveTo>
                  <a:cubicBezTo>
                    <a:pt x="151" y="1162"/>
                    <a:pt x="2612" y="0"/>
                    <a:pt x="4412" y="537"/>
                  </a:cubicBezTo>
                  <a:cubicBezTo>
                    <a:pt x="5924" y="987"/>
                    <a:pt x="7236" y="3524"/>
                    <a:pt x="5849" y="4774"/>
                  </a:cubicBezTo>
                  <a:cubicBezTo>
                    <a:pt x="5774" y="4849"/>
                    <a:pt x="5662" y="4736"/>
                    <a:pt x="5724" y="4661"/>
                  </a:cubicBezTo>
                  <a:cubicBezTo>
                    <a:pt x="7124" y="3137"/>
                    <a:pt x="5462" y="837"/>
                    <a:pt x="3837" y="637"/>
                  </a:cubicBezTo>
                  <a:cubicBezTo>
                    <a:pt x="2287" y="437"/>
                    <a:pt x="325" y="1450"/>
                    <a:pt x="201" y="3174"/>
                  </a:cubicBezTo>
                  <a:cubicBezTo>
                    <a:pt x="201" y="3299"/>
                    <a:pt x="1" y="3299"/>
                    <a:pt x="13" y="3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3" name="Google Shape;4303;p103"/>
            <p:cNvSpPr/>
            <p:nvPr/>
          </p:nvSpPr>
          <p:spPr>
            <a:xfrm>
              <a:off x="905750" y="4276625"/>
              <a:ext cx="73125" cy="77200"/>
            </a:xfrm>
            <a:custGeom>
              <a:rect b="b" l="l" r="r" t="t"/>
              <a:pathLst>
                <a:path extrusionOk="0" h="3088" w="2925">
                  <a:moveTo>
                    <a:pt x="2862" y="2600"/>
                  </a:moveTo>
                  <a:cubicBezTo>
                    <a:pt x="2025" y="3087"/>
                    <a:pt x="800" y="2738"/>
                    <a:pt x="388" y="1850"/>
                  </a:cubicBezTo>
                  <a:cubicBezTo>
                    <a:pt x="0" y="1026"/>
                    <a:pt x="613" y="101"/>
                    <a:pt x="1488" y="13"/>
                  </a:cubicBezTo>
                  <a:cubicBezTo>
                    <a:pt x="1588" y="1"/>
                    <a:pt x="1625" y="188"/>
                    <a:pt x="1513" y="213"/>
                  </a:cubicBezTo>
                  <a:cubicBezTo>
                    <a:pt x="700" y="351"/>
                    <a:pt x="200" y="1176"/>
                    <a:pt x="663" y="1925"/>
                  </a:cubicBezTo>
                  <a:cubicBezTo>
                    <a:pt x="1138" y="2613"/>
                    <a:pt x="2037" y="2838"/>
                    <a:pt x="2775" y="2463"/>
                  </a:cubicBezTo>
                  <a:cubicBezTo>
                    <a:pt x="2850" y="2425"/>
                    <a:pt x="2925" y="2538"/>
                    <a:pt x="2850" y="26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4" name="Google Shape;4304;p103"/>
            <p:cNvSpPr/>
            <p:nvPr/>
          </p:nvSpPr>
          <p:spPr>
            <a:xfrm>
              <a:off x="952300" y="4282575"/>
              <a:ext cx="25" cy="325"/>
            </a:xfrm>
            <a:custGeom>
              <a:rect b="b" l="l" r="r" t="t"/>
              <a:pathLst>
                <a:path extrusionOk="0" h="13" w="1">
                  <a:moveTo>
                    <a:pt x="1" y="0"/>
                  </a:moveTo>
                  <a:lnTo>
                    <a:pt x="1" y="1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5" name="Google Shape;4305;p103"/>
            <p:cNvSpPr/>
            <p:nvPr/>
          </p:nvSpPr>
          <p:spPr>
            <a:xfrm>
              <a:off x="759550" y="4357225"/>
              <a:ext cx="206825" cy="103750"/>
            </a:xfrm>
            <a:custGeom>
              <a:rect b="b" l="l" r="r" t="t"/>
              <a:pathLst>
                <a:path extrusionOk="0" h="4150" w="8273">
                  <a:moveTo>
                    <a:pt x="8135" y="4137"/>
                  </a:moveTo>
                  <a:cubicBezTo>
                    <a:pt x="6998" y="3887"/>
                    <a:pt x="5936" y="3425"/>
                    <a:pt x="4986" y="2775"/>
                  </a:cubicBezTo>
                  <a:cubicBezTo>
                    <a:pt x="3537" y="1763"/>
                    <a:pt x="2062" y="1"/>
                    <a:pt x="175" y="1276"/>
                  </a:cubicBezTo>
                  <a:cubicBezTo>
                    <a:pt x="100" y="1326"/>
                    <a:pt x="0" y="1201"/>
                    <a:pt x="75" y="1138"/>
                  </a:cubicBezTo>
                  <a:cubicBezTo>
                    <a:pt x="837" y="451"/>
                    <a:pt x="1787" y="451"/>
                    <a:pt x="2699" y="851"/>
                  </a:cubicBezTo>
                  <a:cubicBezTo>
                    <a:pt x="3374" y="1151"/>
                    <a:pt x="3912" y="1676"/>
                    <a:pt x="4474" y="2125"/>
                  </a:cubicBezTo>
                  <a:cubicBezTo>
                    <a:pt x="5549" y="3013"/>
                    <a:pt x="6811" y="3650"/>
                    <a:pt x="8173" y="3975"/>
                  </a:cubicBezTo>
                  <a:cubicBezTo>
                    <a:pt x="8273" y="4000"/>
                    <a:pt x="8235" y="4150"/>
                    <a:pt x="8135" y="41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6" name="Google Shape;4306;p103"/>
            <p:cNvSpPr/>
            <p:nvPr/>
          </p:nvSpPr>
          <p:spPr>
            <a:xfrm>
              <a:off x="1020100" y="4375975"/>
              <a:ext cx="88425" cy="80000"/>
            </a:xfrm>
            <a:custGeom>
              <a:rect b="b" l="l" r="r" t="t"/>
              <a:pathLst>
                <a:path extrusionOk="0" h="3200" w="3537">
                  <a:moveTo>
                    <a:pt x="3424" y="2888"/>
                  </a:moveTo>
                  <a:cubicBezTo>
                    <a:pt x="2550" y="3087"/>
                    <a:pt x="1700" y="3200"/>
                    <a:pt x="888" y="2713"/>
                  </a:cubicBezTo>
                  <a:cubicBezTo>
                    <a:pt x="363" y="2388"/>
                    <a:pt x="0" y="1875"/>
                    <a:pt x="100" y="1225"/>
                  </a:cubicBezTo>
                  <a:cubicBezTo>
                    <a:pt x="188" y="613"/>
                    <a:pt x="688" y="138"/>
                    <a:pt x="1312" y="63"/>
                  </a:cubicBezTo>
                  <a:cubicBezTo>
                    <a:pt x="1787" y="13"/>
                    <a:pt x="2462" y="176"/>
                    <a:pt x="2512" y="726"/>
                  </a:cubicBezTo>
                  <a:cubicBezTo>
                    <a:pt x="2525" y="813"/>
                    <a:pt x="2387" y="813"/>
                    <a:pt x="2375" y="726"/>
                  </a:cubicBezTo>
                  <a:cubicBezTo>
                    <a:pt x="2312" y="1"/>
                    <a:pt x="1100" y="263"/>
                    <a:pt x="775" y="488"/>
                  </a:cubicBezTo>
                  <a:cubicBezTo>
                    <a:pt x="288" y="838"/>
                    <a:pt x="138" y="1500"/>
                    <a:pt x="438" y="2025"/>
                  </a:cubicBezTo>
                  <a:cubicBezTo>
                    <a:pt x="1050" y="3037"/>
                    <a:pt x="2400" y="2937"/>
                    <a:pt x="3374" y="2713"/>
                  </a:cubicBezTo>
                  <a:cubicBezTo>
                    <a:pt x="3487" y="2688"/>
                    <a:pt x="3537" y="2863"/>
                    <a:pt x="3424" y="28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7" name="Google Shape;4307;p103"/>
            <p:cNvSpPr/>
            <p:nvPr/>
          </p:nvSpPr>
          <p:spPr>
            <a:xfrm>
              <a:off x="1130700" y="4386300"/>
              <a:ext cx="33450" cy="43450"/>
            </a:xfrm>
            <a:custGeom>
              <a:rect b="b" l="l" r="r" t="t"/>
              <a:pathLst>
                <a:path extrusionOk="0" h="1738" w="1338">
                  <a:moveTo>
                    <a:pt x="1237" y="1550"/>
                  </a:moveTo>
                  <a:cubicBezTo>
                    <a:pt x="700" y="1737"/>
                    <a:pt x="0" y="1412"/>
                    <a:pt x="75" y="762"/>
                  </a:cubicBezTo>
                  <a:cubicBezTo>
                    <a:pt x="125" y="338"/>
                    <a:pt x="825" y="0"/>
                    <a:pt x="1087" y="425"/>
                  </a:cubicBezTo>
                  <a:cubicBezTo>
                    <a:pt x="1162" y="538"/>
                    <a:pt x="987" y="637"/>
                    <a:pt x="912" y="525"/>
                  </a:cubicBezTo>
                  <a:cubicBezTo>
                    <a:pt x="800" y="463"/>
                    <a:pt x="662" y="438"/>
                    <a:pt x="537" y="488"/>
                  </a:cubicBezTo>
                  <a:cubicBezTo>
                    <a:pt x="263" y="712"/>
                    <a:pt x="213" y="937"/>
                    <a:pt x="388" y="1137"/>
                  </a:cubicBezTo>
                  <a:cubicBezTo>
                    <a:pt x="550" y="1450"/>
                    <a:pt x="887" y="1487"/>
                    <a:pt x="1200" y="1400"/>
                  </a:cubicBezTo>
                  <a:cubicBezTo>
                    <a:pt x="1300" y="1362"/>
                    <a:pt x="1337" y="1525"/>
                    <a:pt x="1237" y="15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8" name="Google Shape;4308;p103"/>
            <p:cNvSpPr/>
            <p:nvPr/>
          </p:nvSpPr>
          <p:spPr>
            <a:xfrm>
              <a:off x="740475" y="4377850"/>
              <a:ext cx="31900" cy="31900"/>
            </a:xfrm>
            <a:custGeom>
              <a:rect b="b" l="l" r="r" t="t"/>
              <a:pathLst>
                <a:path extrusionOk="0" h="1276" w="1276">
                  <a:moveTo>
                    <a:pt x="938" y="351"/>
                  </a:moveTo>
                  <a:cubicBezTo>
                    <a:pt x="1275" y="713"/>
                    <a:pt x="813" y="1275"/>
                    <a:pt x="413" y="950"/>
                  </a:cubicBezTo>
                  <a:cubicBezTo>
                    <a:pt x="1" y="626"/>
                    <a:pt x="476" y="1"/>
                    <a:pt x="888" y="301"/>
                  </a:cubicBezTo>
                  <a:cubicBezTo>
                    <a:pt x="950" y="351"/>
                    <a:pt x="900" y="463"/>
                    <a:pt x="813" y="451"/>
                  </a:cubicBezTo>
                  <a:lnTo>
                    <a:pt x="813" y="451"/>
                  </a:lnTo>
                  <a:cubicBezTo>
                    <a:pt x="776" y="376"/>
                    <a:pt x="875" y="276"/>
                    <a:pt x="950" y="3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9" name="Google Shape;4309;p103"/>
            <p:cNvSpPr/>
            <p:nvPr/>
          </p:nvSpPr>
          <p:spPr>
            <a:xfrm>
              <a:off x="816075" y="4313800"/>
              <a:ext cx="77825" cy="113125"/>
            </a:xfrm>
            <a:custGeom>
              <a:rect b="b" l="l" r="r" t="t"/>
              <a:pathLst>
                <a:path extrusionOk="0" h="4525" w="3113">
                  <a:moveTo>
                    <a:pt x="2963" y="4462"/>
                  </a:moveTo>
                  <a:cubicBezTo>
                    <a:pt x="1563" y="3363"/>
                    <a:pt x="538" y="1850"/>
                    <a:pt x="26" y="151"/>
                  </a:cubicBezTo>
                  <a:cubicBezTo>
                    <a:pt x="1" y="63"/>
                    <a:pt x="138" y="1"/>
                    <a:pt x="188" y="88"/>
                  </a:cubicBezTo>
                  <a:cubicBezTo>
                    <a:pt x="926" y="1700"/>
                    <a:pt x="1700" y="3188"/>
                    <a:pt x="3050" y="4375"/>
                  </a:cubicBezTo>
                  <a:cubicBezTo>
                    <a:pt x="3113" y="4437"/>
                    <a:pt x="3025" y="4525"/>
                    <a:pt x="2963" y="44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0" name="Google Shape;4310;p103"/>
            <p:cNvSpPr/>
            <p:nvPr/>
          </p:nvSpPr>
          <p:spPr>
            <a:xfrm>
              <a:off x="799850" y="4293200"/>
              <a:ext cx="30950" cy="32500"/>
            </a:xfrm>
            <a:custGeom>
              <a:rect b="b" l="l" r="r" t="t"/>
              <a:pathLst>
                <a:path extrusionOk="0" h="1300" w="1238">
                  <a:moveTo>
                    <a:pt x="737" y="800"/>
                  </a:moveTo>
                  <a:lnTo>
                    <a:pt x="737" y="737"/>
                  </a:lnTo>
                  <a:cubicBezTo>
                    <a:pt x="812" y="662"/>
                    <a:pt x="925" y="750"/>
                    <a:pt x="875" y="850"/>
                  </a:cubicBezTo>
                  <a:cubicBezTo>
                    <a:pt x="637" y="1300"/>
                    <a:pt x="0" y="750"/>
                    <a:pt x="350" y="375"/>
                  </a:cubicBezTo>
                  <a:cubicBezTo>
                    <a:pt x="687" y="0"/>
                    <a:pt x="1237" y="550"/>
                    <a:pt x="850" y="912"/>
                  </a:cubicBezTo>
                  <a:cubicBezTo>
                    <a:pt x="762" y="975"/>
                    <a:pt x="675" y="875"/>
                    <a:pt x="725" y="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1" name="Google Shape;4311;p103"/>
            <p:cNvSpPr/>
            <p:nvPr/>
          </p:nvSpPr>
          <p:spPr>
            <a:xfrm>
              <a:off x="848575" y="4298825"/>
              <a:ext cx="5650" cy="9375"/>
            </a:xfrm>
            <a:custGeom>
              <a:rect b="b" l="l" r="r" t="t"/>
              <a:pathLst>
                <a:path extrusionOk="0" h="375" w="226">
                  <a:moveTo>
                    <a:pt x="13" y="263"/>
                  </a:moveTo>
                  <a:cubicBezTo>
                    <a:pt x="1" y="188"/>
                    <a:pt x="26" y="113"/>
                    <a:pt x="76" y="63"/>
                  </a:cubicBezTo>
                  <a:cubicBezTo>
                    <a:pt x="113" y="0"/>
                    <a:pt x="226" y="13"/>
                    <a:pt x="226" y="100"/>
                  </a:cubicBezTo>
                  <a:cubicBezTo>
                    <a:pt x="213" y="150"/>
                    <a:pt x="213" y="213"/>
                    <a:pt x="213" y="263"/>
                  </a:cubicBezTo>
                  <a:cubicBezTo>
                    <a:pt x="201" y="375"/>
                    <a:pt x="38" y="375"/>
                    <a:pt x="13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2" name="Google Shape;4312;p103"/>
            <p:cNvSpPr/>
            <p:nvPr/>
          </p:nvSpPr>
          <p:spPr>
            <a:xfrm>
              <a:off x="980725" y="4331300"/>
              <a:ext cx="10025" cy="6900"/>
            </a:xfrm>
            <a:custGeom>
              <a:rect b="b" l="l" r="r" t="t"/>
              <a:pathLst>
                <a:path extrusionOk="0" h="276" w="401">
                  <a:moveTo>
                    <a:pt x="88" y="88"/>
                  </a:moveTo>
                  <a:cubicBezTo>
                    <a:pt x="151" y="51"/>
                    <a:pt x="226" y="26"/>
                    <a:pt x="301" y="13"/>
                  </a:cubicBezTo>
                  <a:cubicBezTo>
                    <a:pt x="351" y="1"/>
                    <a:pt x="401" y="63"/>
                    <a:pt x="351" y="113"/>
                  </a:cubicBezTo>
                  <a:cubicBezTo>
                    <a:pt x="301" y="176"/>
                    <a:pt x="226" y="226"/>
                    <a:pt x="151" y="251"/>
                  </a:cubicBezTo>
                  <a:cubicBezTo>
                    <a:pt x="63" y="276"/>
                    <a:pt x="1" y="138"/>
                    <a:pt x="88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3" name="Google Shape;4313;p103"/>
            <p:cNvSpPr/>
            <p:nvPr/>
          </p:nvSpPr>
          <p:spPr>
            <a:xfrm>
              <a:off x="839525" y="4440350"/>
              <a:ext cx="156850" cy="27825"/>
            </a:xfrm>
            <a:custGeom>
              <a:rect b="b" l="l" r="r" t="t"/>
              <a:pathLst>
                <a:path extrusionOk="0" h="1113" w="6274">
                  <a:moveTo>
                    <a:pt x="6174" y="1100"/>
                  </a:moveTo>
                  <a:cubicBezTo>
                    <a:pt x="5311" y="1112"/>
                    <a:pt x="4449" y="1025"/>
                    <a:pt x="3612" y="850"/>
                  </a:cubicBezTo>
                  <a:cubicBezTo>
                    <a:pt x="2462" y="625"/>
                    <a:pt x="1337" y="175"/>
                    <a:pt x="163" y="500"/>
                  </a:cubicBezTo>
                  <a:cubicBezTo>
                    <a:pt x="38" y="525"/>
                    <a:pt x="0" y="362"/>
                    <a:pt x="113" y="313"/>
                  </a:cubicBezTo>
                  <a:cubicBezTo>
                    <a:pt x="900" y="0"/>
                    <a:pt x="1625" y="163"/>
                    <a:pt x="2437" y="337"/>
                  </a:cubicBezTo>
                  <a:cubicBezTo>
                    <a:pt x="3674" y="612"/>
                    <a:pt x="4899" y="862"/>
                    <a:pt x="6174" y="925"/>
                  </a:cubicBezTo>
                  <a:cubicBezTo>
                    <a:pt x="6274" y="937"/>
                    <a:pt x="6274" y="1087"/>
                    <a:pt x="6174" y="1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4" name="Google Shape;4314;p103"/>
            <p:cNvSpPr/>
            <p:nvPr/>
          </p:nvSpPr>
          <p:spPr>
            <a:xfrm>
              <a:off x="817950" y="4437225"/>
              <a:ext cx="33150" cy="31250"/>
            </a:xfrm>
            <a:custGeom>
              <a:rect b="b" l="l" r="r" t="t"/>
              <a:pathLst>
                <a:path extrusionOk="0" h="1250" w="1326">
                  <a:moveTo>
                    <a:pt x="876" y="550"/>
                  </a:moveTo>
                  <a:lnTo>
                    <a:pt x="763" y="587"/>
                  </a:lnTo>
                  <a:cubicBezTo>
                    <a:pt x="713" y="512"/>
                    <a:pt x="763" y="413"/>
                    <a:pt x="851" y="425"/>
                  </a:cubicBezTo>
                  <a:cubicBezTo>
                    <a:pt x="1326" y="587"/>
                    <a:pt x="851" y="1250"/>
                    <a:pt x="476" y="1012"/>
                  </a:cubicBezTo>
                  <a:cubicBezTo>
                    <a:pt x="1" y="712"/>
                    <a:pt x="551" y="0"/>
                    <a:pt x="976" y="438"/>
                  </a:cubicBezTo>
                  <a:cubicBezTo>
                    <a:pt x="1038" y="500"/>
                    <a:pt x="963" y="600"/>
                    <a:pt x="876" y="5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5" name="Google Shape;4315;p103"/>
            <p:cNvSpPr/>
            <p:nvPr/>
          </p:nvSpPr>
          <p:spPr>
            <a:xfrm>
              <a:off x="773900" y="4388175"/>
              <a:ext cx="72825" cy="22500"/>
            </a:xfrm>
            <a:custGeom>
              <a:rect b="b" l="l" r="r" t="t"/>
              <a:pathLst>
                <a:path extrusionOk="0" h="900" w="2913">
                  <a:moveTo>
                    <a:pt x="2813" y="263"/>
                  </a:moveTo>
                  <a:cubicBezTo>
                    <a:pt x="2500" y="562"/>
                    <a:pt x="2113" y="750"/>
                    <a:pt x="1688" y="800"/>
                  </a:cubicBezTo>
                  <a:cubicBezTo>
                    <a:pt x="1226" y="862"/>
                    <a:pt x="526" y="900"/>
                    <a:pt x="113" y="637"/>
                  </a:cubicBezTo>
                  <a:cubicBezTo>
                    <a:pt x="1" y="575"/>
                    <a:pt x="63" y="413"/>
                    <a:pt x="188" y="438"/>
                  </a:cubicBezTo>
                  <a:cubicBezTo>
                    <a:pt x="976" y="637"/>
                    <a:pt x="2013" y="687"/>
                    <a:pt x="2650" y="100"/>
                  </a:cubicBezTo>
                  <a:cubicBezTo>
                    <a:pt x="2763" y="0"/>
                    <a:pt x="2913" y="163"/>
                    <a:pt x="2800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6" name="Google Shape;4316;p103"/>
            <p:cNvSpPr/>
            <p:nvPr/>
          </p:nvSpPr>
          <p:spPr>
            <a:xfrm>
              <a:off x="774525" y="4381600"/>
              <a:ext cx="70650" cy="23450"/>
            </a:xfrm>
            <a:custGeom>
              <a:rect b="b" l="l" r="r" t="t"/>
              <a:pathLst>
                <a:path extrusionOk="0" h="938" w="2826">
                  <a:moveTo>
                    <a:pt x="63" y="738"/>
                  </a:moveTo>
                  <a:cubicBezTo>
                    <a:pt x="588" y="51"/>
                    <a:pt x="2013" y="1"/>
                    <a:pt x="2725" y="376"/>
                  </a:cubicBezTo>
                  <a:cubicBezTo>
                    <a:pt x="2825" y="426"/>
                    <a:pt x="2750" y="563"/>
                    <a:pt x="2650" y="551"/>
                  </a:cubicBezTo>
                  <a:cubicBezTo>
                    <a:pt x="1938" y="438"/>
                    <a:pt x="776" y="176"/>
                    <a:pt x="213" y="850"/>
                  </a:cubicBezTo>
                  <a:cubicBezTo>
                    <a:pt x="151" y="938"/>
                    <a:pt x="1" y="825"/>
                    <a:pt x="63" y="7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7" name="Google Shape;4317;p103"/>
            <p:cNvSpPr/>
            <p:nvPr/>
          </p:nvSpPr>
          <p:spPr>
            <a:xfrm>
              <a:off x="927300" y="4396600"/>
              <a:ext cx="17850" cy="55950"/>
            </a:xfrm>
            <a:custGeom>
              <a:rect b="b" l="l" r="r" t="t"/>
              <a:pathLst>
                <a:path extrusionOk="0" h="2238" w="714">
                  <a:moveTo>
                    <a:pt x="301" y="2087"/>
                  </a:moveTo>
                  <a:cubicBezTo>
                    <a:pt x="476" y="1450"/>
                    <a:pt x="376" y="775"/>
                    <a:pt x="51" y="213"/>
                  </a:cubicBezTo>
                  <a:cubicBezTo>
                    <a:pt x="1" y="101"/>
                    <a:pt x="163" y="1"/>
                    <a:pt x="238" y="101"/>
                  </a:cubicBezTo>
                  <a:cubicBezTo>
                    <a:pt x="626" y="713"/>
                    <a:pt x="713" y="1450"/>
                    <a:pt x="476" y="2137"/>
                  </a:cubicBezTo>
                  <a:cubicBezTo>
                    <a:pt x="438" y="2237"/>
                    <a:pt x="288" y="2200"/>
                    <a:pt x="301" y="20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8" name="Google Shape;4318;p103"/>
            <p:cNvSpPr/>
            <p:nvPr/>
          </p:nvSpPr>
          <p:spPr>
            <a:xfrm>
              <a:off x="922000" y="4396600"/>
              <a:ext cx="15950" cy="54375"/>
            </a:xfrm>
            <a:custGeom>
              <a:rect b="b" l="l" r="r" t="t"/>
              <a:pathLst>
                <a:path extrusionOk="0" h="2175" w="638">
                  <a:moveTo>
                    <a:pt x="450" y="188"/>
                  </a:moveTo>
                  <a:cubicBezTo>
                    <a:pt x="313" y="550"/>
                    <a:pt x="275" y="950"/>
                    <a:pt x="338" y="1338"/>
                  </a:cubicBezTo>
                  <a:cubicBezTo>
                    <a:pt x="375" y="1613"/>
                    <a:pt x="525" y="1788"/>
                    <a:pt x="625" y="2038"/>
                  </a:cubicBezTo>
                  <a:cubicBezTo>
                    <a:pt x="638" y="2075"/>
                    <a:pt x="613" y="2112"/>
                    <a:pt x="563" y="2125"/>
                  </a:cubicBezTo>
                  <a:cubicBezTo>
                    <a:pt x="275" y="2175"/>
                    <a:pt x="163" y="1850"/>
                    <a:pt x="113" y="1613"/>
                  </a:cubicBezTo>
                  <a:cubicBezTo>
                    <a:pt x="0" y="1113"/>
                    <a:pt x="38" y="600"/>
                    <a:pt x="238" y="126"/>
                  </a:cubicBezTo>
                  <a:cubicBezTo>
                    <a:pt x="288" y="1"/>
                    <a:pt x="500" y="51"/>
                    <a:pt x="450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9" name="Google Shape;4319;p103"/>
            <p:cNvSpPr/>
            <p:nvPr/>
          </p:nvSpPr>
          <p:spPr>
            <a:xfrm>
              <a:off x="1194425" y="4364725"/>
              <a:ext cx="82825" cy="26900"/>
            </a:xfrm>
            <a:custGeom>
              <a:rect b="b" l="l" r="r" t="t"/>
              <a:pathLst>
                <a:path extrusionOk="0" h="1076" w="3313">
                  <a:moveTo>
                    <a:pt x="3187" y="926"/>
                  </a:moveTo>
                  <a:cubicBezTo>
                    <a:pt x="2175" y="1076"/>
                    <a:pt x="800" y="926"/>
                    <a:pt x="50" y="163"/>
                  </a:cubicBezTo>
                  <a:cubicBezTo>
                    <a:pt x="0" y="113"/>
                    <a:pt x="50" y="1"/>
                    <a:pt x="125" y="26"/>
                  </a:cubicBezTo>
                  <a:cubicBezTo>
                    <a:pt x="600" y="188"/>
                    <a:pt x="1013" y="476"/>
                    <a:pt x="1500" y="601"/>
                  </a:cubicBezTo>
                  <a:cubicBezTo>
                    <a:pt x="2037" y="738"/>
                    <a:pt x="2600" y="776"/>
                    <a:pt x="3150" y="713"/>
                  </a:cubicBezTo>
                  <a:cubicBezTo>
                    <a:pt x="3275" y="701"/>
                    <a:pt x="3312" y="913"/>
                    <a:pt x="3187" y="9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0" name="Google Shape;4320;p103"/>
            <p:cNvSpPr/>
            <p:nvPr/>
          </p:nvSpPr>
          <p:spPr>
            <a:xfrm>
              <a:off x="1194425" y="4355975"/>
              <a:ext cx="100625" cy="30975"/>
            </a:xfrm>
            <a:custGeom>
              <a:rect b="b" l="l" r="r" t="t"/>
              <a:pathLst>
                <a:path extrusionOk="0" h="1239" w="4025">
                  <a:moveTo>
                    <a:pt x="138" y="238"/>
                  </a:moveTo>
                  <a:cubicBezTo>
                    <a:pt x="763" y="126"/>
                    <a:pt x="1413" y="1"/>
                    <a:pt x="2050" y="101"/>
                  </a:cubicBezTo>
                  <a:cubicBezTo>
                    <a:pt x="2737" y="201"/>
                    <a:pt x="3312" y="551"/>
                    <a:pt x="3887" y="926"/>
                  </a:cubicBezTo>
                  <a:cubicBezTo>
                    <a:pt x="4024" y="1013"/>
                    <a:pt x="3899" y="1238"/>
                    <a:pt x="3749" y="1151"/>
                  </a:cubicBezTo>
                  <a:cubicBezTo>
                    <a:pt x="3287" y="838"/>
                    <a:pt x="2800" y="526"/>
                    <a:pt x="2237" y="388"/>
                  </a:cubicBezTo>
                  <a:cubicBezTo>
                    <a:pt x="1575" y="226"/>
                    <a:pt x="863" y="338"/>
                    <a:pt x="200" y="451"/>
                  </a:cubicBezTo>
                  <a:cubicBezTo>
                    <a:pt x="63" y="463"/>
                    <a:pt x="0" y="263"/>
                    <a:pt x="138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1" name="Google Shape;4321;p103"/>
            <p:cNvSpPr/>
            <p:nvPr/>
          </p:nvSpPr>
          <p:spPr>
            <a:xfrm>
              <a:off x="593025" y="3689900"/>
              <a:ext cx="199650" cy="551150"/>
            </a:xfrm>
            <a:custGeom>
              <a:rect b="b" l="l" r="r" t="t"/>
              <a:pathLst>
                <a:path extrusionOk="0" h="22046" w="7986">
                  <a:moveTo>
                    <a:pt x="3487" y="88"/>
                  </a:moveTo>
                  <a:cubicBezTo>
                    <a:pt x="4799" y="1426"/>
                    <a:pt x="5286" y="2938"/>
                    <a:pt x="5074" y="4837"/>
                  </a:cubicBezTo>
                  <a:cubicBezTo>
                    <a:pt x="4899" y="6237"/>
                    <a:pt x="4287" y="7487"/>
                    <a:pt x="3749" y="8761"/>
                  </a:cubicBezTo>
                  <a:cubicBezTo>
                    <a:pt x="1875" y="13235"/>
                    <a:pt x="0" y="21470"/>
                    <a:pt x="7773" y="21808"/>
                  </a:cubicBezTo>
                  <a:cubicBezTo>
                    <a:pt x="7861" y="21808"/>
                    <a:pt x="7861" y="21933"/>
                    <a:pt x="7773" y="21945"/>
                  </a:cubicBezTo>
                  <a:cubicBezTo>
                    <a:pt x="4737" y="22045"/>
                    <a:pt x="2400" y="20071"/>
                    <a:pt x="1700" y="17084"/>
                  </a:cubicBezTo>
                  <a:cubicBezTo>
                    <a:pt x="388" y="11435"/>
                    <a:pt x="7986" y="5012"/>
                    <a:pt x="3349" y="213"/>
                  </a:cubicBezTo>
                  <a:cubicBezTo>
                    <a:pt x="3274" y="138"/>
                    <a:pt x="3399" y="1"/>
                    <a:pt x="3487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2" name="Google Shape;4322;p103"/>
            <p:cNvSpPr/>
            <p:nvPr/>
          </p:nvSpPr>
          <p:spPr>
            <a:xfrm>
              <a:off x="770150" y="4055125"/>
              <a:ext cx="121575" cy="180925"/>
            </a:xfrm>
            <a:custGeom>
              <a:rect b="b" l="l" r="r" t="t"/>
              <a:pathLst>
                <a:path extrusionOk="0" h="7237" w="4863">
                  <a:moveTo>
                    <a:pt x="1688" y="7036"/>
                  </a:moveTo>
                  <a:cubicBezTo>
                    <a:pt x="3413" y="6911"/>
                    <a:pt x="4425" y="4949"/>
                    <a:pt x="4225" y="3400"/>
                  </a:cubicBezTo>
                  <a:cubicBezTo>
                    <a:pt x="4025" y="1775"/>
                    <a:pt x="1725" y="113"/>
                    <a:pt x="201" y="1513"/>
                  </a:cubicBezTo>
                  <a:cubicBezTo>
                    <a:pt x="126" y="1588"/>
                    <a:pt x="1" y="1463"/>
                    <a:pt x="88" y="1388"/>
                  </a:cubicBezTo>
                  <a:cubicBezTo>
                    <a:pt x="1338" y="1"/>
                    <a:pt x="3875" y="1313"/>
                    <a:pt x="4325" y="2825"/>
                  </a:cubicBezTo>
                  <a:cubicBezTo>
                    <a:pt x="4862" y="4637"/>
                    <a:pt x="3700" y="7086"/>
                    <a:pt x="1688" y="7224"/>
                  </a:cubicBezTo>
                  <a:cubicBezTo>
                    <a:pt x="1563" y="7236"/>
                    <a:pt x="1563" y="7049"/>
                    <a:pt x="1688" y="70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3" name="Google Shape;4323;p103"/>
            <p:cNvSpPr/>
            <p:nvPr/>
          </p:nvSpPr>
          <p:spPr>
            <a:xfrm>
              <a:off x="748600" y="4108250"/>
              <a:ext cx="77200" cy="73425"/>
            </a:xfrm>
            <a:custGeom>
              <a:rect b="b" l="l" r="r" t="t"/>
              <a:pathLst>
                <a:path extrusionOk="0" h="2937" w="3088">
                  <a:moveTo>
                    <a:pt x="625" y="163"/>
                  </a:moveTo>
                  <a:cubicBezTo>
                    <a:pt x="251" y="900"/>
                    <a:pt x="476" y="1800"/>
                    <a:pt x="1163" y="2274"/>
                  </a:cubicBezTo>
                  <a:cubicBezTo>
                    <a:pt x="1913" y="2749"/>
                    <a:pt x="2750" y="2237"/>
                    <a:pt x="2887" y="1425"/>
                  </a:cubicBezTo>
                  <a:cubicBezTo>
                    <a:pt x="2900" y="1325"/>
                    <a:pt x="3087" y="1337"/>
                    <a:pt x="3075" y="1450"/>
                  </a:cubicBezTo>
                  <a:cubicBezTo>
                    <a:pt x="3000" y="2324"/>
                    <a:pt x="2075" y="2937"/>
                    <a:pt x="1250" y="2549"/>
                  </a:cubicBezTo>
                  <a:cubicBezTo>
                    <a:pt x="351" y="2137"/>
                    <a:pt x="1" y="912"/>
                    <a:pt x="501" y="75"/>
                  </a:cubicBezTo>
                  <a:cubicBezTo>
                    <a:pt x="550" y="0"/>
                    <a:pt x="663" y="75"/>
                    <a:pt x="625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4" name="Google Shape;4324;p103"/>
            <p:cNvSpPr/>
            <p:nvPr/>
          </p:nvSpPr>
          <p:spPr>
            <a:xfrm>
              <a:off x="819525" y="4135100"/>
              <a:ext cx="325" cy="350"/>
            </a:xfrm>
            <a:custGeom>
              <a:rect b="b" l="l" r="r" t="t"/>
              <a:pathLst>
                <a:path extrusionOk="0" h="14" w="13">
                  <a:moveTo>
                    <a:pt x="13" y="1"/>
                  </a:moveTo>
                  <a:lnTo>
                    <a:pt x="13" y="13"/>
                  </a:lnTo>
                  <a:cubicBezTo>
                    <a:pt x="13" y="13"/>
                    <a:pt x="0" y="1"/>
                    <a:pt x="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5" name="Google Shape;4325;p103"/>
            <p:cNvSpPr/>
            <p:nvPr/>
          </p:nvSpPr>
          <p:spPr>
            <a:xfrm>
              <a:off x="641450" y="4121350"/>
              <a:ext cx="103750" cy="206550"/>
            </a:xfrm>
            <a:custGeom>
              <a:rect b="b" l="l" r="r" t="t"/>
              <a:pathLst>
                <a:path extrusionOk="0" h="8262" w="4150">
                  <a:moveTo>
                    <a:pt x="163" y="101"/>
                  </a:moveTo>
                  <a:cubicBezTo>
                    <a:pt x="450" y="1288"/>
                    <a:pt x="975" y="2400"/>
                    <a:pt x="1712" y="3375"/>
                  </a:cubicBezTo>
                  <a:cubicBezTo>
                    <a:pt x="2237" y="4087"/>
                    <a:pt x="2937" y="4737"/>
                    <a:pt x="3299" y="5562"/>
                  </a:cubicBezTo>
                  <a:cubicBezTo>
                    <a:pt x="3699" y="6474"/>
                    <a:pt x="3699" y="7436"/>
                    <a:pt x="3012" y="8199"/>
                  </a:cubicBezTo>
                  <a:cubicBezTo>
                    <a:pt x="2949" y="8261"/>
                    <a:pt x="2825" y="8174"/>
                    <a:pt x="2875" y="8086"/>
                  </a:cubicBezTo>
                  <a:cubicBezTo>
                    <a:pt x="4149" y="6212"/>
                    <a:pt x="2387" y="4725"/>
                    <a:pt x="1375" y="3275"/>
                  </a:cubicBezTo>
                  <a:cubicBezTo>
                    <a:pt x="725" y="2325"/>
                    <a:pt x="263" y="1263"/>
                    <a:pt x="13" y="138"/>
                  </a:cubicBezTo>
                  <a:cubicBezTo>
                    <a:pt x="0" y="38"/>
                    <a:pt x="138" y="1"/>
                    <a:pt x="175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6" name="Google Shape;4326;p103"/>
            <p:cNvSpPr/>
            <p:nvPr/>
          </p:nvSpPr>
          <p:spPr>
            <a:xfrm>
              <a:off x="646450" y="3978900"/>
              <a:ext cx="81250" cy="88750"/>
            </a:xfrm>
            <a:custGeom>
              <a:rect b="b" l="l" r="r" t="t"/>
              <a:pathLst>
                <a:path extrusionOk="0" h="3550" w="3250">
                  <a:moveTo>
                    <a:pt x="488" y="163"/>
                  </a:moveTo>
                  <a:cubicBezTo>
                    <a:pt x="263" y="1138"/>
                    <a:pt x="163" y="2500"/>
                    <a:pt x="1175" y="3112"/>
                  </a:cubicBezTo>
                  <a:cubicBezTo>
                    <a:pt x="1650" y="3375"/>
                    <a:pt x="2237" y="3287"/>
                    <a:pt x="2625" y="2900"/>
                  </a:cubicBezTo>
                  <a:cubicBezTo>
                    <a:pt x="2924" y="2575"/>
                    <a:pt x="3249" y="1250"/>
                    <a:pt x="2475" y="1163"/>
                  </a:cubicBezTo>
                  <a:cubicBezTo>
                    <a:pt x="2387" y="1163"/>
                    <a:pt x="2387" y="1025"/>
                    <a:pt x="2475" y="1038"/>
                  </a:cubicBezTo>
                  <a:cubicBezTo>
                    <a:pt x="3012" y="1088"/>
                    <a:pt x="3187" y="1762"/>
                    <a:pt x="3137" y="2237"/>
                  </a:cubicBezTo>
                  <a:cubicBezTo>
                    <a:pt x="3062" y="2850"/>
                    <a:pt x="2587" y="3350"/>
                    <a:pt x="1975" y="3450"/>
                  </a:cubicBezTo>
                  <a:cubicBezTo>
                    <a:pt x="1325" y="3550"/>
                    <a:pt x="813" y="3187"/>
                    <a:pt x="488" y="2650"/>
                  </a:cubicBezTo>
                  <a:cubicBezTo>
                    <a:pt x="0" y="1850"/>
                    <a:pt x="113" y="988"/>
                    <a:pt x="313" y="113"/>
                  </a:cubicBezTo>
                  <a:cubicBezTo>
                    <a:pt x="338" y="0"/>
                    <a:pt x="513" y="50"/>
                    <a:pt x="488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7" name="Google Shape;4327;p103"/>
            <p:cNvSpPr/>
            <p:nvPr/>
          </p:nvSpPr>
          <p:spPr>
            <a:xfrm>
              <a:off x="672675" y="3923300"/>
              <a:ext cx="43775" cy="33450"/>
            </a:xfrm>
            <a:custGeom>
              <a:rect b="b" l="l" r="r" t="t"/>
              <a:pathLst>
                <a:path extrusionOk="0" h="1338" w="1751">
                  <a:moveTo>
                    <a:pt x="351" y="150"/>
                  </a:moveTo>
                  <a:cubicBezTo>
                    <a:pt x="263" y="462"/>
                    <a:pt x="301" y="787"/>
                    <a:pt x="613" y="962"/>
                  </a:cubicBezTo>
                  <a:cubicBezTo>
                    <a:pt x="813" y="1137"/>
                    <a:pt x="1026" y="1087"/>
                    <a:pt x="1263" y="800"/>
                  </a:cubicBezTo>
                  <a:cubicBezTo>
                    <a:pt x="1301" y="675"/>
                    <a:pt x="1288" y="537"/>
                    <a:pt x="1213" y="425"/>
                  </a:cubicBezTo>
                  <a:cubicBezTo>
                    <a:pt x="1101" y="350"/>
                    <a:pt x="1201" y="175"/>
                    <a:pt x="1326" y="250"/>
                  </a:cubicBezTo>
                  <a:cubicBezTo>
                    <a:pt x="1750" y="512"/>
                    <a:pt x="1413" y="1212"/>
                    <a:pt x="976" y="1262"/>
                  </a:cubicBezTo>
                  <a:cubicBezTo>
                    <a:pt x="326" y="1337"/>
                    <a:pt x="1" y="637"/>
                    <a:pt x="201" y="100"/>
                  </a:cubicBezTo>
                  <a:cubicBezTo>
                    <a:pt x="226" y="0"/>
                    <a:pt x="376" y="38"/>
                    <a:pt x="351" y="1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8" name="Google Shape;4328;p103"/>
            <p:cNvSpPr/>
            <p:nvPr/>
          </p:nvSpPr>
          <p:spPr>
            <a:xfrm>
              <a:off x="692375" y="4315375"/>
              <a:ext cx="32200" cy="31900"/>
            </a:xfrm>
            <a:custGeom>
              <a:rect b="b" l="l" r="r" t="t"/>
              <a:pathLst>
                <a:path extrusionOk="0" h="1276" w="1288">
                  <a:moveTo>
                    <a:pt x="838" y="463"/>
                  </a:moveTo>
                  <a:lnTo>
                    <a:pt x="838" y="463"/>
                  </a:lnTo>
                  <a:cubicBezTo>
                    <a:pt x="825" y="375"/>
                    <a:pt x="937" y="325"/>
                    <a:pt x="987" y="388"/>
                  </a:cubicBezTo>
                  <a:cubicBezTo>
                    <a:pt x="1287" y="800"/>
                    <a:pt x="663" y="1275"/>
                    <a:pt x="338" y="863"/>
                  </a:cubicBezTo>
                  <a:cubicBezTo>
                    <a:pt x="0" y="438"/>
                    <a:pt x="575" y="0"/>
                    <a:pt x="937" y="325"/>
                  </a:cubicBezTo>
                  <a:cubicBezTo>
                    <a:pt x="1012" y="388"/>
                    <a:pt x="912" y="488"/>
                    <a:pt x="838" y="4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9" name="Google Shape;4329;p103"/>
            <p:cNvSpPr/>
            <p:nvPr/>
          </p:nvSpPr>
          <p:spPr>
            <a:xfrm>
              <a:off x="675500" y="4193850"/>
              <a:ext cx="113125" cy="77500"/>
            </a:xfrm>
            <a:custGeom>
              <a:rect b="b" l="l" r="r" t="t"/>
              <a:pathLst>
                <a:path extrusionOk="0" h="3100" w="4525">
                  <a:moveTo>
                    <a:pt x="150" y="50"/>
                  </a:moveTo>
                  <a:cubicBezTo>
                    <a:pt x="1338" y="1412"/>
                    <a:pt x="2825" y="2175"/>
                    <a:pt x="4437" y="2924"/>
                  </a:cubicBezTo>
                  <a:cubicBezTo>
                    <a:pt x="4524" y="2962"/>
                    <a:pt x="4462" y="3099"/>
                    <a:pt x="4374" y="3074"/>
                  </a:cubicBezTo>
                  <a:cubicBezTo>
                    <a:pt x="2675" y="2562"/>
                    <a:pt x="1163" y="1550"/>
                    <a:pt x="63" y="150"/>
                  </a:cubicBezTo>
                  <a:cubicBezTo>
                    <a:pt x="0" y="88"/>
                    <a:pt x="100" y="0"/>
                    <a:pt x="150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0" name="Google Shape;4330;p103"/>
            <p:cNvSpPr/>
            <p:nvPr/>
          </p:nvSpPr>
          <p:spPr>
            <a:xfrm>
              <a:off x="776725" y="4256950"/>
              <a:ext cx="32525" cy="30950"/>
            </a:xfrm>
            <a:custGeom>
              <a:rect b="b" l="l" r="r" t="t"/>
              <a:pathLst>
                <a:path extrusionOk="0" h="1238" w="1301">
                  <a:moveTo>
                    <a:pt x="388" y="388"/>
                  </a:moveTo>
                  <a:cubicBezTo>
                    <a:pt x="750" y="1"/>
                    <a:pt x="1300" y="538"/>
                    <a:pt x="925" y="888"/>
                  </a:cubicBezTo>
                  <a:cubicBezTo>
                    <a:pt x="550" y="1238"/>
                    <a:pt x="0" y="600"/>
                    <a:pt x="450" y="350"/>
                  </a:cubicBezTo>
                  <a:cubicBezTo>
                    <a:pt x="550" y="313"/>
                    <a:pt x="638" y="425"/>
                    <a:pt x="563" y="500"/>
                  </a:cubicBezTo>
                  <a:lnTo>
                    <a:pt x="500" y="500"/>
                  </a:lnTo>
                  <a:cubicBezTo>
                    <a:pt x="425" y="563"/>
                    <a:pt x="325" y="463"/>
                    <a:pt x="388" y="3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1" name="Google Shape;4331;p103"/>
            <p:cNvSpPr/>
            <p:nvPr/>
          </p:nvSpPr>
          <p:spPr>
            <a:xfrm>
              <a:off x="793900" y="4233200"/>
              <a:ext cx="9725" cy="5975"/>
            </a:xfrm>
            <a:custGeom>
              <a:rect b="b" l="l" r="r" t="t"/>
              <a:pathLst>
                <a:path extrusionOk="0" h="239" w="389">
                  <a:moveTo>
                    <a:pt x="126" y="26"/>
                  </a:moveTo>
                  <a:cubicBezTo>
                    <a:pt x="176" y="26"/>
                    <a:pt x="238" y="13"/>
                    <a:pt x="288" y="13"/>
                  </a:cubicBezTo>
                  <a:cubicBezTo>
                    <a:pt x="376" y="1"/>
                    <a:pt x="388" y="113"/>
                    <a:pt x="338" y="163"/>
                  </a:cubicBezTo>
                  <a:cubicBezTo>
                    <a:pt x="276" y="213"/>
                    <a:pt x="201" y="238"/>
                    <a:pt x="126" y="226"/>
                  </a:cubicBezTo>
                  <a:cubicBezTo>
                    <a:pt x="1" y="226"/>
                    <a:pt x="1" y="26"/>
                    <a:pt x="126" y="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2" name="Google Shape;4332;p103"/>
            <p:cNvSpPr/>
            <p:nvPr/>
          </p:nvSpPr>
          <p:spPr>
            <a:xfrm>
              <a:off x="764225" y="4097000"/>
              <a:ext cx="6900" cy="10025"/>
            </a:xfrm>
            <a:custGeom>
              <a:rect b="b" l="l" r="r" t="t"/>
              <a:pathLst>
                <a:path extrusionOk="0" h="401" w="276">
                  <a:moveTo>
                    <a:pt x="25" y="250"/>
                  </a:moveTo>
                  <a:cubicBezTo>
                    <a:pt x="50" y="163"/>
                    <a:pt x="100" y="88"/>
                    <a:pt x="163" y="38"/>
                  </a:cubicBezTo>
                  <a:cubicBezTo>
                    <a:pt x="213" y="0"/>
                    <a:pt x="275" y="38"/>
                    <a:pt x="263" y="100"/>
                  </a:cubicBezTo>
                  <a:cubicBezTo>
                    <a:pt x="250" y="175"/>
                    <a:pt x="225" y="250"/>
                    <a:pt x="188" y="313"/>
                  </a:cubicBezTo>
                  <a:cubicBezTo>
                    <a:pt x="138" y="400"/>
                    <a:pt x="0" y="338"/>
                    <a:pt x="25" y="2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3" name="Google Shape;4333;p103"/>
            <p:cNvSpPr/>
            <p:nvPr/>
          </p:nvSpPr>
          <p:spPr>
            <a:xfrm>
              <a:off x="634250" y="4091375"/>
              <a:ext cx="27850" cy="156850"/>
            </a:xfrm>
            <a:custGeom>
              <a:rect b="b" l="l" r="r" t="t"/>
              <a:pathLst>
                <a:path extrusionOk="0" h="6274" w="1114">
                  <a:moveTo>
                    <a:pt x="188" y="100"/>
                  </a:moveTo>
                  <a:cubicBezTo>
                    <a:pt x="251" y="1375"/>
                    <a:pt x="501" y="2600"/>
                    <a:pt x="776" y="3837"/>
                  </a:cubicBezTo>
                  <a:cubicBezTo>
                    <a:pt x="963" y="4649"/>
                    <a:pt x="1113" y="5361"/>
                    <a:pt x="801" y="6161"/>
                  </a:cubicBezTo>
                  <a:cubicBezTo>
                    <a:pt x="751" y="6274"/>
                    <a:pt x="588" y="6236"/>
                    <a:pt x="613" y="6111"/>
                  </a:cubicBezTo>
                  <a:cubicBezTo>
                    <a:pt x="926" y="4936"/>
                    <a:pt x="488" y="3812"/>
                    <a:pt x="263" y="2650"/>
                  </a:cubicBezTo>
                  <a:cubicBezTo>
                    <a:pt x="88" y="1812"/>
                    <a:pt x="1" y="963"/>
                    <a:pt x="13" y="100"/>
                  </a:cubicBezTo>
                  <a:cubicBezTo>
                    <a:pt x="26" y="0"/>
                    <a:pt x="176" y="0"/>
                    <a:pt x="188" y="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4" name="Google Shape;4334;p103"/>
            <p:cNvSpPr/>
            <p:nvPr/>
          </p:nvSpPr>
          <p:spPr>
            <a:xfrm>
              <a:off x="634250" y="4236325"/>
              <a:ext cx="31275" cy="33150"/>
            </a:xfrm>
            <a:custGeom>
              <a:rect b="b" l="l" r="r" t="t"/>
              <a:pathLst>
                <a:path extrusionOk="0" h="1326" w="1251">
                  <a:moveTo>
                    <a:pt x="813" y="351"/>
                  </a:moveTo>
                  <a:cubicBezTo>
                    <a:pt x="1251" y="776"/>
                    <a:pt x="526" y="1325"/>
                    <a:pt x="238" y="851"/>
                  </a:cubicBezTo>
                  <a:cubicBezTo>
                    <a:pt x="1" y="476"/>
                    <a:pt x="663" y="1"/>
                    <a:pt x="813" y="476"/>
                  </a:cubicBezTo>
                  <a:cubicBezTo>
                    <a:pt x="826" y="563"/>
                    <a:pt x="726" y="626"/>
                    <a:pt x="663" y="563"/>
                  </a:cubicBezTo>
                  <a:lnTo>
                    <a:pt x="688" y="451"/>
                  </a:lnTo>
                  <a:cubicBezTo>
                    <a:pt x="638" y="363"/>
                    <a:pt x="751" y="276"/>
                    <a:pt x="813" y="3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5" name="Google Shape;4335;p103"/>
            <p:cNvSpPr/>
            <p:nvPr/>
          </p:nvSpPr>
          <p:spPr>
            <a:xfrm>
              <a:off x="691750" y="4241025"/>
              <a:ext cx="22525" cy="72800"/>
            </a:xfrm>
            <a:custGeom>
              <a:rect b="b" l="l" r="r" t="t"/>
              <a:pathLst>
                <a:path extrusionOk="0" h="2912" w="901">
                  <a:moveTo>
                    <a:pt x="800" y="263"/>
                  </a:moveTo>
                  <a:cubicBezTo>
                    <a:pt x="213" y="900"/>
                    <a:pt x="263" y="1937"/>
                    <a:pt x="463" y="2724"/>
                  </a:cubicBezTo>
                  <a:cubicBezTo>
                    <a:pt x="488" y="2837"/>
                    <a:pt x="325" y="2912"/>
                    <a:pt x="263" y="2812"/>
                  </a:cubicBezTo>
                  <a:cubicBezTo>
                    <a:pt x="0" y="2387"/>
                    <a:pt x="38" y="1687"/>
                    <a:pt x="100" y="1225"/>
                  </a:cubicBezTo>
                  <a:cubicBezTo>
                    <a:pt x="150" y="800"/>
                    <a:pt x="350" y="413"/>
                    <a:pt x="638" y="100"/>
                  </a:cubicBezTo>
                  <a:cubicBezTo>
                    <a:pt x="750" y="0"/>
                    <a:pt x="900" y="163"/>
                    <a:pt x="800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6" name="Google Shape;4336;p103"/>
            <p:cNvSpPr/>
            <p:nvPr/>
          </p:nvSpPr>
          <p:spPr>
            <a:xfrm>
              <a:off x="697675" y="4242575"/>
              <a:ext cx="23450" cy="70625"/>
            </a:xfrm>
            <a:custGeom>
              <a:rect b="b" l="l" r="r" t="t"/>
              <a:pathLst>
                <a:path extrusionOk="0" h="2825" w="938">
                  <a:moveTo>
                    <a:pt x="76" y="2612"/>
                  </a:moveTo>
                  <a:cubicBezTo>
                    <a:pt x="763" y="2063"/>
                    <a:pt x="501" y="888"/>
                    <a:pt x="388" y="176"/>
                  </a:cubicBezTo>
                  <a:cubicBezTo>
                    <a:pt x="376" y="76"/>
                    <a:pt x="501" y="1"/>
                    <a:pt x="563" y="101"/>
                  </a:cubicBezTo>
                  <a:cubicBezTo>
                    <a:pt x="938" y="800"/>
                    <a:pt x="875" y="2238"/>
                    <a:pt x="188" y="2750"/>
                  </a:cubicBezTo>
                  <a:cubicBezTo>
                    <a:pt x="113" y="2825"/>
                    <a:pt x="1" y="2675"/>
                    <a:pt x="76" y="26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7" name="Google Shape;4337;p103"/>
            <p:cNvSpPr/>
            <p:nvPr/>
          </p:nvSpPr>
          <p:spPr>
            <a:xfrm>
              <a:off x="649250" y="4142600"/>
              <a:ext cx="56900" cy="18150"/>
            </a:xfrm>
            <a:custGeom>
              <a:rect b="b" l="l" r="r" t="t"/>
              <a:pathLst>
                <a:path extrusionOk="0" h="726" w="2276">
                  <a:moveTo>
                    <a:pt x="126" y="238"/>
                  </a:moveTo>
                  <a:cubicBezTo>
                    <a:pt x="800" y="1"/>
                    <a:pt x="1550" y="88"/>
                    <a:pt x="2163" y="476"/>
                  </a:cubicBezTo>
                  <a:cubicBezTo>
                    <a:pt x="2275" y="538"/>
                    <a:pt x="2175" y="726"/>
                    <a:pt x="2050" y="663"/>
                  </a:cubicBezTo>
                  <a:cubicBezTo>
                    <a:pt x="1475" y="326"/>
                    <a:pt x="800" y="238"/>
                    <a:pt x="176" y="413"/>
                  </a:cubicBezTo>
                  <a:cubicBezTo>
                    <a:pt x="51" y="438"/>
                    <a:pt x="1" y="263"/>
                    <a:pt x="126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8" name="Google Shape;4338;p103"/>
            <p:cNvSpPr/>
            <p:nvPr/>
          </p:nvSpPr>
          <p:spPr>
            <a:xfrm>
              <a:off x="649575" y="4149800"/>
              <a:ext cx="56250" cy="21250"/>
            </a:xfrm>
            <a:custGeom>
              <a:rect b="b" l="l" r="r" t="t"/>
              <a:pathLst>
                <a:path extrusionOk="0" h="850" w="2250">
                  <a:moveTo>
                    <a:pt x="2112" y="400"/>
                  </a:moveTo>
                  <a:cubicBezTo>
                    <a:pt x="1762" y="538"/>
                    <a:pt x="0" y="850"/>
                    <a:pt x="125" y="63"/>
                  </a:cubicBezTo>
                  <a:cubicBezTo>
                    <a:pt x="125" y="25"/>
                    <a:pt x="175" y="0"/>
                    <a:pt x="213" y="13"/>
                  </a:cubicBezTo>
                  <a:cubicBezTo>
                    <a:pt x="463" y="113"/>
                    <a:pt x="638" y="250"/>
                    <a:pt x="912" y="300"/>
                  </a:cubicBezTo>
                  <a:cubicBezTo>
                    <a:pt x="1300" y="363"/>
                    <a:pt x="1687" y="313"/>
                    <a:pt x="2062" y="188"/>
                  </a:cubicBezTo>
                  <a:cubicBezTo>
                    <a:pt x="2200" y="138"/>
                    <a:pt x="2250" y="338"/>
                    <a:pt x="2112" y="4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9" name="Google Shape;4339;p103"/>
            <p:cNvSpPr/>
            <p:nvPr/>
          </p:nvSpPr>
          <p:spPr>
            <a:xfrm>
              <a:off x="710800" y="3810500"/>
              <a:ext cx="26575" cy="82825"/>
            </a:xfrm>
            <a:custGeom>
              <a:rect b="b" l="l" r="r" t="t"/>
              <a:pathLst>
                <a:path extrusionOk="0" h="3313" w="1063">
                  <a:moveTo>
                    <a:pt x="363" y="151"/>
                  </a:moveTo>
                  <a:cubicBezTo>
                    <a:pt x="300" y="713"/>
                    <a:pt x="338" y="1275"/>
                    <a:pt x="475" y="1813"/>
                  </a:cubicBezTo>
                  <a:cubicBezTo>
                    <a:pt x="600" y="2300"/>
                    <a:pt x="888" y="2713"/>
                    <a:pt x="1050" y="3175"/>
                  </a:cubicBezTo>
                  <a:cubicBezTo>
                    <a:pt x="1063" y="3262"/>
                    <a:pt x="975" y="3312"/>
                    <a:pt x="913" y="3262"/>
                  </a:cubicBezTo>
                  <a:cubicBezTo>
                    <a:pt x="138" y="2500"/>
                    <a:pt x="1" y="1138"/>
                    <a:pt x="150" y="126"/>
                  </a:cubicBezTo>
                  <a:cubicBezTo>
                    <a:pt x="163" y="1"/>
                    <a:pt x="375" y="26"/>
                    <a:pt x="363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0" name="Google Shape;4340;p103"/>
            <p:cNvSpPr/>
            <p:nvPr/>
          </p:nvSpPr>
          <p:spPr>
            <a:xfrm>
              <a:off x="715475" y="3792700"/>
              <a:ext cx="30975" cy="100625"/>
            </a:xfrm>
            <a:custGeom>
              <a:rect b="b" l="l" r="r" t="t"/>
              <a:pathLst>
                <a:path extrusionOk="0" h="4025" w="1239">
                  <a:moveTo>
                    <a:pt x="788" y="3824"/>
                  </a:moveTo>
                  <a:cubicBezTo>
                    <a:pt x="901" y="3150"/>
                    <a:pt x="1013" y="2450"/>
                    <a:pt x="851" y="1775"/>
                  </a:cubicBezTo>
                  <a:cubicBezTo>
                    <a:pt x="713" y="1225"/>
                    <a:pt x="401" y="738"/>
                    <a:pt x="88" y="263"/>
                  </a:cubicBezTo>
                  <a:cubicBezTo>
                    <a:pt x="1" y="125"/>
                    <a:pt x="226" y="0"/>
                    <a:pt x="313" y="138"/>
                  </a:cubicBezTo>
                  <a:cubicBezTo>
                    <a:pt x="688" y="700"/>
                    <a:pt x="1038" y="1288"/>
                    <a:pt x="1138" y="1975"/>
                  </a:cubicBezTo>
                  <a:cubicBezTo>
                    <a:pt x="1238" y="2612"/>
                    <a:pt x="1113" y="3262"/>
                    <a:pt x="1001" y="3887"/>
                  </a:cubicBezTo>
                  <a:cubicBezTo>
                    <a:pt x="976" y="4024"/>
                    <a:pt x="776" y="3962"/>
                    <a:pt x="788" y="38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1" name="Google Shape;4341;p103"/>
            <p:cNvSpPr/>
            <p:nvPr/>
          </p:nvSpPr>
          <p:spPr>
            <a:xfrm>
              <a:off x="894500" y="4197600"/>
              <a:ext cx="8475" cy="8150"/>
            </a:xfrm>
            <a:custGeom>
              <a:rect b="b" l="l" r="r" t="t"/>
              <a:pathLst>
                <a:path extrusionOk="0" h="326" w="339">
                  <a:moveTo>
                    <a:pt x="238" y="313"/>
                  </a:moveTo>
                  <a:cubicBezTo>
                    <a:pt x="151" y="325"/>
                    <a:pt x="76" y="288"/>
                    <a:pt x="26" y="213"/>
                  </a:cubicBezTo>
                  <a:cubicBezTo>
                    <a:pt x="1" y="200"/>
                    <a:pt x="1" y="163"/>
                    <a:pt x="1" y="138"/>
                  </a:cubicBezTo>
                  <a:lnTo>
                    <a:pt x="38" y="50"/>
                  </a:lnTo>
                  <a:cubicBezTo>
                    <a:pt x="38" y="13"/>
                    <a:pt x="101" y="0"/>
                    <a:pt x="126" y="38"/>
                  </a:cubicBezTo>
                  <a:lnTo>
                    <a:pt x="263" y="175"/>
                  </a:lnTo>
                  <a:cubicBezTo>
                    <a:pt x="338" y="200"/>
                    <a:pt x="326" y="325"/>
                    <a:pt x="238" y="3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2" name="Google Shape;4342;p103"/>
            <p:cNvSpPr/>
            <p:nvPr/>
          </p:nvSpPr>
          <p:spPr>
            <a:xfrm>
              <a:off x="900450" y="4190725"/>
              <a:ext cx="59050" cy="15025"/>
            </a:xfrm>
            <a:custGeom>
              <a:rect b="b" l="l" r="r" t="t"/>
              <a:pathLst>
                <a:path extrusionOk="0" h="601" w="2362">
                  <a:moveTo>
                    <a:pt x="63" y="475"/>
                  </a:moveTo>
                  <a:cubicBezTo>
                    <a:pt x="737" y="138"/>
                    <a:pt x="1537" y="0"/>
                    <a:pt x="2274" y="225"/>
                  </a:cubicBezTo>
                  <a:cubicBezTo>
                    <a:pt x="2362" y="250"/>
                    <a:pt x="2349" y="413"/>
                    <a:pt x="2249" y="400"/>
                  </a:cubicBezTo>
                  <a:cubicBezTo>
                    <a:pt x="1500" y="313"/>
                    <a:pt x="825" y="313"/>
                    <a:pt x="113" y="588"/>
                  </a:cubicBezTo>
                  <a:cubicBezTo>
                    <a:pt x="50" y="600"/>
                    <a:pt x="0" y="500"/>
                    <a:pt x="63" y="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3" name="Google Shape;4343;p103"/>
            <p:cNvSpPr/>
            <p:nvPr/>
          </p:nvSpPr>
          <p:spPr>
            <a:xfrm>
              <a:off x="934175" y="4183525"/>
              <a:ext cx="25325" cy="16900"/>
            </a:xfrm>
            <a:custGeom>
              <a:rect b="b" l="l" r="r" t="t"/>
              <a:pathLst>
                <a:path extrusionOk="0" h="676" w="1013">
                  <a:moveTo>
                    <a:pt x="825" y="613"/>
                  </a:moveTo>
                  <a:cubicBezTo>
                    <a:pt x="613" y="351"/>
                    <a:pt x="376" y="276"/>
                    <a:pt x="76" y="163"/>
                  </a:cubicBezTo>
                  <a:cubicBezTo>
                    <a:pt x="1" y="126"/>
                    <a:pt x="13" y="1"/>
                    <a:pt x="101" y="1"/>
                  </a:cubicBezTo>
                  <a:cubicBezTo>
                    <a:pt x="451" y="26"/>
                    <a:pt x="763" y="201"/>
                    <a:pt x="963" y="501"/>
                  </a:cubicBezTo>
                  <a:cubicBezTo>
                    <a:pt x="1013" y="576"/>
                    <a:pt x="888" y="676"/>
                    <a:pt x="825" y="6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4" name="Google Shape;4344;p103"/>
            <p:cNvSpPr/>
            <p:nvPr/>
          </p:nvSpPr>
          <p:spPr>
            <a:xfrm>
              <a:off x="893875" y="4145425"/>
              <a:ext cx="26575" cy="55325"/>
            </a:xfrm>
            <a:custGeom>
              <a:rect b="b" l="l" r="r" t="t"/>
              <a:pathLst>
                <a:path extrusionOk="0" h="2213" w="1063">
                  <a:moveTo>
                    <a:pt x="38" y="2075"/>
                  </a:moveTo>
                  <a:cubicBezTo>
                    <a:pt x="213" y="1775"/>
                    <a:pt x="363" y="1462"/>
                    <a:pt x="488" y="1125"/>
                  </a:cubicBezTo>
                  <a:cubicBezTo>
                    <a:pt x="600" y="775"/>
                    <a:pt x="538" y="475"/>
                    <a:pt x="488" y="125"/>
                  </a:cubicBezTo>
                  <a:cubicBezTo>
                    <a:pt x="475" y="25"/>
                    <a:pt x="613" y="0"/>
                    <a:pt x="638" y="75"/>
                  </a:cubicBezTo>
                  <a:cubicBezTo>
                    <a:pt x="1063" y="775"/>
                    <a:pt x="600" y="1612"/>
                    <a:pt x="126" y="2162"/>
                  </a:cubicBezTo>
                  <a:cubicBezTo>
                    <a:pt x="76" y="2212"/>
                    <a:pt x="1" y="2137"/>
                    <a:pt x="26" y="20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5" name="Google Shape;4345;p103"/>
            <p:cNvSpPr/>
            <p:nvPr/>
          </p:nvSpPr>
          <p:spPr>
            <a:xfrm>
              <a:off x="904500" y="4144175"/>
              <a:ext cx="16900" cy="34700"/>
            </a:xfrm>
            <a:custGeom>
              <a:rect b="b" l="l" r="r" t="t"/>
              <a:pathLst>
                <a:path extrusionOk="0" h="1388" w="676">
                  <a:moveTo>
                    <a:pt x="300" y="138"/>
                  </a:moveTo>
                  <a:cubicBezTo>
                    <a:pt x="563" y="450"/>
                    <a:pt x="675" y="875"/>
                    <a:pt x="625" y="1287"/>
                  </a:cubicBezTo>
                  <a:cubicBezTo>
                    <a:pt x="600" y="1387"/>
                    <a:pt x="463" y="1350"/>
                    <a:pt x="450" y="1262"/>
                  </a:cubicBezTo>
                  <a:cubicBezTo>
                    <a:pt x="425" y="875"/>
                    <a:pt x="375" y="575"/>
                    <a:pt x="100" y="288"/>
                  </a:cubicBezTo>
                  <a:cubicBezTo>
                    <a:pt x="1" y="150"/>
                    <a:pt x="188" y="0"/>
                    <a:pt x="300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6" name="Google Shape;4346;p103"/>
            <p:cNvSpPr/>
            <p:nvPr/>
          </p:nvSpPr>
          <p:spPr>
            <a:xfrm>
              <a:off x="915425" y="4169150"/>
              <a:ext cx="22525" cy="11275"/>
            </a:xfrm>
            <a:custGeom>
              <a:rect b="b" l="l" r="r" t="t"/>
              <a:pathLst>
                <a:path extrusionOk="0" h="451" w="901">
                  <a:moveTo>
                    <a:pt x="113" y="238"/>
                  </a:moveTo>
                  <a:cubicBezTo>
                    <a:pt x="338" y="176"/>
                    <a:pt x="538" y="76"/>
                    <a:pt x="763" y="26"/>
                  </a:cubicBezTo>
                  <a:cubicBezTo>
                    <a:pt x="851" y="1"/>
                    <a:pt x="901" y="113"/>
                    <a:pt x="826" y="163"/>
                  </a:cubicBezTo>
                  <a:cubicBezTo>
                    <a:pt x="626" y="288"/>
                    <a:pt x="401" y="376"/>
                    <a:pt x="163" y="426"/>
                  </a:cubicBezTo>
                  <a:cubicBezTo>
                    <a:pt x="51" y="451"/>
                    <a:pt x="1" y="276"/>
                    <a:pt x="113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7" name="Google Shape;4347;p103"/>
            <p:cNvSpPr/>
            <p:nvPr/>
          </p:nvSpPr>
          <p:spPr>
            <a:xfrm>
              <a:off x="922925" y="4169150"/>
              <a:ext cx="15975" cy="19725"/>
            </a:xfrm>
            <a:custGeom>
              <a:rect b="b" l="l" r="r" t="t"/>
              <a:pathLst>
                <a:path extrusionOk="0" h="789" w="639">
                  <a:moveTo>
                    <a:pt x="588" y="226"/>
                  </a:moveTo>
                  <a:cubicBezTo>
                    <a:pt x="488" y="413"/>
                    <a:pt x="363" y="588"/>
                    <a:pt x="213" y="726"/>
                  </a:cubicBezTo>
                  <a:cubicBezTo>
                    <a:pt x="138" y="788"/>
                    <a:pt x="1" y="701"/>
                    <a:pt x="51" y="613"/>
                  </a:cubicBezTo>
                  <a:cubicBezTo>
                    <a:pt x="163" y="438"/>
                    <a:pt x="288" y="288"/>
                    <a:pt x="401" y="126"/>
                  </a:cubicBezTo>
                  <a:cubicBezTo>
                    <a:pt x="463" y="1"/>
                    <a:pt x="638" y="101"/>
                    <a:pt x="576" y="2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8" name="Google Shape;4348;p103"/>
            <p:cNvSpPr/>
            <p:nvPr/>
          </p:nvSpPr>
          <p:spPr>
            <a:xfrm>
              <a:off x="924500" y="4181650"/>
              <a:ext cx="17525" cy="6900"/>
            </a:xfrm>
            <a:custGeom>
              <a:rect b="b" l="l" r="r" t="t"/>
              <a:pathLst>
                <a:path extrusionOk="0" h="276" w="701">
                  <a:moveTo>
                    <a:pt x="125" y="51"/>
                  </a:moveTo>
                  <a:cubicBezTo>
                    <a:pt x="288" y="1"/>
                    <a:pt x="463" y="26"/>
                    <a:pt x="613" y="113"/>
                  </a:cubicBezTo>
                  <a:cubicBezTo>
                    <a:pt x="700" y="163"/>
                    <a:pt x="638" y="276"/>
                    <a:pt x="550" y="251"/>
                  </a:cubicBezTo>
                  <a:lnTo>
                    <a:pt x="175" y="238"/>
                  </a:lnTo>
                  <a:cubicBezTo>
                    <a:pt x="50" y="263"/>
                    <a:pt x="0" y="88"/>
                    <a:pt x="125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9" name="Google Shape;4349;p103"/>
            <p:cNvSpPr/>
            <p:nvPr/>
          </p:nvSpPr>
          <p:spPr>
            <a:xfrm>
              <a:off x="933250" y="4149475"/>
              <a:ext cx="28750" cy="23450"/>
            </a:xfrm>
            <a:custGeom>
              <a:rect b="b" l="l" r="r" t="t"/>
              <a:pathLst>
                <a:path extrusionOk="0" h="938" w="1150">
                  <a:moveTo>
                    <a:pt x="513" y="788"/>
                  </a:moveTo>
                  <a:cubicBezTo>
                    <a:pt x="0" y="675"/>
                    <a:pt x="288" y="1"/>
                    <a:pt x="713" y="101"/>
                  </a:cubicBezTo>
                  <a:cubicBezTo>
                    <a:pt x="1150" y="201"/>
                    <a:pt x="1025" y="938"/>
                    <a:pt x="525" y="788"/>
                  </a:cubicBezTo>
                  <a:cubicBezTo>
                    <a:pt x="413" y="750"/>
                    <a:pt x="425" y="588"/>
                    <a:pt x="550" y="600"/>
                  </a:cubicBezTo>
                  <a:lnTo>
                    <a:pt x="550" y="613"/>
                  </a:lnTo>
                  <a:cubicBezTo>
                    <a:pt x="663" y="650"/>
                    <a:pt x="613" y="813"/>
                    <a:pt x="500" y="7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0" name="Google Shape;4350;p103"/>
            <p:cNvSpPr/>
            <p:nvPr/>
          </p:nvSpPr>
          <p:spPr>
            <a:xfrm>
              <a:off x="3701275" y="1305225"/>
              <a:ext cx="111550" cy="104375"/>
            </a:xfrm>
            <a:custGeom>
              <a:rect b="b" l="l" r="r" t="t"/>
              <a:pathLst>
                <a:path extrusionOk="0" h="4175" w="4462">
                  <a:moveTo>
                    <a:pt x="1812" y="288"/>
                  </a:moveTo>
                  <a:cubicBezTo>
                    <a:pt x="3374" y="101"/>
                    <a:pt x="4461" y="1900"/>
                    <a:pt x="3337" y="3125"/>
                  </a:cubicBezTo>
                  <a:cubicBezTo>
                    <a:pt x="2450" y="4062"/>
                    <a:pt x="987" y="3612"/>
                    <a:pt x="88" y="2962"/>
                  </a:cubicBezTo>
                  <a:cubicBezTo>
                    <a:pt x="50" y="2937"/>
                    <a:pt x="0" y="3000"/>
                    <a:pt x="38" y="3025"/>
                  </a:cubicBezTo>
                  <a:cubicBezTo>
                    <a:pt x="1050" y="3962"/>
                    <a:pt x="2987" y="4175"/>
                    <a:pt x="3712" y="2787"/>
                  </a:cubicBezTo>
                  <a:cubicBezTo>
                    <a:pt x="4424" y="1438"/>
                    <a:pt x="3249" y="1"/>
                    <a:pt x="1812" y="176"/>
                  </a:cubicBezTo>
                  <a:cubicBezTo>
                    <a:pt x="1737" y="188"/>
                    <a:pt x="1737" y="288"/>
                    <a:pt x="1812" y="2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1" name="Google Shape;4351;p103"/>
            <p:cNvSpPr/>
            <p:nvPr/>
          </p:nvSpPr>
          <p:spPr>
            <a:xfrm>
              <a:off x="3442900" y="1237425"/>
              <a:ext cx="263700" cy="147175"/>
            </a:xfrm>
            <a:custGeom>
              <a:rect b="b" l="l" r="r" t="t"/>
              <a:pathLst>
                <a:path extrusionOk="0" h="5887" w="10548">
                  <a:moveTo>
                    <a:pt x="10523" y="5812"/>
                  </a:moveTo>
                  <a:cubicBezTo>
                    <a:pt x="9198" y="3937"/>
                    <a:pt x="7998" y="1513"/>
                    <a:pt x="5686" y="738"/>
                  </a:cubicBezTo>
                  <a:cubicBezTo>
                    <a:pt x="3949" y="151"/>
                    <a:pt x="1475" y="1"/>
                    <a:pt x="25" y="1263"/>
                  </a:cubicBezTo>
                  <a:cubicBezTo>
                    <a:pt x="0" y="1288"/>
                    <a:pt x="38" y="1338"/>
                    <a:pt x="75" y="1313"/>
                  </a:cubicBezTo>
                  <a:cubicBezTo>
                    <a:pt x="1700" y="113"/>
                    <a:pt x="4462" y="288"/>
                    <a:pt x="6224" y="1138"/>
                  </a:cubicBezTo>
                  <a:cubicBezTo>
                    <a:pt x="8136" y="2063"/>
                    <a:pt x="9248" y="4175"/>
                    <a:pt x="10448" y="5849"/>
                  </a:cubicBezTo>
                  <a:cubicBezTo>
                    <a:pt x="10485" y="5887"/>
                    <a:pt x="10548" y="5849"/>
                    <a:pt x="10523" y="58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2" name="Google Shape;4352;p103"/>
            <p:cNvSpPr/>
            <p:nvPr/>
          </p:nvSpPr>
          <p:spPr>
            <a:xfrm>
              <a:off x="3410100" y="1277100"/>
              <a:ext cx="100300" cy="85325"/>
            </a:xfrm>
            <a:custGeom>
              <a:rect b="b" l="l" r="r" t="t"/>
              <a:pathLst>
                <a:path extrusionOk="0" h="3413" w="4012">
                  <a:moveTo>
                    <a:pt x="1087" y="51"/>
                  </a:moveTo>
                  <a:cubicBezTo>
                    <a:pt x="575" y="913"/>
                    <a:pt x="388" y="2100"/>
                    <a:pt x="1225" y="2838"/>
                  </a:cubicBezTo>
                  <a:cubicBezTo>
                    <a:pt x="1700" y="3263"/>
                    <a:pt x="2837" y="3412"/>
                    <a:pt x="3387" y="2988"/>
                  </a:cubicBezTo>
                  <a:cubicBezTo>
                    <a:pt x="4012" y="2513"/>
                    <a:pt x="3924" y="1363"/>
                    <a:pt x="3187" y="1026"/>
                  </a:cubicBezTo>
                  <a:cubicBezTo>
                    <a:pt x="2749" y="826"/>
                    <a:pt x="2237" y="851"/>
                    <a:pt x="1812" y="1101"/>
                  </a:cubicBezTo>
                  <a:cubicBezTo>
                    <a:pt x="1175" y="1463"/>
                    <a:pt x="775" y="2425"/>
                    <a:pt x="25" y="2538"/>
                  </a:cubicBezTo>
                  <a:cubicBezTo>
                    <a:pt x="0" y="2538"/>
                    <a:pt x="0" y="2588"/>
                    <a:pt x="25" y="2588"/>
                  </a:cubicBezTo>
                  <a:cubicBezTo>
                    <a:pt x="438" y="2575"/>
                    <a:pt x="675" y="2300"/>
                    <a:pt x="950" y="2013"/>
                  </a:cubicBezTo>
                  <a:cubicBezTo>
                    <a:pt x="1225" y="1725"/>
                    <a:pt x="1512" y="1351"/>
                    <a:pt x="1862" y="1201"/>
                  </a:cubicBezTo>
                  <a:cubicBezTo>
                    <a:pt x="2724" y="838"/>
                    <a:pt x="3724" y="1088"/>
                    <a:pt x="3587" y="2200"/>
                  </a:cubicBezTo>
                  <a:cubicBezTo>
                    <a:pt x="3662" y="2550"/>
                    <a:pt x="3524" y="2775"/>
                    <a:pt x="3174" y="2850"/>
                  </a:cubicBezTo>
                  <a:cubicBezTo>
                    <a:pt x="3087" y="2975"/>
                    <a:pt x="2949" y="3063"/>
                    <a:pt x="2799" y="3063"/>
                  </a:cubicBezTo>
                  <a:cubicBezTo>
                    <a:pt x="2737" y="3063"/>
                    <a:pt x="2675" y="3063"/>
                    <a:pt x="2612" y="3063"/>
                  </a:cubicBezTo>
                  <a:cubicBezTo>
                    <a:pt x="2362" y="3100"/>
                    <a:pt x="2100" y="3088"/>
                    <a:pt x="1850" y="3038"/>
                  </a:cubicBezTo>
                  <a:cubicBezTo>
                    <a:pt x="488" y="2688"/>
                    <a:pt x="613" y="1038"/>
                    <a:pt x="1150" y="88"/>
                  </a:cubicBezTo>
                  <a:cubicBezTo>
                    <a:pt x="1175" y="38"/>
                    <a:pt x="1112" y="1"/>
                    <a:pt x="1087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3" name="Google Shape;4353;p103"/>
            <p:cNvSpPr/>
            <p:nvPr/>
          </p:nvSpPr>
          <p:spPr>
            <a:xfrm>
              <a:off x="3347925" y="1331775"/>
              <a:ext cx="55325" cy="13775"/>
            </a:xfrm>
            <a:custGeom>
              <a:rect b="b" l="l" r="r" t="t"/>
              <a:pathLst>
                <a:path extrusionOk="0" h="551" w="2213">
                  <a:moveTo>
                    <a:pt x="2162" y="401"/>
                  </a:moveTo>
                  <a:cubicBezTo>
                    <a:pt x="1387" y="476"/>
                    <a:pt x="775" y="251"/>
                    <a:pt x="50" y="13"/>
                  </a:cubicBezTo>
                  <a:cubicBezTo>
                    <a:pt x="13" y="1"/>
                    <a:pt x="0" y="63"/>
                    <a:pt x="25" y="76"/>
                  </a:cubicBezTo>
                  <a:cubicBezTo>
                    <a:pt x="625" y="501"/>
                    <a:pt x="1475" y="551"/>
                    <a:pt x="2162" y="476"/>
                  </a:cubicBezTo>
                  <a:cubicBezTo>
                    <a:pt x="2212" y="476"/>
                    <a:pt x="2212" y="401"/>
                    <a:pt x="2162" y="4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4" name="Google Shape;4354;p103"/>
            <p:cNvSpPr/>
            <p:nvPr/>
          </p:nvSpPr>
          <p:spPr>
            <a:xfrm>
              <a:off x="3593475" y="1301475"/>
              <a:ext cx="82500" cy="96575"/>
            </a:xfrm>
            <a:custGeom>
              <a:rect b="b" l="l" r="r" t="t"/>
              <a:pathLst>
                <a:path extrusionOk="0" h="3863" w="3300">
                  <a:moveTo>
                    <a:pt x="2200" y="76"/>
                  </a:moveTo>
                  <a:cubicBezTo>
                    <a:pt x="2725" y="738"/>
                    <a:pt x="3187" y="1563"/>
                    <a:pt x="2938" y="2450"/>
                  </a:cubicBezTo>
                  <a:cubicBezTo>
                    <a:pt x="2813" y="2912"/>
                    <a:pt x="2488" y="3287"/>
                    <a:pt x="2050" y="3500"/>
                  </a:cubicBezTo>
                  <a:cubicBezTo>
                    <a:pt x="1775" y="3662"/>
                    <a:pt x="1463" y="3737"/>
                    <a:pt x="1138" y="3737"/>
                  </a:cubicBezTo>
                  <a:cubicBezTo>
                    <a:pt x="413" y="3725"/>
                    <a:pt x="263" y="3300"/>
                    <a:pt x="688" y="2475"/>
                  </a:cubicBezTo>
                  <a:cubicBezTo>
                    <a:pt x="726" y="2512"/>
                    <a:pt x="788" y="2475"/>
                    <a:pt x="763" y="2425"/>
                  </a:cubicBezTo>
                  <a:cubicBezTo>
                    <a:pt x="476" y="2063"/>
                    <a:pt x="138" y="2475"/>
                    <a:pt x="88" y="2812"/>
                  </a:cubicBezTo>
                  <a:cubicBezTo>
                    <a:pt x="1" y="3487"/>
                    <a:pt x="676" y="3862"/>
                    <a:pt x="1263" y="3837"/>
                  </a:cubicBezTo>
                  <a:cubicBezTo>
                    <a:pt x="2063" y="3812"/>
                    <a:pt x="2838" y="3250"/>
                    <a:pt x="3050" y="2475"/>
                  </a:cubicBezTo>
                  <a:cubicBezTo>
                    <a:pt x="3300" y="1563"/>
                    <a:pt x="2825" y="700"/>
                    <a:pt x="2238" y="26"/>
                  </a:cubicBezTo>
                  <a:cubicBezTo>
                    <a:pt x="2213" y="1"/>
                    <a:pt x="2175" y="38"/>
                    <a:pt x="2200" y="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5" name="Google Shape;4355;p103"/>
            <p:cNvSpPr/>
            <p:nvPr/>
          </p:nvSpPr>
          <p:spPr>
            <a:xfrm>
              <a:off x="3666275" y="1329600"/>
              <a:ext cx="22825" cy="110925"/>
            </a:xfrm>
            <a:custGeom>
              <a:rect b="b" l="l" r="r" t="t"/>
              <a:pathLst>
                <a:path extrusionOk="0" h="4437" w="913">
                  <a:moveTo>
                    <a:pt x="38" y="113"/>
                  </a:moveTo>
                  <a:cubicBezTo>
                    <a:pt x="888" y="1113"/>
                    <a:pt x="913" y="3249"/>
                    <a:pt x="338" y="4374"/>
                  </a:cubicBezTo>
                  <a:cubicBezTo>
                    <a:pt x="325" y="4412"/>
                    <a:pt x="363" y="4437"/>
                    <a:pt x="388" y="4399"/>
                  </a:cubicBezTo>
                  <a:cubicBezTo>
                    <a:pt x="913" y="3712"/>
                    <a:pt x="825" y="2725"/>
                    <a:pt x="738" y="1925"/>
                  </a:cubicBezTo>
                  <a:cubicBezTo>
                    <a:pt x="663" y="1250"/>
                    <a:pt x="550" y="563"/>
                    <a:pt x="100" y="50"/>
                  </a:cubicBezTo>
                  <a:cubicBezTo>
                    <a:pt x="63" y="0"/>
                    <a:pt x="1" y="63"/>
                    <a:pt x="38" y="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6" name="Google Shape;4356;p103"/>
            <p:cNvSpPr/>
            <p:nvPr/>
          </p:nvSpPr>
          <p:spPr>
            <a:xfrm>
              <a:off x="3666600" y="1439875"/>
              <a:ext cx="12200" cy="12225"/>
            </a:xfrm>
            <a:custGeom>
              <a:rect b="b" l="l" r="r" t="t"/>
              <a:pathLst>
                <a:path extrusionOk="0" h="489" w="488">
                  <a:moveTo>
                    <a:pt x="350" y="38"/>
                  </a:moveTo>
                  <a:cubicBezTo>
                    <a:pt x="262" y="1"/>
                    <a:pt x="162" y="13"/>
                    <a:pt x="87" y="88"/>
                  </a:cubicBezTo>
                  <a:cubicBezTo>
                    <a:pt x="25" y="151"/>
                    <a:pt x="0" y="238"/>
                    <a:pt x="25" y="326"/>
                  </a:cubicBezTo>
                  <a:cubicBezTo>
                    <a:pt x="25" y="363"/>
                    <a:pt x="38" y="388"/>
                    <a:pt x="50" y="413"/>
                  </a:cubicBezTo>
                  <a:cubicBezTo>
                    <a:pt x="87" y="438"/>
                    <a:pt x="125" y="451"/>
                    <a:pt x="162" y="463"/>
                  </a:cubicBezTo>
                  <a:cubicBezTo>
                    <a:pt x="287" y="488"/>
                    <a:pt x="412" y="413"/>
                    <a:pt x="462" y="288"/>
                  </a:cubicBezTo>
                  <a:cubicBezTo>
                    <a:pt x="487" y="163"/>
                    <a:pt x="375" y="38"/>
                    <a:pt x="250" y="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7" name="Google Shape;4357;p103"/>
            <p:cNvSpPr/>
            <p:nvPr/>
          </p:nvSpPr>
          <p:spPr>
            <a:xfrm>
              <a:off x="3665025" y="1437700"/>
              <a:ext cx="17825" cy="16275"/>
            </a:xfrm>
            <a:custGeom>
              <a:rect b="b" l="l" r="r" t="t"/>
              <a:pathLst>
                <a:path extrusionOk="0" h="651" w="713">
                  <a:moveTo>
                    <a:pt x="438" y="63"/>
                  </a:moveTo>
                  <a:cubicBezTo>
                    <a:pt x="263" y="0"/>
                    <a:pt x="88" y="100"/>
                    <a:pt x="38" y="263"/>
                  </a:cubicBezTo>
                  <a:cubicBezTo>
                    <a:pt x="1" y="425"/>
                    <a:pt x="51" y="575"/>
                    <a:pt x="225" y="600"/>
                  </a:cubicBezTo>
                  <a:cubicBezTo>
                    <a:pt x="625" y="650"/>
                    <a:pt x="713" y="88"/>
                    <a:pt x="313" y="88"/>
                  </a:cubicBezTo>
                  <a:cubicBezTo>
                    <a:pt x="263" y="88"/>
                    <a:pt x="250" y="163"/>
                    <a:pt x="300" y="175"/>
                  </a:cubicBezTo>
                  <a:cubicBezTo>
                    <a:pt x="413" y="500"/>
                    <a:pt x="400" y="575"/>
                    <a:pt x="250" y="388"/>
                  </a:cubicBezTo>
                  <a:cubicBezTo>
                    <a:pt x="76" y="288"/>
                    <a:pt x="125" y="213"/>
                    <a:pt x="400" y="188"/>
                  </a:cubicBezTo>
                  <a:cubicBezTo>
                    <a:pt x="475" y="213"/>
                    <a:pt x="513" y="88"/>
                    <a:pt x="438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8" name="Google Shape;4358;p103"/>
            <p:cNvSpPr/>
            <p:nvPr/>
          </p:nvSpPr>
          <p:spPr>
            <a:xfrm>
              <a:off x="3437900" y="1271800"/>
              <a:ext cx="2825" cy="3150"/>
            </a:xfrm>
            <a:custGeom>
              <a:rect b="b" l="l" r="r" t="t"/>
              <a:pathLst>
                <a:path extrusionOk="0" h="126" w="113">
                  <a:moveTo>
                    <a:pt x="25" y="63"/>
                  </a:moveTo>
                  <a:lnTo>
                    <a:pt x="25" y="100"/>
                  </a:lnTo>
                  <a:cubicBezTo>
                    <a:pt x="38" y="125"/>
                    <a:pt x="75" y="125"/>
                    <a:pt x="88" y="100"/>
                  </a:cubicBezTo>
                  <a:lnTo>
                    <a:pt x="88" y="63"/>
                  </a:lnTo>
                  <a:cubicBezTo>
                    <a:pt x="113" y="0"/>
                    <a:pt x="0" y="0"/>
                    <a:pt x="13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9" name="Google Shape;4359;p103"/>
            <p:cNvSpPr/>
            <p:nvPr/>
          </p:nvSpPr>
          <p:spPr>
            <a:xfrm>
              <a:off x="3308550" y="1315225"/>
              <a:ext cx="42200" cy="17825"/>
            </a:xfrm>
            <a:custGeom>
              <a:rect b="b" l="l" r="r" t="t"/>
              <a:pathLst>
                <a:path extrusionOk="0" h="713" w="1688">
                  <a:moveTo>
                    <a:pt x="1650" y="613"/>
                  </a:moveTo>
                  <a:cubicBezTo>
                    <a:pt x="1463" y="88"/>
                    <a:pt x="501" y="0"/>
                    <a:pt x="51" y="150"/>
                  </a:cubicBezTo>
                  <a:cubicBezTo>
                    <a:pt x="1" y="163"/>
                    <a:pt x="1" y="250"/>
                    <a:pt x="63" y="250"/>
                  </a:cubicBezTo>
                  <a:cubicBezTo>
                    <a:pt x="301" y="200"/>
                    <a:pt x="551" y="200"/>
                    <a:pt x="801" y="238"/>
                  </a:cubicBezTo>
                  <a:cubicBezTo>
                    <a:pt x="1038" y="275"/>
                    <a:pt x="1450" y="388"/>
                    <a:pt x="1550" y="650"/>
                  </a:cubicBezTo>
                  <a:cubicBezTo>
                    <a:pt x="1575" y="713"/>
                    <a:pt x="1688" y="688"/>
                    <a:pt x="1663" y="6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0" name="Google Shape;4360;p103"/>
            <p:cNvSpPr/>
            <p:nvPr/>
          </p:nvSpPr>
          <p:spPr>
            <a:xfrm>
              <a:off x="3308250" y="1317725"/>
              <a:ext cx="42200" cy="19700"/>
            </a:xfrm>
            <a:custGeom>
              <a:rect b="b" l="l" r="r" t="t"/>
              <a:pathLst>
                <a:path extrusionOk="0" h="788" w="1688">
                  <a:moveTo>
                    <a:pt x="38" y="113"/>
                  </a:moveTo>
                  <a:cubicBezTo>
                    <a:pt x="400" y="475"/>
                    <a:pt x="1112" y="788"/>
                    <a:pt x="1625" y="650"/>
                  </a:cubicBezTo>
                  <a:cubicBezTo>
                    <a:pt x="1687" y="625"/>
                    <a:pt x="1662" y="550"/>
                    <a:pt x="1600" y="550"/>
                  </a:cubicBezTo>
                  <a:cubicBezTo>
                    <a:pt x="1050" y="600"/>
                    <a:pt x="513" y="425"/>
                    <a:pt x="113" y="50"/>
                  </a:cubicBezTo>
                  <a:cubicBezTo>
                    <a:pt x="63" y="0"/>
                    <a:pt x="0" y="75"/>
                    <a:pt x="38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1" name="Google Shape;4361;p103"/>
            <p:cNvSpPr/>
            <p:nvPr/>
          </p:nvSpPr>
          <p:spPr>
            <a:xfrm>
              <a:off x="3377600" y="1341475"/>
              <a:ext cx="33150" cy="30000"/>
            </a:xfrm>
            <a:custGeom>
              <a:rect b="b" l="l" r="r" t="t"/>
              <a:pathLst>
                <a:path extrusionOk="0" h="1200" w="1326">
                  <a:moveTo>
                    <a:pt x="1275" y="25"/>
                  </a:moveTo>
                  <a:cubicBezTo>
                    <a:pt x="938" y="0"/>
                    <a:pt x="663" y="188"/>
                    <a:pt x="400" y="388"/>
                  </a:cubicBezTo>
                  <a:cubicBezTo>
                    <a:pt x="163" y="563"/>
                    <a:pt x="1" y="850"/>
                    <a:pt x="1" y="1162"/>
                  </a:cubicBezTo>
                  <a:cubicBezTo>
                    <a:pt x="1" y="1200"/>
                    <a:pt x="63" y="1200"/>
                    <a:pt x="76" y="1162"/>
                  </a:cubicBezTo>
                  <a:cubicBezTo>
                    <a:pt x="88" y="887"/>
                    <a:pt x="238" y="625"/>
                    <a:pt x="463" y="450"/>
                  </a:cubicBezTo>
                  <a:cubicBezTo>
                    <a:pt x="700" y="263"/>
                    <a:pt x="950" y="88"/>
                    <a:pt x="1275" y="100"/>
                  </a:cubicBezTo>
                  <a:cubicBezTo>
                    <a:pt x="1325" y="100"/>
                    <a:pt x="1325" y="25"/>
                    <a:pt x="1275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2" name="Google Shape;4362;p103"/>
            <p:cNvSpPr/>
            <p:nvPr/>
          </p:nvSpPr>
          <p:spPr>
            <a:xfrm>
              <a:off x="3376975" y="1342100"/>
              <a:ext cx="33150" cy="29375"/>
            </a:xfrm>
            <a:custGeom>
              <a:rect b="b" l="l" r="r" t="t"/>
              <a:pathLst>
                <a:path extrusionOk="0" h="1175" w="1326">
                  <a:moveTo>
                    <a:pt x="63" y="1175"/>
                  </a:moveTo>
                  <a:cubicBezTo>
                    <a:pt x="625" y="1087"/>
                    <a:pt x="1200" y="688"/>
                    <a:pt x="1313" y="100"/>
                  </a:cubicBezTo>
                  <a:cubicBezTo>
                    <a:pt x="1325" y="38"/>
                    <a:pt x="1250" y="0"/>
                    <a:pt x="1213" y="63"/>
                  </a:cubicBezTo>
                  <a:cubicBezTo>
                    <a:pt x="1075" y="300"/>
                    <a:pt x="1013" y="525"/>
                    <a:pt x="775" y="713"/>
                  </a:cubicBezTo>
                  <a:cubicBezTo>
                    <a:pt x="563" y="875"/>
                    <a:pt x="313" y="1012"/>
                    <a:pt x="38" y="1100"/>
                  </a:cubicBezTo>
                  <a:cubicBezTo>
                    <a:pt x="1" y="1112"/>
                    <a:pt x="13" y="1175"/>
                    <a:pt x="63" y="11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3" name="Google Shape;4363;p103"/>
            <p:cNvSpPr/>
            <p:nvPr/>
          </p:nvSpPr>
          <p:spPr>
            <a:xfrm>
              <a:off x="3680025" y="1349275"/>
              <a:ext cx="38450" cy="86875"/>
            </a:xfrm>
            <a:custGeom>
              <a:rect b="b" l="l" r="r" t="t"/>
              <a:pathLst>
                <a:path extrusionOk="0" h="3475" w="1538">
                  <a:moveTo>
                    <a:pt x="38" y="88"/>
                  </a:moveTo>
                  <a:cubicBezTo>
                    <a:pt x="738" y="1075"/>
                    <a:pt x="1213" y="2213"/>
                    <a:pt x="1437" y="3412"/>
                  </a:cubicBezTo>
                  <a:cubicBezTo>
                    <a:pt x="1450" y="3475"/>
                    <a:pt x="1537" y="3450"/>
                    <a:pt x="1537" y="3387"/>
                  </a:cubicBezTo>
                  <a:cubicBezTo>
                    <a:pt x="1313" y="2175"/>
                    <a:pt x="825" y="1038"/>
                    <a:pt x="88" y="38"/>
                  </a:cubicBezTo>
                  <a:cubicBezTo>
                    <a:pt x="63" y="1"/>
                    <a:pt x="0" y="38"/>
                    <a:pt x="25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4" name="Google Shape;4364;p103"/>
            <p:cNvSpPr/>
            <p:nvPr/>
          </p:nvSpPr>
          <p:spPr>
            <a:xfrm>
              <a:off x="3711275" y="1433625"/>
              <a:ext cx="17500" cy="16275"/>
            </a:xfrm>
            <a:custGeom>
              <a:rect b="b" l="l" r="r" t="t"/>
              <a:pathLst>
                <a:path extrusionOk="0" h="651" w="700">
                  <a:moveTo>
                    <a:pt x="187" y="88"/>
                  </a:moveTo>
                  <a:cubicBezTo>
                    <a:pt x="0" y="301"/>
                    <a:pt x="225" y="651"/>
                    <a:pt x="462" y="451"/>
                  </a:cubicBezTo>
                  <a:cubicBezTo>
                    <a:pt x="700" y="251"/>
                    <a:pt x="362" y="1"/>
                    <a:pt x="150" y="101"/>
                  </a:cubicBezTo>
                  <a:cubicBezTo>
                    <a:pt x="113" y="113"/>
                    <a:pt x="138" y="176"/>
                    <a:pt x="175" y="176"/>
                  </a:cubicBezTo>
                  <a:cubicBezTo>
                    <a:pt x="212" y="176"/>
                    <a:pt x="250" y="176"/>
                    <a:pt x="287" y="176"/>
                  </a:cubicBezTo>
                  <a:cubicBezTo>
                    <a:pt x="375" y="188"/>
                    <a:pt x="362" y="176"/>
                    <a:pt x="250" y="151"/>
                  </a:cubicBezTo>
                  <a:cubicBezTo>
                    <a:pt x="287" y="101"/>
                    <a:pt x="225" y="38"/>
                    <a:pt x="187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5" name="Google Shape;4365;p103"/>
            <p:cNvSpPr/>
            <p:nvPr/>
          </p:nvSpPr>
          <p:spPr>
            <a:xfrm>
              <a:off x="3642850" y="1338025"/>
              <a:ext cx="30325" cy="81875"/>
            </a:xfrm>
            <a:custGeom>
              <a:rect b="b" l="l" r="r" t="t"/>
              <a:pathLst>
                <a:path extrusionOk="0" h="3275" w="1213">
                  <a:moveTo>
                    <a:pt x="988" y="63"/>
                  </a:moveTo>
                  <a:cubicBezTo>
                    <a:pt x="1125" y="1275"/>
                    <a:pt x="800" y="2288"/>
                    <a:pt x="13" y="3212"/>
                  </a:cubicBezTo>
                  <a:cubicBezTo>
                    <a:pt x="0" y="3250"/>
                    <a:pt x="38" y="3275"/>
                    <a:pt x="63" y="3262"/>
                  </a:cubicBezTo>
                  <a:cubicBezTo>
                    <a:pt x="1000" y="2538"/>
                    <a:pt x="1212" y="1163"/>
                    <a:pt x="1087" y="63"/>
                  </a:cubicBezTo>
                  <a:cubicBezTo>
                    <a:pt x="1087" y="1"/>
                    <a:pt x="988" y="1"/>
                    <a:pt x="988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6" name="Google Shape;4366;p103"/>
            <p:cNvSpPr/>
            <p:nvPr/>
          </p:nvSpPr>
          <p:spPr>
            <a:xfrm>
              <a:off x="3633475" y="1414575"/>
              <a:ext cx="12825" cy="15025"/>
            </a:xfrm>
            <a:custGeom>
              <a:rect b="b" l="l" r="r" t="t"/>
              <a:pathLst>
                <a:path extrusionOk="0" h="601" w="513">
                  <a:moveTo>
                    <a:pt x="25" y="263"/>
                  </a:moveTo>
                  <a:cubicBezTo>
                    <a:pt x="0" y="563"/>
                    <a:pt x="450" y="600"/>
                    <a:pt x="475" y="300"/>
                  </a:cubicBezTo>
                  <a:cubicBezTo>
                    <a:pt x="513" y="0"/>
                    <a:pt x="75" y="25"/>
                    <a:pt x="75" y="313"/>
                  </a:cubicBezTo>
                  <a:cubicBezTo>
                    <a:pt x="88" y="350"/>
                    <a:pt x="125" y="363"/>
                    <a:pt x="150" y="338"/>
                  </a:cubicBezTo>
                  <a:cubicBezTo>
                    <a:pt x="200" y="275"/>
                    <a:pt x="188" y="250"/>
                    <a:pt x="100" y="263"/>
                  </a:cubicBezTo>
                  <a:cubicBezTo>
                    <a:pt x="100" y="213"/>
                    <a:pt x="25" y="213"/>
                    <a:pt x="25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7" name="Google Shape;4367;p103"/>
            <p:cNvSpPr/>
            <p:nvPr/>
          </p:nvSpPr>
          <p:spPr>
            <a:xfrm>
              <a:off x="3232325" y="1254625"/>
              <a:ext cx="237475" cy="60300"/>
            </a:xfrm>
            <a:custGeom>
              <a:rect b="b" l="l" r="r" t="t"/>
              <a:pathLst>
                <a:path extrusionOk="0" h="2412" w="9499">
                  <a:moveTo>
                    <a:pt x="9448" y="13"/>
                  </a:moveTo>
                  <a:cubicBezTo>
                    <a:pt x="6136" y="1262"/>
                    <a:pt x="3437" y="2412"/>
                    <a:pt x="113" y="375"/>
                  </a:cubicBezTo>
                  <a:cubicBezTo>
                    <a:pt x="51" y="338"/>
                    <a:pt x="1" y="438"/>
                    <a:pt x="63" y="475"/>
                  </a:cubicBezTo>
                  <a:cubicBezTo>
                    <a:pt x="1475" y="1425"/>
                    <a:pt x="2737" y="1825"/>
                    <a:pt x="4449" y="1662"/>
                  </a:cubicBezTo>
                  <a:cubicBezTo>
                    <a:pt x="6374" y="1475"/>
                    <a:pt x="7686" y="762"/>
                    <a:pt x="9461" y="75"/>
                  </a:cubicBezTo>
                  <a:cubicBezTo>
                    <a:pt x="9498" y="63"/>
                    <a:pt x="9486" y="0"/>
                    <a:pt x="9448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8" name="Google Shape;4368;p103"/>
            <p:cNvSpPr/>
            <p:nvPr/>
          </p:nvSpPr>
          <p:spPr>
            <a:xfrm>
              <a:off x="3717200" y="1309300"/>
              <a:ext cx="31900" cy="49700"/>
            </a:xfrm>
            <a:custGeom>
              <a:rect b="b" l="l" r="r" t="t"/>
              <a:pathLst>
                <a:path extrusionOk="0" h="1988" w="1276">
                  <a:moveTo>
                    <a:pt x="1213" y="13"/>
                  </a:moveTo>
                  <a:cubicBezTo>
                    <a:pt x="650" y="113"/>
                    <a:pt x="113" y="450"/>
                    <a:pt x="50" y="1062"/>
                  </a:cubicBezTo>
                  <a:cubicBezTo>
                    <a:pt x="0" y="1550"/>
                    <a:pt x="375" y="1975"/>
                    <a:pt x="863" y="1987"/>
                  </a:cubicBezTo>
                  <a:cubicBezTo>
                    <a:pt x="938" y="1975"/>
                    <a:pt x="938" y="1862"/>
                    <a:pt x="863" y="1875"/>
                  </a:cubicBezTo>
                  <a:cubicBezTo>
                    <a:pt x="288" y="1850"/>
                    <a:pt x="13" y="1275"/>
                    <a:pt x="238" y="775"/>
                  </a:cubicBezTo>
                  <a:cubicBezTo>
                    <a:pt x="425" y="362"/>
                    <a:pt x="813" y="163"/>
                    <a:pt x="1238" y="75"/>
                  </a:cubicBezTo>
                  <a:cubicBezTo>
                    <a:pt x="1275" y="63"/>
                    <a:pt x="1250" y="0"/>
                    <a:pt x="1213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9" name="Google Shape;4369;p103"/>
            <p:cNvSpPr/>
            <p:nvPr/>
          </p:nvSpPr>
          <p:spPr>
            <a:xfrm>
              <a:off x="3471650" y="1283975"/>
              <a:ext cx="62800" cy="31575"/>
            </a:xfrm>
            <a:custGeom>
              <a:rect b="b" l="l" r="r" t="t"/>
              <a:pathLst>
                <a:path extrusionOk="0" h="1263" w="2512">
                  <a:moveTo>
                    <a:pt x="63" y="738"/>
                  </a:moveTo>
                  <a:cubicBezTo>
                    <a:pt x="687" y="713"/>
                    <a:pt x="1187" y="1263"/>
                    <a:pt x="1825" y="1051"/>
                  </a:cubicBezTo>
                  <a:cubicBezTo>
                    <a:pt x="2237" y="901"/>
                    <a:pt x="2512" y="501"/>
                    <a:pt x="2499" y="51"/>
                  </a:cubicBezTo>
                  <a:cubicBezTo>
                    <a:pt x="2499" y="13"/>
                    <a:pt x="2437" y="1"/>
                    <a:pt x="2424" y="51"/>
                  </a:cubicBezTo>
                  <a:cubicBezTo>
                    <a:pt x="2312" y="838"/>
                    <a:pt x="1637" y="1151"/>
                    <a:pt x="937" y="851"/>
                  </a:cubicBezTo>
                  <a:cubicBezTo>
                    <a:pt x="662" y="701"/>
                    <a:pt x="362" y="638"/>
                    <a:pt x="63" y="651"/>
                  </a:cubicBezTo>
                  <a:cubicBezTo>
                    <a:pt x="13" y="651"/>
                    <a:pt x="0" y="738"/>
                    <a:pt x="63" y="7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0" name="Google Shape;4370;p103"/>
            <p:cNvSpPr/>
            <p:nvPr/>
          </p:nvSpPr>
          <p:spPr>
            <a:xfrm>
              <a:off x="3504750" y="1268675"/>
              <a:ext cx="30950" cy="21275"/>
            </a:xfrm>
            <a:custGeom>
              <a:rect b="b" l="l" r="r" t="t"/>
              <a:pathLst>
                <a:path extrusionOk="0" h="851" w="1238">
                  <a:moveTo>
                    <a:pt x="1125" y="813"/>
                  </a:moveTo>
                  <a:cubicBezTo>
                    <a:pt x="1238" y="525"/>
                    <a:pt x="1063" y="275"/>
                    <a:pt x="788" y="163"/>
                  </a:cubicBezTo>
                  <a:cubicBezTo>
                    <a:pt x="563" y="63"/>
                    <a:pt x="163" y="0"/>
                    <a:pt x="26" y="238"/>
                  </a:cubicBezTo>
                  <a:cubicBezTo>
                    <a:pt x="1" y="263"/>
                    <a:pt x="38" y="313"/>
                    <a:pt x="63" y="288"/>
                  </a:cubicBezTo>
                  <a:cubicBezTo>
                    <a:pt x="388" y="38"/>
                    <a:pt x="1238" y="275"/>
                    <a:pt x="1050" y="800"/>
                  </a:cubicBezTo>
                  <a:cubicBezTo>
                    <a:pt x="1038" y="838"/>
                    <a:pt x="1100" y="850"/>
                    <a:pt x="1125" y="8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1" name="Google Shape;4371;p103"/>
            <p:cNvSpPr/>
            <p:nvPr/>
          </p:nvSpPr>
          <p:spPr>
            <a:xfrm>
              <a:off x="3694400" y="1371450"/>
              <a:ext cx="81250" cy="56275"/>
            </a:xfrm>
            <a:custGeom>
              <a:rect b="b" l="l" r="r" t="t"/>
              <a:pathLst>
                <a:path extrusionOk="0" h="2251" w="3250">
                  <a:moveTo>
                    <a:pt x="25" y="88"/>
                  </a:moveTo>
                  <a:cubicBezTo>
                    <a:pt x="825" y="1051"/>
                    <a:pt x="1787" y="2250"/>
                    <a:pt x="3187" y="1963"/>
                  </a:cubicBezTo>
                  <a:cubicBezTo>
                    <a:pt x="3249" y="1950"/>
                    <a:pt x="3224" y="1863"/>
                    <a:pt x="3162" y="1863"/>
                  </a:cubicBezTo>
                  <a:cubicBezTo>
                    <a:pt x="1775" y="2050"/>
                    <a:pt x="887" y="988"/>
                    <a:pt x="88" y="38"/>
                  </a:cubicBezTo>
                  <a:cubicBezTo>
                    <a:pt x="50" y="1"/>
                    <a:pt x="0" y="51"/>
                    <a:pt x="25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2" name="Google Shape;4372;p103"/>
            <p:cNvSpPr/>
            <p:nvPr/>
          </p:nvSpPr>
          <p:spPr>
            <a:xfrm>
              <a:off x="3515075" y="1320225"/>
              <a:ext cx="30950" cy="15325"/>
            </a:xfrm>
            <a:custGeom>
              <a:rect b="b" l="l" r="r" t="t"/>
              <a:pathLst>
                <a:path extrusionOk="0" h="613" w="1238">
                  <a:moveTo>
                    <a:pt x="63" y="113"/>
                  </a:moveTo>
                  <a:cubicBezTo>
                    <a:pt x="475" y="125"/>
                    <a:pt x="862" y="288"/>
                    <a:pt x="1150" y="575"/>
                  </a:cubicBezTo>
                  <a:cubicBezTo>
                    <a:pt x="1187" y="613"/>
                    <a:pt x="1237" y="563"/>
                    <a:pt x="1212" y="525"/>
                  </a:cubicBezTo>
                  <a:cubicBezTo>
                    <a:pt x="1087" y="363"/>
                    <a:pt x="912" y="238"/>
                    <a:pt x="712" y="163"/>
                  </a:cubicBezTo>
                  <a:cubicBezTo>
                    <a:pt x="512" y="50"/>
                    <a:pt x="288" y="0"/>
                    <a:pt x="63" y="25"/>
                  </a:cubicBezTo>
                  <a:cubicBezTo>
                    <a:pt x="13" y="25"/>
                    <a:pt x="0" y="113"/>
                    <a:pt x="63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3" name="Google Shape;4373;p103"/>
            <p:cNvSpPr/>
            <p:nvPr/>
          </p:nvSpPr>
          <p:spPr>
            <a:xfrm>
              <a:off x="3512250" y="1319900"/>
              <a:ext cx="34075" cy="21900"/>
            </a:xfrm>
            <a:custGeom>
              <a:rect b="b" l="l" r="r" t="t"/>
              <a:pathLst>
                <a:path extrusionOk="0" h="876" w="1363">
                  <a:moveTo>
                    <a:pt x="1263" y="551"/>
                  </a:moveTo>
                  <a:cubicBezTo>
                    <a:pt x="825" y="751"/>
                    <a:pt x="313" y="463"/>
                    <a:pt x="126" y="51"/>
                  </a:cubicBezTo>
                  <a:cubicBezTo>
                    <a:pt x="101" y="1"/>
                    <a:pt x="1" y="38"/>
                    <a:pt x="26" y="88"/>
                  </a:cubicBezTo>
                  <a:cubicBezTo>
                    <a:pt x="226" y="576"/>
                    <a:pt x="825" y="876"/>
                    <a:pt x="1313" y="626"/>
                  </a:cubicBezTo>
                  <a:cubicBezTo>
                    <a:pt x="1363" y="601"/>
                    <a:pt x="1313" y="526"/>
                    <a:pt x="1263" y="5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4" name="Google Shape;4374;p103"/>
            <p:cNvSpPr/>
            <p:nvPr/>
          </p:nvSpPr>
          <p:spPr>
            <a:xfrm>
              <a:off x="3177975" y="1278975"/>
              <a:ext cx="132175" cy="60025"/>
            </a:xfrm>
            <a:custGeom>
              <a:rect b="b" l="l" r="r" t="t"/>
              <a:pathLst>
                <a:path extrusionOk="0" h="2401" w="5287">
                  <a:moveTo>
                    <a:pt x="5236" y="576"/>
                  </a:moveTo>
                  <a:cubicBezTo>
                    <a:pt x="3649" y="263"/>
                    <a:pt x="213" y="1"/>
                    <a:pt x="0" y="2350"/>
                  </a:cubicBezTo>
                  <a:cubicBezTo>
                    <a:pt x="0" y="2400"/>
                    <a:pt x="63" y="2388"/>
                    <a:pt x="63" y="2350"/>
                  </a:cubicBezTo>
                  <a:cubicBezTo>
                    <a:pt x="363" y="63"/>
                    <a:pt x="3674" y="363"/>
                    <a:pt x="5211" y="651"/>
                  </a:cubicBezTo>
                  <a:cubicBezTo>
                    <a:pt x="5261" y="663"/>
                    <a:pt x="5286" y="588"/>
                    <a:pt x="5236" y="5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5" name="Google Shape;4375;p103"/>
            <p:cNvSpPr/>
            <p:nvPr/>
          </p:nvSpPr>
          <p:spPr>
            <a:xfrm>
              <a:off x="3184525" y="1311175"/>
              <a:ext cx="61575" cy="65000"/>
            </a:xfrm>
            <a:custGeom>
              <a:rect b="b" l="l" r="r" t="t"/>
              <a:pathLst>
                <a:path extrusionOk="0" h="2600" w="2463">
                  <a:moveTo>
                    <a:pt x="950" y="25"/>
                  </a:moveTo>
                  <a:cubicBezTo>
                    <a:pt x="275" y="350"/>
                    <a:pt x="1" y="1187"/>
                    <a:pt x="450" y="1825"/>
                  </a:cubicBezTo>
                  <a:cubicBezTo>
                    <a:pt x="850" y="2412"/>
                    <a:pt x="1913" y="2599"/>
                    <a:pt x="2412" y="2025"/>
                  </a:cubicBezTo>
                  <a:cubicBezTo>
                    <a:pt x="2462" y="1975"/>
                    <a:pt x="2387" y="1900"/>
                    <a:pt x="2337" y="1950"/>
                  </a:cubicBezTo>
                  <a:cubicBezTo>
                    <a:pt x="1875" y="2474"/>
                    <a:pt x="900" y="2312"/>
                    <a:pt x="525" y="1762"/>
                  </a:cubicBezTo>
                  <a:cubicBezTo>
                    <a:pt x="126" y="1175"/>
                    <a:pt x="338" y="375"/>
                    <a:pt x="988" y="75"/>
                  </a:cubicBezTo>
                  <a:cubicBezTo>
                    <a:pt x="1025" y="63"/>
                    <a:pt x="988" y="0"/>
                    <a:pt x="963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6" name="Google Shape;4376;p103"/>
            <p:cNvSpPr/>
            <p:nvPr/>
          </p:nvSpPr>
          <p:spPr>
            <a:xfrm>
              <a:off x="3219825" y="1318975"/>
              <a:ext cx="35950" cy="46575"/>
            </a:xfrm>
            <a:custGeom>
              <a:rect b="b" l="l" r="r" t="t"/>
              <a:pathLst>
                <a:path extrusionOk="0" h="1863" w="1438">
                  <a:moveTo>
                    <a:pt x="751" y="1850"/>
                  </a:moveTo>
                  <a:cubicBezTo>
                    <a:pt x="1213" y="1663"/>
                    <a:pt x="1438" y="1138"/>
                    <a:pt x="1238" y="675"/>
                  </a:cubicBezTo>
                  <a:cubicBezTo>
                    <a:pt x="1050" y="213"/>
                    <a:pt x="513" y="0"/>
                    <a:pt x="51" y="200"/>
                  </a:cubicBezTo>
                  <a:cubicBezTo>
                    <a:pt x="1" y="225"/>
                    <a:pt x="38" y="300"/>
                    <a:pt x="88" y="288"/>
                  </a:cubicBezTo>
                  <a:cubicBezTo>
                    <a:pt x="513" y="163"/>
                    <a:pt x="963" y="288"/>
                    <a:pt x="1138" y="713"/>
                  </a:cubicBezTo>
                  <a:cubicBezTo>
                    <a:pt x="1300" y="1138"/>
                    <a:pt x="1113" y="1600"/>
                    <a:pt x="713" y="1787"/>
                  </a:cubicBezTo>
                  <a:cubicBezTo>
                    <a:pt x="676" y="1812"/>
                    <a:pt x="713" y="1862"/>
                    <a:pt x="751" y="18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7" name="Google Shape;4377;p103"/>
            <p:cNvSpPr/>
            <p:nvPr/>
          </p:nvSpPr>
          <p:spPr>
            <a:xfrm>
              <a:off x="3208275" y="1322725"/>
              <a:ext cx="17200" cy="30650"/>
            </a:xfrm>
            <a:custGeom>
              <a:rect b="b" l="l" r="r" t="t"/>
              <a:pathLst>
                <a:path extrusionOk="0" h="1226" w="688">
                  <a:moveTo>
                    <a:pt x="650" y="38"/>
                  </a:moveTo>
                  <a:cubicBezTo>
                    <a:pt x="300" y="0"/>
                    <a:pt x="63" y="375"/>
                    <a:pt x="63" y="688"/>
                  </a:cubicBezTo>
                  <a:cubicBezTo>
                    <a:pt x="50" y="988"/>
                    <a:pt x="350" y="1213"/>
                    <a:pt x="638" y="1125"/>
                  </a:cubicBezTo>
                  <a:cubicBezTo>
                    <a:pt x="688" y="1100"/>
                    <a:pt x="663" y="1013"/>
                    <a:pt x="613" y="1038"/>
                  </a:cubicBezTo>
                  <a:cubicBezTo>
                    <a:pt x="0" y="1225"/>
                    <a:pt x="63" y="75"/>
                    <a:pt x="650" y="113"/>
                  </a:cubicBezTo>
                  <a:cubicBezTo>
                    <a:pt x="688" y="113"/>
                    <a:pt x="688" y="38"/>
                    <a:pt x="650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8" name="Google Shape;4378;p103"/>
            <p:cNvSpPr/>
            <p:nvPr/>
          </p:nvSpPr>
          <p:spPr>
            <a:xfrm>
              <a:off x="3454150" y="1312425"/>
              <a:ext cx="55325" cy="71550"/>
            </a:xfrm>
            <a:custGeom>
              <a:rect b="b" l="l" r="r" t="t"/>
              <a:pathLst>
                <a:path extrusionOk="0" h="2862" w="2213">
                  <a:moveTo>
                    <a:pt x="1750" y="75"/>
                  </a:moveTo>
                  <a:cubicBezTo>
                    <a:pt x="2112" y="1387"/>
                    <a:pt x="1300" y="2474"/>
                    <a:pt x="38" y="2799"/>
                  </a:cubicBezTo>
                  <a:cubicBezTo>
                    <a:pt x="0" y="2812"/>
                    <a:pt x="13" y="2862"/>
                    <a:pt x="38" y="2862"/>
                  </a:cubicBezTo>
                  <a:cubicBezTo>
                    <a:pt x="1425" y="2762"/>
                    <a:pt x="2212" y="1325"/>
                    <a:pt x="1825" y="50"/>
                  </a:cubicBezTo>
                  <a:cubicBezTo>
                    <a:pt x="1812" y="0"/>
                    <a:pt x="1725" y="13"/>
                    <a:pt x="1750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9" name="Google Shape;4379;p103"/>
            <p:cNvSpPr/>
            <p:nvPr/>
          </p:nvSpPr>
          <p:spPr>
            <a:xfrm>
              <a:off x="3796875" y="1305225"/>
              <a:ext cx="111550" cy="104375"/>
            </a:xfrm>
            <a:custGeom>
              <a:rect b="b" l="l" r="r" t="t"/>
              <a:pathLst>
                <a:path extrusionOk="0" h="4175" w="4462">
                  <a:moveTo>
                    <a:pt x="2662" y="176"/>
                  </a:moveTo>
                  <a:cubicBezTo>
                    <a:pt x="1212" y="1"/>
                    <a:pt x="38" y="1438"/>
                    <a:pt x="750" y="2787"/>
                  </a:cubicBezTo>
                  <a:cubicBezTo>
                    <a:pt x="1475" y="4175"/>
                    <a:pt x="3424" y="3950"/>
                    <a:pt x="4424" y="3025"/>
                  </a:cubicBezTo>
                  <a:cubicBezTo>
                    <a:pt x="4461" y="2987"/>
                    <a:pt x="4411" y="2937"/>
                    <a:pt x="4386" y="2962"/>
                  </a:cubicBezTo>
                  <a:cubicBezTo>
                    <a:pt x="3474" y="3612"/>
                    <a:pt x="2012" y="4062"/>
                    <a:pt x="1137" y="3125"/>
                  </a:cubicBezTo>
                  <a:cubicBezTo>
                    <a:pt x="0" y="1900"/>
                    <a:pt x="1075" y="88"/>
                    <a:pt x="2662" y="276"/>
                  </a:cubicBezTo>
                  <a:cubicBezTo>
                    <a:pt x="2724" y="288"/>
                    <a:pt x="2724" y="176"/>
                    <a:pt x="2662" y="1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0" name="Google Shape;4380;p103"/>
            <p:cNvSpPr/>
            <p:nvPr/>
          </p:nvSpPr>
          <p:spPr>
            <a:xfrm>
              <a:off x="3903100" y="1237750"/>
              <a:ext cx="263700" cy="146850"/>
            </a:xfrm>
            <a:custGeom>
              <a:rect b="b" l="l" r="r" t="t"/>
              <a:pathLst>
                <a:path extrusionOk="0" h="5874" w="10548">
                  <a:moveTo>
                    <a:pt x="100" y="5836"/>
                  </a:moveTo>
                  <a:cubicBezTo>
                    <a:pt x="1300" y="4162"/>
                    <a:pt x="2412" y="2062"/>
                    <a:pt x="4324" y="1138"/>
                  </a:cubicBezTo>
                  <a:cubicBezTo>
                    <a:pt x="6086" y="275"/>
                    <a:pt x="8848" y="100"/>
                    <a:pt x="10485" y="1312"/>
                  </a:cubicBezTo>
                  <a:cubicBezTo>
                    <a:pt x="10510" y="1325"/>
                    <a:pt x="10547" y="1275"/>
                    <a:pt x="10522" y="1262"/>
                  </a:cubicBezTo>
                  <a:cubicBezTo>
                    <a:pt x="9073" y="0"/>
                    <a:pt x="6586" y="138"/>
                    <a:pt x="4861" y="725"/>
                  </a:cubicBezTo>
                  <a:cubicBezTo>
                    <a:pt x="2549" y="1512"/>
                    <a:pt x="1350" y="3924"/>
                    <a:pt x="25" y="5799"/>
                  </a:cubicBezTo>
                  <a:cubicBezTo>
                    <a:pt x="0" y="5836"/>
                    <a:pt x="63" y="5874"/>
                    <a:pt x="88" y="58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1" name="Google Shape;4381;p103"/>
            <p:cNvSpPr/>
            <p:nvPr/>
          </p:nvSpPr>
          <p:spPr>
            <a:xfrm>
              <a:off x="4098975" y="1277425"/>
              <a:ext cx="100925" cy="84375"/>
            </a:xfrm>
            <a:custGeom>
              <a:rect b="b" l="l" r="r" t="t"/>
              <a:pathLst>
                <a:path extrusionOk="0" h="3375" w="4037">
                  <a:moveTo>
                    <a:pt x="2875" y="88"/>
                  </a:moveTo>
                  <a:cubicBezTo>
                    <a:pt x="3412" y="1025"/>
                    <a:pt x="3525" y="2400"/>
                    <a:pt x="2375" y="2950"/>
                  </a:cubicBezTo>
                  <a:cubicBezTo>
                    <a:pt x="2087" y="3062"/>
                    <a:pt x="1775" y="3100"/>
                    <a:pt x="1475" y="3062"/>
                  </a:cubicBezTo>
                  <a:cubicBezTo>
                    <a:pt x="1400" y="3050"/>
                    <a:pt x="1325" y="3075"/>
                    <a:pt x="1250" y="3062"/>
                  </a:cubicBezTo>
                  <a:cubicBezTo>
                    <a:pt x="488" y="2937"/>
                    <a:pt x="513" y="2737"/>
                    <a:pt x="438" y="2200"/>
                  </a:cubicBezTo>
                  <a:cubicBezTo>
                    <a:pt x="325" y="1300"/>
                    <a:pt x="938" y="963"/>
                    <a:pt x="1713" y="1113"/>
                  </a:cubicBezTo>
                  <a:cubicBezTo>
                    <a:pt x="2300" y="1225"/>
                    <a:pt x="2600" y="1512"/>
                    <a:pt x="3000" y="1925"/>
                  </a:cubicBezTo>
                  <a:cubicBezTo>
                    <a:pt x="3300" y="2237"/>
                    <a:pt x="3550" y="2562"/>
                    <a:pt x="3999" y="2575"/>
                  </a:cubicBezTo>
                  <a:cubicBezTo>
                    <a:pt x="4024" y="2575"/>
                    <a:pt x="4037" y="2537"/>
                    <a:pt x="3999" y="2537"/>
                  </a:cubicBezTo>
                  <a:cubicBezTo>
                    <a:pt x="3287" y="2425"/>
                    <a:pt x="2900" y="1525"/>
                    <a:pt x="2312" y="1150"/>
                  </a:cubicBezTo>
                  <a:cubicBezTo>
                    <a:pt x="1875" y="850"/>
                    <a:pt x="1325" y="800"/>
                    <a:pt x="838" y="1025"/>
                  </a:cubicBezTo>
                  <a:cubicBezTo>
                    <a:pt x="113" y="1350"/>
                    <a:pt x="0" y="2487"/>
                    <a:pt x="638" y="2987"/>
                  </a:cubicBezTo>
                  <a:cubicBezTo>
                    <a:pt x="1163" y="3375"/>
                    <a:pt x="2237" y="3250"/>
                    <a:pt x="2712" y="2887"/>
                  </a:cubicBezTo>
                  <a:cubicBezTo>
                    <a:pt x="3650" y="2187"/>
                    <a:pt x="3462" y="925"/>
                    <a:pt x="2937" y="38"/>
                  </a:cubicBezTo>
                  <a:cubicBezTo>
                    <a:pt x="2912" y="0"/>
                    <a:pt x="2837" y="38"/>
                    <a:pt x="2875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2" name="Google Shape;4382;p103"/>
            <p:cNvSpPr/>
            <p:nvPr/>
          </p:nvSpPr>
          <p:spPr>
            <a:xfrm>
              <a:off x="4206450" y="1331775"/>
              <a:ext cx="55625" cy="13775"/>
            </a:xfrm>
            <a:custGeom>
              <a:rect b="b" l="l" r="r" t="t"/>
              <a:pathLst>
                <a:path extrusionOk="0" h="551" w="2225">
                  <a:moveTo>
                    <a:pt x="50" y="476"/>
                  </a:moveTo>
                  <a:cubicBezTo>
                    <a:pt x="750" y="551"/>
                    <a:pt x="1600" y="501"/>
                    <a:pt x="2187" y="76"/>
                  </a:cubicBezTo>
                  <a:cubicBezTo>
                    <a:pt x="2225" y="63"/>
                    <a:pt x="2200" y="1"/>
                    <a:pt x="2162" y="13"/>
                  </a:cubicBezTo>
                  <a:cubicBezTo>
                    <a:pt x="1437" y="251"/>
                    <a:pt x="838" y="476"/>
                    <a:pt x="50" y="401"/>
                  </a:cubicBezTo>
                  <a:cubicBezTo>
                    <a:pt x="0" y="401"/>
                    <a:pt x="0" y="476"/>
                    <a:pt x="50" y="4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3" name="Google Shape;4383;p103"/>
            <p:cNvSpPr/>
            <p:nvPr/>
          </p:nvSpPr>
          <p:spPr>
            <a:xfrm>
              <a:off x="3934650" y="1301475"/>
              <a:ext cx="81250" cy="96575"/>
            </a:xfrm>
            <a:custGeom>
              <a:rect b="b" l="l" r="r" t="t"/>
              <a:pathLst>
                <a:path extrusionOk="0" h="3863" w="3250">
                  <a:moveTo>
                    <a:pt x="1025" y="26"/>
                  </a:moveTo>
                  <a:cubicBezTo>
                    <a:pt x="463" y="675"/>
                    <a:pt x="0" y="1488"/>
                    <a:pt x="188" y="2375"/>
                  </a:cubicBezTo>
                  <a:cubicBezTo>
                    <a:pt x="363" y="3200"/>
                    <a:pt x="1162" y="3800"/>
                    <a:pt x="2000" y="3837"/>
                  </a:cubicBezTo>
                  <a:cubicBezTo>
                    <a:pt x="2587" y="3862"/>
                    <a:pt x="3249" y="3475"/>
                    <a:pt x="3174" y="2812"/>
                  </a:cubicBezTo>
                  <a:cubicBezTo>
                    <a:pt x="3137" y="2475"/>
                    <a:pt x="2799" y="2050"/>
                    <a:pt x="2512" y="2425"/>
                  </a:cubicBezTo>
                  <a:cubicBezTo>
                    <a:pt x="2475" y="2462"/>
                    <a:pt x="2550" y="2500"/>
                    <a:pt x="2575" y="2462"/>
                  </a:cubicBezTo>
                  <a:cubicBezTo>
                    <a:pt x="3012" y="3300"/>
                    <a:pt x="2862" y="3725"/>
                    <a:pt x="2125" y="3737"/>
                  </a:cubicBezTo>
                  <a:cubicBezTo>
                    <a:pt x="1800" y="3737"/>
                    <a:pt x="1487" y="3650"/>
                    <a:pt x="1212" y="3500"/>
                  </a:cubicBezTo>
                  <a:cubicBezTo>
                    <a:pt x="775" y="3287"/>
                    <a:pt x="463" y="2900"/>
                    <a:pt x="325" y="2437"/>
                  </a:cubicBezTo>
                  <a:cubicBezTo>
                    <a:pt x="75" y="1563"/>
                    <a:pt x="538" y="738"/>
                    <a:pt x="1062" y="63"/>
                  </a:cubicBezTo>
                  <a:cubicBezTo>
                    <a:pt x="1087" y="38"/>
                    <a:pt x="1050" y="1"/>
                    <a:pt x="1025" y="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4" name="Google Shape;4384;p103"/>
            <p:cNvSpPr/>
            <p:nvPr/>
          </p:nvSpPr>
          <p:spPr>
            <a:xfrm>
              <a:off x="3920275" y="1329900"/>
              <a:ext cx="23150" cy="110625"/>
            </a:xfrm>
            <a:custGeom>
              <a:rect b="b" l="l" r="r" t="t"/>
              <a:pathLst>
                <a:path extrusionOk="0" h="4425" w="926">
                  <a:moveTo>
                    <a:pt x="825" y="38"/>
                  </a:moveTo>
                  <a:cubicBezTo>
                    <a:pt x="375" y="551"/>
                    <a:pt x="263" y="1238"/>
                    <a:pt x="188" y="1913"/>
                  </a:cubicBezTo>
                  <a:cubicBezTo>
                    <a:pt x="100" y="2725"/>
                    <a:pt x="13" y="3712"/>
                    <a:pt x="538" y="4400"/>
                  </a:cubicBezTo>
                  <a:cubicBezTo>
                    <a:pt x="563" y="4425"/>
                    <a:pt x="600" y="4400"/>
                    <a:pt x="588" y="4362"/>
                  </a:cubicBezTo>
                  <a:cubicBezTo>
                    <a:pt x="0" y="3250"/>
                    <a:pt x="38" y="1101"/>
                    <a:pt x="888" y="101"/>
                  </a:cubicBezTo>
                  <a:cubicBezTo>
                    <a:pt x="925" y="63"/>
                    <a:pt x="863" y="1"/>
                    <a:pt x="825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5" name="Google Shape;4385;p103"/>
            <p:cNvSpPr/>
            <p:nvPr/>
          </p:nvSpPr>
          <p:spPr>
            <a:xfrm>
              <a:off x="3931200" y="1439875"/>
              <a:ext cx="11900" cy="11900"/>
            </a:xfrm>
            <a:custGeom>
              <a:rect b="b" l="l" r="r" t="t"/>
              <a:pathLst>
                <a:path extrusionOk="0" h="476" w="476">
                  <a:moveTo>
                    <a:pt x="126" y="38"/>
                  </a:moveTo>
                  <a:cubicBezTo>
                    <a:pt x="213" y="1"/>
                    <a:pt x="313" y="13"/>
                    <a:pt x="388" y="88"/>
                  </a:cubicBezTo>
                  <a:cubicBezTo>
                    <a:pt x="451" y="151"/>
                    <a:pt x="476" y="238"/>
                    <a:pt x="451" y="326"/>
                  </a:cubicBezTo>
                  <a:cubicBezTo>
                    <a:pt x="451" y="363"/>
                    <a:pt x="438" y="388"/>
                    <a:pt x="413" y="413"/>
                  </a:cubicBezTo>
                  <a:cubicBezTo>
                    <a:pt x="388" y="438"/>
                    <a:pt x="351" y="451"/>
                    <a:pt x="313" y="463"/>
                  </a:cubicBezTo>
                  <a:cubicBezTo>
                    <a:pt x="188" y="476"/>
                    <a:pt x="63" y="413"/>
                    <a:pt x="13" y="288"/>
                  </a:cubicBezTo>
                  <a:cubicBezTo>
                    <a:pt x="1" y="163"/>
                    <a:pt x="101" y="51"/>
                    <a:pt x="238" y="51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6" name="Google Shape;4386;p103"/>
            <p:cNvSpPr/>
            <p:nvPr/>
          </p:nvSpPr>
          <p:spPr>
            <a:xfrm>
              <a:off x="3926825" y="1437075"/>
              <a:ext cx="22225" cy="17200"/>
            </a:xfrm>
            <a:custGeom>
              <a:rect b="b" l="l" r="r" t="t"/>
              <a:pathLst>
                <a:path extrusionOk="0" h="688" w="889">
                  <a:moveTo>
                    <a:pt x="313" y="213"/>
                  </a:moveTo>
                  <a:cubicBezTo>
                    <a:pt x="588" y="238"/>
                    <a:pt x="651" y="313"/>
                    <a:pt x="476" y="413"/>
                  </a:cubicBezTo>
                  <a:cubicBezTo>
                    <a:pt x="313" y="600"/>
                    <a:pt x="301" y="525"/>
                    <a:pt x="413" y="200"/>
                  </a:cubicBezTo>
                  <a:cubicBezTo>
                    <a:pt x="451" y="175"/>
                    <a:pt x="451" y="113"/>
                    <a:pt x="401" y="113"/>
                  </a:cubicBezTo>
                  <a:cubicBezTo>
                    <a:pt x="1" y="113"/>
                    <a:pt x="88" y="688"/>
                    <a:pt x="488" y="625"/>
                  </a:cubicBezTo>
                  <a:cubicBezTo>
                    <a:pt x="888" y="563"/>
                    <a:pt x="663" y="0"/>
                    <a:pt x="276" y="88"/>
                  </a:cubicBezTo>
                  <a:cubicBezTo>
                    <a:pt x="213" y="113"/>
                    <a:pt x="238" y="213"/>
                    <a:pt x="313" y="2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7" name="Google Shape;4387;p103"/>
            <p:cNvSpPr/>
            <p:nvPr/>
          </p:nvSpPr>
          <p:spPr>
            <a:xfrm>
              <a:off x="4168650" y="1271800"/>
              <a:ext cx="2825" cy="3150"/>
            </a:xfrm>
            <a:custGeom>
              <a:rect b="b" l="l" r="r" t="t"/>
              <a:pathLst>
                <a:path extrusionOk="0" h="126" w="113">
                  <a:moveTo>
                    <a:pt x="25" y="63"/>
                  </a:moveTo>
                  <a:lnTo>
                    <a:pt x="38" y="100"/>
                  </a:lnTo>
                  <a:cubicBezTo>
                    <a:pt x="50" y="125"/>
                    <a:pt x="88" y="125"/>
                    <a:pt x="100" y="100"/>
                  </a:cubicBezTo>
                  <a:lnTo>
                    <a:pt x="100" y="63"/>
                  </a:lnTo>
                  <a:cubicBezTo>
                    <a:pt x="113" y="0"/>
                    <a:pt x="0" y="0"/>
                    <a:pt x="13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8" name="Google Shape;4388;p103"/>
            <p:cNvSpPr/>
            <p:nvPr/>
          </p:nvSpPr>
          <p:spPr>
            <a:xfrm>
              <a:off x="4259250" y="1315225"/>
              <a:ext cx="41875" cy="17825"/>
            </a:xfrm>
            <a:custGeom>
              <a:rect b="b" l="l" r="r" t="t"/>
              <a:pathLst>
                <a:path extrusionOk="0" h="713" w="1675">
                  <a:moveTo>
                    <a:pt x="125" y="650"/>
                  </a:moveTo>
                  <a:cubicBezTo>
                    <a:pt x="225" y="388"/>
                    <a:pt x="650" y="275"/>
                    <a:pt x="875" y="238"/>
                  </a:cubicBezTo>
                  <a:cubicBezTo>
                    <a:pt x="1125" y="200"/>
                    <a:pt x="1375" y="200"/>
                    <a:pt x="1612" y="250"/>
                  </a:cubicBezTo>
                  <a:cubicBezTo>
                    <a:pt x="1675" y="250"/>
                    <a:pt x="1675" y="163"/>
                    <a:pt x="1625" y="150"/>
                  </a:cubicBezTo>
                  <a:cubicBezTo>
                    <a:pt x="1175" y="0"/>
                    <a:pt x="225" y="88"/>
                    <a:pt x="25" y="613"/>
                  </a:cubicBezTo>
                  <a:cubicBezTo>
                    <a:pt x="0" y="675"/>
                    <a:pt x="100" y="713"/>
                    <a:pt x="125" y="6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9" name="Google Shape;4389;p103"/>
            <p:cNvSpPr/>
            <p:nvPr/>
          </p:nvSpPr>
          <p:spPr>
            <a:xfrm>
              <a:off x="4259250" y="1317725"/>
              <a:ext cx="42200" cy="19700"/>
            </a:xfrm>
            <a:custGeom>
              <a:rect b="b" l="l" r="r" t="t"/>
              <a:pathLst>
                <a:path extrusionOk="0" h="788" w="1688">
                  <a:moveTo>
                    <a:pt x="1587" y="50"/>
                  </a:moveTo>
                  <a:cubicBezTo>
                    <a:pt x="1175" y="425"/>
                    <a:pt x="638" y="600"/>
                    <a:pt x="88" y="550"/>
                  </a:cubicBezTo>
                  <a:cubicBezTo>
                    <a:pt x="25" y="550"/>
                    <a:pt x="0" y="625"/>
                    <a:pt x="63" y="650"/>
                  </a:cubicBezTo>
                  <a:cubicBezTo>
                    <a:pt x="575" y="788"/>
                    <a:pt x="1287" y="475"/>
                    <a:pt x="1650" y="113"/>
                  </a:cubicBezTo>
                  <a:cubicBezTo>
                    <a:pt x="1687" y="75"/>
                    <a:pt x="1625" y="0"/>
                    <a:pt x="1587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0" name="Google Shape;4390;p103"/>
            <p:cNvSpPr/>
            <p:nvPr/>
          </p:nvSpPr>
          <p:spPr>
            <a:xfrm>
              <a:off x="4198950" y="1341475"/>
              <a:ext cx="33450" cy="30325"/>
            </a:xfrm>
            <a:custGeom>
              <a:rect b="b" l="l" r="r" t="t"/>
              <a:pathLst>
                <a:path extrusionOk="0" h="1213" w="1338">
                  <a:moveTo>
                    <a:pt x="50" y="100"/>
                  </a:moveTo>
                  <a:cubicBezTo>
                    <a:pt x="363" y="88"/>
                    <a:pt x="625" y="263"/>
                    <a:pt x="863" y="450"/>
                  </a:cubicBezTo>
                  <a:cubicBezTo>
                    <a:pt x="1088" y="625"/>
                    <a:pt x="1238" y="887"/>
                    <a:pt x="1250" y="1162"/>
                  </a:cubicBezTo>
                  <a:cubicBezTo>
                    <a:pt x="1250" y="1212"/>
                    <a:pt x="1338" y="1200"/>
                    <a:pt x="1325" y="1162"/>
                  </a:cubicBezTo>
                  <a:cubicBezTo>
                    <a:pt x="1325" y="850"/>
                    <a:pt x="1175" y="563"/>
                    <a:pt x="925" y="388"/>
                  </a:cubicBezTo>
                  <a:cubicBezTo>
                    <a:pt x="663" y="188"/>
                    <a:pt x="400" y="0"/>
                    <a:pt x="50" y="25"/>
                  </a:cubicBezTo>
                  <a:cubicBezTo>
                    <a:pt x="0" y="25"/>
                    <a:pt x="0" y="113"/>
                    <a:pt x="50" y="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1" name="Google Shape;4391;p103"/>
            <p:cNvSpPr/>
            <p:nvPr/>
          </p:nvSpPr>
          <p:spPr>
            <a:xfrm>
              <a:off x="4199250" y="1342100"/>
              <a:ext cx="33475" cy="29375"/>
            </a:xfrm>
            <a:custGeom>
              <a:rect b="b" l="l" r="r" t="t"/>
              <a:pathLst>
                <a:path extrusionOk="0" h="1175" w="1339">
                  <a:moveTo>
                    <a:pt x="1288" y="1100"/>
                  </a:moveTo>
                  <a:cubicBezTo>
                    <a:pt x="1026" y="1012"/>
                    <a:pt x="776" y="887"/>
                    <a:pt x="551" y="713"/>
                  </a:cubicBezTo>
                  <a:cubicBezTo>
                    <a:pt x="313" y="538"/>
                    <a:pt x="263" y="288"/>
                    <a:pt x="113" y="63"/>
                  </a:cubicBezTo>
                  <a:cubicBezTo>
                    <a:pt x="76" y="0"/>
                    <a:pt x="1" y="38"/>
                    <a:pt x="13" y="100"/>
                  </a:cubicBezTo>
                  <a:cubicBezTo>
                    <a:pt x="126" y="688"/>
                    <a:pt x="713" y="1087"/>
                    <a:pt x="1263" y="1175"/>
                  </a:cubicBezTo>
                  <a:cubicBezTo>
                    <a:pt x="1313" y="1175"/>
                    <a:pt x="1338" y="1112"/>
                    <a:pt x="1288" y="1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2" name="Google Shape;4392;p103"/>
            <p:cNvSpPr/>
            <p:nvPr/>
          </p:nvSpPr>
          <p:spPr>
            <a:xfrm>
              <a:off x="3890900" y="1349275"/>
              <a:ext cx="38775" cy="86875"/>
            </a:xfrm>
            <a:custGeom>
              <a:rect b="b" l="l" r="r" t="t"/>
              <a:pathLst>
                <a:path extrusionOk="0" h="3475" w="1551">
                  <a:moveTo>
                    <a:pt x="1450" y="51"/>
                  </a:moveTo>
                  <a:cubicBezTo>
                    <a:pt x="725" y="1038"/>
                    <a:pt x="238" y="2175"/>
                    <a:pt x="13" y="3387"/>
                  </a:cubicBezTo>
                  <a:cubicBezTo>
                    <a:pt x="1" y="3450"/>
                    <a:pt x="101" y="3475"/>
                    <a:pt x="113" y="3412"/>
                  </a:cubicBezTo>
                  <a:cubicBezTo>
                    <a:pt x="338" y="2213"/>
                    <a:pt x="813" y="1075"/>
                    <a:pt x="1513" y="88"/>
                  </a:cubicBezTo>
                  <a:cubicBezTo>
                    <a:pt x="1550" y="38"/>
                    <a:pt x="1475" y="1"/>
                    <a:pt x="1450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3" name="Google Shape;4393;p103"/>
            <p:cNvSpPr/>
            <p:nvPr/>
          </p:nvSpPr>
          <p:spPr>
            <a:xfrm>
              <a:off x="3880600" y="1433625"/>
              <a:ext cx="18150" cy="16600"/>
            </a:xfrm>
            <a:custGeom>
              <a:rect b="b" l="l" r="r" t="t"/>
              <a:pathLst>
                <a:path extrusionOk="0" h="664" w="726">
                  <a:moveTo>
                    <a:pt x="475" y="151"/>
                  </a:moveTo>
                  <a:cubicBezTo>
                    <a:pt x="363" y="176"/>
                    <a:pt x="350" y="188"/>
                    <a:pt x="438" y="176"/>
                  </a:cubicBezTo>
                  <a:cubicBezTo>
                    <a:pt x="475" y="163"/>
                    <a:pt x="513" y="163"/>
                    <a:pt x="550" y="176"/>
                  </a:cubicBezTo>
                  <a:cubicBezTo>
                    <a:pt x="588" y="176"/>
                    <a:pt x="600" y="113"/>
                    <a:pt x="563" y="101"/>
                  </a:cubicBezTo>
                  <a:cubicBezTo>
                    <a:pt x="350" y="1"/>
                    <a:pt x="0" y="238"/>
                    <a:pt x="250" y="451"/>
                  </a:cubicBezTo>
                  <a:cubicBezTo>
                    <a:pt x="513" y="663"/>
                    <a:pt x="725" y="288"/>
                    <a:pt x="538" y="88"/>
                  </a:cubicBezTo>
                  <a:cubicBezTo>
                    <a:pt x="500" y="38"/>
                    <a:pt x="450" y="101"/>
                    <a:pt x="475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4" name="Google Shape;4394;p103"/>
            <p:cNvSpPr/>
            <p:nvPr/>
          </p:nvSpPr>
          <p:spPr>
            <a:xfrm>
              <a:off x="3936525" y="1338025"/>
              <a:ext cx="30325" cy="81875"/>
            </a:xfrm>
            <a:custGeom>
              <a:rect b="b" l="l" r="r" t="t"/>
              <a:pathLst>
                <a:path extrusionOk="0" h="3275" w="1213">
                  <a:moveTo>
                    <a:pt x="125" y="63"/>
                  </a:moveTo>
                  <a:cubicBezTo>
                    <a:pt x="0" y="1163"/>
                    <a:pt x="213" y="2538"/>
                    <a:pt x="1150" y="3262"/>
                  </a:cubicBezTo>
                  <a:cubicBezTo>
                    <a:pt x="1175" y="3275"/>
                    <a:pt x="1212" y="3250"/>
                    <a:pt x="1187" y="3212"/>
                  </a:cubicBezTo>
                  <a:cubicBezTo>
                    <a:pt x="413" y="2275"/>
                    <a:pt x="88" y="1275"/>
                    <a:pt x="225" y="63"/>
                  </a:cubicBezTo>
                  <a:cubicBezTo>
                    <a:pt x="225" y="1"/>
                    <a:pt x="138" y="1"/>
                    <a:pt x="125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5" name="Google Shape;4395;p103"/>
            <p:cNvSpPr/>
            <p:nvPr/>
          </p:nvSpPr>
          <p:spPr>
            <a:xfrm>
              <a:off x="3963375" y="1414575"/>
              <a:ext cx="13475" cy="15650"/>
            </a:xfrm>
            <a:custGeom>
              <a:rect b="b" l="l" r="r" t="t"/>
              <a:pathLst>
                <a:path extrusionOk="0" h="626" w="539">
                  <a:moveTo>
                    <a:pt x="413" y="263"/>
                  </a:moveTo>
                  <a:cubicBezTo>
                    <a:pt x="326" y="263"/>
                    <a:pt x="313" y="275"/>
                    <a:pt x="363" y="338"/>
                  </a:cubicBezTo>
                  <a:cubicBezTo>
                    <a:pt x="388" y="363"/>
                    <a:pt x="426" y="350"/>
                    <a:pt x="438" y="313"/>
                  </a:cubicBezTo>
                  <a:cubicBezTo>
                    <a:pt x="438" y="25"/>
                    <a:pt x="1" y="0"/>
                    <a:pt x="38" y="300"/>
                  </a:cubicBezTo>
                  <a:cubicBezTo>
                    <a:pt x="38" y="625"/>
                    <a:pt x="538" y="575"/>
                    <a:pt x="488" y="263"/>
                  </a:cubicBezTo>
                  <a:cubicBezTo>
                    <a:pt x="476" y="225"/>
                    <a:pt x="426" y="225"/>
                    <a:pt x="413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6" name="Google Shape;4396;p103"/>
            <p:cNvSpPr/>
            <p:nvPr/>
          </p:nvSpPr>
          <p:spPr>
            <a:xfrm>
              <a:off x="4139900" y="1254625"/>
              <a:ext cx="237775" cy="60000"/>
            </a:xfrm>
            <a:custGeom>
              <a:rect b="b" l="l" r="r" t="t"/>
              <a:pathLst>
                <a:path extrusionOk="0" h="2400" w="9511">
                  <a:moveTo>
                    <a:pt x="38" y="75"/>
                  </a:moveTo>
                  <a:cubicBezTo>
                    <a:pt x="1813" y="762"/>
                    <a:pt x="3137" y="1475"/>
                    <a:pt x="5049" y="1662"/>
                  </a:cubicBezTo>
                  <a:cubicBezTo>
                    <a:pt x="6774" y="1837"/>
                    <a:pt x="8023" y="1437"/>
                    <a:pt x="9448" y="475"/>
                  </a:cubicBezTo>
                  <a:cubicBezTo>
                    <a:pt x="9511" y="438"/>
                    <a:pt x="9448" y="338"/>
                    <a:pt x="9386" y="375"/>
                  </a:cubicBezTo>
                  <a:cubicBezTo>
                    <a:pt x="6061" y="2400"/>
                    <a:pt x="3387" y="1262"/>
                    <a:pt x="63" y="13"/>
                  </a:cubicBezTo>
                  <a:cubicBezTo>
                    <a:pt x="26" y="0"/>
                    <a:pt x="1" y="50"/>
                    <a:pt x="38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7" name="Google Shape;4397;p103"/>
            <p:cNvSpPr/>
            <p:nvPr/>
          </p:nvSpPr>
          <p:spPr>
            <a:xfrm>
              <a:off x="3860900" y="1309600"/>
              <a:ext cx="31900" cy="49400"/>
            </a:xfrm>
            <a:custGeom>
              <a:rect b="b" l="l" r="r" t="t"/>
              <a:pathLst>
                <a:path extrusionOk="0" h="1976" w="1276">
                  <a:moveTo>
                    <a:pt x="38" y="63"/>
                  </a:moveTo>
                  <a:cubicBezTo>
                    <a:pt x="451" y="151"/>
                    <a:pt x="851" y="350"/>
                    <a:pt x="1026" y="763"/>
                  </a:cubicBezTo>
                  <a:cubicBezTo>
                    <a:pt x="1251" y="1263"/>
                    <a:pt x="976" y="1838"/>
                    <a:pt x="401" y="1863"/>
                  </a:cubicBezTo>
                  <a:cubicBezTo>
                    <a:pt x="326" y="1850"/>
                    <a:pt x="326" y="1963"/>
                    <a:pt x="401" y="1975"/>
                  </a:cubicBezTo>
                  <a:cubicBezTo>
                    <a:pt x="901" y="1963"/>
                    <a:pt x="1276" y="1538"/>
                    <a:pt x="1213" y="1050"/>
                  </a:cubicBezTo>
                  <a:cubicBezTo>
                    <a:pt x="1163" y="438"/>
                    <a:pt x="613" y="101"/>
                    <a:pt x="63" y="1"/>
                  </a:cubicBezTo>
                  <a:cubicBezTo>
                    <a:pt x="26" y="1"/>
                    <a:pt x="1" y="51"/>
                    <a:pt x="51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8" name="Google Shape;4398;p103"/>
            <p:cNvSpPr/>
            <p:nvPr/>
          </p:nvSpPr>
          <p:spPr>
            <a:xfrm>
              <a:off x="4075225" y="1283975"/>
              <a:ext cx="62825" cy="31575"/>
            </a:xfrm>
            <a:custGeom>
              <a:rect b="b" l="l" r="r" t="t"/>
              <a:pathLst>
                <a:path extrusionOk="0" h="1263" w="2513">
                  <a:moveTo>
                    <a:pt x="2450" y="651"/>
                  </a:moveTo>
                  <a:cubicBezTo>
                    <a:pt x="2150" y="638"/>
                    <a:pt x="1850" y="701"/>
                    <a:pt x="1588" y="851"/>
                  </a:cubicBezTo>
                  <a:cubicBezTo>
                    <a:pt x="888" y="1151"/>
                    <a:pt x="201" y="851"/>
                    <a:pt x="88" y="51"/>
                  </a:cubicBezTo>
                  <a:cubicBezTo>
                    <a:pt x="88" y="1"/>
                    <a:pt x="13" y="13"/>
                    <a:pt x="26" y="51"/>
                  </a:cubicBezTo>
                  <a:cubicBezTo>
                    <a:pt x="1" y="501"/>
                    <a:pt x="276" y="901"/>
                    <a:pt x="701" y="1051"/>
                  </a:cubicBezTo>
                  <a:cubicBezTo>
                    <a:pt x="1325" y="1263"/>
                    <a:pt x="1825" y="713"/>
                    <a:pt x="2450" y="738"/>
                  </a:cubicBezTo>
                  <a:cubicBezTo>
                    <a:pt x="2513" y="738"/>
                    <a:pt x="2513" y="651"/>
                    <a:pt x="2450" y="6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9" name="Google Shape;4399;p103"/>
            <p:cNvSpPr/>
            <p:nvPr/>
          </p:nvSpPr>
          <p:spPr>
            <a:xfrm>
              <a:off x="4073975" y="1268675"/>
              <a:ext cx="30950" cy="21275"/>
            </a:xfrm>
            <a:custGeom>
              <a:rect b="b" l="l" r="r" t="t"/>
              <a:pathLst>
                <a:path extrusionOk="0" h="851" w="1238">
                  <a:moveTo>
                    <a:pt x="188" y="800"/>
                  </a:moveTo>
                  <a:cubicBezTo>
                    <a:pt x="1" y="275"/>
                    <a:pt x="851" y="38"/>
                    <a:pt x="1175" y="288"/>
                  </a:cubicBezTo>
                  <a:cubicBezTo>
                    <a:pt x="1200" y="313"/>
                    <a:pt x="1238" y="263"/>
                    <a:pt x="1225" y="238"/>
                  </a:cubicBezTo>
                  <a:cubicBezTo>
                    <a:pt x="1063" y="0"/>
                    <a:pt x="676" y="63"/>
                    <a:pt x="451" y="163"/>
                  </a:cubicBezTo>
                  <a:cubicBezTo>
                    <a:pt x="176" y="275"/>
                    <a:pt x="1" y="525"/>
                    <a:pt x="113" y="813"/>
                  </a:cubicBezTo>
                  <a:cubicBezTo>
                    <a:pt x="138" y="850"/>
                    <a:pt x="201" y="838"/>
                    <a:pt x="188" y="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0" name="Google Shape;4400;p103"/>
            <p:cNvSpPr/>
            <p:nvPr/>
          </p:nvSpPr>
          <p:spPr>
            <a:xfrm>
              <a:off x="3834050" y="1371450"/>
              <a:ext cx="81250" cy="56275"/>
            </a:xfrm>
            <a:custGeom>
              <a:rect b="b" l="l" r="r" t="t"/>
              <a:pathLst>
                <a:path extrusionOk="0" h="2251" w="3250">
                  <a:moveTo>
                    <a:pt x="3162" y="38"/>
                  </a:moveTo>
                  <a:cubicBezTo>
                    <a:pt x="2362" y="988"/>
                    <a:pt x="1475" y="2063"/>
                    <a:pt x="88" y="1875"/>
                  </a:cubicBezTo>
                  <a:cubicBezTo>
                    <a:pt x="25" y="1863"/>
                    <a:pt x="0" y="1950"/>
                    <a:pt x="63" y="1963"/>
                  </a:cubicBezTo>
                  <a:cubicBezTo>
                    <a:pt x="1462" y="2250"/>
                    <a:pt x="2425" y="1051"/>
                    <a:pt x="3224" y="88"/>
                  </a:cubicBezTo>
                  <a:cubicBezTo>
                    <a:pt x="3249" y="51"/>
                    <a:pt x="3199" y="1"/>
                    <a:pt x="3162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1" name="Google Shape;4401;p103"/>
            <p:cNvSpPr/>
            <p:nvPr/>
          </p:nvSpPr>
          <p:spPr>
            <a:xfrm>
              <a:off x="4063675" y="1320225"/>
              <a:ext cx="30950" cy="15025"/>
            </a:xfrm>
            <a:custGeom>
              <a:rect b="b" l="l" r="r" t="t"/>
              <a:pathLst>
                <a:path extrusionOk="0" h="601" w="1238">
                  <a:moveTo>
                    <a:pt x="1175" y="13"/>
                  </a:moveTo>
                  <a:cubicBezTo>
                    <a:pt x="950" y="0"/>
                    <a:pt x="725" y="50"/>
                    <a:pt x="525" y="163"/>
                  </a:cubicBezTo>
                  <a:cubicBezTo>
                    <a:pt x="325" y="225"/>
                    <a:pt x="150" y="350"/>
                    <a:pt x="25" y="513"/>
                  </a:cubicBezTo>
                  <a:cubicBezTo>
                    <a:pt x="0" y="563"/>
                    <a:pt x="50" y="600"/>
                    <a:pt x="100" y="575"/>
                  </a:cubicBezTo>
                  <a:cubicBezTo>
                    <a:pt x="388" y="288"/>
                    <a:pt x="763" y="125"/>
                    <a:pt x="1175" y="100"/>
                  </a:cubicBezTo>
                  <a:cubicBezTo>
                    <a:pt x="1238" y="100"/>
                    <a:pt x="1225" y="13"/>
                    <a:pt x="1175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2" name="Google Shape;4402;p103"/>
            <p:cNvSpPr/>
            <p:nvPr/>
          </p:nvSpPr>
          <p:spPr>
            <a:xfrm>
              <a:off x="4063350" y="1319900"/>
              <a:ext cx="34075" cy="21900"/>
            </a:xfrm>
            <a:custGeom>
              <a:rect b="b" l="l" r="r" t="t"/>
              <a:pathLst>
                <a:path extrusionOk="0" h="876" w="1363">
                  <a:moveTo>
                    <a:pt x="51" y="638"/>
                  </a:moveTo>
                  <a:cubicBezTo>
                    <a:pt x="538" y="876"/>
                    <a:pt x="1151" y="576"/>
                    <a:pt x="1338" y="88"/>
                  </a:cubicBezTo>
                  <a:cubicBezTo>
                    <a:pt x="1363" y="38"/>
                    <a:pt x="1276" y="1"/>
                    <a:pt x="1251" y="51"/>
                  </a:cubicBezTo>
                  <a:cubicBezTo>
                    <a:pt x="1051" y="463"/>
                    <a:pt x="538" y="763"/>
                    <a:pt x="101" y="551"/>
                  </a:cubicBezTo>
                  <a:cubicBezTo>
                    <a:pt x="51" y="526"/>
                    <a:pt x="1" y="601"/>
                    <a:pt x="51" y="6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3" name="Google Shape;4403;p103"/>
            <p:cNvSpPr/>
            <p:nvPr/>
          </p:nvSpPr>
          <p:spPr>
            <a:xfrm>
              <a:off x="4299850" y="1278975"/>
              <a:ext cx="132500" cy="60025"/>
            </a:xfrm>
            <a:custGeom>
              <a:rect b="b" l="l" r="r" t="t"/>
              <a:pathLst>
                <a:path extrusionOk="0" h="2401" w="5300">
                  <a:moveTo>
                    <a:pt x="63" y="651"/>
                  </a:moveTo>
                  <a:cubicBezTo>
                    <a:pt x="1600" y="363"/>
                    <a:pt x="4912" y="51"/>
                    <a:pt x="5224" y="2350"/>
                  </a:cubicBezTo>
                  <a:cubicBezTo>
                    <a:pt x="5224" y="2388"/>
                    <a:pt x="5299" y="2400"/>
                    <a:pt x="5287" y="2350"/>
                  </a:cubicBezTo>
                  <a:cubicBezTo>
                    <a:pt x="5075" y="1"/>
                    <a:pt x="1638" y="276"/>
                    <a:pt x="51" y="576"/>
                  </a:cubicBezTo>
                  <a:cubicBezTo>
                    <a:pt x="1" y="588"/>
                    <a:pt x="26" y="663"/>
                    <a:pt x="76" y="6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4" name="Google Shape;4404;p103"/>
            <p:cNvSpPr/>
            <p:nvPr/>
          </p:nvSpPr>
          <p:spPr>
            <a:xfrm>
              <a:off x="4363900" y="1311175"/>
              <a:ext cx="60950" cy="65000"/>
            </a:xfrm>
            <a:custGeom>
              <a:rect b="b" l="l" r="r" t="t"/>
              <a:pathLst>
                <a:path extrusionOk="0" h="2600" w="2438">
                  <a:moveTo>
                    <a:pt x="1463" y="75"/>
                  </a:moveTo>
                  <a:cubicBezTo>
                    <a:pt x="2088" y="400"/>
                    <a:pt x="2350" y="1175"/>
                    <a:pt x="1938" y="1762"/>
                  </a:cubicBezTo>
                  <a:cubicBezTo>
                    <a:pt x="1550" y="2299"/>
                    <a:pt x="588" y="2474"/>
                    <a:pt x="113" y="1950"/>
                  </a:cubicBezTo>
                  <a:cubicBezTo>
                    <a:pt x="76" y="1900"/>
                    <a:pt x="1" y="1975"/>
                    <a:pt x="38" y="2025"/>
                  </a:cubicBezTo>
                  <a:cubicBezTo>
                    <a:pt x="538" y="2599"/>
                    <a:pt x="1600" y="2412"/>
                    <a:pt x="2013" y="1825"/>
                  </a:cubicBezTo>
                  <a:cubicBezTo>
                    <a:pt x="2438" y="1187"/>
                    <a:pt x="2200" y="325"/>
                    <a:pt x="1500" y="13"/>
                  </a:cubicBezTo>
                  <a:cubicBezTo>
                    <a:pt x="1463" y="0"/>
                    <a:pt x="1438" y="50"/>
                    <a:pt x="1475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5" name="Google Shape;4405;p103"/>
            <p:cNvSpPr/>
            <p:nvPr/>
          </p:nvSpPr>
          <p:spPr>
            <a:xfrm>
              <a:off x="4353900" y="1318975"/>
              <a:ext cx="35950" cy="46575"/>
            </a:xfrm>
            <a:custGeom>
              <a:rect b="b" l="l" r="r" t="t"/>
              <a:pathLst>
                <a:path extrusionOk="0" h="1863" w="1438">
                  <a:moveTo>
                    <a:pt x="726" y="1787"/>
                  </a:moveTo>
                  <a:cubicBezTo>
                    <a:pt x="326" y="1600"/>
                    <a:pt x="138" y="1138"/>
                    <a:pt x="301" y="725"/>
                  </a:cubicBezTo>
                  <a:cubicBezTo>
                    <a:pt x="476" y="275"/>
                    <a:pt x="926" y="163"/>
                    <a:pt x="1363" y="288"/>
                  </a:cubicBezTo>
                  <a:cubicBezTo>
                    <a:pt x="1400" y="300"/>
                    <a:pt x="1438" y="225"/>
                    <a:pt x="1388" y="200"/>
                  </a:cubicBezTo>
                  <a:cubicBezTo>
                    <a:pt x="938" y="0"/>
                    <a:pt x="401" y="213"/>
                    <a:pt x="201" y="675"/>
                  </a:cubicBezTo>
                  <a:cubicBezTo>
                    <a:pt x="1" y="1138"/>
                    <a:pt x="226" y="1675"/>
                    <a:pt x="688" y="1850"/>
                  </a:cubicBezTo>
                  <a:cubicBezTo>
                    <a:pt x="738" y="1862"/>
                    <a:pt x="763" y="1812"/>
                    <a:pt x="726" y="17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6" name="Google Shape;4406;p103"/>
            <p:cNvSpPr/>
            <p:nvPr/>
          </p:nvSpPr>
          <p:spPr>
            <a:xfrm>
              <a:off x="4384200" y="1322725"/>
              <a:ext cx="17225" cy="30650"/>
            </a:xfrm>
            <a:custGeom>
              <a:rect b="b" l="l" r="r" t="t"/>
              <a:pathLst>
                <a:path extrusionOk="0" h="1226" w="689">
                  <a:moveTo>
                    <a:pt x="51" y="113"/>
                  </a:moveTo>
                  <a:cubicBezTo>
                    <a:pt x="638" y="75"/>
                    <a:pt x="688" y="1225"/>
                    <a:pt x="76" y="1038"/>
                  </a:cubicBezTo>
                  <a:cubicBezTo>
                    <a:pt x="26" y="1013"/>
                    <a:pt x="1" y="1100"/>
                    <a:pt x="63" y="1125"/>
                  </a:cubicBezTo>
                  <a:cubicBezTo>
                    <a:pt x="351" y="1213"/>
                    <a:pt x="638" y="988"/>
                    <a:pt x="626" y="688"/>
                  </a:cubicBezTo>
                  <a:cubicBezTo>
                    <a:pt x="626" y="375"/>
                    <a:pt x="388" y="0"/>
                    <a:pt x="38" y="38"/>
                  </a:cubicBezTo>
                  <a:cubicBezTo>
                    <a:pt x="1" y="38"/>
                    <a:pt x="1" y="113"/>
                    <a:pt x="51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7" name="Google Shape;4407;p103"/>
            <p:cNvSpPr/>
            <p:nvPr/>
          </p:nvSpPr>
          <p:spPr>
            <a:xfrm>
              <a:off x="4100225" y="1312425"/>
              <a:ext cx="55325" cy="71550"/>
            </a:xfrm>
            <a:custGeom>
              <a:rect b="b" l="l" r="r" t="t"/>
              <a:pathLst>
                <a:path extrusionOk="0" h="2862" w="2213">
                  <a:moveTo>
                    <a:pt x="375" y="50"/>
                  </a:moveTo>
                  <a:cubicBezTo>
                    <a:pt x="0" y="1325"/>
                    <a:pt x="775" y="2762"/>
                    <a:pt x="2175" y="2862"/>
                  </a:cubicBezTo>
                  <a:cubicBezTo>
                    <a:pt x="2200" y="2862"/>
                    <a:pt x="2212" y="2812"/>
                    <a:pt x="2175" y="2812"/>
                  </a:cubicBezTo>
                  <a:cubicBezTo>
                    <a:pt x="913" y="2474"/>
                    <a:pt x="100" y="1400"/>
                    <a:pt x="450" y="75"/>
                  </a:cubicBezTo>
                  <a:cubicBezTo>
                    <a:pt x="463" y="25"/>
                    <a:pt x="388" y="0"/>
                    <a:pt x="375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8" name="Google Shape;4408;p103"/>
            <p:cNvSpPr/>
            <p:nvPr/>
          </p:nvSpPr>
          <p:spPr>
            <a:xfrm>
              <a:off x="3780925" y="1389575"/>
              <a:ext cx="20025" cy="15350"/>
            </a:xfrm>
            <a:custGeom>
              <a:rect b="b" l="l" r="r" t="t"/>
              <a:pathLst>
                <a:path extrusionOk="0" h="614" w="801">
                  <a:moveTo>
                    <a:pt x="676" y="51"/>
                  </a:moveTo>
                  <a:cubicBezTo>
                    <a:pt x="538" y="276"/>
                    <a:pt x="301" y="438"/>
                    <a:pt x="38" y="501"/>
                  </a:cubicBezTo>
                  <a:cubicBezTo>
                    <a:pt x="1" y="526"/>
                    <a:pt x="1" y="613"/>
                    <a:pt x="63" y="601"/>
                  </a:cubicBezTo>
                  <a:cubicBezTo>
                    <a:pt x="363" y="563"/>
                    <a:pt x="626" y="376"/>
                    <a:pt x="763" y="101"/>
                  </a:cubicBezTo>
                  <a:cubicBezTo>
                    <a:pt x="801" y="51"/>
                    <a:pt x="713" y="1"/>
                    <a:pt x="676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9" name="Google Shape;4409;p103"/>
            <p:cNvSpPr/>
            <p:nvPr/>
          </p:nvSpPr>
          <p:spPr>
            <a:xfrm>
              <a:off x="3780300" y="1402400"/>
              <a:ext cx="16900" cy="5950"/>
            </a:xfrm>
            <a:custGeom>
              <a:rect b="b" l="l" r="r" t="t"/>
              <a:pathLst>
                <a:path extrusionOk="0" h="238" w="676">
                  <a:moveTo>
                    <a:pt x="63" y="125"/>
                  </a:moveTo>
                  <a:cubicBezTo>
                    <a:pt x="238" y="213"/>
                    <a:pt x="426" y="238"/>
                    <a:pt x="613" y="213"/>
                  </a:cubicBezTo>
                  <a:cubicBezTo>
                    <a:pt x="676" y="200"/>
                    <a:pt x="651" y="100"/>
                    <a:pt x="601" y="100"/>
                  </a:cubicBezTo>
                  <a:cubicBezTo>
                    <a:pt x="426" y="100"/>
                    <a:pt x="263" y="75"/>
                    <a:pt x="101" y="25"/>
                  </a:cubicBezTo>
                  <a:cubicBezTo>
                    <a:pt x="26" y="0"/>
                    <a:pt x="1" y="100"/>
                    <a:pt x="63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0" name="Google Shape;4410;p103"/>
            <p:cNvSpPr/>
            <p:nvPr/>
          </p:nvSpPr>
          <p:spPr>
            <a:xfrm>
              <a:off x="3799050" y="1384900"/>
              <a:ext cx="9400" cy="7525"/>
            </a:xfrm>
            <a:custGeom>
              <a:rect b="b" l="l" r="r" t="t"/>
              <a:pathLst>
                <a:path extrusionOk="0" h="301" w="376">
                  <a:moveTo>
                    <a:pt x="113" y="225"/>
                  </a:moveTo>
                  <a:cubicBezTo>
                    <a:pt x="163" y="188"/>
                    <a:pt x="238" y="213"/>
                    <a:pt x="276" y="263"/>
                  </a:cubicBezTo>
                  <a:cubicBezTo>
                    <a:pt x="301" y="300"/>
                    <a:pt x="376" y="263"/>
                    <a:pt x="351" y="213"/>
                  </a:cubicBezTo>
                  <a:cubicBezTo>
                    <a:pt x="301" y="63"/>
                    <a:pt x="126" y="0"/>
                    <a:pt x="38" y="163"/>
                  </a:cubicBezTo>
                  <a:cubicBezTo>
                    <a:pt x="1" y="213"/>
                    <a:pt x="76" y="263"/>
                    <a:pt x="113" y="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1" name="Google Shape;4411;p103"/>
            <p:cNvSpPr/>
            <p:nvPr/>
          </p:nvSpPr>
          <p:spPr>
            <a:xfrm>
              <a:off x="3806550" y="1390200"/>
              <a:ext cx="20025" cy="15650"/>
            </a:xfrm>
            <a:custGeom>
              <a:rect b="b" l="l" r="r" t="t"/>
              <a:pathLst>
                <a:path extrusionOk="0" h="626" w="801">
                  <a:moveTo>
                    <a:pt x="26" y="88"/>
                  </a:moveTo>
                  <a:cubicBezTo>
                    <a:pt x="188" y="338"/>
                    <a:pt x="450" y="626"/>
                    <a:pt x="763" y="563"/>
                  </a:cubicBezTo>
                  <a:cubicBezTo>
                    <a:pt x="800" y="551"/>
                    <a:pt x="800" y="488"/>
                    <a:pt x="763" y="476"/>
                  </a:cubicBezTo>
                  <a:cubicBezTo>
                    <a:pt x="488" y="413"/>
                    <a:pt x="250" y="263"/>
                    <a:pt x="101" y="38"/>
                  </a:cubicBezTo>
                  <a:cubicBezTo>
                    <a:pt x="63" y="1"/>
                    <a:pt x="1" y="51"/>
                    <a:pt x="26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2" name="Google Shape;4412;p103"/>
            <p:cNvSpPr/>
            <p:nvPr/>
          </p:nvSpPr>
          <p:spPr>
            <a:xfrm>
              <a:off x="3801875" y="1399900"/>
              <a:ext cx="24375" cy="10325"/>
            </a:xfrm>
            <a:custGeom>
              <a:rect b="b" l="l" r="r" t="t"/>
              <a:pathLst>
                <a:path extrusionOk="0" h="413" w="975">
                  <a:moveTo>
                    <a:pt x="862" y="125"/>
                  </a:moveTo>
                  <a:cubicBezTo>
                    <a:pt x="612" y="288"/>
                    <a:pt x="362" y="225"/>
                    <a:pt x="138" y="50"/>
                  </a:cubicBezTo>
                  <a:cubicBezTo>
                    <a:pt x="88" y="0"/>
                    <a:pt x="0" y="88"/>
                    <a:pt x="63" y="138"/>
                  </a:cubicBezTo>
                  <a:cubicBezTo>
                    <a:pt x="288" y="375"/>
                    <a:pt x="662" y="412"/>
                    <a:pt x="925" y="200"/>
                  </a:cubicBezTo>
                  <a:cubicBezTo>
                    <a:pt x="975" y="163"/>
                    <a:pt x="912" y="88"/>
                    <a:pt x="862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3" name="Google Shape;4413;p103"/>
            <p:cNvSpPr/>
            <p:nvPr/>
          </p:nvSpPr>
          <p:spPr>
            <a:xfrm>
              <a:off x="3791550" y="1399900"/>
              <a:ext cx="13475" cy="7825"/>
            </a:xfrm>
            <a:custGeom>
              <a:rect b="b" l="l" r="r" t="t"/>
              <a:pathLst>
                <a:path extrusionOk="0" h="313" w="539">
                  <a:moveTo>
                    <a:pt x="413" y="50"/>
                  </a:moveTo>
                  <a:cubicBezTo>
                    <a:pt x="313" y="138"/>
                    <a:pt x="188" y="200"/>
                    <a:pt x="63" y="213"/>
                  </a:cubicBezTo>
                  <a:cubicBezTo>
                    <a:pt x="1" y="213"/>
                    <a:pt x="26" y="300"/>
                    <a:pt x="76" y="300"/>
                  </a:cubicBezTo>
                  <a:cubicBezTo>
                    <a:pt x="238" y="313"/>
                    <a:pt x="388" y="250"/>
                    <a:pt x="501" y="138"/>
                  </a:cubicBezTo>
                  <a:cubicBezTo>
                    <a:pt x="538" y="75"/>
                    <a:pt x="476" y="0"/>
                    <a:pt x="413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4" name="Google Shape;4414;p103"/>
            <p:cNvSpPr/>
            <p:nvPr/>
          </p:nvSpPr>
          <p:spPr>
            <a:xfrm>
              <a:off x="3796550" y="1409275"/>
              <a:ext cx="14400" cy="12500"/>
            </a:xfrm>
            <a:custGeom>
              <a:rect b="b" l="l" r="r" t="t"/>
              <a:pathLst>
                <a:path extrusionOk="0" h="500" w="576">
                  <a:moveTo>
                    <a:pt x="301" y="25"/>
                  </a:moveTo>
                  <a:cubicBezTo>
                    <a:pt x="176" y="37"/>
                    <a:pt x="38" y="75"/>
                    <a:pt x="26" y="212"/>
                  </a:cubicBezTo>
                  <a:cubicBezTo>
                    <a:pt x="1" y="337"/>
                    <a:pt x="101" y="437"/>
                    <a:pt x="213" y="437"/>
                  </a:cubicBezTo>
                  <a:cubicBezTo>
                    <a:pt x="513" y="500"/>
                    <a:pt x="575" y="37"/>
                    <a:pt x="276" y="13"/>
                  </a:cubicBezTo>
                  <a:cubicBezTo>
                    <a:pt x="201" y="0"/>
                    <a:pt x="188" y="125"/>
                    <a:pt x="263" y="137"/>
                  </a:cubicBezTo>
                  <a:lnTo>
                    <a:pt x="301" y="150"/>
                  </a:lnTo>
                  <a:cubicBezTo>
                    <a:pt x="376" y="150"/>
                    <a:pt x="376" y="25"/>
                    <a:pt x="301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5" name="Google Shape;4415;p103"/>
            <p:cNvSpPr/>
            <p:nvPr/>
          </p:nvSpPr>
          <p:spPr>
            <a:xfrm>
              <a:off x="3796550" y="4276950"/>
              <a:ext cx="111875" cy="104375"/>
            </a:xfrm>
            <a:custGeom>
              <a:rect b="b" l="l" r="r" t="t"/>
              <a:pathLst>
                <a:path extrusionOk="0" h="4175" w="4475">
                  <a:moveTo>
                    <a:pt x="2675" y="3887"/>
                  </a:moveTo>
                  <a:cubicBezTo>
                    <a:pt x="1100" y="4074"/>
                    <a:pt x="1" y="2275"/>
                    <a:pt x="1150" y="1050"/>
                  </a:cubicBezTo>
                  <a:cubicBezTo>
                    <a:pt x="2025" y="113"/>
                    <a:pt x="3487" y="563"/>
                    <a:pt x="4399" y="1212"/>
                  </a:cubicBezTo>
                  <a:cubicBezTo>
                    <a:pt x="4424" y="1237"/>
                    <a:pt x="4474" y="1175"/>
                    <a:pt x="4437" y="1150"/>
                  </a:cubicBezTo>
                  <a:cubicBezTo>
                    <a:pt x="3425" y="213"/>
                    <a:pt x="1488" y="0"/>
                    <a:pt x="763" y="1375"/>
                  </a:cubicBezTo>
                  <a:cubicBezTo>
                    <a:pt x="51" y="2725"/>
                    <a:pt x="1225" y="4174"/>
                    <a:pt x="2675" y="3999"/>
                  </a:cubicBezTo>
                  <a:cubicBezTo>
                    <a:pt x="2737" y="3999"/>
                    <a:pt x="2737" y="3874"/>
                    <a:pt x="2675" y="38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6" name="Google Shape;4416;p103"/>
            <p:cNvSpPr/>
            <p:nvPr/>
          </p:nvSpPr>
          <p:spPr>
            <a:xfrm>
              <a:off x="3903400" y="4301950"/>
              <a:ext cx="263400" cy="146850"/>
            </a:xfrm>
            <a:custGeom>
              <a:rect b="b" l="l" r="r" t="t"/>
              <a:pathLst>
                <a:path extrusionOk="0" h="5874" w="10536">
                  <a:moveTo>
                    <a:pt x="26" y="75"/>
                  </a:moveTo>
                  <a:cubicBezTo>
                    <a:pt x="1338" y="1950"/>
                    <a:pt x="2537" y="4361"/>
                    <a:pt x="4862" y="5136"/>
                  </a:cubicBezTo>
                  <a:cubicBezTo>
                    <a:pt x="6586" y="5724"/>
                    <a:pt x="9073" y="5873"/>
                    <a:pt x="10510" y="4611"/>
                  </a:cubicBezTo>
                  <a:cubicBezTo>
                    <a:pt x="10535" y="4586"/>
                    <a:pt x="10510" y="4536"/>
                    <a:pt x="10473" y="4561"/>
                  </a:cubicBezTo>
                  <a:cubicBezTo>
                    <a:pt x="8848" y="5761"/>
                    <a:pt x="6074" y="5586"/>
                    <a:pt x="4324" y="4736"/>
                  </a:cubicBezTo>
                  <a:cubicBezTo>
                    <a:pt x="2412" y="3812"/>
                    <a:pt x="1300" y="1700"/>
                    <a:pt x="88" y="38"/>
                  </a:cubicBezTo>
                  <a:cubicBezTo>
                    <a:pt x="63" y="0"/>
                    <a:pt x="1" y="38"/>
                    <a:pt x="26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7" name="Google Shape;4417;p103"/>
            <p:cNvSpPr/>
            <p:nvPr/>
          </p:nvSpPr>
          <p:spPr>
            <a:xfrm>
              <a:off x="4099600" y="4324125"/>
              <a:ext cx="100300" cy="85000"/>
            </a:xfrm>
            <a:custGeom>
              <a:rect b="b" l="l" r="r" t="t"/>
              <a:pathLst>
                <a:path extrusionOk="0" h="3400" w="4012">
                  <a:moveTo>
                    <a:pt x="2925" y="3362"/>
                  </a:moveTo>
                  <a:cubicBezTo>
                    <a:pt x="3425" y="2500"/>
                    <a:pt x="3612" y="1312"/>
                    <a:pt x="2787" y="575"/>
                  </a:cubicBezTo>
                  <a:cubicBezTo>
                    <a:pt x="2312" y="150"/>
                    <a:pt x="1175" y="0"/>
                    <a:pt x="625" y="413"/>
                  </a:cubicBezTo>
                  <a:cubicBezTo>
                    <a:pt x="0" y="900"/>
                    <a:pt x="88" y="2050"/>
                    <a:pt x="813" y="2375"/>
                  </a:cubicBezTo>
                  <a:cubicBezTo>
                    <a:pt x="1263" y="2575"/>
                    <a:pt x="1775" y="2550"/>
                    <a:pt x="2187" y="2300"/>
                  </a:cubicBezTo>
                  <a:cubicBezTo>
                    <a:pt x="2837" y="1937"/>
                    <a:pt x="3237" y="975"/>
                    <a:pt x="3987" y="863"/>
                  </a:cubicBezTo>
                  <a:cubicBezTo>
                    <a:pt x="4012" y="863"/>
                    <a:pt x="3999" y="825"/>
                    <a:pt x="3987" y="825"/>
                  </a:cubicBezTo>
                  <a:cubicBezTo>
                    <a:pt x="3575" y="838"/>
                    <a:pt x="3337" y="1100"/>
                    <a:pt x="3062" y="1387"/>
                  </a:cubicBezTo>
                  <a:cubicBezTo>
                    <a:pt x="2787" y="1675"/>
                    <a:pt x="2500" y="2050"/>
                    <a:pt x="2137" y="2200"/>
                  </a:cubicBezTo>
                  <a:cubicBezTo>
                    <a:pt x="1275" y="2575"/>
                    <a:pt x="288" y="2325"/>
                    <a:pt x="425" y="1200"/>
                  </a:cubicBezTo>
                  <a:cubicBezTo>
                    <a:pt x="350" y="850"/>
                    <a:pt x="488" y="638"/>
                    <a:pt x="838" y="550"/>
                  </a:cubicBezTo>
                  <a:cubicBezTo>
                    <a:pt x="913" y="425"/>
                    <a:pt x="1050" y="338"/>
                    <a:pt x="1213" y="338"/>
                  </a:cubicBezTo>
                  <a:cubicBezTo>
                    <a:pt x="1275" y="338"/>
                    <a:pt x="1325" y="338"/>
                    <a:pt x="1388" y="338"/>
                  </a:cubicBezTo>
                  <a:cubicBezTo>
                    <a:pt x="1650" y="313"/>
                    <a:pt x="1900" y="325"/>
                    <a:pt x="2150" y="375"/>
                  </a:cubicBezTo>
                  <a:cubicBezTo>
                    <a:pt x="3525" y="713"/>
                    <a:pt x="3387" y="2375"/>
                    <a:pt x="2850" y="3312"/>
                  </a:cubicBezTo>
                  <a:cubicBezTo>
                    <a:pt x="2825" y="3362"/>
                    <a:pt x="2900" y="3399"/>
                    <a:pt x="2925" y="33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8" name="Google Shape;4418;p103"/>
            <p:cNvSpPr/>
            <p:nvPr/>
          </p:nvSpPr>
          <p:spPr>
            <a:xfrm>
              <a:off x="4206450" y="4341000"/>
              <a:ext cx="55325" cy="13450"/>
            </a:xfrm>
            <a:custGeom>
              <a:rect b="b" l="l" r="r" t="t"/>
              <a:pathLst>
                <a:path extrusionOk="0" h="538" w="2213">
                  <a:moveTo>
                    <a:pt x="50" y="150"/>
                  </a:moveTo>
                  <a:cubicBezTo>
                    <a:pt x="838" y="75"/>
                    <a:pt x="1437" y="300"/>
                    <a:pt x="2162" y="525"/>
                  </a:cubicBezTo>
                  <a:cubicBezTo>
                    <a:pt x="2200" y="537"/>
                    <a:pt x="2212" y="488"/>
                    <a:pt x="2187" y="475"/>
                  </a:cubicBezTo>
                  <a:cubicBezTo>
                    <a:pt x="1600" y="50"/>
                    <a:pt x="750" y="0"/>
                    <a:pt x="50" y="75"/>
                  </a:cubicBezTo>
                  <a:cubicBezTo>
                    <a:pt x="0" y="75"/>
                    <a:pt x="0" y="150"/>
                    <a:pt x="50" y="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9" name="Google Shape;4419;p103"/>
            <p:cNvSpPr/>
            <p:nvPr/>
          </p:nvSpPr>
          <p:spPr>
            <a:xfrm>
              <a:off x="3933700" y="4288500"/>
              <a:ext cx="82500" cy="96575"/>
            </a:xfrm>
            <a:custGeom>
              <a:rect b="b" l="l" r="r" t="t"/>
              <a:pathLst>
                <a:path extrusionOk="0" h="3863" w="3300">
                  <a:moveTo>
                    <a:pt x="1100" y="3787"/>
                  </a:moveTo>
                  <a:cubicBezTo>
                    <a:pt x="576" y="3125"/>
                    <a:pt x="113" y="2300"/>
                    <a:pt x="363" y="1413"/>
                  </a:cubicBezTo>
                  <a:cubicBezTo>
                    <a:pt x="501" y="950"/>
                    <a:pt x="813" y="563"/>
                    <a:pt x="1250" y="363"/>
                  </a:cubicBezTo>
                  <a:cubicBezTo>
                    <a:pt x="1525" y="201"/>
                    <a:pt x="1838" y="126"/>
                    <a:pt x="2163" y="126"/>
                  </a:cubicBezTo>
                  <a:cubicBezTo>
                    <a:pt x="2887" y="138"/>
                    <a:pt x="3037" y="563"/>
                    <a:pt x="2613" y="1388"/>
                  </a:cubicBezTo>
                  <a:cubicBezTo>
                    <a:pt x="2588" y="1350"/>
                    <a:pt x="2513" y="1388"/>
                    <a:pt x="2550" y="1438"/>
                  </a:cubicBezTo>
                  <a:cubicBezTo>
                    <a:pt x="2837" y="1800"/>
                    <a:pt x="3175" y="1388"/>
                    <a:pt x="3212" y="1050"/>
                  </a:cubicBezTo>
                  <a:cubicBezTo>
                    <a:pt x="3300" y="376"/>
                    <a:pt x="2625" y="1"/>
                    <a:pt x="2038" y="26"/>
                  </a:cubicBezTo>
                  <a:cubicBezTo>
                    <a:pt x="1250" y="51"/>
                    <a:pt x="463" y="601"/>
                    <a:pt x="251" y="1388"/>
                  </a:cubicBezTo>
                  <a:cubicBezTo>
                    <a:pt x="1" y="2300"/>
                    <a:pt x="476" y="3162"/>
                    <a:pt x="1063" y="3837"/>
                  </a:cubicBezTo>
                  <a:cubicBezTo>
                    <a:pt x="1088" y="3862"/>
                    <a:pt x="1125" y="3825"/>
                    <a:pt x="1100" y="37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0" name="Google Shape;4420;p103"/>
            <p:cNvSpPr/>
            <p:nvPr/>
          </p:nvSpPr>
          <p:spPr>
            <a:xfrm>
              <a:off x="3920575" y="4246025"/>
              <a:ext cx="22850" cy="110925"/>
            </a:xfrm>
            <a:custGeom>
              <a:rect b="b" l="l" r="r" t="t"/>
              <a:pathLst>
                <a:path extrusionOk="0" h="4437" w="914">
                  <a:moveTo>
                    <a:pt x="876" y="4324"/>
                  </a:moveTo>
                  <a:cubicBezTo>
                    <a:pt x="26" y="3324"/>
                    <a:pt x="1" y="1187"/>
                    <a:pt x="588" y="63"/>
                  </a:cubicBezTo>
                  <a:cubicBezTo>
                    <a:pt x="588" y="25"/>
                    <a:pt x="551" y="0"/>
                    <a:pt x="526" y="25"/>
                  </a:cubicBezTo>
                  <a:cubicBezTo>
                    <a:pt x="1" y="712"/>
                    <a:pt x="88" y="1712"/>
                    <a:pt x="176" y="2512"/>
                  </a:cubicBezTo>
                  <a:cubicBezTo>
                    <a:pt x="251" y="3187"/>
                    <a:pt x="363" y="3862"/>
                    <a:pt x="826" y="4386"/>
                  </a:cubicBezTo>
                  <a:cubicBezTo>
                    <a:pt x="851" y="4436"/>
                    <a:pt x="913" y="4374"/>
                    <a:pt x="876" y="43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1" name="Google Shape;4421;p103"/>
            <p:cNvSpPr/>
            <p:nvPr/>
          </p:nvSpPr>
          <p:spPr>
            <a:xfrm>
              <a:off x="3930900" y="4234450"/>
              <a:ext cx="12200" cy="12225"/>
            </a:xfrm>
            <a:custGeom>
              <a:rect b="b" l="l" r="r" t="t"/>
              <a:pathLst>
                <a:path extrusionOk="0" h="489" w="488">
                  <a:moveTo>
                    <a:pt x="138" y="451"/>
                  </a:moveTo>
                  <a:cubicBezTo>
                    <a:pt x="225" y="488"/>
                    <a:pt x="325" y="476"/>
                    <a:pt x="400" y="401"/>
                  </a:cubicBezTo>
                  <a:cubicBezTo>
                    <a:pt x="463" y="338"/>
                    <a:pt x="488" y="251"/>
                    <a:pt x="463" y="163"/>
                  </a:cubicBezTo>
                  <a:cubicBezTo>
                    <a:pt x="463" y="126"/>
                    <a:pt x="450" y="101"/>
                    <a:pt x="425" y="76"/>
                  </a:cubicBezTo>
                  <a:cubicBezTo>
                    <a:pt x="400" y="51"/>
                    <a:pt x="363" y="26"/>
                    <a:pt x="325" y="26"/>
                  </a:cubicBezTo>
                  <a:cubicBezTo>
                    <a:pt x="200" y="1"/>
                    <a:pt x="75" y="76"/>
                    <a:pt x="25" y="188"/>
                  </a:cubicBezTo>
                  <a:cubicBezTo>
                    <a:pt x="0" y="313"/>
                    <a:pt x="113" y="438"/>
                    <a:pt x="238" y="4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2" name="Google Shape;4422;p103"/>
            <p:cNvSpPr/>
            <p:nvPr/>
          </p:nvSpPr>
          <p:spPr>
            <a:xfrm>
              <a:off x="3926825" y="4232575"/>
              <a:ext cx="18475" cy="15975"/>
            </a:xfrm>
            <a:custGeom>
              <a:rect b="b" l="l" r="r" t="t"/>
              <a:pathLst>
                <a:path extrusionOk="0" h="639" w="739">
                  <a:moveTo>
                    <a:pt x="276" y="588"/>
                  </a:moveTo>
                  <a:cubicBezTo>
                    <a:pt x="451" y="638"/>
                    <a:pt x="626" y="551"/>
                    <a:pt x="676" y="376"/>
                  </a:cubicBezTo>
                  <a:cubicBezTo>
                    <a:pt x="738" y="238"/>
                    <a:pt x="651" y="76"/>
                    <a:pt x="488" y="51"/>
                  </a:cubicBezTo>
                  <a:cubicBezTo>
                    <a:pt x="88" y="1"/>
                    <a:pt x="1" y="563"/>
                    <a:pt x="401" y="563"/>
                  </a:cubicBezTo>
                  <a:cubicBezTo>
                    <a:pt x="451" y="563"/>
                    <a:pt x="463" y="488"/>
                    <a:pt x="413" y="476"/>
                  </a:cubicBezTo>
                  <a:cubicBezTo>
                    <a:pt x="301" y="151"/>
                    <a:pt x="313" y="76"/>
                    <a:pt x="476" y="263"/>
                  </a:cubicBezTo>
                  <a:cubicBezTo>
                    <a:pt x="651" y="363"/>
                    <a:pt x="588" y="438"/>
                    <a:pt x="313" y="463"/>
                  </a:cubicBezTo>
                  <a:cubicBezTo>
                    <a:pt x="238" y="438"/>
                    <a:pt x="201" y="563"/>
                    <a:pt x="276" y="5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3" name="Google Shape;4423;p103"/>
            <p:cNvSpPr/>
            <p:nvPr/>
          </p:nvSpPr>
          <p:spPr>
            <a:xfrm>
              <a:off x="4169275" y="4411600"/>
              <a:ext cx="2825" cy="3150"/>
            </a:xfrm>
            <a:custGeom>
              <a:rect b="b" l="l" r="r" t="t"/>
              <a:pathLst>
                <a:path extrusionOk="0" h="126" w="113">
                  <a:moveTo>
                    <a:pt x="88" y="63"/>
                  </a:moveTo>
                  <a:cubicBezTo>
                    <a:pt x="88" y="50"/>
                    <a:pt x="88" y="38"/>
                    <a:pt x="88" y="25"/>
                  </a:cubicBezTo>
                  <a:cubicBezTo>
                    <a:pt x="75" y="0"/>
                    <a:pt x="38" y="0"/>
                    <a:pt x="25" y="25"/>
                  </a:cubicBezTo>
                  <a:lnTo>
                    <a:pt x="13" y="63"/>
                  </a:lnTo>
                  <a:cubicBezTo>
                    <a:pt x="0" y="125"/>
                    <a:pt x="113" y="125"/>
                    <a:pt x="88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4" name="Google Shape;4424;p103"/>
            <p:cNvSpPr/>
            <p:nvPr/>
          </p:nvSpPr>
          <p:spPr>
            <a:xfrm>
              <a:off x="4259250" y="4353500"/>
              <a:ext cx="41875" cy="17825"/>
            </a:xfrm>
            <a:custGeom>
              <a:rect b="b" l="l" r="r" t="t"/>
              <a:pathLst>
                <a:path extrusionOk="0" h="713" w="1675">
                  <a:moveTo>
                    <a:pt x="25" y="100"/>
                  </a:moveTo>
                  <a:cubicBezTo>
                    <a:pt x="213" y="625"/>
                    <a:pt x="1175" y="712"/>
                    <a:pt x="1625" y="562"/>
                  </a:cubicBezTo>
                  <a:cubicBezTo>
                    <a:pt x="1675" y="550"/>
                    <a:pt x="1675" y="462"/>
                    <a:pt x="1612" y="462"/>
                  </a:cubicBezTo>
                  <a:cubicBezTo>
                    <a:pt x="1375" y="512"/>
                    <a:pt x="1125" y="512"/>
                    <a:pt x="875" y="475"/>
                  </a:cubicBezTo>
                  <a:cubicBezTo>
                    <a:pt x="650" y="425"/>
                    <a:pt x="225" y="325"/>
                    <a:pt x="125" y="62"/>
                  </a:cubicBezTo>
                  <a:cubicBezTo>
                    <a:pt x="100" y="0"/>
                    <a:pt x="0" y="25"/>
                    <a:pt x="25" y="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5" name="Google Shape;4425;p103"/>
            <p:cNvSpPr/>
            <p:nvPr/>
          </p:nvSpPr>
          <p:spPr>
            <a:xfrm>
              <a:off x="4259250" y="4349125"/>
              <a:ext cx="42200" cy="19700"/>
            </a:xfrm>
            <a:custGeom>
              <a:rect b="b" l="l" r="r" t="t"/>
              <a:pathLst>
                <a:path extrusionOk="0" h="788" w="1688">
                  <a:moveTo>
                    <a:pt x="1650" y="675"/>
                  </a:moveTo>
                  <a:cubicBezTo>
                    <a:pt x="1287" y="312"/>
                    <a:pt x="575" y="0"/>
                    <a:pt x="63" y="138"/>
                  </a:cubicBezTo>
                  <a:cubicBezTo>
                    <a:pt x="0" y="163"/>
                    <a:pt x="25" y="237"/>
                    <a:pt x="88" y="237"/>
                  </a:cubicBezTo>
                  <a:cubicBezTo>
                    <a:pt x="638" y="175"/>
                    <a:pt x="1175" y="362"/>
                    <a:pt x="1587" y="737"/>
                  </a:cubicBezTo>
                  <a:cubicBezTo>
                    <a:pt x="1625" y="787"/>
                    <a:pt x="1687" y="712"/>
                    <a:pt x="1650" y="6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6" name="Google Shape;4426;p103"/>
            <p:cNvSpPr/>
            <p:nvPr/>
          </p:nvSpPr>
          <p:spPr>
            <a:xfrm>
              <a:off x="4198950" y="4314750"/>
              <a:ext cx="33150" cy="30025"/>
            </a:xfrm>
            <a:custGeom>
              <a:rect b="b" l="l" r="r" t="t"/>
              <a:pathLst>
                <a:path extrusionOk="0" h="1201" w="1326">
                  <a:moveTo>
                    <a:pt x="50" y="1188"/>
                  </a:moveTo>
                  <a:cubicBezTo>
                    <a:pt x="400" y="1200"/>
                    <a:pt x="663" y="1025"/>
                    <a:pt x="925" y="825"/>
                  </a:cubicBezTo>
                  <a:cubicBezTo>
                    <a:pt x="1175" y="638"/>
                    <a:pt x="1325" y="363"/>
                    <a:pt x="1325" y="50"/>
                  </a:cubicBezTo>
                  <a:cubicBezTo>
                    <a:pt x="1325" y="13"/>
                    <a:pt x="1263" y="0"/>
                    <a:pt x="1250" y="38"/>
                  </a:cubicBezTo>
                  <a:cubicBezTo>
                    <a:pt x="1238" y="325"/>
                    <a:pt x="1088" y="588"/>
                    <a:pt x="863" y="763"/>
                  </a:cubicBezTo>
                  <a:cubicBezTo>
                    <a:pt x="625" y="950"/>
                    <a:pt x="375" y="1125"/>
                    <a:pt x="50" y="1113"/>
                  </a:cubicBezTo>
                  <a:cubicBezTo>
                    <a:pt x="0" y="1113"/>
                    <a:pt x="0" y="1188"/>
                    <a:pt x="50" y="1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7" name="Google Shape;4427;p103"/>
            <p:cNvSpPr/>
            <p:nvPr/>
          </p:nvSpPr>
          <p:spPr>
            <a:xfrm>
              <a:off x="4199575" y="4315050"/>
              <a:ext cx="33150" cy="29100"/>
            </a:xfrm>
            <a:custGeom>
              <a:rect b="b" l="l" r="r" t="t"/>
              <a:pathLst>
                <a:path extrusionOk="0" h="1164" w="1326">
                  <a:moveTo>
                    <a:pt x="1250" y="1"/>
                  </a:moveTo>
                  <a:cubicBezTo>
                    <a:pt x="700" y="88"/>
                    <a:pt x="113" y="488"/>
                    <a:pt x="0" y="1076"/>
                  </a:cubicBezTo>
                  <a:cubicBezTo>
                    <a:pt x="0" y="1138"/>
                    <a:pt x="75" y="1163"/>
                    <a:pt x="113" y="1113"/>
                  </a:cubicBezTo>
                  <a:cubicBezTo>
                    <a:pt x="250" y="876"/>
                    <a:pt x="300" y="651"/>
                    <a:pt x="538" y="463"/>
                  </a:cubicBezTo>
                  <a:cubicBezTo>
                    <a:pt x="763" y="288"/>
                    <a:pt x="1013" y="163"/>
                    <a:pt x="1275" y="76"/>
                  </a:cubicBezTo>
                  <a:cubicBezTo>
                    <a:pt x="1325" y="63"/>
                    <a:pt x="1300" y="1"/>
                    <a:pt x="12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8" name="Google Shape;4428;p103"/>
            <p:cNvSpPr/>
            <p:nvPr/>
          </p:nvSpPr>
          <p:spPr>
            <a:xfrm>
              <a:off x="3891225" y="4250400"/>
              <a:ext cx="38450" cy="86550"/>
            </a:xfrm>
            <a:custGeom>
              <a:rect b="b" l="l" r="r" t="t"/>
              <a:pathLst>
                <a:path extrusionOk="0" h="3462" w="1538">
                  <a:moveTo>
                    <a:pt x="1512" y="3387"/>
                  </a:moveTo>
                  <a:cubicBezTo>
                    <a:pt x="800" y="2399"/>
                    <a:pt x="325" y="1262"/>
                    <a:pt x="100" y="63"/>
                  </a:cubicBezTo>
                  <a:cubicBezTo>
                    <a:pt x="88" y="0"/>
                    <a:pt x="0" y="25"/>
                    <a:pt x="13" y="88"/>
                  </a:cubicBezTo>
                  <a:cubicBezTo>
                    <a:pt x="225" y="1300"/>
                    <a:pt x="712" y="2437"/>
                    <a:pt x="1450" y="3424"/>
                  </a:cubicBezTo>
                  <a:cubicBezTo>
                    <a:pt x="1475" y="3462"/>
                    <a:pt x="1537" y="3424"/>
                    <a:pt x="1512" y="33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9" name="Google Shape;4429;p103"/>
            <p:cNvSpPr/>
            <p:nvPr/>
          </p:nvSpPr>
          <p:spPr>
            <a:xfrm>
              <a:off x="3880900" y="4236650"/>
              <a:ext cx="17850" cy="16275"/>
            </a:xfrm>
            <a:custGeom>
              <a:rect b="b" l="l" r="r" t="t"/>
              <a:pathLst>
                <a:path extrusionOk="0" h="651" w="714">
                  <a:moveTo>
                    <a:pt x="526" y="563"/>
                  </a:moveTo>
                  <a:cubicBezTo>
                    <a:pt x="713" y="350"/>
                    <a:pt x="488" y="0"/>
                    <a:pt x="238" y="200"/>
                  </a:cubicBezTo>
                  <a:cubicBezTo>
                    <a:pt x="1" y="400"/>
                    <a:pt x="338" y="650"/>
                    <a:pt x="551" y="550"/>
                  </a:cubicBezTo>
                  <a:cubicBezTo>
                    <a:pt x="588" y="538"/>
                    <a:pt x="576" y="475"/>
                    <a:pt x="538" y="475"/>
                  </a:cubicBezTo>
                  <a:cubicBezTo>
                    <a:pt x="501" y="475"/>
                    <a:pt x="463" y="475"/>
                    <a:pt x="426" y="475"/>
                  </a:cubicBezTo>
                  <a:cubicBezTo>
                    <a:pt x="338" y="463"/>
                    <a:pt x="351" y="475"/>
                    <a:pt x="463" y="500"/>
                  </a:cubicBezTo>
                  <a:cubicBezTo>
                    <a:pt x="426" y="538"/>
                    <a:pt x="488" y="600"/>
                    <a:pt x="526" y="5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0" name="Google Shape;4430;p103"/>
            <p:cNvSpPr/>
            <p:nvPr/>
          </p:nvSpPr>
          <p:spPr>
            <a:xfrm>
              <a:off x="3936525" y="4266325"/>
              <a:ext cx="30625" cy="82200"/>
            </a:xfrm>
            <a:custGeom>
              <a:rect b="b" l="l" r="r" t="t"/>
              <a:pathLst>
                <a:path extrusionOk="0" h="3288" w="1225">
                  <a:moveTo>
                    <a:pt x="225" y="3225"/>
                  </a:moveTo>
                  <a:cubicBezTo>
                    <a:pt x="88" y="2012"/>
                    <a:pt x="413" y="1013"/>
                    <a:pt x="1200" y="75"/>
                  </a:cubicBezTo>
                  <a:cubicBezTo>
                    <a:pt x="1225" y="50"/>
                    <a:pt x="1175" y="0"/>
                    <a:pt x="1150" y="38"/>
                  </a:cubicBezTo>
                  <a:cubicBezTo>
                    <a:pt x="213" y="763"/>
                    <a:pt x="0" y="2125"/>
                    <a:pt x="125" y="3225"/>
                  </a:cubicBezTo>
                  <a:cubicBezTo>
                    <a:pt x="138" y="3287"/>
                    <a:pt x="225" y="3287"/>
                    <a:pt x="225" y="3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1" name="Google Shape;4431;p103"/>
            <p:cNvSpPr/>
            <p:nvPr/>
          </p:nvSpPr>
          <p:spPr>
            <a:xfrm>
              <a:off x="3963700" y="4258200"/>
              <a:ext cx="13450" cy="13775"/>
            </a:xfrm>
            <a:custGeom>
              <a:rect b="b" l="l" r="r" t="t"/>
              <a:pathLst>
                <a:path extrusionOk="0" h="551" w="538">
                  <a:moveTo>
                    <a:pt x="475" y="288"/>
                  </a:moveTo>
                  <a:cubicBezTo>
                    <a:pt x="538" y="38"/>
                    <a:pt x="13" y="1"/>
                    <a:pt x="25" y="263"/>
                  </a:cubicBezTo>
                  <a:cubicBezTo>
                    <a:pt x="0" y="550"/>
                    <a:pt x="425" y="525"/>
                    <a:pt x="425" y="238"/>
                  </a:cubicBezTo>
                  <a:cubicBezTo>
                    <a:pt x="425" y="200"/>
                    <a:pt x="375" y="188"/>
                    <a:pt x="363" y="225"/>
                  </a:cubicBezTo>
                  <a:cubicBezTo>
                    <a:pt x="300" y="275"/>
                    <a:pt x="313" y="300"/>
                    <a:pt x="413" y="300"/>
                  </a:cubicBezTo>
                  <a:cubicBezTo>
                    <a:pt x="413" y="338"/>
                    <a:pt x="475" y="338"/>
                    <a:pt x="475" y="3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2" name="Google Shape;4432;p103"/>
            <p:cNvSpPr/>
            <p:nvPr/>
          </p:nvSpPr>
          <p:spPr>
            <a:xfrm>
              <a:off x="4139900" y="4371600"/>
              <a:ext cx="237775" cy="60325"/>
            </a:xfrm>
            <a:custGeom>
              <a:rect b="b" l="l" r="r" t="t"/>
              <a:pathLst>
                <a:path extrusionOk="0" h="2413" w="9511">
                  <a:moveTo>
                    <a:pt x="63" y="2400"/>
                  </a:moveTo>
                  <a:cubicBezTo>
                    <a:pt x="3375" y="1151"/>
                    <a:pt x="6061" y="1"/>
                    <a:pt x="9386" y="2038"/>
                  </a:cubicBezTo>
                  <a:cubicBezTo>
                    <a:pt x="9448" y="2075"/>
                    <a:pt x="9511" y="1975"/>
                    <a:pt x="9448" y="1938"/>
                  </a:cubicBezTo>
                  <a:cubicBezTo>
                    <a:pt x="8023" y="988"/>
                    <a:pt x="6761" y="588"/>
                    <a:pt x="5049" y="751"/>
                  </a:cubicBezTo>
                  <a:cubicBezTo>
                    <a:pt x="3125" y="938"/>
                    <a:pt x="1825" y="1650"/>
                    <a:pt x="38" y="2338"/>
                  </a:cubicBezTo>
                  <a:cubicBezTo>
                    <a:pt x="1" y="2350"/>
                    <a:pt x="26" y="2413"/>
                    <a:pt x="63" y="24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3" name="Google Shape;4433;p103"/>
            <p:cNvSpPr/>
            <p:nvPr/>
          </p:nvSpPr>
          <p:spPr>
            <a:xfrm>
              <a:off x="3860600" y="4327550"/>
              <a:ext cx="31900" cy="49700"/>
            </a:xfrm>
            <a:custGeom>
              <a:rect b="b" l="l" r="r" t="t"/>
              <a:pathLst>
                <a:path extrusionOk="0" h="1988" w="1276">
                  <a:moveTo>
                    <a:pt x="63" y="1975"/>
                  </a:moveTo>
                  <a:cubicBezTo>
                    <a:pt x="625" y="1875"/>
                    <a:pt x="1163" y="1538"/>
                    <a:pt x="1225" y="926"/>
                  </a:cubicBezTo>
                  <a:cubicBezTo>
                    <a:pt x="1275" y="438"/>
                    <a:pt x="900" y="13"/>
                    <a:pt x="413" y="1"/>
                  </a:cubicBezTo>
                  <a:cubicBezTo>
                    <a:pt x="338" y="1"/>
                    <a:pt x="338" y="113"/>
                    <a:pt x="413" y="113"/>
                  </a:cubicBezTo>
                  <a:cubicBezTo>
                    <a:pt x="988" y="138"/>
                    <a:pt x="1263" y="713"/>
                    <a:pt x="1038" y="1213"/>
                  </a:cubicBezTo>
                  <a:cubicBezTo>
                    <a:pt x="850" y="1613"/>
                    <a:pt x="463" y="1825"/>
                    <a:pt x="38" y="1913"/>
                  </a:cubicBezTo>
                  <a:cubicBezTo>
                    <a:pt x="0" y="1925"/>
                    <a:pt x="25" y="1988"/>
                    <a:pt x="63" y="19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4" name="Google Shape;4434;p103"/>
            <p:cNvSpPr/>
            <p:nvPr/>
          </p:nvSpPr>
          <p:spPr>
            <a:xfrm>
              <a:off x="4075225" y="4370975"/>
              <a:ext cx="62825" cy="31575"/>
            </a:xfrm>
            <a:custGeom>
              <a:rect b="b" l="l" r="r" t="t"/>
              <a:pathLst>
                <a:path extrusionOk="0" h="1263" w="2513">
                  <a:moveTo>
                    <a:pt x="2450" y="526"/>
                  </a:moveTo>
                  <a:cubicBezTo>
                    <a:pt x="1825" y="551"/>
                    <a:pt x="1338" y="1"/>
                    <a:pt x="701" y="213"/>
                  </a:cubicBezTo>
                  <a:cubicBezTo>
                    <a:pt x="276" y="363"/>
                    <a:pt x="1" y="763"/>
                    <a:pt x="26" y="1213"/>
                  </a:cubicBezTo>
                  <a:cubicBezTo>
                    <a:pt x="26" y="1250"/>
                    <a:pt x="88" y="1263"/>
                    <a:pt x="88" y="1213"/>
                  </a:cubicBezTo>
                  <a:cubicBezTo>
                    <a:pt x="201" y="426"/>
                    <a:pt x="888" y="126"/>
                    <a:pt x="1588" y="413"/>
                  </a:cubicBezTo>
                  <a:cubicBezTo>
                    <a:pt x="1850" y="551"/>
                    <a:pt x="2150" y="626"/>
                    <a:pt x="2450" y="613"/>
                  </a:cubicBezTo>
                  <a:cubicBezTo>
                    <a:pt x="2513" y="613"/>
                    <a:pt x="2513" y="526"/>
                    <a:pt x="2450" y="5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5" name="Google Shape;4435;p103"/>
            <p:cNvSpPr/>
            <p:nvPr/>
          </p:nvSpPr>
          <p:spPr>
            <a:xfrm>
              <a:off x="4073975" y="4396300"/>
              <a:ext cx="30950" cy="21575"/>
            </a:xfrm>
            <a:custGeom>
              <a:rect b="b" l="l" r="r" t="t"/>
              <a:pathLst>
                <a:path extrusionOk="0" h="863" w="1238">
                  <a:moveTo>
                    <a:pt x="113" y="50"/>
                  </a:moveTo>
                  <a:cubicBezTo>
                    <a:pt x="1" y="337"/>
                    <a:pt x="176" y="587"/>
                    <a:pt x="451" y="700"/>
                  </a:cubicBezTo>
                  <a:cubicBezTo>
                    <a:pt x="676" y="787"/>
                    <a:pt x="1075" y="862"/>
                    <a:pt x="1225" y="612"/>
                  </a:cubicBezTo>
                  <a:cubicBezTo>
                    <a:pt x="1238" y="587"/>
                    <a:pt x="1200" y="550"/>
                    <a:pt x="1175" y="575"/>
                  </a:cubicBezTo>
                  <a:cubicBezTo>
                    <a:pt x="851" y="825"/>
                    <a:pt x="1" y="587"/>
                    <a:pt x="188" y="63"/>
                  </a:cubicBezTo>
                  <a:cubicBezTo>
                    <a:pt x="201" y="25"/>
                    <a:pt x="138" y="0"/>
                    <a:pt x="113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6" name="Google Shape;4436;p103"/>
            <p:cNvSpPr/>
            <p:nvPr/>
          </p:nvSpPr>
          <p:spPr>
            <a:xfrm>
              <a:off x="3834050" y="4258825"/>
              <a:ext cx="81250" cy="56250"/>
            </a:xfrm>
            <a:custGeom>
              <a:rect b="b" l="l" r="r" t="t"/>
              <a:pathLst>
                <a:path extrusionOk="0" h="2250" w="3250">
                  <a:moveTo>
                    <a:pt x="3224" y="2162"/>
                  </a:moveTo>
                  <a:cubicBezTo>
                    <a:pt x="2437" y="1200"/>
                    <a:pt x="1462" y="0"/>
                    <a:pt x="63" y="288"/>
                  </a:cubicBezTo>
                  <a:cubicBezTo>
                    <a:pt x="0" y="300"/>
                    <a:pt x="25" y="375"/>
                    <a:pt x="88" y="375"/>
                  </a:cubicBezTo>
                  <a:cubicBezTo>
                    <a:pt x="1475" y="188"/>
                    <a:pt x="2362" y="1263"/>
                    <a:pt x="3162" y="2200"/>
                  </a:cubicBezTo>
                  <a:cubicBezTo>
                    <a:pt x="3199" y="2250"/>
                    <a:pt x="3249" y="2187"/>
                    <a:pt x="3224" y="2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7" name="Google Shape;4437;p103"/>
            <p:cNvSpPr/>
            <p:nvPr/>
          </p:nvSpPr>
          <p:spPr>
            <a:xfrm>
              <a:off x="4063350" y="4351000"/>
              <a:ext cx="31275" cy="15325"/>
            </a:xfrm>
            <a:custGeom>
              <a:rect b="b" l="l" r="r" t="t"/>
              <a:pathLst>
                <a:path extrusionOk="0" h="613" w="1251">
                  <a:moveTo>
                    <a:pt x="1188" y="500"/>
                  </a:moveTo>
                  <a:cubicBezTo>
                    <a:pt x="776" y="487"/>
                    <a:pt x="401" y="312"/>
                    <a:pt x="113" y="38"/>
                  </a:cubicBezTo>
                  <a:cubicBezTo>
                    <a:pt x="63" y="0"/>
                    <a:pt x="1" y="38"/>
                    <a:pt x="38" y="88"/>
                  </a:cubicBezTo>
                  <a:cubicBezTo>
                    <a:pt x="163" y="250"/>
                    <a:pt x="338" y="375"/>
                    <a:pt x="538" y="450"/>
                  </a:cubicBezTo>
                  <a:cubicBezTo>
                    <a:pt x="738" y="562"/>
                    <a:pt x="963" y="612"/>
                    <a:pt x="1188" y="587"/>
                  </a:cubicBezTo>
                  <a:cubicBezTo>
                    <a:pt x="1238" y="587"/>
                    <a:pt x="1251" y="500"/>
                    <a:pt x="1188" y="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8" name="Google Shape;4438;p103"/>
            <p:cNvSpPr/>
            <p:nvPr/>
          </p:nvSpPr>
          <p:spPr>
            <a:xfrm>
              <a:off x="4063350" y="4344750"/>
              <a:ext cx="34075" cy="21875"/>
            </a:xfrm>
            <a:custGeom>
              <a:rect b="b" l="l" r="r" t="t"/>
              <a:pathLst>
                <a:path extrusionOk="0" h="875" w="1363">
                  <a:moveTo>
                    <a:pt x="101" y="325"/>
                  </a:moveTo>
                  <a:cubicBezTo>
                    <a:pt x="538" y="125"/>
                    <a:pt x="1051" y="412"/>
                    <a:pt x="1251" y="825"/>
                  </a:cubicBezTo>
                  <a:cubicBezTo>
                    <a:pt x="1276" y="875"/>
                    <a:pt x="1363" y="837"/>
                    <a:pt x="1350" y="787"/>
                  </a:cubicBezTo>
                  <a:cubicBezTo>
                    <a:pt x="1138" y="300"/>
                    <a:pt x="538" y="0"/>
                    <a:pt x="51" y="250"/>
                  </a:cubicBezTo>
                  <a:cubicBezTo>
                    <a:pt x="1" y="275"/>
                    <a:pt x="51" y="350"/>
                    <a:pt x="101" y="3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9" name="Google Shape;4439;p103"/>
            <p:cNvSpPr/>
            <p:nvPr/>
          </p:nvSpPr>
          <p:spPr>
            <a:xfrm>
              <a:off x="4299550" y="4347550"/>
              <a:ext cx="132475" cy="60000"/>
            </a:xfrm>
            <a:custGeom>
              <a:rect b="b" l="l" r="r" t="t"/>
              <a:pathLst>
                <a:path extrusionOk="0" h="2400" w="5299">
                  <a:moveTo>
                    <a:pt x="50" y="1825"/>
                  </a:moveTo>
                  <a:cubicBezTo>
                    <a:pt x="1650" y="2138"/>
                    <a:pt x="5074" y="2400"/>
                    <a:pt x="5299" y="51"/>
                  </a:cubicBezTo>
                  <a:cubicBezTo>
                    <a:pt x="5299" y="1"/>
                    <a:pt x="5224" y="13"/>
                    <a:pt x="5224" y="51"/>
                  </a:cubicBezTo>
                  <a:cubicBezTo>
                    <a:pt x="4924" y="2337"/>
                    <a:pt x="1612" y="2038"/>
                    <a:pt x="63" y="1750"/>
                  </a:cubicBezTo>
                  <a:cubicBezTo>
                    <a:pt x="25" y="1738"/>
                    <a:pt x="0" y="1813"/>
                    <a:pt x="50" y="18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0" name="Google Shape;4440;p103"/>
            <p:cNvSpPr/>
            <p:nvPr/>
          </p:nvSpPr>
          <p:spPr>
            <a:xfrm>
              <a:off x="4363900" y="4310050"/>
              <a:ext cx="61575" cy="65325"/>
            </a:xfrm>
            <a:custGeom>
              <a:rect b="b" l="l" r="r" t="t"/>
              <a:pathLst>
                <a:path extrusionOk="0" h="2613" w="2463">
                  <a:moveTo>
                    <a:pt x="1500" y="2588"/>
                  </a:moveTo>
                  <a:cubicBezTo>
                    <a:pt x="2175" y="2263"/>
                    <a:pt x="2463" y="1426"/>
                    <a:pt x="2013" y="788"/>
                  </a:cubicBezTo>
                  <a:cubicBezTo>
                    <a:pt x="1600" y="201"/>
                    <a:pt x="538" y="1"/>
                    <a:pt x="38" y="588"/>
                  </a:cubicBezTo>
                  <a:cubicBezTo>
                    <a:pt x="1" y="638"/>
                    <a:pt x="63" y="713"/>
                    <a:pt x="113" y="663"/>
                  </a:cubicBezTo>
                  <a:cubicBezTo>
                    <a:pt x="588" y="138"/>
                    <a:pt x="1550" y="301"/>
                    <a:pt x="1925" y="851"/>
                  </a:cubicBezTo>
                  <a:cubicBezTo>
                    <a:pt x="2338" y="1438"/>
                    <a:pt x="2113" y="2238"/>
                    <a:pt x="1463" y="2538"/>
                  </a:cubicBezTo>
                  <a:cubicBezTo>
                    <a:pt x="1425" y="2550"/>
                    <a:pt x="1463" y="2613"/>
                    <a:pt x="1488" y="25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1" name="Google Shape;4441;p103"/>
            <p:cNvSpPr/>
            <p:nvPr/>
          </p:nvSpPr>
          <p:spPr>
            <a:xfrm>
              <a:off x="4353900" y="4321000"/>
              <a:ext cx="35950" cy="46575"/>
            </a:xfrm>
            <a:custGeom>
              <a:rect b="b" l="l" r="r" t="t"/>
              <a:pathLst>
                <a:path extrusionOk="0" h="1863" w="1438">
                  <a:moveTo>
                    <a:pt x="688" y="13"/>
                  </a:moveTo>
                  <a:cubicBezTo>
                    <a:pt x="226" y="188"/>
                    <a:pt x="1" y="725"/>
                    <a:pt x="201" y="1188"/>
                  </a:cubicBezTo>
                  <a:cubicBezTo>
                    <a:pt x="401" y="1650"/>
                    <a:pt x="938" y="1862"/>
                    <a:pt x="1388" y="1662"/>
                  </a:cubicBezTo>
                  <a:cubicBezTo>
                    <a:pt x="1438" y="1637"/>
                    <a:pt x="1400" y="1562"/>
                    <a:pt x="1363" y="1575"/>
                  </a:cubicBezTo>
                  <a:cubicBezTo>
                    <a:pt x="938" y="1700"/>
                    <a:pt x="476" y="1575"/>
                    <a:pt x="301" y="1150"/>
                  </a:cubicBezTo>
                  <a:cubicBezTo>
                    <a:pt x="138" y="725"/>
                    <a:pt x="326" y="263"/>
                    <a:pt x="726" y="75"/>
                  </a:cubicBezTo>
                  <a:cubicBezTo>
                    <a:pt x="763" y="50"/>
                    <a:pt x="726" y="0"/>
                    <a:pt x="688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2" name="Google Shape;4442;p103"/>
            <p:cNvSpPr/>
            <p:nvPr/>
          </p:nvSpPr>
          <p:spPr>
            <a:xfrm>
              <a:off x="4384200" y="4332875"/>
              <a:ext cx="17225" cy="30950"/>
            </a:xfrm>
            <a:custGeom>
              <a:rect b="b" l="l" r="r" t="t"/>
              <a:pathLst>
                <a:path extrusionOk="0" h="1238" w="689">
                  <a:moveTo>
                    <a:pt x="51" y="1200"/>
                  </a:moveTo>
                  <a:cubicBezTo>
                    <a:pt x="388" y="1237"/>
                    <a:pt x="626" y="862"/>
                    <a:pt x="626" y="550"/>
                  </a:cubicBezTo>
                  <a:cubicBezTo>
                    <a:pt x="613" y="238"/>
                    <a:pt x="351" y="0"/>
                    <a:pt x="63" y="113"/>
                  </a:cubicBezTo>
                  <a:cubicBezTo>
                    <a:pt x="1" y="138"/>
                    <a:pt x="26" y="225"/>
                    <a:pt x="76" y="200"/>
                  </a:cubicBezTo>
                  <a:cubicBezTo>
                    <a:pt x="688" y="13"/>
                    <a:pt x="638" y="1162"/>
                    <a:pt x="51" y="1125"/>
                  </a:cubicBezTo>
                  <a:cubicBezTo>
                    <a:pt x="1" y="1125"/>
                    <a:pt x="1" y="1200"/>
                    <a:pt x="51" y="12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3" name="Google Shape;4443;p103"/>
            <p:cNvSpPr/>
            <p:nvPr/>
          </p:nvSpPr>
          <p:spPr>
            <a:xfrm>
              <a:off x="4100225" y="4302575"/>
              <a:ext cx="55325" cy="71550"/>
            </a:xfrm>
            <a:custGeom>
              <a:rect b="b" l="l" r="r" t="t"/>
              <a:pathLst>
                <a:path extrusionOk="0" h="2862" w="2213">
                  <a:moveTo>
                    <a:pt x="463" y="2787"/>
                  </a:moveTo>
                  <a:cubicBezTo>
                    <a:pt x="113" y="1462"/>
                    <a:pt x="925" y="387"/>
                    <a:pt x="2175" y="63"/>
                  </a:cubicBezTo>
                  <a:cubicBezTo>
                    <a:pt x="2212" y="50"/>
                    <a:pt x="2200" y="0"/>
                    <a:pt x="2175" y="0"/>
                  </a:cubicBezTo>
                  <a:cubicBezTo>
                    <a:pt x="788" y="100"/>
                    <a:pt x="0" y="1537"/>
                    <a:pt x="388" y="2812"/>
                  </a:cubicBezTo>
                  <a:cubicBezTo>
                    <a:pt x="400" y="2862"/>
                    <a:pt x="488" y="2849"/>
                    <a:pt x="463" y="27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4" name="Google Shape;4444;p103"/>
            <p:cNvSpPr/>
            <p:nvPr/>
          </p:nvSpPr>
          <p:spPr>
            <a:xfrm>
              <a:off x="3701275" y="4276950"/>
              <a:ext cx="111850" cy="104375"/>
            </a:xfrm>
            <a:custGeom>
              <a:rect b="b" l="l" r="r" t="t"/>
              <a:pathLst>
                <a:path extrusionOk="0" h="4175" w="4474">
                  <a:moveTo>
                    <a:pt x="1812" y="3999"/>
                  </a:moveTo>
                  <a:cubicBezTo>
                    <a:pt x="3249" y="4174"/>
                    <a:pt x="4424" y="2737"/>
                    <a:pt x="3712" y="1387"/>
                  </a:cubicBezTo>
                  <a:cubicBezTo>
                    <a:pt x="2987" y="0"/>
                    <a:pt x="1050" y="213"/>
                    <a:pt x="38" y="1150"/>
                  </a:cubicBezTo>
                  <a:cubicBezTo>
                    <a:pt x="0" y="1187"/>
                    <a:pt x="50" y="1237"/>
                    <a:pt x="88" y="1212"/>
                  </a:cubicBezTo>
                  <a:cubicBezTo>
                    <a:pt x="987" y="563"/>
                    <a:pt x="2450" y="113"/>
                    <a:pt x="3337" y="1050"/>
                  </a:cubicBezTo>
                  <a:cubicBezTo>
                    <a:pt x="4474" y="2275"/>
                    <a:pt x="3387" y="4087"/>
                    <a:pt x="1812" y="3899"/>
                  </a:cubicBezTo>
                  <a:cubicBezTo>
                    <a:pt x="1737" y="3887"/>
                    <a:pt x="1737" y="3999"/>
                    <a:pt x="1812" y="39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5" name="Google Shape;4445;p103"/>
            <p:cNvSpPr/>
            <p:nvPr/>
          </p:nvSpPr>
          <p:spPr>
            <a:xfrm>
              <a:off x="3442900" y="4301950"/>
              <a:ext cx="263700" cy="146525"/>
            </a:xfrm>
            <a:custGeom>
              <a:rect b="b" l="l" r="r" t="t"/>
              <a:pathLst>
                <a:path extrusionOk="0" h="5861" w="10548">
                  <a:moveTo>
                    <a:pt x="10460" y="38"/>
                  </a:moveTo>
                  <a:cubicBezTo>
                    <a:pt x="9248" y="1712"/>
                    <a:pt x="8136" y="3812"/>
                    <a:pt x="6224" y="4736"/>
                  </a:cubicBezTo>
                  <a:cubicBezTo>
                    <a:pt x="4462" y="5599"/>
                    <a:pt x="1700" y="5774"/>
                    <a:pt x="75" y="4561"/>
                  </a:cubicBezTo>
                  <a:cubicBezTo>
                    <a:pt x="38" y="4549"/>
                    <a:pt x="0" y="4599"/>
                    <a:pt x="38" y="4611"/>
                  </a:cubicBezTo>
                  <a:cubicBezTo>
                    <a:pt x="1475" y="5861"/>
                    <a:pt x="3962" y="5736"/>
                    <a:pt x="5686" y="5149"/>
                  </a:cubicBezTo>
                  <a:cubicBezTo>
                    <a:pt x="7998" y="4349"/>
                    <a:pt x="9198" y="1950"/>
                    <a:pt x="10523" y="75"/>
                  </a:cubicBezTo>
                  <a:cubicBezTo>
                    <a:pt x="10548" y="38"/>
                    <a:pt x="10485" y="0"/>
                    <a:pt x="10460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6" name="Google Shape;4446;p103"/>
            <p:cNvSpPr/>
            <p:nvPr/>
          </p:nvSpPr>
          <p:spPr>
            <a:xfrm>
              <a:off x="3410100" y="4324750"/>
              <a:ext cx="100625" cy="84375"/>
            </a:xfrm>
            <a:custGeom>
              <a:rect b="b" l="l" r="r" t="t"/>
              <a:pathLst>
                <a:path extrusionOk="0" h="3375" w="4025">
                  <a:moveTo>
                    <a:pt x="1150" y="3287"/>
                  </a:moveTo>
                  <a:cubicBezTo>
                    <a:pt x="613" y="2350"/>
                    <a:pt x="500" y="975"/>
                    <a:pt x="1650" y="425"/>
                  </a:cubicBezTo>
                  <a:cubicBezTo>
                    <a:pt x="1937" y="313"/>
                    <a:pt x="2250" y="263"/>
                    <a:pt x="2550" y="313"/>
                  </a:cubicBezTo>
                  <a:cubicBezTo>
                    <a:pt x="2625" y="325"/>
                    <a:pt x="2699" y="300"/>
                    <a:pt x="2774" y="313"/>
                  </a:cubicBezTo>
                  <a:cubicBezTo>
                    <a:pt x="3537" y="438"/>
                    <a:pt x="3512" y="638"/>
                    <a:pt x="3587" y="1175"/>
                  </a:cubicBezTo>
                  <a:cubicBezTo>
                    <a:pt x="3699" y="2075"/>
                    <a:pt x="3087" y="2412"/>
                    <a:pt x="2312" y="2262"/>
                  </a:cubicBezTo>
                  <a:cubicBezTo>
                    <a:pt x="1725" y="2150"/>
                    <a:pt x="1425" y="1862"/>
                    <a:pt x="1025" y="1450"/>
                  </a:cubicBezTo>
                  <a:cubicBezTo>
                    <a:pt x="725" y="1138"/>
                    <a:pt x="475" y="813"/>
                    <a:pt x="25" y="800"/>
                  </a:cubicBezTo>
                  <a:cubicBezTo>
                    <a:pt x="0" y="800"/>
                    <a:pt x="0" y="838"/>
                    <a:pt x="25" y="838"/>
                  </a:cubicBezTo>
                  <a:cubicBezTo>
                    <a:pt x="738" y="950"/>
                    <a:pt x="1137" y="1850"/>
                    <a:pt x="1725" y="2225"/>
                  </a:cubicBezTo>
                  <a:cubicBezTo>
                    <a:pt x="2150" y="2525"/>
                    <a:pt x="2712" y="2575"/>
                    <a:pt x="3187" y="2350"/>
                  </a:cubicBezTo>
                  <a:cubicBezTo>
                    <a:pt x="3912" y="2025"/>
                    <a:pt x="4024" y="888"/>
                    <a:pt x="3387" y="388"/>
                  </a:cubicBezTo>
                  <a:cubicBezTo>
                    <a:pt x="2874" y="0"/>
                    <a:pt x="1800" y="125"/>
                    <a:pt x="1312" y="488"/>
                  </a:cubicBezTo>
                  <a:cubicBezTo>
                    <a:pt x="388" y="1187"/>
                    <a:pt x="563" y="2450"/>
                    <a:pt x="1087" y="3337"/>
                  </a:cubicBezTo>
                  <a:cubicBezTo>
                    <a:pt x="1112" y="3374"/>
                    <a:pt x="1187" y="3337"/>
                    <a:pt x="1162" y="32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7" name="Google Shape;4447;p103"/>
            <p:cNvSpPr/>
            <p:nvPr/>
          </p:nvSpPr>
          <p:spPr>
            <a:xfrm>
              <a:off x="3347925" y="4341000"/>
              <a:ext cx="55325" cy="13450"/>
            </a:xfrm>
            <a:custGeom>
              <a:rect b="b" l="l" r="r" t="t"/>
              <a:pathLst>
                <a:path extrusionOk="0" h="538" w="2213">
                  <a:moveTo>
                    <a:pt x="2162" y="75"/>
                  </a:moveTo>
                  <a:cubicBezTo>
                    <a:pt x="1475" y="0"/>
                    <a:pt x="625" y="50"/>
                    <a:pt x="25" y="475"/>
                  </a:cubicBezTo>
                  <a:cubicBezTo>
                    <a:pt x="0" y="488"/>
                    <a:pt x="13" y="537"/>
                    <a:pt x="50" y="525"/>
                  </a:cubicBezTo>
                  <a:cubicBezTo>
                    <a:pt x="775" y="300"/>
                    <a:pt x="1387" y="75"/>
                    <a:pt x="2162" y="150"/>
                  </a:cubicBezTo>
                  <a:cubicBezTo>
                    <a:pt x="2212" y="150"/>
                    <a:pt x="2212" y="75"/>
                    <a:pt x="2162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8" name="Google Shape;4448;p103"/>
            <p:cNvSpPr/>
            <p:nvPr/>
          </p:nvSpPr>
          <p:spPr>
            <a:xfrm>
              <a:off x="3593800" y="4288500"/>
              <a:ext cx="81250" cy="96575"/>
            </a:xfrm>
            <a:custGeom>
              <a:rect b="b" l="l" r="r" t="t"/>
              <a:pathLst>
                <a:path extrusionOk="0" h="3863" w="3250">
                  <a:moveTo>
                    <a:pt x="2225" y="3837"/>
                  </a:moveTo>
                  <a:cubicBezTo>
                    <a:pt x="2787" y="3187"/>
                    <a:pt x="3249" y="2375"/>
                    <a:pt x="3062" y="1488"/>
                  </a:cubicBezTo>
                  <a:cubicBezTo>
                    <a:pt x="2887" y="663"/>
                    <a:pt x="2087" y="63"/>
                    <a:pt x="1250" y="26"/>
                  </a:cubicBezTo>
                  <a:cubicBezTo>
                    <a:pt x="663" y="1"/>
                    <a:pt x="0" y="376"/>
                    <a:pt x="75" y="1050"/>
                  </a:cubicBezTo>
                  <a:cubicBezTo>
                    <a:pt x="113" y="1388"/>
                    <a:pt x="463" y="1813"/>
                    <a:pt x="750" y="1438"/>
                  </a:cubicBezTo>
                  <a:cubicBezTo>
                    <a:pt x="775" y="1400"/>
                    <a:pt x="713" y="1363"/>
                    <a:pt x="675" y="1400"/>
                  </a:cubicBezTo>
                  <a:cubicBezTo>
                    <a:pt x="238" y="563"/>
                    <a:pt x="388" y="138"/>
                    <a:pt x="1125" y="126"/>
                  </a:cubicBezTo>
                  <a:cubicBezTo>
                    <a:pt x="1450" y="126"/>
                    <a:pt x="1762" y="213"/>
                    <a:pt x="2037" y="363"/>
                  </a:cubicBezTo>
                  <a:cubicBezTo>
                    <a:pt x="2475" y="576"/>
                    <a:pt x="2800" y="950"/>
                    <a:pt x="2925" y="1413"/>
                  </a:cubicBezTo>
                  <a:cubicBezTo>
                    <a:pt x="3174" y="2300"/>
                    <a:pt x="2712" y="3125"/>
                    <a:pt x="2187" y="3800"/>
                  </a:cubicBezTo>
                  <a:cubicBezTo>
                    <a:pt x="2162" y="3825"/>
                    <a:pt x="2200" y="3862"/>
                    <a:pt x="2225" y="38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9" name="Google Shape;4449;p103"/>
            <p:cNvSpPr/>
            <p:nvPr/>
          </p:nvSpPr>
          <p:spPr>
            <a:xfrm>
              <a:off x="3666275" y="4246025"/>
              <a:ext cx="22825" cy="110600"/>
            </a:xfrm>
            <a:custGeom>
              <a:rect b="b" l="l" r="r" t="t"/>
              <a:pathLst>
                <a:path extrusionOk="0" h="4424" w="913">
                  <a:moveTo>
                    <a:pt x="100" y="4386"/>
                  </a:moveTo>
                  <a:cubicBezTo>
                    <a:pt x="550" y="3862"/>
                    <a:pt x="663" y="3187"/>
                    <a:pt x="738" y="2512"/>
                  </a:cubicBezTo>
                  <a:cubicBezTo>
                    <a:pt x="825" y="1700"/>
                    <a:pt x="913" y="712"/>
                    <a:pt x="388" y="25"/>
                  </a:cubicBezTo>
                  <a:cubicBezTo>
                    <a:pt x="363" y="0"/>
                    <a:pt x="325" y="25"/>
                    <a:pt x="338" y="63"/>
                  </a:cubicBezTo>
                  <a:cubicBezTo>
                    <a:pt x="913" y="1175"/>
                    <a:pt x="888" y="3312"/>
                    <a:pt x="38" y="4324"/>
                  </a:cubicBezTo>
                  <a:cubicBezTo>
                    <a:pt x="1" y="4361"/>
                    <a:pt x="63" y="4424"/>
                    <a:pt x="100" y="43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0" name="Google Shape;4450;p103"/>
            <p:cNvSpPr/>
            <p:nvPr/>
          </p:nvSpPr>
          <p:spPr>
            <a:xfrm>
              <a:off x="3666600" y="4234450"/>
              <a:ext cx="12200" cy="12225"/>
            </a:xfrm>
            <a:custGeom>
              <a:rect b="b" l="l" r="r" t="t"/>
              <a:pathLst>
                <a:path extrusionOk="0" h="489" w="488">
                  <a:moveTo>
                    <a:pt x="350" y="451"/>
                  </a:moveTo>
                  <a:cubicBezTo>
                    <a:pt x="262" y="488"/>
                    <a:pt x="162" y="476"/>
                    <a:pt x="87" y="401"/>
                  </a:cubicBezTo>
                  <a:cubicBezTo>
                    <a:pt x="25" y="338"/>
                    <a:pt x="0" y="251"/>
                    <a:pt x="25" y="163"/>
                  </a:cubicBezTo>
                  <a:cubicBezTo>
                    <a:pt x="25" y="126"/>
                    <a:pt x="38" y="101"/>
                    <a:pt x="50" y="76"/>
                  </a:cubicBezTo>
                  <a:cubicBezTo>
                    <a:pt x="87" y="51"/>
                    <a:pt x="125" y="26"/>
                    <a:pt x="162" y="26"/>
                  </a:cubicBezTo>
                  <a:cubicBezTo>
                    <a:pt x="287" y="1"/>
                    <a:pt x="412" y="63"/>
                    <a:pt x="462" y="188"/>
                  </a:cubicBezTo>
                  <a:cubicBezTo>
                    <a:pt x="487" y="313"/>
                    <a:pt x="375" y="438"/>
                    <a:pt x="250" y="4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1" name="Google Shape;4451;p103"/>
            <p:cNvSpPr/>
            <p:nvPr/>
          </p:nvSpPr>
          <p:spPr>
            <a:xfrm>
              <a:off x="3660650" y="4232275"/>
              <a:ext cx="22200" cy="17200"/>
            </a:xfrm>
            <a:custGeom>
              <a:rect b="b" l="l" r="r" t="t"/>
              <a:pathLst>
                <a:path extrusionOk="0" h="688" w="888">
                  <a:moveTo>
                    <a:pt x="575" y="475"/>
                  </a:moveTo>
                  <a:cubicBezTo>
                    <a:pt x="300" y="450"/>
                    <a:pt x="251" y="375"/>
                    <a:pt x="425" y="275"/>
                  </a:cubicBezTo>
                  <a:cubicBezTo>
                    <a:pt x="575" y="88"/>
                    <a:pt x="588" y="163"/>
                    <a:pt x="475" y="488"/>
                  </a:cubicBezTo>
                  <a:cubicBezTo>
                    <a:pt x="425" y="488"/>
                    <a:pt x="438" y="575"/>
                    <a:pt x="488" y="575"/>
                  </a:cubicBezTo>
                  <a:cubicBezTo>
                    <a:pt x="888" y="575"/>
                    <a:pt x="800" y="0"/>
                    <a:pt x="400" y="63"/>
                  </a:cubicBezTo>
                  <a:cubicBezTo>
                    <a:pt x="1" y="125"/>
                    <a:pt x="238" y="688"/>
                    <a:pt x="613" y="600"/>
                  </a:cubicBezTo>
                  <a:cubicBezTo>
                    <a:pt x="688" y="575"/>
                    <a:pt x="650" y="450"/>
                    <a:pt x="575" y="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2" name="Google Shape;4452;p103"/>
            <p:cNvSpPr/>
            <p:nvPr/>
          </p:nvSpPr>
          <p:spPr>
            <a:xfrm>
              <a:off x="3438200" y="4411600"/>
              <a:ext cx="2850" cy="3150"/>
            </a:xfrm>
            <a:custGeom>
              <a:rect b="b" l="l" r="r" t="t"/>
              <a:pathLst>
                <a:path extrusionOk="0" h="126" w="114">
                  <a:moveTo>
                    <a:pt x="88" y="63"/>
                  </a:moveTo>
                  <a:lnTo>
                    <a:pt x="76" y="25"/>
                  </a:lnTo>
                  <a:cubicBezTo>
                    <a:pt x="76" y="0"/>
                    <a:pt x="26" y="0"/>
                    <a:pt x="13" y="25"/>
                  </a:cubicBezTo>
                  <a:cubicBezTo>
                    <a:pt x="13" y="38"/>
                    <a:pt x="13" y="50"/>
                    <a:pt x="13" y="63"/>
                  </a:cubicBezTo>
                  <a:cubicBezTo>
                    <a:pt x="1" y="125"/>
                    <a:pt x="113" y="125"/>
                    <a:pt x="101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3" name="Google Shape;4453;p103"/>
            <p:cNvSpPr/>
            <p:nvPr/>
          </p:nvSpPr>
          <p:spPr>
            <a:xfrm>
              <a:off x="3308550" y="4353500"/>
              <a:ext cx="42200" cy="17500"/>
            </a:xfrm>
            <a:custGeom>
              <a:rect b="b" l="l" r="r" t="t"/>
              <a:pathLst>
                <a:path extrusionOk="0" h="700" w="1688">
                  <a:moveTo>
                    <a:pt x="1550" y="62"/>
                  </a:moveTo>
                  <a:cubicBezTo>
                    <a:pt x="1463" y="312"/>
                    <a:pt x="1026" y="437"/>
                    <a:pt x="801" y="475"/>
                  </a:cubicBezTo>
                  <a:cubicBezTo>
                    <a:pt x="551" y="512"/>
                    <a:pt x="313" y="512"/>
                    <a:pt x="63" y="462"/>
                  </a:cubicBezTo>
                  <a:cubicBezTo>
                    <a:pt x="1" y="462"/>
                    <a:pt x="1" y="550"/>
                    <a:pt x="51" y="562"/>
                  </a:cubicBezTo>
                  <a:cubicBezTo>
                    <a:pt x="501" y="700"/>
                    <a:pt x="1463" y="625"/>
                    <a:pt x="1663" y="100"/>
                  </a:cubicBezTo>
                  <a:cubicBezTo>
                    <a:pt x="1688" y="37"/>
                    <a:pt x="1575" y="0"/>
                    <a:pt x="1550" y="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4" name="Google Shape;4454;p103"/>
            <p:cNvSpPr/>
            <p:nvPr/>
          </p:nvSpPr>
          <p:spPr>
            <a:xfrm>
              <a:off x="3308250" y="4349125"/>
              <a:ext cx="42200" cy="19700"/>
            </a:xfrm>
            <a:custGeom>
              <a:rect b="b" l="l" r="r" t="t"/>
              <a:pathLst>
                <a:path extrusionOk="0" h="788" w="1688">
                  <a:moveTo>
                    <a:pt x="113" y="737"/>
                  </a:moveTo>
                  <a:cubicBezTo>
                    <a:pt x="513" y="362"/>
                    <a:pt x="1050" y="175"/>
                    <a:pt x="1600" y="237"/>
                  </a:cubicBezTo>
                  <a:cubicBezTo>
                    <a:pt x="1662" y="237"/>
                    <a:pt x="1687" y="163"/>
                    <a:pt x="1625" y="138"/>
                  </a:cubicBezTo>
                  <a:cubicBezTo>
                    <a:pt x="1112" y="0"/>
                    <a:pt x="400" y="312"/>
                    <a:pt x="38" y="675"/>
                  </a:cubicBezTo>
                  <a:cubicBezTo>
                    <a:pt x="0" y="712"/>
                    <a:pt x="63" y="787"/>
                    <a:pt x="113" y="7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5" name="Google Shape;4455;p103"/>
            <p:cNvSpPr/>
            <p:nvPr/>
          </p:nvSpPr>
          <p:spPr>
            <a:xfrm>
              <a:off x="3377300" y="4314750"/>
              <a:ext cx="33450" cy="30025"/>
            </a:xfrm>
            <a:custGeom>
              <a:rect b="b" l="l" r="r" t="t"/>
              <a:pathLst>
                <a:path extrusionOk="0" h="1201" w="1338">
                  <a:moveTo>
                    <a:pt x="1287" y="1113"/>
                  </a:moveTo>
                  <a:cubicBezTo>
                    <a:pt x="975" y="1125"/>
                    <a:pt x="712" y="950"/>
                    <a:pt x="475" y="763"/>
                  </a:cubicBezTo>
                  <a:cubicBezTo>
                    <a:pt x="250" y="588"/>
                    <a:pt x="100" y="325"/>
                    <a:pt x="88" y="38"/>
                  </a:cubicBezTo>
                  <a:cubicBezTo>
                    <a:pt x="75" y="0"/>
                    <a:pt x="0" y="13"/>
                    <a:pt x="13" y="50"/>
                  </a:cubicBezTo>
                  <a:cubicBezTo>
                    <a:pt x="13" y="363"/>
                    <a:pt x="175" y="638"/>
                    <a:pt x="412" y="825"/>
                  </a:cubicBezTo>
                  <a:cubicBezTo>
                    <a:pt x="675" y="1025"/>
                    <a:pt x="937" y="1200"/>
                    <a:pt x="1287" y="1188"/>
                  </a:cubicBezTo>
                  <a:cubicBezTo>
                    <a:pt x="1337" y="1188"/>
                    <a:pt x="1337" y="1100"/>
                    <a:pt x="1287" y="1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6" name="Google Shape;4456;p103"/>
            <p:cNvSpPr/>
            <p:nvPr/>
          </p:nvSpPr>
          <p:spPr>
            <a:xfrm>
              <a:off x="3376975" y="4315050"/>
              <a:ext cx="33450" cy="29100"/>
            </a:xfrm>
            <a:custGeom>
              <a:rect b="b" l="l" r="r" t="t"/>
              <a:pathLst>
                <a:path extrusionOk="0" h="1164" w="1338">
                  <a:moveTo>
                    <a:pt x="51" y="76"/>
                  </a:moveTo>
                  <a:cubicBezTo>
                    <a:pt x="325" y="163"/>
                    <a:pt x="563" y="288"/>
                    <a:pt x="788" y="463"/>
                  </a:cubicBezTo>
                  <a:cubicBezTo>
                    <a:pt x="1025" y="638"/>
                    <a:pt x="1075" y="876"/>
                    <a:pt x="1225" y="1113"/>
                  </a:cubicBezTo>
                  <a:cubicBezTo>
                    <a:pt x="1263" y="1163"/>
                    <a:pt x="1338" y="1138"/>
                    <a:pt x="1325" y="1076"/>
                  </a:cubicBezTo>
                  <a:cubicBezTo>
                    <a:pt x="1213" y="488"/>
                    <a:pt x="625" y="88"/>
                    <a:pt x="76" y="1"/>
                  </a:cubicBezTo>
                  <a:cubicBezTo>
                    <a:pt x="26" y="1"/>
                    <a:pt x="1" y="63"/>
                    <a:pt x="51" y="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7" name="Google Shape;4457;p103"/>
            <p:cNvSpPr/>
            <p:nvPr/>
          </p:nvSpPr>
          <p:spPr>
            <a:xfrm>
              <a:off x="3680325" y="4250400"/>
              <a:ext cx="38450" cy="86550"/>
            </a:xfrm>
            <a:custGeom>
              <a:rect b="b" l="l" r="r" t="t"/>
              <a:pathLst>
                <a:path extrusionOk="0" h="3462" w="1538">
                  <a:moveTo>
                    <a:pt x="88" y="3424"/>
                  </a:moveTo>
                  <a:cubicBezTo>
                    <a:pt x="813" y="2437"/>
                    <a:pt x="1301" y="1300"/>
                    <a:pt x="1525" y="88"/>
                  </a:cubicBezTo>
                  <a:cubicBezTo>
                    <a:pt x="1538" y="25"/>
                    <a:pt x="1438" y="0"/>
                    <a:pt x="1425" y="63"/>
                  </a:cubicBezTo>
                  <a:cubicBezTo>
                    <a:pt x="1213" y="1262"/>
                    <a:pt x="726" y="2399"/>
                    <a:pt x="26" y="3387"/>
                  </a:cubicBezTo>
                  <a:cubicBezTo>
                    <a:pt x="1" y="3437"/>
                    <a:pt x="63" y="3462"/>
                    <a:pt x="88" y="34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8" name="Google Shape;4458;p103"/>
            <p:cNvSpPr/>
            <p:nvPr/>
          </p:nvSpPr>
          <p:spPr>
            <a:xfrm>
              <a:off x="3710950" y="4236025"/>
              <a:ext cx="18150" cy="16575"/>
            </a:xfrm>
            <a:custGeom>
              <a:rect b="b" l="l" r="r" t="t"/>
              <a:pathLst>
                <a:path extrusionOk="0" h="663" w="726">
                  <a:moveTo>
                    <a:pt x="263" y="525"/>
                  </a:moveTo>
                  <a:cubicBezTo>
                    <a:pt x="363" y="488"/>
                    <a:pt x="375" y="488"/>
                    <a:pt x="288" y="500"/>
                  </a:cubicBezTo>
                  <a:cubicBezTo>
                    <a:pt x="250" y="500"/>
                    <a:pt x="213" y="500"/>
                    <a:pt x="176" y="500"/>
                  </a:cubicBezTo>
                  <a:cubicBezTo>
                    <a:pt x="138" y="500"/>
                    <a:pt x="126" y="550"/>
                    <a:pt x="163" y="563"/>
                  </a:cubicBezTo>
                  <a:cubicBezTo>
                    <a:pt x="375" y="663"/>
                    <a:pt x="725" y="438"/>
                    <a:pt x="475" y="213"/>
                  </a:cubicBezTo>
                  <a:cubicBezTo>
                    <a:pt x="213" y="0"/>
                    <a:pt x="1" y="375"/>
                    <a:pt x="188" y="575"/>
                  </a:cubicBezTo>
                  <a:cubicBezTo>
                    <a:pt x="225" y="625"/>
                    <a:pt x="288" y="563"/>
                    <a:pt x="250" y="5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9" name="Google Shape;4459;p103"/>
            <p:cNvSpPr/>
            <p:nvPr/>
          </p:nvSpPr>
          <p:spPr>
            <a:xfrm>
              <a:off x="3642525" y="4266325"/>
              <a:ext cx="30650" cy="82200"/>
            </a:xfrm>
            <a:custGeom>
              <a:rect b="b" l="l" r="r" t="t"/>
              <a:pathLst>
                <a:path extrusionOk="0" h="3288" w="1226">
                  <a:moveTo>
                    <a:pt x="1100" y="3225"/>
                  </a:moveTo>
                  <a:cubicBezTo>
                    <a:pt x="1225" y="2125"/>
                    <a:pt x="1013" y="763"/>
                    <a:pt x="76" y="38"/>
                  </a:cubicBezTo>
                  <a:cubicBezTo>
                    <a:pt x="51" y="0"/>
                    <a:pt x="1" y="50"/>
                    <a:pt x="38" y="75"/>
                  </a:cubicBezTo>
                  <a:cubicBezTo>
                    <a:pt x="813" y="1013"/>
                    <a:pt x="1138" y="2012"/>
                    <a:pt x="1013" y="3225"/>
                  </a:cubicBezTo>
                  <a:cubicBezTo>
                    <a:pt x="1013" y="3287"/>
                    <a:pt x="1088" y="3287"/>
                    <a:pt x="1100" y="3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0" name="Google Shape;4460;p103"/>
            <p:cNvSpPr/>
            <p:nvPr/>
          </p:nvSpPr>
          <p:spPr>
            <a:xfrm>
              <a:off x="3633475" y="4256950"/>
              <a:ext cx="12825" cy="15025"/>
            </a:xfrm>
            <a:custGeom>
              <a:rect b="b" l="l" r="r" t="t"/>
              <a:pathLst>
                <a:path extrusionOk="0" h="601" w="513">
                  <a:moveTo>
                    <a:pt x="100" y="338"/>
                  </a:moveTo>
                  <a:cubicBezTo>
                    <a:pt x="188" y="338"/>
                    <a:pt x="200" y="325"/>
                    <a:pt x="150" y="263"/>
                  </a:cubicBezTo>
                  <a:cubicBezTo>
                    <a:pt x="125" y="238"/>
                    <a:pt x="88" y="250"/>
                    <a:pt x="75" y="288"/>
                  </a:cubicBezTo>
                  <a:cubicBezTo>
                    <a:pt x="75" y="575"/>
                    <a:pt x="513" y="600"/>
                    <a:pt x="475" y="300"/>
                  </a:cubicBezTo>
                  <a:cubicBezTo>
                    <a:pt x="450" y="1"/>
                    <a:pt x="0" y="38"/>
                    <a:pt x="25" y="338"/>
                  </a:cubicBezTo>
                  <a:cubicBezTo>
                    <a:pt x="25" y="388"/>
                    <a:pt x="100" y="388"/>
                    <a:pt x="100" y="3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1" name="Google Shape;4461;p103"/>
            <p:cNvSpPr/>
            <p:nvPr/>
          </p:nvSpPr>
          <p:spPr>
            <a:xfrm>
              <a:off x="3232025" y="4371600"/>
              <a:ext cx="237775" cy="60325"/>
            </a:xfrm>
            <a:custGeom>
              <a:rect b="b" l="l" r="r" t="t"/>
              <a:pathLst>
                <a:path extrusionOk="0" h="2413" w="9511">
                  <a:moveTo>
                    <a:pt x="9473" y="2338"/>
                  </a:moveTo>
                  <a:cubicBezTo>
                    <a:pt x="7711" y="1650"/>
                    <a:pt x="6386" y="938"/>
                    <a:pt x="4461" y="751"/>
                  </a:cubicBezTo>
                  <a:cubicBezTo>
                    <a:pt x="2749" y="576"/>
                    <a:pt x="1500" y="976"/>
                    <a:pt x="63" y="1938"/>
                  </a:cubicBezTo>
                  <a:cubicBezTo>
                    <a:pt x="0" y="1975"/>
                    <a:pt x="63" y="2075"/>
                    <a:pt x="125" y="2038"/>
                  </a:cubicBezTo>
                  <a:cubicBezTo>
                    <a:pt x="3462" y="1"/>
                    <a:pt x="6123" y="1151"/>
                    <a:pt x="9460" y="2400"/>
                  </a:cubicBezTo>
                  <a:cubicBezTo>
                    <a:pt x="9498" y="2413"/>
                    <a:pt x="9510" y="2350"/>
                    <a:pt x="9473" y="23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2" name="Google Shape;4462;p103"/>
            <p:cNvSpPr/>
            <p:nvPr/>
          </p:nvSpPr>
          <p:spPr>
            <a:xfrm>
              <a:off x="3717200" y="4327550"/>
              <a:ext cx="31575" cy="49400"/>
            </a:xfrm>
            <a:custGeom>
              <a:rect b="b" l="l" r="r" t="t"/>
              <a:pathLst>
                <a:path extrusionOk="0" h="1976" w="1263">
                  <a:moveTo>
                    <a:pt x="1225" y="1913"/>
                  </a:moveTo>
                  <a:cubicBezTo>
                    <a:pt x="813" y="1825"/>
                    <a:pt x="413" y="1625"/>
                    <a:pt x="238" y="1213"/>
                  </a:cubicBezTo>
                  <a:cubicBezTo>
                    <a:pt x="13" y="713"/>
                    <a:pt x="288" y="138"/>
                    <a:pt x="863" y="113"/>
                  </a:cubicBezTo>
                  <a:cubicBezTo>
                    <a:pt x="938" y="113"/>
                    <a:pt x="938" y="1"/>
                    <a:pt x="863" y="1"/>
                  </a:cubicBezTo>
                  <a:cubicBezTo>
                    <a:pt x="375" y="13"/>
                    <a:pt x="0" y="438"/>
                    <a:pt x="50" y="926"/>
                  </a:cubicBezTo>
                  <a:cubicBezTo>
                    <a:pt x="100" y="1525"/>
                    <a:pt x="650" y="1875"/>
                    <a:pt x="1200" y="1975"/>
                  </a:cubicBezTo>
                  <a:cubicBezTo>
                    <a:pt x="1238" y="1975"/>
                    <a:pt x="1263" y="1913"/>
                    <a:pt x="1225" y="19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3" name="Google Shape;4463;p103"/>
            <p:cNvSpPr/>
            <p:nvPr/>
          </p:nvSpPr>
          <p:spPr>
            <a:xfrm>
              <a:off x="3471650" y="4370975"/>
              <a:ext cx="62800" cy="31575"/>
            </a:xfrm>
            <a:custGeom>
              <a:rect b="b" l="l" r="r" t="t"/>
              <a:pathLst>
                <a:path extrusionOk="0" h="1263" w="2512">
                  <a:moveTo>
                    <a:pt x="63" y="613"/>
                  </a:moveTo>
                  <a:cubicBezTo>
                    <a:pt x="362" y="626"/>
                    <a:pt x="662" y="551"/>
                    <a:pt x="937" y="413"/>
                  </a:cubicBezTo>
                  <a:cubicBezTo>
                    <a:pt x="1637" y="113"/>
                    <a:pt x="2312" y="426"/>
                    <a:pt x="2424" y="1213"/>
                  </a:cubicBezTo>
                  <a:cubicBezTo>
                    <a:pt x="2424" y="1263"/>
                    <a:pt x="2499" y="1250"/>
                    <a:pt x="2499" y="1213"/>
                  </a:cubicBezTo>
                  <a:cubicBezTo>
                    <a:pt x="2512" y="763"/>
                    <a:pt x="2237" y="363"/>
                    <a:pt x="1825" y="213"/>
                  </a:cubicBezTo>
                  <a:cubicBezTo>
                    <a:pt x="1187" y="1"/>
                    <a:pt x="687" y="551"/>
                    <a:pt x="63" y="526"/>
                  </a:cubicBezTo>
                  <a:cubicBezTo>
                    <a:pt x="0" y="526"/>
                    <a:pt x="13" y="613"/>
                    <a:pt x="63" y="6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4" name="Google Shape;4464;p103"/>
            <p:cNvSpPr/>
            <p:nvPr/>
          </p:nvSpPr>
          <p:spPr>
            <a:xfrm>
              <a:off x="3504750" y="4396300"/>
              <a:ext cx="30650" cy="21575"/>
            </a:xfrm>
            <a:custGeom>
              <a:rect b="b" l="l" r="r" t="t"/>
              <a:pathLst>
                <a:path extrusionOk="0" h="863" w="1226">
                  <a:moveTo>
                    <a:pt x="1050" y="63"/>
                  </a:moveTo>
                  <a:cubicBezTo>
                    <a:pt x="1225" y="587"/>
                    <a:pt x="388" y="825"/>
                    <a:pt x="63" y="575"/>
                  </a:cubicBezTo>
                  <a:cubicBezTo>
                    <a:pt x="38" y="550"/>
                    <a:pt x="1" y="600"/>
                    <a:pt x="13" y="625"/>
                  </a:cubicBezTo>
                  <a:cubicBezTo>
                    <a:pt x="176" y="862"/>
                    <a:pt x="551" y="800"/>
                    <a:pt x="788" y="700"/>
                  </a:cubicBezTo>
                  <a:cubicBezTo>
                    <a:pt x="1063" y="587"/>
                    <a:pt x="1225" y="337"/>
                    <a:pt x="1113" y="50"/>
                  </a:cubicBezTo>
                  <a:cubicBezTo>
                    <a:pt x="1100" y="0"/>
                    <a:pt x="1038" y="25"/>
                    <a:pt x="1050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5" name="Google Shape;4465;p103"/>
            <p:cNvSpPr/>
            <p:nvPr/>
          </p:nvSpPr>
          <p:spPr>
            <a:xfrm>
              <a:off x="3694400" y="4258825"/>
              <a:ext cx="81250" cy="56575"/>
            </a:xfrm>
            <a:custGeom>
              <a:rect b="b" l="l" r="r" t="t"/>
              <a:pathLst>
                <a:path extrusionOk="0" h="2263" w="3250">
                  <a:moveTo>
                    <a:pt x="88" y="2212"/>
                  </a:moveTo>
                  <a:cubicBezTo>
                    <a:pt x="887" y="1263"/>
                    <a:pt x="1775" y="188"/>
                    <a:pt x="3162" y="375"/>
                  </a:cubicBezTo>
                  <a:cubicBezTo>
                    <a:pt x="3224" y="375"/>
                    <a:pt x="3249" y="300"/>
                    <a:pt x="3187" y="288"/>
                  </a:cubicBezTo>
                  <a:cubicBezTo>
                    <a:pt x="1787" y="0"/>
                    <a:pt x="825" y="1200"/>
                    <a:pt x="25" y="2162"/>
                  </a:cubicBezTo>
                  <a:cubicBezTo>
                    <a:pt x="0" y="2200"/>
                    <a:pt x="50" y="2262"/>
                    <a:pt x="88" y="2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6" name="Google Shape;4466;p103"/>
            <p:cNvSpPr/>
            <p:nvPr/>
          </p:nvSpPr>
          <p:spPr>
            <a:xfrm>
              <a:off x="3515075" y="4351000"/>
              <a:ext cx="31250" cy="15325"/>
            </a:xfrm>
            <a:custGeom>
              <a:rect b="b" l="l" r="r" t="t"/>
              <a:pathLst>
                <a:path extrusionOk="0" h="613" w="1250">
                  <a:moveTo>
                    <a:pt x="63" y="600"/>
                  </a:moveTo>
                  <a:cubicBezTo>
                    <a:pt x="288" y="612"/>
                    <a:pt x="512" y="562"/>
                    <a:pt x="712" y="450"/>
                  </a:cubicBezTo>
                  <a:cubicBezTo>
                    <a:pt x="912" y="387"/>
                    <a:pt x="1087" y="262"/>
                    <a:pt x="1212" y="88"/>
                  </a:cubicBezTo>
                  <a:cubicBezTo>
                    <a:pt x="1250" y="50"/>
                    <a:pt x="1187" y="0"/>
                    <a:pt x="1150" y="38"/>
                  </a:cubicBezTo>
                  <a:cubicBezTo>
                    <a:pt x="862" y="325"/>
                    <a:pt x="475" y="487"/>
                    <a:pt x="63" y="512"/>
                  </a:cubicBezTo>
                  <a:cubicBezTo>
                    <a:pt x="0" y="512"/>
                    <a:pt x="13" y="587"/>
                    <a:pt x="63" y="6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7" name="Google Shape;4467;p103"/>
            <p:cNvSpPr/>
            <p:nvPr/>
          </p:nvSpPr>
          <p:spPr>
            <a:xfrm>
              <a:off x="3512250" y="4344750"/>
              <a:ext cx="34075" cy="22200"/>
            </a:xfrm>
            <a:custGeom>
              <a:rect b="b" l="l" r="r" t="t"/>
              <a:pathLst>
                <a:path extrusionOk="0" h="888" w="1363">
                  <a:moveTo>
                    <a:pt x="1313" y="250"/>
                  </a:moveTo>
                  <a:cubicBezTo>
                    <a:pt x="825" y="0"/>
                    <a:pt x="226" y="300"/>
                    <a:pt x="26" y="787"/>
                  </a:cubicBezTo>
                  <a:cubicBezTo>
                    <a:pt x="1" y="837"/>
                    <a:pt x="101" y="887"/>
                    <a:pt x="126" y="825"/>
                  </a:cubicBezTo>
                  <a:cubicBezTo>
                    <a:pt x="313" y="412"/>
                    <a:pt x="825" y="125"/>
                    <a:pt x="1263" y="325"/>
                  </a:cubicBezTo>
                  <a:cubicBezTo>
                    <a:pt x="1325" y="350"/>
                    <a:pt x="1363" y="275"/>
                    <a:pt x="1313" y="2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8" name="Google Shape;4468;p103"/>
            <p:cNvSpPr/>
            <p:nvPr/>
          </p:nvSpPr>
          <p:spPr>
            <a:xfrm>
              <a:off x="3177650" y="4347550"/>
              <a:ext cx="132500" cy="60000"/>
            </a:xfrm>
            <a:custGeom>
              <a:rect b="b" l="l" r="r" t="t"/>
              <a:pathLst>
                <a:path extrusionOk="0" h="2400" w="5300">
                  <a:moveTo>
                    <a:pt x="5224" y="1750"/>
                  </a:moveTo>
                  <a:cubicBezTo>
                    <a:pt x="3687" y="2038"/>
                    <a:pt x="388" y="2350"/>
                    <a:pt x="76" y="51"/>
                  </a:cubicBezTo>
                  <a:cubicBezTo>
                    <a:pt x="76" y="13"/>
                    <a:pt x="1" y="1"/>
                    <a:pt x="13" y="51"/>
                  </a:cubicBezTo>
                  <a:cubicBezTo>
                    <a:pt x="226" y="2400"/>
                    <a:pt x="3662" y="2125"/>
                    <a:pt x="5249" y="1825"/>
                  </a:cubicBezTo>
                  <a:cubicBezTo>
                    <a:pt x="5299" y="1813"/>
                    <a:pt x="5274" y="1738"/>
                    <a:pt x="5224" y="17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9" name="Google Shape;4469;p103"/>
            <p:cNvSpPr/>
            <p:nvPr/>
          </p:nvSpPr>
          <p:spPr>
            <a:xfrm>
              <a:off x="3184850" y="4310375"/>
              <a:ext cx="60925" cy="65000"/>
            </a:xfrm>
            <a:custGeom>
              <a:rect b="b" l="l" r="r" t="t"/>
              <a:pathLst>
                <a:path extrusionOk="0" h="2600" w="2437">
                  <a:moveTo>
                    <a:pt x="975" y="2525"/>
                  </a:moveTo>
                  <a:cubicBezTo>
                    <a:pt x="350" y="2200"/>
                    <a:pt x="88" y="1425"/>
                    <a:pt x="512" y="838"/>
                  </a:cubicBezTo>
                  <a:cubicBezTo>
                    <a:pt x="887" y="300"/>
                    <a:pt x="1850" y="125"/>
                    <a:pt x="2324" y="650"/>
                  </a:cubicBezTo>
                  <a:cubicBezTo>
                    <a:pt x="2362" y="700"/>
                    <a:pt x="2437" y="625"/>
                    <a:pt x="2399" y="575"/>
                  </a:cubicBezTo>
                  <a:cubicBezTo>
                    <a:pt x="1900" y="0"/>
                    <a:pt x="837" y="188"/>
                    <a:pt x="425" y="775"/>
                  </a:cubicBezTo>
                  <a:cubicBezTo>
                    <a:pt x="0" y="1400"/>
                    <a:pt x="238" y="2262"/>
                    <a:pt x="937" y="2575"/>
                  </a:cubicBezTo>
                  <a:cubicBezTo>
                    <a:pt x="975" y="2600"/>
                    <a:pt x="1012" y="2537"/>
                    <a:pt x="975" y="25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0" name="Google Shape;4470;p103"/>
            <p:cNvSpPr/>
            <p:nvPr/>
          </p:nvSpPr>
          <p:spPr>
            <a:xfrm>
              <a:off x="3219825" y="4320675"/>
              <a:ext cx="35950" cy="46900"/>
            </a:xfrm>
            <a:custGeom>
              <a:rect b="b" l="l" r="r" t="t"/>
              <a:pathLst>
                <a:path extrusionOk="0" h="1876" w="1438">
                  <a:moveTo>
                    <a:pt x="713" y="88"/>
                  </a:moveTo>
                  <a:cubicBezTo>
                    <a:pt x="1113" y="276"/>
                    <a:pt x="1300" y="738"/>
                    <a:pt x="1138" y="1151"/>
                  </a:cubicBezTo>
                  <a:cubicBezTo>
                    <a:pt x="963" y="1588"/>
                    <a:pt x="513" y="1713"/>
                    <a:pt x="88" y="1588"/>
                  </a:cubicBezTo>
                  <a:cubicBezTo>
                    <a:pt x="38" y="1575"/>
                    <a:pt x="1" y="1650"/>
                    <a:pt x="51" y="1663"/>
                  </a:cubicBezTo>
                  <a:cubicBezTo>
                    <a:pt x="513" y="1875"/>
                    <a:pt x="1050" y="1663"/>
                    <a:pt x="1238" y="1201"/>
                  </a:cubicBezTo>
                  <a:cubicBezTo>
                    <a:pt x="1438" y="738"/>
                    <a:pt x="1213" y="201"/>
                    <a:pt x="751" y="26"/>
                  </a:cubicBezTo>
                  <a:cubicBezTo>
                    <a:pt x="713" y="1"/>
                    <a:pt x="676" y="63"/>
                    <a:pt x="713" y="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1" name="Google Shape;4471;p103"/>
            <p:cNvSpPr/>
            <p:nvPr/>
          </p:nvSpPr>
          <p:spPr>
            <a:xfrm>
              <a:off x="3208275" y="4332875"/>
              <a:ext cx="17200" cy="30950"/>
            </a:xfrm>
            <a:custGeom>
              <a:rect b="b" l="l" r="r" t="t"/>
              <a:pathLst>
                <a:path extrusionOk="0" h="1238" w="688">
                  <a:moveTo>
                    <a:pt x="650" y="1125"/>
                  </a:moveTo>
                  <a:cubicBezTo>
                    <a:pt x="63" y="1162"/>
                    <a:pt x="0" y="13"/>
                    <a:pt x="613" y="200"/>
                  </a:cubicBezTo>
                  <a:cubicBezTo>
                    <a:pt x="663" y="225"/>
                    <a:pt x="688" y="138"/>
                    <a:pt x="638" y="113"/>
                  </a:cubicBezTo>
                  <a:cubicBezTo>
                    <a:pt x="338" y="0"/>
                    <a:pt x="75" y="263"/>
                    <a:pt x="63" y="550"/>
                  </a:cubicBezTo>
                  <a:cubicBezTo>
                    <a:pt x="63" y="837"/>
                    <a:pt x="300" y="1237"/>
                    <a:pt x="650" y="1200"/>
                  </a:cubicBezTo>
                  <a:cubicBezTo>
                    <a:pt x="688" y="1200"/>
                    <a:pt x="688" y="1125"/>
                    <a:pt x="650" y="1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2" name="Google Shape;4472;p103"/>
            <p:cNvSpPr/>
            <p:nvPr/>
          </p:nvSpPr>
          <p:spPr>
            <a:xfrm>
              <a:off x="3454450" y="4302575"/>
              <a:ext cx="55025" cy="71550"/>
            </a:xfrm>
            <a:custGeom>
              <a:rect b="b" l="l" r="r" t="t"/>
              <a:pathLst>
                <a:path extrusionOk="0" h="2862" w="2201">
                  <a:moveTo>
                    <a:pt x="1825" y="2812"/>
                  </a:moveTo>
                  <a:cubicBezTo>
                    <a:pt x="2200" y="1537"/>
                    <a:pt x="1425" y="100"/>
                    <a:pt x="38" y="0"/>
                  </a:cubicBezTo>
                  <a:cubicBezTo>
                    <a:pt x="1" y="0"/>
                    <a:pt x="1" y="50"/>
                    <a:pt x="38" y="50"/>
                  </a:cubicBezTo>
                  <a:cubicBezTo>
                    <a:pt x="1300" y="375"/>
                    <a:pt x="2100" y="1462"/>
                    <a:pt x="1750" y="2787"/>
                  </a:cubicBezTo>
                  <a:cubicBezTo>
                    <a:pt x="1738" y="2837"/>
                    <a:pt x="1813" y="2862"/>
                    <a:pt x="1838" y="27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3" name="Google Shape;4473;p103"/>
            <p:cNvSpPr/>
            <p:nvPr/>
          </p:nvSpPr>
          <p:spPr>
            <a:xfrm>
              <a:off x="3809050" y="4281625"/>
              <a:ext cx="20025" cy="15350"/>
            </a:xfrm>
            <a:custGeom>
              <a:rect b="b" l="l" r="r" t="t"/>
              <a:pathLst>
                <a:path extrusionOk="0" h="614" w="801">
                  <a:moveTo>
                    <a:pt x="113" y="563"/>
                  </a:moveTo>
                  <a:cubicBezTo>
                    <a:pt x="250" y="326"/>
                    <a:pt x="488" y="163"/>
                    <a:pt x="750" y="101"/>
                  </a:cubicBezTo>
                  <a:cubicBezTo>
                    <a:pt x="800" y="88"/>
                    <a:pt x="788" y="1"/>
                    <a:pt x="738" y="1"/>
                  </a:cubicBezTo>
                  <a:cubicBezTo>
                    <a:pt x="425" y="38"/>
                    <a:pt x="163" y="226"/>
                    <a:pt x="26" y="501"/>
                  </a:cubicBezTo>
                  <a:cubicBezTo>
                    <a:pt x="1" y="563"/>
                    <a:pt x="75" y="613"/>
                    <a:pt x="113" y="5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4" name="Google Shape;4474;p103"/>
            <p:cNvSpPr/>
            <p:nvPr/>
          </p:nvSpPr>
          <p:spPr>
            <a:xfrm>
              <a:off x="3812475" y="4278200"/>
              <a:ext cx="16900" cy="5950"/>
            </a:xfrm>
            <a:custGeom>
              <a:rect b="b" l="l" r="r" t="t"/>
              <a:pathLst>
                <a:path extrusionOk="0" h="238" w="676">
                  <a:moveTo>
                    <a:pt x="613" y="113"/>
                  </a:moveTo>
                  <a:cubicBezTo>
                    <a:pt x="438" y="25"/>
                    <a:pt x="251" y="0"/>
                    <a:pt x="63" y="25"/>
                  </a:cubicBezTo>
                  <a:cubicBezTo>
                    <a:pt x="1" y="38"/>
                    <a:pt x="26" y="138"/>
                    <a:pt x="76" y="138"/>
                  </a:cubicBezTo>
                  <a:cubicBezTo>
                    <a:pt x="251" y="138"/>
                    <a:pt x="413" y="163"/>
                    <a:pt x="576" y="213"/>
                  </a:cubicBezTo>
                  <a:cubicBezTo>
                    <a:pt x="651" y="238"/>
                    <a:pt x="676" y="138"/>
                    <a:pt x="613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5" name="Google Shape;4475;p103"/>
            <p:cNvSpPr/>
            <p:nvPr/>
          </p:nvSpPr>
          <p:spPr>
            <a:xfrm>
              <a:off x="3801250" y="4294125"/>
              <a:ext cx="9375" cy="7850"/>
            </a:xfrm>
            <a:custGeom>
              <a:rect b="b" l="l" r="r" t="t"/>
              <a:pathLst>
                <a:path extrusionOk="0" h="314" w="375">
                  <a:moveTo>
                    <a:pt x="263" y="88"/>
                  </a:moveTo>
                  <a:cubicBezTo>
                    <a:pt x="213" y="113"/>
                    <a:pt x="138" y="88"/>
                    <a:pt x="113" y="38"/>
                  </a:cubicBezTo>
                  <a:cubicBezTo>
                    <a:pt x="75" y="1"/>
                    <a:pt x="0" y="38"/>
                    <a:pt x="13" y="88"/>
                  </a:cubicBezTo>
                  <a:cubicBezTo>
                    <a:pt x="75" y="238"/>
                    <a:pt x="250" y="313"/>
                    <a:pt x="338" y="151"/>
                  </a:cubicBezTo>
                  <a:cubicBezTo>
                    <a:pt x="375" y="101"/>
                    <a:pt x="300" y="38"/>
                    <a:pt x="263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6" name="Google Shape;4476;p103"/>
            <p:cNvSpPr/>
            <p:nvPr/>
          </p:nvSpPr>
          <p:spPr>
            <a:xfrm>
              <a:off x="3783125" y="4280700"/>
              <a:ext cx="20025" cy="15650"/>
            </a:xfrm>
            <a:custGeom>
              <a:rect b="b" l="l" r="r" t="t"/>
              <a:pathLst>
                <a:path extrusionOk="0" h="626" w="801">
                  <a:moveTo>
                    <a:pt x="775" y="538"/>
                  </a:moveTo>
                  <a:cubicBezTo>
                    <a:pt x="625" y="288"/>
                    <a:pt x="350" y="0"/>
                    <a:pt x="38" y="63"/>
                  </a:cubicBezTo>
                  <a:cubicBezTo>
                    <a:pt x="0" y="75"/>
                    <a:pt x="0" y="138"/>
                    <a:pt x="38" y="150"/>
                  </a:cubicBezTo>
                  <a:cubicBezTo>
                    <a:pt x="313" y="213"/>
                    <a:pt x="550" y="363"/>
                    <a:pt x="700" y="588"/>
                  </a:cubicBezTo>
                  <a:cubicBezTo>
                    <a:pt x="738" y="625"/>
                    <a:pt x="800" y="575"/>
                    <a:pt x="775" y="5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7" name="Google Shape;4477;p103"/>
            <p:cNvSpPr/>
            <p:nvPr/>
          </p:nvSpPr>
          <p:spPr>
            <a:xfrm>
              <a:off x="3783425" y="4276325"/>
              <a:ext cx="24400" cy="10325"/>
            </a:xfrm>
            <a:custGeom>
              <a:rect b="b" l="l" r="r" t="t"/>
              <a:pathLst>
                <a:path extrusionOk="0" h="413" w="976">
                  <a:moveTo>
                    <a:pt x="113" y="288"/>
                  </a:moveTo>
                  <a:cubicBezTo>
                    <a:pt x="363" y="125"/>
                    <a:pt x="613" y="188"/>
                    <a:pt x="838" y="363"/>
                  </a:cubicBezTo>
                  <a:cubicBezTo>
                    <a:pt x="888" y="413"/>
                    <a:pt x="976" y="325"/>
                    <a:pt x="913" y="275"/>
                  </a:cubicBezTo>
                  <a:cubicBezTo>
                    <a:pt x="688" y="25"/>
                    <a:pt x="313" y="0"/>
                    <a:pt x="51" y="213"/>
                  </a:cubicBezTo>
                  <a:cubicBezTo>
                    <a:pt x="1" y="250"/>
                    <a:pt x="63" y="325"/>
                    <a:pt x="113" y="2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8" name="Google Shape;4478;p103"/>
            <p:cNvSpPr/>
            <p:nvPr/>
          </p:nvSpPr>
          <p:spPr>
            <a:xfrm>
              <a:off x="3804375" y="4278500"/>
              <a:ext cx="13750" cy="8150"/>
            </a:xfrm>
            <a:custGeom>
              <a:rect b="b" l="l" r="r" t="t"/>
              <a:pathLst>
                <a:path extrusionOk="0" h="326" w="550">
                  <a:moveTo>
                    <a:pt x="138" y="276"/>
                  </a:moveTo>
                  <a:cubicBezTo>
                    <a:pt x="238" y="188"/>
                    <a:pt x="362" y="126"/>
                    <a:pt x="487" y="113"/>
                  </a:cubicBezTo>
                  <a:cubicBezTo>
                    <a:pt x="550" y="113"/>
                    <a:pt x="525" y="26"/>
                    <a:pt x="475" y="13"/>
                  </a:cubicBezTo>
                  <a:cubicBezTo>
                    <a:pt x="312" y="1"/>
                    <a:pt x="163" y="76"/>
                    <a:pt x="50" y="188"/>
                  </a:cubicBezTo>
                  <a:cubicBezTo>
                    <a:pt x="0" y="238"/>
                    <a:pt x="88" y="326"/>
                    <a:pt x="138" y="2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9" name="Google Shape;4479;p103"/>
            <p:cNvSpPr/>
            <p:nvPr/>
          </p:nvSpPr>
          <p:spPr>
            <a:xfrm>
              <a:off x="3798750" y="4264450"/>
              <a:ext cx="14375" cy="12525"/>
            </a:xfrm>
            <a:custGeom>
              <a:rect b="b" l="l" r="r" t="t"/>
              <a:pathLst>
                <a:path extrusionOk="0" h="501" w="575">
                  <a:moveTo>
                    <a:pt x="275" y="475"/>
                  </a:moveTo>
                  <a:cubicBezTo>
                    <a:pt x="400" y="463"/>
                    <a:pt x="537" y="425"/>
                    <a:pt x="550" y="288"/>
                  </a:cubicBezTo>
                  <a:cubicBezTo>
                    <a:pt x="575" y="163"/>
                    <a:pt x="475" y="63"/>
                    <a:pt x="363" y="63"/>
                  </a:cubicBezTo>
                  <a:cubicBezTo>
                    <a:pt x="63" y="0"/>
                    <a:pt x="0" y="463"/>
                    <a:pt x="300" y="488"/>
                  </a:cubicBezTo>
                  <a:cubicBezTo>
                    <a:pt x="375" y="500"/>
                    <a:pt x="400" y="375"/>
                    <a:pt x="325" y="363"/>
                  </a:cubicBezTo>
                  <a:lnTo>
                    <a:pt x="275" y="350"/>
                  </a:lnTo>
                  <a:cubicBezTo>
                    <a:pt x="200" y="350"/>
                    <a:pt x="200" y="475"/>
                    <a:pt x="275" y="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0" name="Google Shape;4480;p103"/>
            <p:cNvSpPr/>
            <p:nvPr/>
          </p:nvSpPr>
          <p:spPr>
            <a:xfrm>
              <a:off x="6793275" y="2739850"/>
              <a:ext cx="104675" cy="111550"/>
            </a:xfrm>
            <a:custGeom>
              <a:rect b="b" l="l" r="r" t="t"/>
              <a:pathLst>
                <a:path extrusionOk="0" h="4462" w="4187">
                  <a:moveTo>
                    <a:pt x="3899" y="1800"/>
                  </a:moveTo>
                  <a:cubicBezTo>
                    <a:pt x="4087" y="3375"/>
                    <a:pt x="2275" y="4462"/>
                    <a:pt x="1062" y="3325"/>
                  </a:cubicBezTo>
                  <a:cubicBezTo>
                    <a:pt x="125" y="2450"/>
                    <a:pt x="563" y="988"/>
                    <a:pt x="1212" y="75"/>
                  </a:cubicBezTo>
                  <a:cubicBezTo>
                    <a:pt x="1237" y="38"/>
                    <a:pt x="1187" y="0"/>
                    <a:pt x="1150" y="25"/>
                  </a:cubicBezTo>
                  <a:cubicBezTo>
                    <a:pt x="213" y="1038"/>
                    <a:pt x="0" y="2975"/>
                    <a:pt x="1387" y="3712"/>
                  </a:cubicBezTo>
                  <a:cubicBezTo>
                    <a:pt x="2737" y="4424"/>
                    <a:pt x="4187" y="3237"/>
                    <a:pt x="3999" y="1800"/>
                  </a:cubicBezTo>
                  <a:cubicBezTo>
                    <a:pt x="3999" y="1738"/>
                    <a:pt x="3887" y="1738"/>
                    <a:pt x="3899" y="1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1" name="Google Shape;4481;p103"/>
            <p:cNvSpPr/>
            <p:nvPr/>
          </p:nvSpPr>
          <p:spPr>
            <a:xfrm>
              <a:off x="6818575" y="2481475"/>
              <a:ext cx="146850" cy="263400"/>
            </a:xfrm>
            <a:custGeom>
              <a:rect b="b" l="l" r="r" t="t"/>
              <a:pathLst>
                <a:path extrusionOk="0" h="10536" w="5874">
                  <a:moveTo>
                    <a:pt x="75" y="10510"/>
                  </a:moveTo>
                  <a:cubicBezTo>
                    <a:pt x="1950" y="9186"/>
                    <a:pt x="4362" y="7986"/>
                    <a:pt x="5137" y="5674"/>
                  </a:cubicBezTo>
                  <a:cubicBezTo>
                    <a:pt x="5724" y="3950"/>
                    <a:pt x="5874" y="1463"/>
                    <a:pt x="4612" y="26"/>
                  </a:cubicBezTo>
                  <a:cubicBezTo>
                    <a:pt x="4587" y="1"/>
                    <a:pt x="4537" y="38"/>
                    <a:pt x="4562" y="63"/>
                  </a:cubicBezTo>
                  <a:cubicBezTo>
                    <a:pt x="5761" y="1700"/>
                    <a:pt x="5586" y="4462"/>
                    <a:pt x="4737" y="6224"/>
                  </a:cubicBezTo>
                  <a:cubicBezTo>
                    <a:pt x="3812" y="8124"/>
                    <a:pt x="1700" y="9236"/>
                    <a:pt x="38" y="10448"/>
                  </a:cubicBezTo>
                  <a:cubicBezTo>
                    <a:pt x="0" y="10473"/>
                    <a:pt x="38" y="10535"/>
                    <a:pt x="75" y="1051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2" name="Google Shape;4482;p103"/>
            <p:cNvSpPr/>
            <p:nvPr/>
          </p:nvSpPr>
          <p:spPr>
            <a:xfrm>
              <a:off x="6840750" y="2448375"/>
              <a:ext cx="85000" cy="100300"/>
            </a:xfrm>
            <a:custGeom>
              <a:rect b="b" l="l" r="r" t="t"/>
              <a:pathLst>
                <a:path extrusionOk="0" h="4012" w="3400">
                  <a:moveTo>
                    <a:pt x="3350" y="1087"/>
                  </a:moveTo>
                  <a:cubicBezTo>
                    <a:pt x="2500" y="587"/>
                    <a:pt x="1313" y="387"/>
                    <a:pt x="576" y="1225"/>
                  </a:cubicBezTo>
                  <a:cubicBezTo>
                    <a:pt x="151" y="1700"/>
                    <a:pt x="1" y="2837"/>
                    <a:pt x="413" y="3387"/>
                  </a:cubicBezTo>
                  <a:cubicBezTo>
                    <a:pt x="900" y="4012"/>
                    <a:pt x="2038" y="3924"/>
                    <a:pt x="2375" y="3187"/>
                  </a:cubicBezTo>
                  <a:cubicBezTo>
                    <a:pt x="2575" y="2749"/>
                    <a:pt x="2550" y="2237"/>
                    <a:pt x="2300" y="1812"/>
                  </a:cubicBezTo>
                  <a:cubicBezTo>
                    <a:pt x="1938" y="1175"/>
                    <a:pt x="975" y="775"/>
                    <a:pt x="863" y="25"/>
                  </a:cubicBezTo>
                  <a:cubicBezTo>
                    <a:pt x="863" y="0"/>
                    <a:pt x="813" y="0"/>
                    <a:pt x="813" y="25"/>
                  </a:cubicBezTo>
                  <a:cubicBezTo>
                    <a:pt x="825" y="437"/>
                    <a:pt x="1100" y="675"/>
                    <a:pt x="1388" y="950"/>
                  </a:cubicBezTo>
                  <a:cubicBezTo>
                    <a:pt x="1675" y="1225"/>
                    <a:pt x="2050" y="1512"/>
                    <a:pt x="2200" y="1862"/>
                  </a:cubicBezTo>
                  <a:cubicBezTo>
                    <a:pt x="2563" y="2724"/>
                    <a:pt x="2313" y="3724"/>
                    <a:pt x="1200" y="3587"/>
                  </a:cubicBezTo>
                  <a:cubicBezTo>
                    <a:pt x="850" y="3649"/>
                    <a:pt x="626" y="3524"/>
                    <a:pt x="551" y="3174"/>
                  </a:cubicBezTo>
                  <a:cubicBezTo>
                    <a:pt x="426" y="3087"/>
                    <a:pt x="338" y="2949"/>
                    <a:pt x="338" y="2799"/>
                  </a:cubicBezTo>
                  <a:cubicBezTo>
                    <a:pt x="338" y="2737"/>
                    <a:pt x="338" y="2674"/>
                    <a:pt x="338" y="2612"/>
                  </a:cubicBezTo>
                  <a:cubicBezTo>
                    <a:pt x="313" y="2362"/>
                    <a:pt x="313" y="2100"/>
                    <a:pt x="363" y="1850"/>
                  </a:cubicBezTo>
                  <a:cubicBezTo>
                    <a:pt x="713" y="487"/>
                    <a:pt x="2375" y="612"/>
                    <a:pt x="3312" y="1150"/>
                  </a:cubicBezTo>
                  <a:cubicBezTo>
                    <a:pt x="3362" y="1175"/>
                    <a:pt x="3400" y="1112"/>
                    <a:pt x="3362" y="10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3" name="Google Shape;4483;p103"/>
            <p:cNvSpPr/>
            <p:nvPr/>
          </p:nvSpPr>
          <p:spPr>
            <a:xfrm>
              <a:off x="6857625" y="2386200"/>
              <a:ext cx="13450" cy="55325"/>
            </a:xfrm>
            <a:custGeom>
              <a:rect b="b" l="l" r="r" t="t"/>
              <a:pathLst>
                <a:path extrusionOk="0" h="2213" w="538">
                  <a:moveTo>
                    <a:pt x="138" y="2162"/>
                  </a:moveTo>
                  <a:cubicBezTo>
                    <a:pt x="63" y="1387"/>
                    <a:pt x="300" y="775"/>
                    <a:pt x="525" y="50"/>
                  </a:cubicBezTo>
                  <a:cubicBezTo>
                    <a:pt x="538" y="13"/>
                    <a:pt x="488" y="0"/>
                    <a:pt x="463" y="25"/>
                  </a:cubicBezTo>
                  <a:cubicBezTo>
                    <a:pt x="51" y="613"/>
                    <a:pt x="1" y="1475"/>
                    <a:pt x="63" y="2162"/>
                  </a:cubicBezTo>
                  <a:cubicBezTo>
                    <a:pt x="63" y="2212"/>
                    <a:pt x="150" y="2212"/>
                    <a:pt x="138" y="2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4" name="Google Shape;4484;p103"/>
            <p:cNvSpPr/>
            <p:nvPr/>
          </p:nvSpPr>
          <p:spPr>
            <a:xfrm>
              <a:off x="6804825" y="2632075"/>
              <a:ext cx="96875" cy="82175"/>
            </a:xfrm>
            <a:custGeom>
              <a:rect b="b" l="l" r="r" t="t"/>
              <a:pathLst>
                <a:path extrusionOk="0" h="3287" w="3875">
                  <a:moveTo>
                    <a:pt x="3800" y="2200"/>
                  </a:moveTo>
                  <a:cubicBezTo>
                    <a:pt x="3125" y="2712"/>
                    <a:pt x="2300" y="3174"/>
                    <a:pt x="1425" y="2937"/>
                  </a:cubicBezTo>
                  <a:cubicBezTo>
                    <a:pt x="963" y="2799"/>
                    <a:pt x="575" y="2474"/>
                    <a:pt x="363" y="2050"/>
                  </a:cubicBezTo>
                  <a:cubicBezTo>
                    <a:pt x="213" y="1762"/>
                    <a:pt x="126" y="1450"/>
                    <a:pt x="126" y="1137"/>
                  </a:cubicBezTo>
                  <a:cubicBezTo>
                    <a:pt x="138" y="400"/>
                    <a:pt x="563" y="250"/>
                    <a:pt x="1400" y="687"/>
                  </a:cubicBezTo>
                  <a:cubicBezTo>
                    <a:pt x="1363" y="712"/>
                    <a:pt x="1400" y="787"/>
                    <a:pt x="1438" y="750"/>
                  </a:cubicBezTo>
                  <a:cubicBezTo>
                    <a:pt x="1813" y="463"/>
                    <a:pt x="1400" y="125"/>
                    <a:pt x="1050" y="75"/>
                  </a:cubicBezTo>
                  <a:cubicBezTo>
                    <a:pt x="388" y="0"/>
                    <a:pt x="1" y="675"/>
                    <a:pt x="26" y="1262"/>
                  </a:cubicBezTo>
                  <a:cubicBezTo>
                    <a:pt x="63" y="2050"/>
                    <a:pt x="613" y="2837"/>
                    <a:pt x="1388" y="3049"/>
                  </a:cubicBezTo>
                  <a:cubicBezTo>
                    <a:pt x="2312" y="3287"/>
                    <a:pt x="3162" y="2824"/>
                    <a:pt x="3837" y="2237"/>
                  </a:cubicBezTo>
                  <a:cubicBezTo>
                    <a:pt x="3875" y="2212"/>
                    <a:pt x="3825" y="2175"/>
                    <a:pt x="3800" y="22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5" name="Google Shape;4485;p103"/>
            <p:cNvSpPr/>
            <p:nvPr/>
          </p:nvSpPr>
          <p:spPr>
            <a:xfrm>
              <a:off x="6762650" y="2704850"/>
              <a:ext cx="110625" cy="22850"/>
            </a:xfrm>
            <a:custGeom>
              <a:rect b="b" l="l" r="r" t="t"/>
              <a:pathLst>
                <a:path extrusionOk="0" h="914" w="4425">
                  <a:moveTo>
                    <a:pt x="4324" y="26"/>
                  </a:moveTo>
                  <a:cubicBezTo>
                    <a:pt x="3325" y="876"/>
                    <a:pt x="1175" y="913"/>
                    <a:pt x="63" y="326"/>
                  </a:cubicBezTo>
                  <a:cubicBezTo>
                    <a:pt x="26" y="313"/>
                    <a:pt x="1" y="363"/>
                    <a:pt x="26" y="388"/>
                  </a:cubicBezTo>
                  <a:cubicBezTo>
                    <a:pt x="713" y="901"/>
                    <a:pt x="1700" y="826"/>
                    <a:pt x="2512" y="738"/>
                  </a:cubicBezTo>
                  <a:cubicBezTo>
                    <a:pt x="3175" y="663"/>
                    <a:pt x="3862" y="538"/>
                    <a:pt x="4387" y="88"/>
                  </a:cubicBezTo>
                  <a:cubicBezTo>
                    <a:pt x="4424" y="51"/>
                    <a:pt x="4374" y="1"/>
                    <a:pt x="4324" y="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6" name="Google Shape;4486;p103"/>
            <p:cNvSpPr/>
            <p:nvPr/>
          </p:nvSpPr>
          <p:spPr>
            <a:xfrm>
              <a:off x="6751100" y="2705175"/>
              <a:ext cx="12200" cy="11900"/>
            </a:xfrm>
            <a:custGeom>
              <a:rect b="b" l="l" r="r" t="t"/>
              <a:pathLst>
                <a:path extrusionOk="0" h="476" w="488">
                  <a:moveTo>
                    <a:pt x="450" y="350"/>
                  </a:moveTo>
                  <a:cubicBezTo>
                    <a:pt x="488" y="263"/>
                    <a:pt x="463" y="150"/>
                    <a:pt x="400" y="88"/>
                  </a:cubicBezTo>
                  <a:cubicBezTo>
                    <a:pt x="338" y="25"/>
                    <a:pt x="238" y="0"/>
                    <a:pt x="150" y="13"/>
                  </a:cubicBezTo>
                  <a:cubicBezTo>
                    <a:pt x="125" y="13"/>
                    <a:pt x="88" y="25"/>
                    <a:pt x="63" y="50"/>
                  </a:cubicBezTo>
                  <a:cubicBezTo>
                    <a:pt x="38" y="88"/>
                    <a:pt x="25" y="125"/>
                    <a:pt x="25" y="163"/>
                  </a:cubicBezTo>
                  <a:cubicBezTo>
                    <a:pt x="0" y="288"/>
                    <a:pt x="63" y="413"/>
                    <a:pt x="175" y="463"/>
                  </a:cubicBezTo>
                  <a:cubicBezTo>
                    <a:pt x="313" y="475"/>
                    <a:pt x="425" y="375"/>
                    <a:pt x="425" y="2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7" name="Google Shape;4487;p103"/>
            <p:cNvSpPr/>
            <p:nvPr/>
          </p:nvSpPr>
          <p:spPr>
            <a:xfrm>
              <a:off x="6748900" y="2702675"/>
              <a:ext cx="16275" cy="18450"/>
            </a:xfrm>
            <a:custGeom>
              <a:rect b="b" l="l" r="r" t="t"/>
              <a:pathLst>
                <a:path extrusionOk="0" h="738" w="651">
                  <a:moveTo>
                    <a:pt x="601" y="463"/>
                  </a:moveTo>
                  <a:cubicBezTo>
                    <a:pt x="650" y="300"/>
                    <a:pt x="563" y="113"/>
                    <a:pt x="388" y="63"/>
                  </a:cubicBezTo>
                  <a:cubicBezTo>
                    <a:pt x="251" y="0"/>
                    <a:pt x="76" y="88"/>
                    <a:pt x="63" y="250"/>
                  </a:cubicBezTo>
                  <a:cubicBezTo>
                    <a:pt x="1" y="650"/>
                    <a:pt x="563" y="738"/>
                    <a:pt x="563" y="338"/>
                  </a:cubicBezTo>
                  <a:cubicBezTo>
                    <a:pt x="563" y="288"/>
                    <a:pt x="501" y="275"/>
                    <a:pt x="488" y="325"/>
                  </a:cubicBezTo>
                  <a:cubicBezTo>
                    <a:pt x="163" y="438"/>
                    <a:pt x="88" y="425"/>
                    <a:pt x="263" y="275"/>
                  </a:cubicBezTo>
                  <a:cubicBezTo>
                    <a:pt x="376" y="100"/>
                    <a:pt x="438" y="150"/>
                    <a:pt x="476" y="425"/>
                  </a:cubicBezTo>
                  <a:cubicBezTo>
                    <a:pt x="451" y="513"/>
                    <a:pt x="576" y="538"/>
                    <a:pt x="601" y="4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8" name="Google Shape;4488;p103"/>
            <p:cNvSpPr/>
            <p:nvPr/>
          </p:nvSpPr>
          <p:spPr>
            <a:xfrm>
              <a:off x="6927925" y="2476175"/>
              <a:ext cx="3450" cy="2825"/>
            </a:xfrm>
            <a:custGeom>
              <a:rect b="b" l="l" r="r" t="t"/>
              <a:pathLst>
                <a:path extrusionOk="0" h="113" w="138">
                  <a:moveTo>
                    <a:pt x="63" y="25"/>
                  </a:moveTo>
                  <a:lnTo>
                    <a:pt x="38" y="38"/>
                  </a:lnTo>
                  <a:cubicBezTo>
                    <a:pt x="0" y="50"/>
                    <a:pt x="0" y="88"/>
                    <a:pt x="38" y="100"/>
                  </a:cubicBezTo>
                  <a:lnTo>
                    <a:pt x="63" y="100"/>
                  </a:lnTo>
                  <a:cubicBezTo>
                    <a:pt x="125" y="113"/>
                    <a:pt x="138" y="0"/>
                    <a:pt x="63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9" name="Google Shape;4489;p103"/>
            <p:cNvSpPr/>
            <p:nvPr/>
          </p:nvSpPr>
          <p:spPr>
            <a:xfrm>
              <a:off x="6869800" y="2346825"/>
              <a:ext cx="17850" cy="42200"/>
            </a:xfrm>
            <a:custGeom>
              <a:rect b="b" l="l" r="r" t="t"/>
              <a:pathLst>
                <a:path extrusionOk="0" h="1688" w="714">
                  <a:moveTo>
                    <a:pt x="101" y="1663"/>
                  </a:moveTo>
                  <a:cubicBezTo>
                    <a:pt x="638" y="1463"/>
                    <a:pt x="713" y="513"/>
                    <a:pt x="576" y="51"/>
                  </a:cubicBezTo>
                  <a:cubicBezTo>
                    <a:pt x="551" y="1"/>
                    <a:pt x="463" y="13"/>
                    <a:pt x="476" y="63"/>
                  </a:cubicBezTo>
                  <a:cubicBezTo>
                    <a:pt x="513" y="313"/>
                    <a:pt x="526" y="563"/>
                    <a:pt x="488" y="800"/>
                  </a:cubicBezTo>
                  <a:cubicBezTo>
                    <a:pt x="438" y="1038"/>
                    <a:pt x="326" y="1463"/>
                    <a:pt x="76" y="1550"/>
                  </a:cubicBezTo>
                  <a:cubicBezTo>
                    <a:pt x="1" y="1575"/>
                    <a:pt x="38" y="1688"/>
                    <a:pt x="101" y="16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0" name="Google Shape;4490;p103"/>
            <p:cNvSpPr/>
            <p:nvPr/>
          </p:nvSpPr>
          <p:spPr>
            <a:xfrm>
              <a:off x="6865425" y="2346525"/>
              <a:ext cx="19725" cy="42200"/>
            </a:xfrm>
            <a:custGeom>
              <a:rect b="b" l="l" r="r" t="t"/>
              <a:pathLst>
                <a:path extrusionOk="0" h="1688" w="789">
                  <a:moveTo>
                    <a:pt x="676" y="50"/>
                  </a:moveTo>
                  <a:cubicBezTo>
                    <a:pt x="313" y="400"/>
                    <a:pt x="1" y="1125"/>
                    <a:pt x="151" y="1625"/>
                  </a:cubicBezTo>
                  <a:cubicBezTo>
                    <a:pt x="163" y="1687"/>
                    <a:pt x="251" y="1662"/>
                    <a:pt x="238" y="1600"/>
                  </a:cubicBezTo>
                  <a:cubicBezTo>
                    <a:pt x="188" y="1062"/>
                    <a:pt x="376" y="513"/>
                    <a:pt x="751" y="113"/>
                  </a:cubicBezTo>
                  <a:cubicBezTo>
                    <a:pt x="788" y="63"/>
                    <a:pt x="726" y="0"/>
                    <a:pt x="676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1" name="Google Shape;4491;p103"/>
            <p:cNvSpPr/>
            <p:nvPr/>
          </p:nvSpPr>
          <p:spPr>
            <a:xfrm>
              <a:off x="6831375" y="2415875"/>
              <a:ext cx="30025" cy="33150"/>
            </a:xfrm>
            <a:custGeom>
              <a:rect b="b" l="l" r="r" t="t"/>
              <a:pathLst>
                <a:path extrusionOk="0" h="1326" w="1201">
                  <a:moveTo>
                    <a:pt x="1188" y="1275"/>
                  </a:moveTo>
                  <a:cubicBezTo>
                    <a:pt x="1200" y="938"/>
                    <a:pt x="1026" y="663"/>
                    <a:pt x="813" y="413"/>
                  </a:cubicBezTo>
                  <a:cubicBezTo>
                    <a:pt x="638" y="163"/>
                    <a:pt x="351" y="13"/>
                    <a:pt x="51" y="0"/>
                  </a:cubicBezTo>
                  <a:cubicBezTo>
                    <a:pt x="13" y="0"/>
                    <a:pt x="1" y="75"/>
                    <a:pt x="38" y="75"/>
                  </a:cubicBezTo>
                  <a:cubicBezTo>
                    <a:pt x="326" y="100"/>
                    <a:pt x="588" y="238"/>
                    <a:pt x="763" y="463"/>
                  </a:cubicBezTo>
                  <a:cubicBezTo>
                    <a:pt x="951" y="713"/>
                    <a:pt x="1125" y="950"/>
                    <a:pt x="1101" y="1275"/>
                  </a:cubicBezTo>
                  <a:cubicBezTo>
                    <a:pt x="1101" y="1325"/>
                    <a:pt x="1175" y="1325"/>
                    <a:pt x="1188" y="12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2" name="Google Shape;4492;p103"/>
            <p:cNvSpPr/>
            <p:nvPr/>
          </p:nvSpPr>
          <p:spPr>
            <a:xfrm>
              <a:off x="6831375" y="2415550"/>
              <a:ext cx="29400" cy="33475"/>
            </a:xfrm>
            <a:custGeom>
              <a:rect b="b" l="l" r="r" t="t"/>
              <a:pathLst>
                <a:path extrusionOk="0" h="1339" w="1176">
                  <a:moveTo>
                    <a:pt x="13" y="63"/>
                  </a:moveTo>
                  <a:cubicBezTo>
                    <a:pt x="101" y="626"/>
                    <a:pt x="501" y="1201"/>
                    <a:pt x="1076" y="1313"/>
                  </a:cubicBezTo>
                  <a:cubicBezTo>
                    <a:pt x="1138" y="1338"/>
                    <a:pt x="1175" y="1251"/>
                    <a:pt x="1125" y="1213"/>
                  </a:cubicBezTo>
                  <a:cubicBezTo>
                    <a:pt x="888" y="1076"/>
                    <a:pt x="651" y="1013"/>
                    <a:pt x="476" y="776"/>
                  </a:cubicBezTo>
                  <a:cubicBezTo>
                    <a:pt x="301" y="563"/>
                    <a:pt x="163" y="313"/>
                    <a:pt x="88" y="38"/>
                  </a:cubicBezTo>
                  <a:cubicBezTo>
                    <a:pt x="76" y="1"/>
                    <a:pt x="1" y="13"/>
                    <a:pt x="13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3" name="Google Shape;4493;p103"/>
            <p:cNvSpPr/>
            <p:nvPr/>
          </p:nvSpPr>
          <p:spPr>
            <a:xfrm>
              <a:off x="6767025" y="2718300"/>
              <a:ext cx="86575" cy="38750"/>
            </a:xfrm>
            <a:custGeom>
              <a:rect b="b" l="l" r="r" t="t"/>
              <a:pathLst>
                <a:path extrusionOk="0" h="1550" w="3463">
                  <a:moveTo>
                    <a:pt x="3387" y="38"/>
                  </a:moveTo>
                  <a:cubicBezTo>
                    <a:pt x="2387" y="738"/>
                    <a:pt x="1250" y="1225"/>
                    <a:pt x="50" y="1437"/>
                  </a:cubicBezTo>
                  <a:cubicBezTo>
                    <a:pt x="0" y="1450"/>
                    <a:pt x="25" y="1550"/>
                    <a:pt x="88" y="1537"/>
                  </a:cubicBezTo>
                  <a:cubicBezTo>
                    <a:pt x="1288" y="1312"/>
                    <a:pt x="2437" y="825"/>
                    <a:pt x="3425" y="100"/>
                  </a:cubicBezTo>
                  <a:cubicBezTo>
                    <a:pt x="3462" y="75"/>
                    <a:pt x="3425" y="0"/>
                    <a:pt x="3387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4" name="Google Shape;4494;p103"/>
            <p:cNvSpPr/>
            <p:nvPr/>
          </p:nvSpPr>
          <p:spPr>
            <a:xfrm>
              <a:off x="6752975" y="2749525"/>
              <a:ext cx="16250" cy="17850"/>
            </a:xfrm>
            <a:custGeom>
              <a:rect b="b" l="l" r="r" t="t"/>
              <a:pathLst>
                <a:path extrusionOk="0" h="714" w="650">
                  <a:moveTo>
                    <a:pt x="575" y="188"/>
                  </a:moveTo>
                  <a:cubicBezTo>
                    <a:pt x="363" y="1"/>
                    <a:pt x="0" y="238"/>
                    <a:pt x="213" y="476"/>
                  </a:cubicBezTo>
                  <a:cubicBezTo>
                    <a:pt x="413" y="713"/>
                    <a:pt x="650" y="376"/>
                    <a:pt x="562" y="163"/>
                  </a:cubicBezTo>
                  <a:cubicBezTo>
                    <a:pt x="537" y="126"/>
                    <a:pt x="487" y="138"/>
                    <a:pt x="487" y="176"/>
                  </a:cubicBezTo>
                  <a:cubicBezTo>
                    <a:pt x="487" y="213"/>
                    <a:pt x="487" y="251"/>
                    <a:pt x="487" y="288"/>
                  </a:cubicBezTo>
                  <a:cubicBezTo>
                    <a:pt x="475" y="376"/>
                    <a:pt x="487" y="363"/>
                    <a:pt x="512" y="263"/>
                  </a:cubicBezTo>
                  <a:cubicBezTo>
                    <a:pt x="550" y="288"/>
                    <a:pt x="612" y="238"/>
                    <a:pt x="575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5" name="Google Shape;4495;p103"/>
            <p:cNvSpPr/>
            <p:nvPr/>
          </p:nvSpPr>
          <p:spPr>
            <a:xfrm>
              <a:off x="6783275" y="2681125"/>
              <a:ext cx="81875" cy="30625"/>
            </a:xfrm>
            <a:custGeom>
              <a:rect b="b" l="l" r="r" t="t"/>
              <a:pathLst>
                <a:path extrusionOk="0" h="1225" w="3275">
                  <a:moveTo>
                    <a:pt x="3212" y="1000"/>
                  </a:moveTo>
                  <a:cubicBezTo>
                    <a:pt x="2000" y="1137"/>
                    <a:pt x="988" y="800"/>
                    <a:pt x="63" y="25"/>
                  </a:cubicBezTo>
                  <a:cubicBezTo>
                    <a:pt x="25" y="0"/>
                    <a:pt x="0" y="38"/>
                    <a:pt x="13" y="75"/>
                  </a:cubicBezTo>
                  <a:cubicBezTo>
                    <a:pt x="738" y="1000"/>
                    <a:pt x="2112" y="1225"/>
                    <a:pt x="3212" y="1087"/>
                  </a:cubicBezTo>
                  <a:cubicBezTo>
                    <a:pt x="3274" y="1087"/>
                    <a:pt x="3274" y="987"/>
                    <a:pt x="3212" y="10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6" name="Google Shape;4496;p103"/>
            <p:cNvSpPr/>
            <p:nvPr/>
          </p:nvSpPr>
          <p:spPr>
            <a:xfrm>
              <a:off x="6773575" y="2671750"/>
              <a:ext cx="15025" cy="12825"/>
            </a:xfrm>
            <a:custGeom>
              <a:rect b="b" l="l" r="r" t="t"/>
              <a:pathLst>
                <a:path extrusionOk="0" h="513" w="601">
                  <a:moveTo>
                    <a:pt x="338" y="25"/>
                  </a:moveTo>
                  <a:cubicBezTo>
                    <a:pt x="38" y="0"/>
                    <a:pt x="1" y="450"/>
                    <a:pt x="301" y="488"/>
                  </a:cubicBezTo>
                  <a:cubicBezTo>
                    <a:pt x="601" y="513"/>
                    <a:pt x="563" y="75"/>
                    <a:pt x="276" y="88"/>
                  </a:cubicBezTo>
                  <a:cubicBezTo>
                    <a:pt x="238" y="88"/>
                    <a:pt x="226" y="138"/>
                    <a:pt x="263" y="150"/>
                  </a:cubicBezTo>
                  <a:cubicBezTo>
                    <a:pt x="313" y="213"/>
                    <a:pt x="338" y="188"/>
                    <a:pt x="338" y="100"/>
                  </a:cubicBezTo>
                  <a:cubicBezTo>
                    <a:pt x="388" y="100"/>
                    <a:pt x="388" y="25"/>
                    <a:pt x="338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7" name="Google Shape;4497;p103"/>
            <p:cNvSpPr/>
            <p:nvPr/>
          </p:nvSpPr>
          <p:spPr>
            <a:xfrm>
              <a:off x="6888250" y="2270600"/>
              <a:ext cx="60000" cy="237450"/>
            </a:xfrm>
            <a:custGeom>
              <a:rect b="b" l="l" r="r" t="t"/>
              <a:pathLst>
                <a:path extrusionOk="0" h="9498" w="2400">
                  <a:moveTo>
                    <a:pt x="2387" y="9448"/>
                  </a:moveTo>
                  <a:cubicBezTo>
                    <a:pt x="1137" y="6136"/>
                    <a:pt x="0" y="3450"/>
                    <a:pt x="2025" y="125"/>
                  </a:cubicBezTo>
                  <a:cubicBezTo>
                    <a:pt x="2062" y="50"/>
                    <a:pt x="1962" y="0"/>
                    <a:pt x="1925" y="63"/>
                  </a:cubicBezTo>
                  <a:cubicBezTo>
                    <a:pt x="975" y="1475"/>
                    <a:pt x="575" y="2750"/>
                    <a:pt x="738" y="4449"/>
                  </a:cubicBezTo>
                  <a:cubicBezTo>
                    <a:pt x="925" y="6386"/>
                    <a:pt x="1637" y="7686"/>
                    <a:pt x="2325" y="9460"/>
                  </a:cubicBezTo>
                  <a:cubicBezTo>
                    <a:pt x="2350" y="9498"/>
                    <a:pt x="2400" y="9485"/>
                    <a:pt x="2387" y="944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8" name="Google Shape;4498;p103"/>
            <p:cNvSpPr/>
            <p:nvPr/>
          </p:nvSpPr>
          <p:spPr>
            <a:xfrm>
              <a:off x="6844200" y="2755475"/>
              <a:ext cx="49375" cy="31875"/>
            </a:xfrm>
            <a:custGeom>
              <a:rect b="b" l="l" r="r" t="t"/>
              <a:pathLst>
                <a:path extrusionOk="0" h="1275" w="1975">
                  <a:moveTo>
                    <a:pt x="1962" y="1213"/>
                  </a:moveTo>
                  <a:cubicBezTo>
                    <a:pt x="1875" y="663"/>
                    <a:pt x="1525" y="125"/>
                    <a:pt x="912" y="63"/>
                  </a:cubicBezTo>
                  <a:cubicBezTo>
                    <a:pt x="425" y="0"/>
                    <a:pt x="0" y="375"/>
                    <a:pt x="0" y="875"/>
                  </a:cubicBezTo>
                  <a:cubicBezTo>
                    <a:pt x="0" y="938"/>
                    <a:pt x="113" y="938"/>
                    <a:pt x="113" y="875"/>
                  </a:cubicBezTo>
                  <a:cubicBezTo>
                    <a:pt x="125" y="300"/>
                    <a:pt x="700" y="13"/>
                    <a:pt x="1200" y="250"/>
                  </a:cubicBezTo>
                  <a:cubicBezTo>
                    <a:pt x="1612" y="425"/>
                    <a:pt x="1812" y="813"/>
                    <a:pt x="1900" y="1238"/>
                  </a:cubicBezTo>
                  <a:cubicBezTo>
                    <a:pt x="1912" y="1275"/>
                    <a:pt x="1975" y="1262"/>
                    <a:pt x="1962" y="1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9" name="Google Shape;4499;p103"/>
            <p:cNvSpPr/>
            <p:nvPr/>
          </p:nvSpPr>
          <p:spPr>
            <a:xfrm>
              <a:off x="6887300" y="2510225"/>
              <a:ext cx="31575" cy="62500"/>
            </a:xfrm>
            <a:custGeom>
              <a:rect b="b" l="l" r="r" t="t"/>
              <a:pathLst>
                <a:path extrusionOk="0" h="2500" w="1263">
                  <a:moveTo>
                    <a:pt x="538" y="50"/>
                  </a:moveTo>
                  <a:cubicBezTo>
                    <a:pt x="563" y="675"/>
                    <a:pt x="1" y="1175"/>
                    <a:pt x="226" y="1812"/>
                  </a:cubicBezTo>
                  <a:cubicBezTo>
                    <a:pt x="376" y="2225"/>
                    <a:pt x="776" y="2500"/>
                    <a:pt x="1213" y="2487"/>
                  </a:cubicBezTo>
                  <a:cubicBezTo>
                    <a:pt x="1250" y="2487"/>
                    <a:pt x="1263" y="2425"/>
                    <a:pt x="1225" y="2412"/>
                  </a:cubicBezTo>
                  <a:cubicBezTo>
                    <a:pt x="438" y="2312"/>
                    <a:pt x="126" y="1625"/>
                    <a:pt x="426" y="925"/>
                  </a:cubicBezTo>
                  <a:cubicBezTo>
                    <a:pt x="563" y="650"/>
                    <a:pt x="626" y="350"/>
                    <a:pt x="626" y="50"/>
                  </a:cubicBezTo>
                  <a:cubicBezTo>
                    <a:pt x="626" y="0"/>
                    <a:pt x="538" y="0"/>
                    <a:pt x="538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0" name="Google Shape;4500;p103"/>
            <p:cNvSpPr/>
            <p:nvPr/>
          </p:nvSpPr>
          <p:spPr>
            <a:xfrm>
              <a:off x="6912925" y="2543350"/>
              <a:ext cx="21575" cy="30625"/>
            </a:xfrm>
            <a:custGeom>
              <a:rect b="b" l="l" r="r" t="t"/>
              <a:pathLst>
                <a:path extrusionOk="0" h="1225" w="863">
                  <a:moveTo>
                    <a:pt x="38" y="1112"/>
                  </a:moveTo>
                  <a:cubicBezTo>
                    <a:pt x="338" y="1225"/>
                    <a:pt x="588" y="1062"/>
                    <a:pt x="700" y="775"/>
                  </a:cubicBezTo>
                  <a:cubicBezTo>
                    <a:pt x="788" y="550"/>
                    <a:pt x="863" y="163"/>
                    <a:pt x="613" y="13"/>
                  </a:cubicBezTo>
                  <a:cubicBezTo>
                    <a:pt x="588" y="0"/>
                    <a:pt x="550" y="25"/>
                    <a:pt x="575" y="63"/>
                  </a:cubicBezTo>
                  <a:cubicBezTo>
                    <a:pt x="825" y="387"/>
                    <a:pt x="588" y="1225"/>
                    <a:pt x="63" y="1050"/>
                  </a:cubicBezTo>
                  <a:cubicBezTo>
                    <a:pt x="13" y="1025"/>
                    <a:pt x="0" y="1100"/>
                    <a:pt x="38" y="11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1" name="Google Shape;4501;p103"/>
            <p:cNvSpPr/>
            <p:nvPr/>
          </p:nvSpPr>
          <p:spPr>
            <a:xfrm>
              <a:off x="6775150" y="2732675"/>
              <a:ext cx="56575" cy="81250"/>
            </a:xfrm>
            <a:custGeom>
              <a:rect b="b" l="l" r="r" t="t"/>
              <a:pathLst>
                <a:path extrusionOk="0" h="3250" w="2263">
                  <a:moveTo>
                    <a:pt x="2162" y="38"/>
                  </a:moveTo>
                  <a:cubicBezTo>
                    <a:pt x="1213" y="825"/>
                    <a:pt x="0" y="1800"/>
                    <a:pt x="300" y="3199"/>
                  </a:cubicBezTo>
                  <a:cubicBezTo>
                    <a:pt x="313" y="3249"/>
                    <a:pt x="400" y="3224"/>
                    <a:pt x="388" y="3174"/>
                  </a:cubicBezTo>
                  <a:cubicBezTo>
                    <a:pt x="200" y="1787"/>
                    <a:pt x="1275" y="900"/>
                    <a:pt x="2225" y="88"/>
                  </a:cubicBezTo>
                  <a:cubicBezTo>
                    <a:pt x="2262" y="63"/>
                    <a:pt x="2200" y="0"/>
                    <a:pt x="2162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2" name="Google Shape;4502;p103"/>
            <p:cNvSpPr/>
            <p:nvPr/>
          </p:nvSpPr>
          <p:spPr>
            <a:xfrm>
              <a:off x="6867625" y="2553650"/>
              <a:ext cx="15025" cy="30950"/>
            </a:xfrm>
            <a:custGeom>
              <a:rect b="b" l="l" r="r" t="t"/>
              <a:pathLst>
                <a:path extrusionOk="0" h="1238" w="601">
                  <a:moveTo>
                    <a:pt x="500" y="63"/>
                  </a:moveTo>
                  <a:cubicBezTo>
                    <a:pt x="475" y="463"/>
                    <a:pt x="313" y="850"/>
                    <a:pt x="25" y="1138"/>
                  </a:cubicBezTo>
                  <a:cubicBezTo>
                    <a:pt x="0" y="1175"/>
                    <a:pt x="38" y="1238"/>
                    <a:pt x="88" y="1213"/>
                  </a:cubicBezTo>
                  <a:cubicBezTo>
                    <a:pt x="250" y="1075"/>
                    <a:pt x="375" y="900"/>
                    <a:pt x="438" y="713"/>
                  </a:cubicBezTo>
                  <a:cubicBezTo>
                    <a:pt x="550" y="513"/>
                    <a:pt x="600" y="288"/>
                    <a:pt x="588" y="63"/>
                  </a:cubicBezTo>
                  <a:cubicBezTo>
                    <a:pt x="588" y="0"/>
                    <a:pt x="488" y="0"/>
                    <a:pt x="488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3" name="Google Shape;4503;p103"/>
            <p:cNvSpPr/>
            <p:nvPr/>
          </p:nvSpPr>
          <p:spPr>
            <a:xfrm>
              <a:off x="6861375" y="2550525"/>
              <a:ext cx="21900" cy="34400"/>
            </a:xfrm>
            <a:custGeom>
              <a:rect b="b" l="l" r="r" t="t"/>
              <a:pathLst>
                <a:path extrusionOk="0" h="1376" w="876">
                  <a:moveTo>
                    <a:pt x="325" y="1275"/>
                  </a:moveTo>
                  <a:cubicBezTo>
                    <a:pt x="113" y="825"/>
                    <a:pt x="413" y="313"/>
                    <a:pt x="825" y="125"/>
                  </a:cubicBezTo>
                  <a:cubicBezTo>
                    <a:pt x="875" y="100"/>
                    <a:pt x="838" y="0"/>
                    <a:pt x="775" y="25"/>
                  </a:cubicBezTo>
                  <a:cubicBezTo>
                    <a:pt x="300" y="238"/>
                    <a:pt x="0" y="838"/>
                    <a:pt x="238" y="1325"/>
                  </a:cubicBezTo>
                  <a:cubicBezTo>
                    <a:pt x="275" y="1375"/>
                    <a:pt x="350" y="1325"/>
                    <a:pt x="325" y="12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4" name="Google Shape;4504;p103"/>
            <p:cNvSpPr/>
            <p:nvPr/>
          </p:nvSpPr>
          <p:spPr>
            <a:xfrm>
              <a:off x="6864175" y="2216250"/>
              <a:ext cx="60025" cy="132175"/>
            </a:xfrm>
            <a:custGeom>
              <a:rect b="b" l="l" r="r" t="t"/>
              <a:pathLst>
                <a:path extrusionOk="0" h="5287" w="2401">
                  <a:moveTo>
                    <a:pt x="1813" y="5236"/>
                  </a:moveTo>
                  <a:cubicBezTo>
                    <a:pt x="2125" y="3649"/>
                    <a:pt x="2400" y="212"/>
                    <a:pt x="51" y="0"/>
                  </a:cubicBezTo>
                  <a:cubicBezTo>
                    <a:pt x="1" y="0"/>
                    <a:pt x="1" y="62"/>
                    <a:pt x="51" y="75"/>
                  </a:cubicBezTo>
                  <a:cubicBezTo>
                    <a:pt x="2338" y="375"/>
                    <a:pt x="2038" y="3687"/>
                    <a:pt x="1738" y="5211"/>
                  </a:cubicBezTo>
                  <a:cubicBezTo>
                    <a:pt x="1738" y="5261"/>
                    <a:pt x="1813" y="5286"/>
                    <a:pt x="1813" y="52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5" name="Google Shape;4505;p103"/>
            <p:cNvSpPr/>
            <p:nvPr/>
          </p:nvSpPr>
          <p:spPr>
            <a:xfrm>
              <a:off x="6826700" y="2222800"/>
              <a:ext cx="65000" cy="61575"/>
            </a:xfrm>
            <a:custGeom>
              <a:rect b="b" l="l" r="r" t="t"/>
              <a:pathLst>
                <a:path extrusionOk="0" h="2463" w="2600">
                  <a:moveTo>
                    <a:pt x="2587" y="963"/>
                  </a:moveTo>
                  <a:cubicBezTo>
                    <a:pt x="2250" y="288"/>
                    <a:pt x="1425" y="0"/>
                    <a:pt x="788" y="450"/>
                  </a:cubicBezTo>
                  <a:cubicBezTo>
                    <a:pt x="200" y="863"/>
                    <a:pt x="0" y="1925"/>
                    <a:pt x="575" y="2425"/>
                  </a:cubicBezTo>
                  <a:cubicBezTo>
                    <a:pt x="638" y="2462"/>
                    <a:pt x="700" y="2387"/>
                    <a:pt x="650" y="2350"/>
                  </a:cubicBezTo>
                  <a:cubicBezTo>
                    <a:pt x="138" y="1875"/>
                    <a:pt x="300" y="900"/>
                    <a:pt x="838" y="525"/>
                  </a:cubicBezTo>
                  <a:cubicBezTo>
                    <a:pt x="1425" y="125"/>
                    <a:pt x="2237" y="350"/>
                    <a:pt x="2537" y="1000"/>
                  </a:cubicBezTo>
                  <a:cubicBezTo>
                    <a:pt x="2550" y="1038"/>
                    <a:pt x="2600" y="1000"/>
                    <a:pt x="2587" y="9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6" name="Google Shape;4506;p103"/>
            <p:cNvSpPr/>
            <p:nvPr/>
          </p:nvSpPr>
          <p:spPr>
            <a:xfrm>
              <a:off x="6837325" y="2258100"/>
              <a:ext cx="46875" cy="35950"/>
            </a:xfrm>
            <a:custGeom>
              <a:rect b="b" l="l" r="r" t="t"/>
              <a:pathLst>
                <a:path extrusionOk="0" h="1438" w="1875">
                  <a:moveTo>
                    <a:pt x="25" y="750"/>
                  </a:moveTo>
                  <a:cubicBezTo>
                    <a:pt x="200" y="1213"/>
                    <a:pt x="738" y="1438"/>
                    <a:pt x="1200" y="1250"/>
                  </a:cubicBezTo>
                  <a:cubicBezTo>
                    <a:pt x="1662" y="1050"/>
                    <a:pt x="1875" y="513"/>
                    <a:pt x="1662" y="51"/>
                  </a:cubicBezTo>
                  <a:cubicBezTo>
                    <a:pt x="1650" y="1"/>
                    <a:pt x="1575" y="38"/>
                    <a:pt x="1587" y="88"/>
                  </a:cubicBezTo>
                  <a:cubicBezTo>
                    <a:pt x="1712" y="513"/>
                    <a:pt x="1587" y="963"/>
                    <a:pt x="1150" y="1150"/>
                  </a:cubicBezTo>
                  <a:cubicBezTo>
                    <a:pt x="738" y="1313"/>
                    <a:pt x="263" y="1125"/>
                    <a:pt x="88" y="713"/>
                  </a:cubicBezTo>
                  <a:cubicBezTo>
                    <a:pt x="63" y="675"/>
                    <a:pt x="0" y="713"/>
                    <a:pt x="25" y="7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7" name="Google Shape;4507;p103"/>
            <p:cNvSpPr/>
            <p:nvPr/>
          </p:nvSpPr>
          <p:spPr>
            <a:xfrm>
              <a:off x="6849500" y="2246850"/>
              <a:ext cx="30650" cy="17200"/>
            </a:xfrm>
            <a:custGeom>
              <a:rect b="b" l="l" r="r" t="t"/>
              <a:pathLst>
                <a:path extrusionOk="0" h="688" w="1226">
                  <a:moveTo>
                    <a:pt x="1200" y="638"/>
                  </a:moveTo>
                  <a:cubicBezTo>
                    <a:pt x="1225" y="301"/>
                    <a:pt x="863" y="51"/>
                    <a:pt x="550" y="63"/>
                  </a:cubicBezTo>
                  <a:cubicBezTo>
                    <a:pt x="238" y="63"/>
                    <a:pt x="1" y="338"/>
                    <a:pt x="113" y="626"/>
                  </a:cubicBezTo>
                  <a:cubicBezTo>
                    <a:pt x="138" y="676"/>
                    <a:pt x="213" y="663"/>
                    <a:pt x="201" y="601"/>
                  </a:cubicBezTo>
                  <a:cubicBezTo>
                    <a:pt x="13" y="1"/>
                    <a:pt x="1163" y="51"/>
                    <a:pt x="1125" y="638"/>
                  </a:cubicBezTo>
                  <a:cubicBezTo>
                    <a:pt x="1125" y="688"/>
                    <a:pt x="1200" y="688"/>
                    <a:pt x="1200" y="6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8" name="Google Shape;4508;p103"/>
            <p:cNvSpPr/>
            <p:nvPr/>
          </p:nvSpPr>
          <p:spPr>
            <a:xfrm>
              <a:off x="6819200" y="2492725"/>
              <a:ext cx="71575" cy="55025"/>
            </a:xfrm>
            <a:custGeom>
              <a:rect b="b" l="l" r="r" t="t"/>
              <a:pathLst>
                <a:path extrusionOk="0" h="2201" w="2863">
                  <a:moveTo>
                    <a:pt x="2787" y="1750"/>
                  </a:moveTo>
                  <a:cubicBezTo>
                    <a:pt x="1463" y="2100"/>
                    <a:pt x="375" y="1288"/>
                    <a:pt x="50" y="26"/>
                  </a:cubicBezTo>
                  <a:cubicBezTo>
                    <a:pt x="50" y="1"/>
                    <a:pt x="0" y="1"/>
                    <a:pt x="0" y="26"/>
                  </a:cubicBezTo>
                  <a:cubicBezTo>
                    <a:pt x="100" y="1425"/>
                    <a:pt x="1538" y="2200"/>
                    <a:pt x="2812" y="1813"/>
                  </a:cubicBezTo>
                  <a:cubicBezTo>
                    <a:pt x="2862" y="1800"/>
                    <a:pt x="2837" y="1725"/>
                    <a:pt x="2787" y="17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9" name="Google Shape;4509;p103"/>
            <p:cNvSpPr/>
            <p:nvPr/>
          </p:nvSpPr>
          <p:spPr>
            <a:xfrm>
              <a:off x="6793275" y="2835125"/>
              <a:ext cx="104675" cy="111575"/>
            </a:xfrm>
            <a:custGeom>
              <a:rect b="b" l="l" r="r" t="t"/>
              <a:pathLst>
                <a:path extrusionOk="0" h="4463" w="4187">
                  <a:moveTo>
                    <a:pt x="3999" y="2663"/>
                  </a:moveTo>
                  <a:cubicBezTo>
                    <a:pt x="4187" y="1213"/>
                    <a:pt x="2737" y="38"/>
                    <a:pt x="1387" y="751"/>
                  </a:cubicBezTo>
                  <a:cubicBezTo>
                    <a:pt x="0" y="1488"/>
                    <a:pt x="225" y="3425"/>
                    <a:pt x="1162" y="4437"/>
                  </a:cubicBezTo>
                  <a:cubicBezTo>
                    <a:pt x="1187" y="4462"/>
                    <a:pt x="1237" y="4425"/>
                    <a:pt x="1212" y="4387"/>
                  </a:cubicBezTo>
                  <a:cubicBezTo>
                    <a:pt x="563" y="3488"/>
                    <a:pt x="125" y="2013"/>
                    <a:pt x="1062" y="1138"/>
                  </a:cubicBezTo>
                  <a:cubicBezTo>
                    <a:pt x="2275" y="1"/>
                    <a:pt x="4087" y="1088"/>
                    <a:pt x="3899" y="2663"/>
                  </a:cubicBezTo>
                  <a:cubicBezTo>
                    <a:pt x="3887" y="2738"/>
                    <a:pt x="3999" y="2725"/>
                    <a:pt x="4012" y="26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0" name="Google Shape;4510;p103"/>
            <p:cNvSpPr/>
            <p:nvPr/>
          </p:nvSpPr>
          <p:spPr>
            <a:xfrm>
              <a:off x="6818575" y="2941350"/>
              <a:ext cx="146550" cy="263725"/>
            </a:xfrm>
            <a:custGeom>
              <a:rect b="b" l="l" r="r" t="t"/>
              <a:pathLst>
                <a:path extrusionOk="0" h="10549" w="5862">
                  <a:moveTo>
                    <a:pt x="38" y="101"/>
                  </a:moveTo>
                  <a:cubicBezTo>
                    <a:pt x="1700" y="1313"/>
                    <a:pt x="3812" y="2425"/>
                    <a:pt x="4737" y="4325"/>
                  </a:cubicBezTo>
                  <a:cubicBezTo>
                    <a:pt x="5586" y="6087"/>
                    <a:pt x="5761" y="8849"/>
                    <a:pt x="4562" y="10486"/>
                  </a:cubicBezTo>
                  <a:cubicBezTo>
                    <a:pt x="4537" y="10511"/>
                    <a:pt x="4587" y="10548"/>
                    <a:pt x="4612" y="10523"/>
                  </a:cubicBezTo>
                  <a:cubicBezTo>
                    <a:pt x="5861" y="9086"/>
                    <a:pt x="5724" y="6587"/>
                    <a:pt x="5137" y="4875"/>
                  </a:cubicBezTo>
                  <a:cubicBezTo>
                    <a:pt x="4349" y="2550"/>
                    <a:pt x="1950" y="1363"/>
                    <a:pt x="75" y="26"/>
                  </a:cubicBezTo>
                  <a:cubicBezTo>
                    <a:pt x="38" y="1"/>
                    <a:pt x="0" y="63"/>
                    <a:pt x="38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1" name="Google Shape;4511;p103"/>
            <p:cNvSpPr/>
            <p:nvPr/>
          </p:nvSpPr>
          <p:spPr>
            <a:xfrm>
              <a:off x="6841075" y="3137250"/>
              <a:ext cx="84375" cy="100925"/>
            </a:xfrm>
            <a:custGeom>
              <a:rect b="b" l="l" r="r" t="t"/>
              <a:pathLst>
                <a:path extrusionOk="0" h="4037" w="3375">
                  <a:moveTo>
                    <a:pt x="3299" y="2875"/>
                  </a:moveTo>
                  <a:cubicBezTo>
                    <a:pt x="2362" y="3412"/>
                    <a:pt x="987" y="3537"/>
                    <a:pt x="438" y="2375"/>
                  </a:cubicBezTo>
                  <a:cubicBezTo>
                    <a:pt x="313" y="2100"/>
                    <a:pt x="275" y="1787"/>
                    <a:pt x="325" y="1487"/>
                  </a:cubicBezTo>
                  <a:cubicBezTo>
                    <a:pt x="325" y="1412"/>
                    <a:pt x="313" y="1325"/>
                    <a:pt x="325" y="1250"/>
                  </a:cubicBezTo>
                  <a:cubicBezTo>
                    <a:pt x="450" y="488"/>
                    <a:pt x="650" y="513"/>
                    <a:pt x="1175" y="450"/>
                  </a:cubicBezTo>
                  <a:cubicBezTo>
                    <a:pt x="2075" y="338"/>
                    <a:pt x="2425" y="938"/>
                    <a:pt x="2275" y="1725"/>
                  </a:cubicBezTo>
                  <a:cubicBezTo>
                    <a:pt x="2162" y="2300"/>
                    <a:pt x="1875" y="2600"/>
                    <a:pt x="1462" y="3000"/>
                  </a:cubicBezTo>
                  <a:cubicBezTo>
                    <a:pt x="1150" y="3299"/>
                    <a:pt x="825" y="3549"/>
                    <a:pt x="800" y="3999"/>
                  </a:cubicBezTo>
                  <a:cubicBezTo>
                    <a:pt x="800" y="4024"/>
                    <a:pt x="850" y="4037"/>
                    <a:pt x="850" y="3999"/>
                  </a:cubicBezTo>
                  <a:cubicBezTo>
                    <a:pt x="950" y="3287"/>
                    <a:pt x="1862" y="2900"/>
                    <a:pt x="2225" y="2312"/>
                  </a:cubicBezTo>
                  <a:cubicBezTo>
                    <a:pt x="2525" y="1875"/>
                    <a:pt x="2575" y="1325"/>
                    <a:pt x="2362" y="850"/>
                  </a:cubicBezTo>
                  <a:cubicBezTo>
                    <a:pt x="2025" y="113"/>
                    <a:pt x="887" y="0"/>
                    <a:pt x="400" y="650"/>
                  </a:cubicBezTo>
                  <a:cubicBezTo>
                    <a:pt x="0" y="1163"/>
                    <a:pt x="138" y="2237"/>
                    <a:pt x="500" y="2725"/>
                  </a:cubicBezTo>
                  <a:cubicBezTo>
                    <a:pt x="1200" y="3662"/>
                    <a:pt x="2450" y="3462"/>
                    <a:pt x="3337" y="2950"/>
                  </a:cubicBezTo>
                  <a:cubicBezTo>
                    <a:pt x="3374" y="2912"/>
                    <a:pt x="3337" y="2850"/>
                    <a:pt x="3299" y="28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2" name="Google Shape;4512;p103"/>
            <p:cNvSpPr/>
            <p:nvPr/>
          </p:nvSpPr>
          <p:spPr>
            <a:xfrm>
              <a:off x="6857325" y="3245025"/>
              <a:ext cx="13750" cy="55325"/>
            </a:xfrm>
            <a:custGeom>
              <a:rect b="b" l="l" r="r" t="t"/>
              <a:pathLst>
                <a:path extrusionOk="0" h="2213" w="550">
                  <a:moveTo>
                    <a:pt x="75" y="51"/>
                  </a:moveTo>
                  <a:cubicBezTo>
                    <a:pt x="0" y="738"/>
                    <a:pt x="63" y="1588"/>
                    <a:pt x="475" y="2188"/>
                  </a:cubicBezTo>
                  <a:cubicBezTo>
                    <a:pt x="500" y="2213"/>
                    <a:pt x="550" y="2200"/>
                    <a:pt x="537" y="2163"/>
                  </a:cubicBezTo>
                  <a:cubicBezTo>
                    <a:pt x="300" y="1438"/>
                    <a:pt x="75" y="825"/>
                    <a:pt x="150" y="51"/>
                  </a:cubicBezTo>
                  <a:cubicBezTo>
                    <a:pt x="150" y="1"/>
                    <a:pt x="87" y="1"/>
                    <a:pt x="75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3" name="Google Shape;4513;p103"/>
            <p:cNvSpPr/>
            <p:nvPr/>
          </p:nvSpPr>
          <p:spPr>
            <a:xfrm>
              <a:off x="6805150" y="2972925"/>
              <a:ext cx="96550" cy="81550"/>
            </a:xfrm>
            <a:custGeom>
              <a:rect b="b" l="l" r="r" t="t"/>
              <a:pathLst>
                <a:path extrusionOk="0" h="3262" w="3862">
                  <a:moveTo>
                    <a:pt x="3824" y="1025"/>
                  </a:moveTo>
                  <a:cubicBezTo>
                    <a:pt x="3187" y="475"/>
                    <a:pt x="2362" y="0"/>
                    <a:pt x="1487" y="187"/>
                  </a:cubicBezTo>
                  <a:cubicBezTo>
                    <a:pt x="662" y="375"/>
                    <a:pt x="50" y="1175"/>
                    <a:pt x="25" y="2012"/>
                  </a:cubicBezTo>
                  <a:cubicBezTo>
                    <a:pt x="0" y="2587"/>
                    <a:pt x="375" y="3262"/>
                    <a:pt x="1037" y="3187"/>
                  </a:cubicBezTo>
                  <a:cubicBezTo>
                    <a:pt x="1387" y="3149"/>
                    <a:pt x="1812" y="2799"/>
                    <a:pt x="1437" y="2512"/>
                  </a:cubicBezTo>
                  <a:cubicBezTo>
                    <a:pt x="1387" y="2487"/>
                    <a:pt x="1350" y="2549"/>
                    <a:pt x="1387" y="2587"/>
                  </a:cubicBezTo>
                  <a:cubicBezTo>
                    <a:pt x="562" y="3012"/>
                    <a:pt x="138" y="2862"/>
                    <a:pt x="125" y="2124"/>
                  </a:cubicBezTo>
                  <a:cubicBezTo>
                    <a:pt x="125" y="1812"/>
                    <a:pt x="200" y="1500"/>
                    <a:pt x="362" y="1225"/>
                  </a:cubicBezTo>
                  <a:cubicBezTo>
                    <a:pt x="562" y="787"/>
                    <a:pt x="950" y="462"/>
                    <a:pt x="1412" y="325"/>
                  </a:cubicBezTo>
                  <a:cubicBezTo>
                    <a:pt x="2299" y="88"/>
                    <a:pt x="3124" y="550"/>
                    <a:pt x="3787" y="1075"/>
                  </a:cubicBezTo>
                  <a:cubicBezTo>
                    <a:pt x="3824" y="1087"/>
                    <a:pt x="3862" y="1050"/>
                    <a:pt x="3837" y="10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4" name="Google Shape;4514;p103"/>
            <p:cNvSpPr/>
            <p:nvPr/>
          </p:nvSpPr>
          <p:spPr>
            <a:xfrm>
              <a:off x="6762350" y="2958850"/>
              <a:ext cx="110600" cy="22825"/>
            </a:xfrm>
            <a:custGeom>
              <a:rect b="b" l="l" r="r" t="t"/>
              <a:pathLst>
                <a:path extrusionOk="0" h="913" w="4424">
                  <a:moveTo>
                    <a:pt x="4399" y="825"/>
                  </a:moveTo>
                  <a:cubicBezTo>
                    <a:pt x="3874" y="376"/>
                    <a:pt x="3187" y="251"/>
                    <a:pt x="2524" y="176"/>
                  </a:cubicBezTo>
                  <a:cubicBezTo>
                    <a:pt x="1700" y="88"/>
                    <a:pt x="725" y="1"/>
                    <a:pt x="38" y="526"/>
                  </a:cubicBezTo>
                  <a:cubicBezTo>
                    <a:pt x="0" y="551"/>
                    <a:pt x="25" y="601"/>
                    <a:pt x="63" y="588"/>
                  </a:cubicBezTo>
                  <a:cubicBezTo>
                    <a:pt x="1187" y="1"/>
                    <a:pt x="3324" y="38"/>
                    <a:pt x="4324" y="875"/>
                  </a:cubicBezTo>
                  <a:cubicBezTo>
                    <a:pt x="4374" y="913"/>
                    <a:pt x="4424" y="863"/>
                    <a:pt x="4386" y="8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5" name="Google Shape;4515;p103"/>
            <p:cNvSpPr/>
            <p:nvPr/>
          </p:nvSpPr>
          <p:spPr>
            <a:xfrm>
              <a:off x="6751100" y="2969475"/>
              <a:ext cx="12200" cy="11900"/>
            </a:xfrm>
            <a:custGeom>
              <a:rect b="b" l="l" r="r" t="t"/>
              <a:pathLst>
                <a:path extrusionOk="0" h="476" w="488">
                  <a:moveTo>
                    <a:pt x="450" y="126"/>
                  </a:moveTo>
                  <a:cubicBezTo>
                    <a:pt x="488" y="213"/>
                    <a:pt x="463" y="313"/>
                    <a:pt x="400" y="388"/>
                  </a:cubicBezTo>
                  <a:cubicBezTo>
                    <a:pt x="338" y="450"/>
                    <a:pt x="238" y="475"/>
                    <a:pt x="150" y="463"/>
                  </a:cubicBezTo>
                  <a:cubicBezTo>
                    <a:pt x="125" y="450"/>
                    <a:pt x="88" y="438"/>
                    <a:pt x="63" y="425"/>
                  </a:cubicBezTo>
                  <a:cubicBezTo>
                    <a:pt x="38" y="388"/>
                    <a:pt x="25" y="350"/>
                    <a:pt x="25" y="313"/>
                  </a:cubicBezTo>
                  <a:cubicBezTo>
                    <a:pt x="0" y="188"/>
                    <a:pt x="63" y="63"/>
                    <a:pt x="175" y="13"/>
                  </a:cubicBezTo>
                  <a:cubicBezTo>
                    <a:pt x="313" y="1"/>
                    <a:pt x="425" y="101"/>
                    <a:pt x="425" y="2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6" name="Google Shape;4516;p103"/>
            <p:cNvSpPr/>
            <p:nvPr/>
          </p:nvSpPr>
          <p:spPr>
            <a:xfrm>
              <a:off x="6748600" y="2965425"/>
              <a:ext cx="17200" cy="22200"/>
            </a:xfrm>
            <a:custGeom>
              <a:rect b="b" l="l" r="r" t="t"/>
              <a:pathLst>
                <a:path extrusionOk="0" h="888" w="688">
                  <a:moveTo>
                    <a:pt x="475" y="300"/>
                  </a:moveTo>
                  <a:cubicBezTo>
                    <a:pt x="450" y="587"/>
                    <a:pt x="375" y="637"/>
                    <a:pt x="275" y="462"/>
                  </a:cubicBezTo>
                  <a:cubicBezTo>
                    <a:pt x="100" y="300"/>
                    <a:pt x="163" y="288"/>
                    <a:pt x="488" y="413"/>
                  </a:cubicBezTo>
                  <a:cubicBezTo>
                    <a:pt x="488" y="450"/>
                    <a:pt x="575" y="438"/>
                    <a:pt x="575" y="400"/>
                  </a:cubicBezTo>
                  <a:cubicBezTo>
                    <a:pt x="575" y="0"/>
                    <a:pt x="0" y="88"/>
                    <a:pt x="63" y="487"/>
                  </a:cubicBezTo>
                  <a:cubicBezTo>
                    <a:pt x="125" y="887"/>
                    <a:pt x="687" y="650"/>
                    <a:pt x="600" y="275"/>
                  </a:cubicBezTo>
                  <a:cubicBezTo>
                    <a:pt x="575" y="200"/>
                    <a:pt x="475" y="238"/>
                    <a:pt x="475" y="3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7" name="Google Shape;4517;p103"/>
            <p:cNvSpPr/>
            <p:nvPr/>
          </p:nvSpPr>
          <p:spPr>
            <a:xfrm>
              <a:off x="6927925" y="3207225"/>
              <a:ext cx="3450" cy="2850"/>
            </a:xfrm>
            <a:custGeom>
              <a:rect b="b" l="l" r="r" t="t"/>
              <a:pathLst>
                <a:path extrusionOk="0" h="114" w="138">
                  <a:moveTo>
                    <a:pt x="63" y="13"/>
                  </a:moveTo>
                  <a:lnTo>
                    <a:pt x="38" y="26"/>
                  </a:lnTo>
                  <a:cubicBezTo>
                    <a:pt x="0" y="38"/>
                    <a:pt x="0" y="76"/>
                    <a:pt x="38" y="88"/>
                  </a:cubicBezTo>
                  <a:lnTo>
                    <a:pt x="63" y="101"/>
                  </a:lnTo>
                  <a:cubicBezTo>
                    <a:pt x="125" y="113"/>
                    <a:pt x="138" y="1"/>
                    <a:pt x="63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8" name="Google Shape;4518;p103"/>
            <p:cNvSpPr/>
            <p:nvPr/>
          </p:nvSpPr>
          <p:spPr>
            <a:xfrm>
              <a:off x="6870125" y="3297525"/>
              <a:ext cx="17525" cy="42200"/>
            </a:xfrm>
            <a:custGeom>
              <a:rect b="b" l="l" r="r" t="t"/>
              <a:pathLst>
                <a:path extrusionOk="0" h="1688" w="701">
                  <a:moveTo>
                    <a:pt x="63" y="138"/>
                  </a:moveTo>
                  <a:cubicBezTo>
                    <a:pt x="313" y="225"/>
                    <a:pt x="425" y="662"/>
                    <a:pt x="475" y="887"/>
                  </a:cubicBezTo>
                  <a:cubicBezTo>
                    <a:pt x="513" y="1125"/>
                    <a:pt x="500" y="1375"/>
                    <a:pt x="463" y="1625"/>
                  </a:cubicBezTo>
                  <a:cubicBezTo>
                    <a:pt x="463" y="1675"/>
                    <a:pt x="550" y="1687"/>
                    <a:pt x="563" y="1637"/>
                  </a:cubicBezTo>
                  <a:cubicBezTo>
                    <a:pt x="700" y="1175"/>
                    <a:pt x="625" y="225"/>
                    <a:pt x="100" y="25"/>
                  </a:cubicBezTo>
                  <a:cubicBezTo>
                    <a:pt x="25" y="0"/>
                    <a:pt x="0" y="113"/>
                    <a:pt x="63" y="1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9" name="Google Shape;4519;p103"/>
            <p:cNvSpPr/>
            <p:nvPr/>
          </p:nvSpPr>
          <p:spPr>
            <a:xfrm>
              <a:off x="6865425" y="3297825"/>
              <a:ext cx="19725" cy="42200"/>
            </a:xfrm>
            <a:custGeom>
              <a:rect b="b" l="l" r="r" t="t"/>
              <a:pathLst>
                <a:path extrusionOk="0" h="1688" w="789">
                  <a:moveTo>
                    <a:pt x="751" y="1575"/>
                  </a:moveTo>
                  <a:cubicBezTo>
                    <a:pt x="376" y="1175"/>
                    <a:pt x="188" y="625"/>
                    <a:pt x="238" y="88"/>
                  </a:cubicBezTo>
                  <a:cubicBezTo>
                    <a:pt x="238" y="26"/>
                    <a:pt x="163" y="1"/>
                    <a:pt x="151" y="63"/>
                  </a:cubicBezTo>
                  <a:cubicBezTo>
                    <a:pt x="1" y="563"/>
                    <a:pt x="313" y="1288"/>
                    <a:pt x="676" y="1638"/>
                  </a:cubicBezTo>
                  <a:cubicBezTo>
                    <a:pt x="726" y="1688"/>
                    <a:pt x="788" y="1613"/>
                    <a:pt x="751" y="1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0" name="Google Shape;4520;p103"/>
            <p:cNvSpPr/>
            <p:nvPr/>
          </p:nvSpPr>
          <p:spPr>
            <a:xfrm>
              <a:off x="6831375" y="3237525"/>
              <a:ext cx="30025" cy="33150"/>
            </a:xfrm>
            <a:custGeom>
              <a:rect b="b" l="l" r="r" t="t"/>
              <a:pathLst>
                <a:path extrusionOk="0" h="1326" w="1201">
                  <a:moveTo>
                    <a:pt x="1101" y="51"/>
                  </a:moveTo>
                  <a:cubicBezTo>
                    <a:pt x="1125" y="363"/>
                    <a:pt x="951" y="613"/>
                    <a:pt x="763" y="863"/>
                  </a:cubicBezTo>
                  <a:cubicBezTo>
                    <a:pt x="588" y="1088"/>
                    <a:pt x="326" y="1225"/>
                    <a:pt x="38" y="1250"/>
                  </a:cubicBezTo>
                  <a:cubicBezTo>
                    <a:pt x="1" y="1250"/>
                    <a:pt x="13" y="1325"/>
                    <a:pt x="51" y="1325"/>
                  </a:cubicBezTo>
                  <a:cubicBezTo>
                    <a:pt x="351" y="1313"/>
                    <a:pt x="638" y="1163"/>
                    <a:pt x="813" y="913"/>
                  </a:cubicBezTo>
                  <a:cubicBezTo>
                    <a:pt x="1013" y="663"/>
                    <a:pt x="1200" y="388"/>
                    <a:pt x="1188" y="51"/>
                  </a:cubicBezTo>
                  <a:cubicBezTo>
                    <a:pt x="1188" y="1"/>
                    <a:pt x="1101" y="1"/>
                    <a:pt x="1101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1" name="Google Shape;4521;p103"/>
            <p:cNvSpPr/>
            <p:nvPr/>
          </p:nvSpPr>
          <p:spPr>
            <a:xfrm>
              <a:off x="6831700" y="3237850"/>
              <a:ext cx="29075" cy="33125"/>
            </a:xfrm>
            <a:custGeom>
              <a:rect b="b" l="l" r="r" t="t"/>
              <a:pathLst>
                <a:path extrusionOk="0" h="1325" w="1163">
                  <a:moveTo>
                    <a:pt x="75" y="1275"/>
                  </a:moveTo>
                  <a:cubicBezTo>
                    <a:pt x="150" y="1012"/>
                    <a:pt x="288" y="763"/>
                    <a:pt x="463" y="538"/>
                  </a:cubicBezTo>
                  <a:cubicBezTo>
                    <a:pt x="638" y="313"/>
                    <a:pt x="875" y="250"/>
                    <a:pt x="1112" y="113"/>
                  </a:cubicBezTo>
                  <a:cubicBezTo>
                    <a:pt x="1162" y="75"/>
                    <a:pt x="1125" y="0"/>
                    <a:pt x="1063" y="13"/>
                  </a:cubicBezTo>
                  <a:cubicBezTo>
                    <a:pt x="488" y="125"/>
                    <a:pt x="88" y="700"/>
                    <a:pt x="0" y="1262"/>
                  </a:cubicBezTo>
                  <a:cubicBezTo>
                    <a:pt x="0" y="1300"/>
                    <a:pt x="63" y="1325"/>
                    <a:pt x="75" y="12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2" name="Google Shape;4522;p103"/>
            <p:cNvSpPr/>
            <p:nvPr/>
          </p:nvSpPr>
          <p:spPr>
            <a:xfrm>
              <a:off x="6767025" y="2929475"/>
              <a:ext cx="86575" cy="38475"/>
            </a:xfrm>
            <a:custGeom>
              <a:rect b="b" l="l" r="r" t="t"/>
              <a:pathLst>
                <a:path extrusionOk="0" h="1539" w="3463">
                  <a:moveTo>
                    <a:pt x="3425" y="1451"/>
                  </a:moveTo>
                  <a:cubicBezTo>
                    <a:pt x="2437" y="713"/>
                    <a:pt x="1288" y="226"/>
                    <a:pt x="88" y="13"/>
                  </a:cubicBezTo>
                  <a:cubicBezTo>
                    <a:pt x="25" y="1"/>
                    <a:pt x="0" y="88"/>
                    <a:pt x="50" y="101"/>
                  </a:cubicBezTo>
                  <a:cubicBezTo>
                    <a:pt x="1250" y="326"/>
                    <a:pt x="2387" y="801"/>
                    <a:pt x="3387" y="1513"/>
                  </a:cubicBezTo>
                  <a:cubicBezTo>
                    <a:pt x="3425" y="1538"/>
                    <a:pt x="3462" y="1476"/>
                    <a:pt x="3425" y="14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3" name="Google Shape;4523;p103"/>
            <p:cNvSpPr/>
            <p:nvPr/>
          </p:nvSpPr>
          <p:spPr>
            <a:xfrm>
              <a:off x="6752650" y="2919175"/>
              <a:ext cx="16575" cy="17825"/>
            </a:xfrm>
            <a:custGeom>
              <a:rect b="b" l="l" r="r" t="t"/>
              <a:pathLst>
                <a:path extrusionOk="0" h="713" w="663">
                  <a:moveTo>
                    <a:pt x="525" y="463"/>
                  </a:moveTo>
                  <a:cubicBezTo>
                    <a:pt x="488" y="363"/>
                    <a:pt x="488" y="351"/>
                    <a:pt x="500" y="425"/>
                  </a:cubicBezTo>
                  <a:cubicBezTo>
                    <a:pt x="500" y="463"/>
                    <a:pt x="500" y="500"/>
                    <a:pt x="500" y="538"/>
                  </a:cubicBezTo>
                  <a:cubicBezTo>
                    <a:pt x="500" y="575"/>
                    <a:pt x="550" y="600"/>
                    <a:pt x="563" y="563"/>
                  </a:cubicBezTo>
                  <a:cubicBezTo>
                    <a:pt x="663" y="338"/>
                    <a:pt x="438" y="1"/>
                    <a:pt x="213" y="238"/>
                  </a:cubicBezTo>
                  <a:cubicBezTo>
                    <a:pt x="1" y="488"/>
                    <a:pt x="376" y="713"/>
                    <a:pt x="575" y="525"/>
                  </a:cubicBezTo>
                  <a:cubicBezTo>
                    <a:pt x="625" y="488"/>
                    <a:pt x="563" y="425"/>
                    <a:pt x="513" y="4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4" name="Google Shape;4524;p103"/>
            <p:cNvSpPr/>
            <p:nvPr/>
          </p:nvSpPr>
          <p:spPr>
            <a:xfrm>
              <a:off x="6783275" y="2974800"/>
              <a:ext cx="81875" cy="30325"/>
            </a:xfrm>
            <a:custGeom>
              <a:rect b="b" l="l" r="r" t="t"/>
              <a:pathLst>
                <a:path extrusionOk="0" h="1213" w="3275">
                  <a:moveTo>
                    <a:pt x="3212" y="137"/>
                  </a:moveTo>
                  <a:cubicBezTo>
                    <a:pt x="2112" y="0"/>
                    <a:pt x="738" y="225"/>
                    <a:pt x="13" y="1150"/>
                  </a:cubicBezTo>
                  <a:cubicBezTo>
                    <a:pt x="0" y="1187"/>
                    <a:pt x="25" y="1212"/>
                    <a:pt x="63" y="1200"/>
                  </a:cubicBezTo>
                  <a:cubicBezTo>
                    <a:pt x="1000" y="412"/>
                    <a:pt x="2000" y="87"/>
                    <a:pt x="3212" y="225"/>
                  </a:cubicBezTo>
                  <a:cubicBezTo>
                    <a:pt x="3274" y="225"/>
                    <a:pt x="3274" y="137"/>
                    <a:pt x="3212" y="1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5" name="Google Shape;4525;p103"/>
            <p:cNvSpPr/>
            <p:nvPr/>
          </p:nvSpPr>
          <p:spPr>
            <a:xfrm>
              <a:off x="6773575" y="3001650"/>
              <a:ext cx="14725" cy="13150"/>
            </a:xfrm>
            <a:custGeom>
              <a:rect b="b" l="l" r="r" t="t"/>
              <a:pathLst>
                <a:path extrusionOk="0" h="526" w="589">
                  <a:moveTo>
                    <a:pt x="338" y="426"/>
                  </a:moveTo>
                  <a:cubicBezTo>
                    <a:pt x="338" y="326"/>
                    <a:pt x="313" y="313"/>
                    <a:pt x="263" y="376"/>
                  </a:cubicBezTo>
                  <a:cubicBezTo>
                    <a:pt x="226" y="388"/>
                    <a:pt x="238" y="438"/>
                    <a:pt x="276" y="438"/>
                  </a:cubicBezTo>
                  <a:cubicBezTo>
                    <a:pt x="563" y="438"/>
                    <a:pt x="588" y="1"/>
                    <a:pt x="301" y="38"/>
                  </a:cubicBezTo>
                  <a:cubicBezTo>
                    <a:pt x="1" y="63"/>
                    <a:pt x="38" y="526"/>
                    <a:pt x="338" y="488"/>
                  </a:cubicBezTo>
                  <a:cubicBezTo>
                    <a:pt x="376" y="488"/>
                    <a:pt x="376" y="426"/>
                    <a:pt x="338" y="4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6" name="Google Shape;4526;p103"/>
            <p:cNvSpPr/>
            <p:nvPr/>
          </p:nvSpPr>
          <p:spPr>
            <a:xfrm>
              <a:off x="6888250" y="3178475"/>
              <a:ext cx="60325" cy="237475"/>
            </a:xfrm>
            <a:custGeom>
              <a:rect b="b" l="l" r="r" t="t"/>
              <a:pathLst>
                <a:path extrusionOk="0" h="9499" w="2413">
                  <a:moveTo>
                    <a:pt x="2337" y="38"/>
                  </a:moveTo>
                  <a:cubicBezTo>
                    <a:pt x="1650" y="1800"/>
                    <a:pt x="925" y="3125"/>
                    <a:pt x="738" y="5050"/>
                  </a:cubicBezTo>
                  <a:cubicBezTo>
                    <a:pt x="575" y="6762"/>
                    <a:pt x="975" y="8011"/>
                    <a:pt x="1925" y="9436"/>
                  </a:cubicBezTo>
                  <a:cubicBezTo>
                    <a:pt x="1975" y="9498"/>
                    <a:pt x="2075" y="9436"/>
                    <a:pt x="2037" y="9373"/>
                  </a:cubicBezTo>
                  <a:cubicBezTo>
                    <a:pt x="0" y="6049"/>
                    <a:pt x="1137" y="3375"/>
                    <a:pt x="2400" y="51"/>
                  </a:cubicBezTo>
                  <a:cubicBezTo>
                    <a:pt x="2412" y="13"/>
                    <a:pt x="2350" y="1"/>
                    <a:pt x="2337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7" name="Google Shape;4527;p103"/>
            <p:cNvSpPr/>
            <p:nvPr/>
          </p:nvSpPr>
          <p:spPr>
            <a:xfrm>
              <a:off x="6844200" y="2899500"/>
              <a:ext cx="49375" cy="31575"/>
            </a:xfrm>
            <a:custGeom>
              <a:rect b="b" l="l" r="r" t="t"/>
              <a:pathLst>
                <a:path extrusionOk="0" h="1263" w="1975">
                  <a:moveTo>
                    <a:pt x="1912" y="25"/>
                  </a:moveTo>
                  <a:cubicBezTo>
                    <a:pt x="1825" y="450"/>
                    <a:pt x="1612" y="838"/>
                    <a:pt x="1212" y="1025"/>
                  </a:cubicBezTo>
                  <a:cubicBezTo>
                    <a:pt x="712" y="1237"/>
                    <a:pt x="125" y="975"/>
                    <a:pt x="113" y="400"/>
                  </a:cubicBezTo>
                  <a:cubicBezTo>
                    <a:pt x="113" y="325"/>
                    <a:pt x="0" y="325"/>
                    <a:pt x="0" y="400"/>
                  </a:cubicBezTo>
                  <a:cubicBezTo>
                    <a:pt x="0" y="888"/>
                    <a:pt x="438" y="1262"/>
                    <a:pt x="925" y="1212"/>
                  </a:cubicBezTo>
                  <a:cubicBezTo>
                    <a:pt x="1525" y="1150"/>
                    <a:pt x="1875" y="613"/>
                    <a:pt x="1975" y="50"/>
                  </a:cubicBezTo>
                  <a:cubicBezTo>
                    <a:pt x="1975" y="13"/>
                    <a:pt x="1912" y="0"/>
                    <a:pt x="1912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8" name="Google Shape;4528;p103"/>
            <p:cNvSpPr/>
            <p:nvPr/>
          </p:nvSpPr>
          <p:spPr>
            <a:xfrm>
              <a:off x="6887300" y="3113825"/>
              <a:ext cx="31575" cy="62500"/>
            </a:xfrm>
            <a:custGeom>
              <a:rect b="b" l="l" r="r" t="t"/>
              <a:pathLst>
                <a:path extrusionOk="0" h="2500" w="1263">
                  <a:moveTo>
                    <a:pt x="626" y="2449"/>
                  </a:moveTo>
                  <a:cubicBezTo>
                    <a:pt x="626" y="2149"/>
                    <a:pt x="563" y="1850"/>
                    <a:pt x="426" y="1575"/>
                  </a:cubicBezTo>
                  <a:cubicBezTo>
                    <a:pt x="126" y="875"/>
                    <a:pt x="426" y="200"/>
                    <a:pt x="1225" y="88"/>
                  </a:cubicBezTo>
                  <a:cubicBezTo>
                    <a:pt x="1263" y="88"/>
                    <a:pt x="1250" y="13"/>
                    <a:pt x="1213" y="13"/>
                  </a:cubicBezTo>
                  <a:cubicBezTo>
                    <a:pt x="776" y="0"/>
                    <a:pt x="376" y="275"/>
                    <a:pt x="226" y="687"/>
                  </a:cubicBezTo>
                  <a:cubicBezTo>
                    <a:pt x="1" y="1325"/>
                    <a:pt x="563" y="1825"/>
                    <a:pt x="538" y="2449"/>
                  </a:cubicBezTo>
                  <a:cubicBezTo>
                    <a:pt x="538" y="2499"/>
                    <a:pt x="613" y="2499"/>
                    <a:pt x="626" y="244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9" name="Google Shape;4529;p103"/>
            <p:cNvSpPr/>
            <p:nvPr/>
          </p:nvSpPr>
          <p:spPr>
            <a:xfrm>
              <a:off x="6912925" y="3112575"/>
              <a:ext cx="21575" cy="30625"/>
            </a:xfrm>
            <a:custGeom>
              <a:rect b="b" l="l" r="r" t="t"/>
              <a:pathLst>
                <a:path extrusionOk="0" h="1225" w="863">
                  <a:moveTo>
                    <a:pt x="63" y="175"/>
                  </a:moveTo>
                  <a:cubicBezTo>
                    <a:pt x="588" y="0"/>
                    <a:pt x="825" y="837"/>
                    <a:pt x="575" y="1162"/>
                  </a:cubicBezTo>
                  <a:cubicBezTo>
                    <a:pt x="550" y="1200"/>
                    <a:pt x="588" y="1225"/>
                    <a:pt x="613" y="1212"/>
                  </a:cubicBezTo>
                  <a:cubicBezTo>
                    <a:pt x="863" y="1062"/>
                    <a:pt x="788" y="675"/>
                    <a:pt x="700" y="437"/>
                  </a:cubicBezTo>
                  <a:cubicBezTo>
                    <a:pt x="588" y="163"/>
                    <a:pt x="338" y="0"/>
                    <a:pt x="38" y="113"/>
                  </a:cubicBezTo>
                  <a:cubicBezTo>
                    <a:pt x="0" y="125"/>
                    <a:pt x="13" y="200"/>
                    <a:pt x="63" y="1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0" name="Google Shape;4530;p103"/>
            <p:cNvSpPr/>
            <p:nvPr/>
          </p:nvSpPr>
          <p:spPr>
            <a:xfrm>
              <a:off x="6775450" y="2872625"/>
              <a:ext cx="56575" cy="81250"/>
            </a:xfrm>
            <a:custGeom>
              <a:rect b="b" l="l" r="r" t="t"/>
              <a:pathLst>
                <a:path extrusionOk="0" h="3250" w="2263">
                  <a:moveTo>
                    <a:pt x="2213" y="3162"/>
                  </a:moveTo>
                  <a:cubicBezTo>
                    <a:pt x="1263" y="2350"/>
                    <a:pt x="201" y="1463"/>
                    <a:pt x="388" y="76"/>
                  </a:cubicBezTo>
                  <a:cubicBezTo>
                    <a:pt x="388" y="26"/>
                    <a:pt x="301" y="1"/>
                    <a:pt x="288" y="51"/>
                  </a:cubicBezTo>
                  <a:cubicBezTo>
                    <a:pt x="1" y="1450"/>
                    <a:pt x="1213" y="2425"/>
                    <a:pt x="2163" y="3212"/>
                  </a:cubicBezTo>
                  <a:cubicBezTo>
                    <a:pt x="2200" y="3250"/>
                    <a:pt x="2263" y="3187"/>
                    <a:pt x="2213" y="3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1" name="Google Shape;4531;p103"/>
            <p:cNvSpPr/>
            <p:nvPr/>
          </p:nvSpPr>
          <p:spPr>
            <a:xfrm>
              <a:off x="6867625" y="3101950"/>
              <a:ext cx="15325" cy="30950"/>
            </a:xfrm>
            <a:custGeom>
              <a:rect b="b" l="l" r="r" t="t"/>
              <a:pathLst>
                <a:path extrusionOk="0" h="1238" w="613">
                  <a:moveTo>
                    <a:pt x="588" y="1175"/>
                  </a:moveTo>
                  <a:cubicBezTo>
                    <a:pt x="613" y="950"/>
                    <a:pt x="563" y="725"/>
                    <a:pt x="450" y="525"/>
                  </a:cubicBezTo>
                  <a:cubicBezTo>
                    <a:pt x="375" y="325"/>
                    <a:pt x="250" y="150"/>
                    <a:pt x="88" y="25"/>
                  </a:cubicBezTo>
                  <a:cubicBezTo>
                    <a:pt x="50" y="0"/>
                    <a:pt x="0" y="63"/>
                    <a:pt x="38" y="100"/>
                  </a:cubicBezTo>
                  <a:cubicBezTo>
                    <a:pt x="313" y="388"/>
                    <a:pt x="488" y="775"/>
                    <a:pt x="500" y="1175"/>
                  </a:cubicBezTo>
                  <a:cubicBezTo>
                    <a:pt x="500" y="1237"/>
                    <a:pt x="588" y="1237"/>
                    <a:pt x="600" y="11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2" name="Google Shape;4532;p103"/>
            <p:cNvSpPr/>
            <p:nvPr/>
          </p:nvSpPr>
          <p:spPr>
            <a:xfrm>
              <a:off x="6861375" y="3101625"/>
              <a:ext cx="21900" cy="34075"/>
            </a:xfrm>
            <a:custGeom>
              <a:rect b="b" l="l" r="r" t="t"/>
              <a:pathLst>
                <a:path extrusionOk="0" h="1363" w="876">
                  <a:moveTo>
                    <a:pt x="238" y="51"/>
                  </a:moveTo>
                  <a:cubicBezTo>
                    <a:pt x="0" y="538"/>
                    <a:pt x="300" y="1150"/>
                    <a:pt x="775" y="1350"/>
                  </a:cubicBezTo>
                  <a:cubicBezTo>
                    <a:pt x="838" y="1363"/>
                    <a:pt x="875" y="1275"/>
                    <a:pt x="825" y="1250"/>
                  </a:cubicBezTo>
                  <a:cubicBezTo>
                    <a:pt x="413" y="1050"/>
                    <a:pt x="113" y="551"/>
                    <a:pt x="325" y="101"/>
                  </a:cubicBezTo>
                  <a:cubicBezTo>
                    <a:pt x="350" y="51"/>
                    <a:pt x="275" y="1"/>
                    <a:pt x="238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3" name="Google Shape;4533;p103"/>
            <p:cNvSpPr/>
            <p:nvPr/>
          </p:nvSpPr>
          <p:spPr>
            <a:xfrm>
              <a:off x="6864175" y="3338125"/>
              <a:ext cx="59700" cy="132175"/>
            </a:xfrm>
            <a:custGeom>
              <a:rect b="b" l="l" r="r" t="t"/>
              <a:pathLst>
                <a:path extrusionOk="0" h="5287" w="2388">
                  <a:moveTo>
                    <a:pt x="1738" y="63"/>
                  </a:moveTo>
                  <a:cubicBezTo>
                    <a:pt x="2038" y="1600"/>
                    <a:pt x="2350" y="4912"/>
                    <a:pt x="51" y="5212"/>
                  </a:cubicBezTo>
                  <a:cubicBezTo>
                    <a:pt x="1" y="5212"/>
                    <a:pt x="1" y="5287"/>
                    <a:pt x="51" y="5287"/>
                  </a:cubicBezTo>
                  <a:cubicBezTo>
                    <a:pt x="2388" y="5074"/>
                    <a:pt x="2125" y="1638"/>
                    <a:pt x="1813" y="51"/>
                  </a:cubicBezTo>
                  <a:cubicBezTo>
                    <a:pt x="1813" y="1"/>
                    <a:pt x="1738" y="26"/>
                    <a:pt x="1738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4" name="Google Shape;4534;p103"/>
            <p:cNvSpPr/>
            <p:nvPr/>
          </p:nvSpPr>
          <p:spPr>
            <a:xfrm>
              <a:off x="6826700" y="3402175"/>
              <a:ext cx="65000" cy="61250"/>
            </a:xfrm>
            <a:custGeom>
              <a:rect b="b" l="l" r="r" t="t"/>
              <a:pathLst>
                <a:path extrusionOk="0" h="2450" w="2600">
                  <a:moveTo>
                    <a:pt x="2537" y="1475"/>
                  </a:moveTo>
                  <a:cubicBezTo>
                    <a:pt x="2212" y="2100"/>
                    <a:pt x="1437" y="2362"/>
                    <a:pt x="838" y="1938"/>
                  </a:cubicBezTo>
                  <a:cubicBezTo>
                    <a:pt x="300" y="1563"/>
                    <a:pt x="138" y="588"/>
                    <a:pt x="650" y="125"/>
                  </a:cubicBezTo>
                  <a:cubicBezTo>
                    <a:pt x="700" y="76"/>
                    <a:pt x="638" y="1"/>
                    <a:pt x="575" y="51"/>
                  </a:cubicBezTo>
                  <a:cubicBezTo>
                    <a:pt x="0" y="538"/>
                    <a:pt x="200" y="1613"/>
                    <a:pt x="788" y="2012"/>
                  </a:cubicBezTo>
                  <a:cubicBezTo>
                    <a:pt x="1412" y="2450"/>
                    <a:pt x="2275" y="2200"/>
                    <a:pt x="2587" y="1500"/>
                  </a:cubicBezTo>
                  <a:cubicBezTo>
                    <a:pt x="2600" y="1475"/>
                    <a:pt x="2550" y="1438"/>
                    <a:pt x="2537" y="1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5" name="Google Shape;4535;p103"/>
            <p:cNvSpPr/>
            <p:nvPr/>
          </p:nvSpPr>
          <p:spPr>
            <a:xfrm>
              <a:off x="6837325" y="3392175"/>
              <a:ext cx="46575" cy="35950"/>
            </a:xfrm>
            <a:custGeom>
              <a:rect b="b" l="l" r="r" t="t"/>
              <a:pathLst>
                <a:path extrusionOk="0" h="1438" w="1863">
                  <a:moveTo>
                    <a:pt x="75" y="738"/>
                  </a:moveTo>
                  <a:cubicBezTo>
                    <a:pt x="263" y="326"/>
                    <a:pt x="738" y="138"/>
                    <a:pt x="1150" y="301"/>
                  </a:cubicBezTo>
                  <a:cubicBezTo>
                    <a:pt x="1587" y="488"/>
                    <a:pt x="1712" y="938"/>
                    <a:pt x="1575" y="1363"/>
                  </a:cubicBezTo>
                  <a:cubicBezTo>
                    <a:pt x="1562" y="1413"/>
                    <a:pt x="1637" y="1438"/>
                    <a:pt x="1662" y="1400"/>
                  </a:cubicBezTo>
                  <a:cubicBezTo>
                    <a:pt x="1862" y="938"/>
                    <a:pt x="1650" y="401"/>
                    <a:pt x="1200" y="201"/>
                  </a:cubicBezTo>
                  <a:cubicBezTo>
                    <a:pt x="738" y="1"/>
                    <a:pt x="200" y="226"/>
                    <a:pt x="13" y="700"/>
                  </a:cubicBezTo>
                  <a:cubicBezTo>
                    <a:pt x="0" y="738"/>
                    <a:pt x="50" y="775"/>
                    <a:pt x="75" y="7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6" name="Google Shape;4536;p103"/>
            <p:cNvSpPr/>
            <p:nvPr/>
          </p:nvSpPr>
          <p:spPr>
            <a:xfrm>
              <a:off x="6849500" y="3422475"/>
              <a:ext cx="30950" cy="17525"/>
            </a:xfrm>
            <a:custGeom>
              <a:rect b="b" l="l" r="r" t="t"/>
              <a:pathLst>
                <a:path extrusionOk="0" h="701" w="1238">
                  <a:moveTo>
                    <a:pt x="1125" y="51"/>
                  </a:moveTo>
                  <a:cubicBezTo>
                    <a:pt x="1163" y="638"/>
                    <a:pt x="13" y="701"/>
                    <a:pt x="201" y="88"/>
                  </a:cubicBezTo>
                  <a:cubicBezTo>
                    <a:pt x="226" y="26"/>
                    <a:pt x="138" y="13"/>
                    <a:pt x="113" y="63"/>
                  </a:cubicBezTo>
                  <a:cubicBezTo>
                    <a:pt x="1" y="351"/>
                    <a:pt x="263" y="626"/>
                    <a:pt x="550" y="626"/>
                  </a:cubicBezTo>
                  <a:cubicBezTo>
                    <a:pt x="838" y="626"/>
                    <a:pt x="1238" y="388"/>
                    <a:pt x="1200" y="51"/>
                  </a:cubicBezTo>
                  <a:cubicBezTo>
                    <a:pt x="1200" y="1"/>
                    <a:pt x="1125" y="1"/>
                    <a:pt x="1125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7" name="Google Shape;4537;p103"/>
            <p:cNvSpPr/>
            <p:nvPr/>
          </p:nvSpPr>
          <p:spPr>
            <a:xfrm>
              <a:off x="6819200" y="3138500"/>
              <a:ext cx="71575" cy="55325"/>
            </a:xfrm>
            <a:custGeom>
              <a:rect b="b" l="l" r="r" t="t"/>
              <a:pathLst>
                <a:path extrusionOk="0" h="2213" w="2863">
                  <a:moveTo>
                    <a:pt x="2812" y="388"/>
                  </a:moveTo>
                  <a:cubicBezTo>
                    <a:pt x="1538" y="0"/>
                    <a:pt x="100" y="788"/>
                    <a:pt x="0" y="2175"/>
                  </a:cubicBezTo>
                  <a:cubicBezTo>
                    <a:pt x="0" y="2212"/>
                    <a:pt x="50" y="2212"/>
                    <a:pt x="50" y="2187"/>
                  </a:cubicBezTo>
                  <a:cubicBezTo>
                    <a:pt x="375" y="925"/>
                    <a:pt x="1463" y="113"/>
                    <a:pt x="2787" y="463"/>
                  </a:cubicBezTo>
                  <a:cubicBezTo>
                    <a:pt x="2837" y="475"/>
                    <a:pt x="2862" y="400"/>
                    <a:pt x="2800" y="3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8" name="Google Shape;4538;p103"/>
            <p:cNvSpPr/>
            <p:nvPr/>
          </p:nvSpPr>
          <p:spPr>
            <a:xfrm>
              <a:off x="6798275" y="2819200"/>
              <a:ext cx="15325" cy="20025"/>
            </a:xfrm>
            <a:custGeom>
              <a:rect b="b" l="l" r="r" t="t"/>
              <a:pathLst>
                <a:path extrusionOk="0" h="801" w="613">
                  <a:moveTo>
                    <a:pt x="550" y="688"/>
                  </a:moveTo>
                  <a:cubicBezTo>
                    <a:pt x="325" y="538"/>
                    <a:pt x="163" y="313"/>
                    <a:pt x="100" y="51"/>
                  </a:cubicBezTo>
                  <a:cubicBezTo>
                    <a:pt x="88" y="1"/>
                    <a:pt x="0" y="1"/>
                    <a:pt x="0" y="63"/>
                  </a:cubicBezTo>
                  <a:cubicBezTo>
                    <a:pt x="50" y="363"/>
                    <a:pt x="238" y="625"/>
                    <a:pt x="513" y="775"/>
                  </a:cubicBezTo>
                  <a:cubicBezTo>
                    <a:pt x="562" y="800"/>
                    <a:pt x="612" y="713"/>
                    <a:pt x="550" y="6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9" name="Google Shape;4539;p103"/>
            <p:cNvSpPr/>
            <p:nvPr/>
          </p:nvSpPr>
          <p:spPr>
            <a:xfrm>
              <a:off x="6794825" y="2818575"/>
              <a:ext cx="5975" cy="16900"/>
            </a:xfrm>
            <a:custGeom>
              <a:rect b="b" l="l" r="r" t="t"/>
              <a:pathLst>
                <a:path extrusionOk="0" h="676" w="239">
                  <a:moveTo>
                    <a:pt x="101" y="76"/>
                  </a:moveTo>
                  <a:cubicBezTo>
                    <a:pt x="26" y="238"/>
                    <a:pt x="1" y="426"/>
                    <a:pt x="26" y="613"/>
                  </a:cubicBezTo>
                  <a:cubicBezTo>
                    <a:pt x="38" y="675"/>
                    <a:pt x="138" y="663"/>
                    <a:pt x="138" y="601"/>
                  </a:cubicBezTo>
                  <a:cubicBezTo>
                    <a:pt x="138" y="426"/>
                    <a:pt x="163" y="263"/>
                    <a:pt x="213" y="101"/>
                  </a:cubicBezTo>
                  <a:cubicBezTo>
                    <a:pt x="238" y="26"/>
                    <a:pt x="126" y="1"/>
                    <a:pt x="101" y="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0" name="Google Shape;4540;p103"/>
            <p:cNvSpPr/>
            <p:nvPr/>
          </p:nvSpPr>
          <p:spPr>
            <a:xfrm>
              <a:off x="6810775" y="2837625"/>
              <a:ext cx="7500" cy="9400"/>
            </a:xfrm>
            <a:custGeom>
              <a:rect b="b" l="l" r="r" t="t"/>
              <a:pathLst>
                <a:path extrusionOk="0" h="376" w="300">
                  <a:moveTo>
                    <a:pt x="75" y="101"/>
                  </a:moveTo>
                  <a:cubicBezTo>
                    <a:pt x="112" y="163"/>
                    <a:pt x="87" y="226"/>
                    <a:pt x="38" y="263"/>
                  </a:cubicBezTo>
                  <a:cubicBezTo>
                    <a:pt x="0" y="301"/>
                    <a:pt x="38" y="376"/>
                    <a:pt x="87" y="351"/>
                  </a:cubicBezTo>
                  <a:cubicBezTo>
                    <a:pt x="237" y="288"/>
                    <a:pt x="300" y="113"/>
                    <a:pt x="137" y="26"/>
                  </a:cubicBezTo>
                  <a:cubicBezTo>
                    <a:pt x="87" y="1"/>
                    <a:pt x="38" y="63"/>
                    <a:pt x="75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1" name="Google Shape;4541;p103"/>
            <p:cNvSpPr/>
            <p:nvPr/>
          </p:nvSpPr>
          <p:spPr>
            <a:xfrm>
              <a:off x="6797325" y="2844825"/>
              <a:ext cx="15650" cy="20325"/>
            </a:xfrm>
            <a:custGeom>
              <a:rect b="b" l="l" r="r" t="t"/>
              <a:pathLst>
                <a:path extrusionOk="0" h="813" w="626">
                  <a:moveTo>
                    <a:pt x="526" y="25"/>
                  </a:moveTo>
                  <a:cubicBezTo>
                    <a:pt x="288" y="188"/>
                    <a:pt x="1" y="450"/>
                    <a:pt x="63" y="763"/>
                  </a:cubicBezTo>
                  <a:cubicBezTo>
                    <a:pt x="76" y="813"/>
                    <a:pt x="138" y="813"/>
                    <a:pt x="151" y="763"/>
                  </a:cubicBezTo>
                  <a:cubicBezTo>
                    <a:pt x="201" y="500"/>
                    <a:pt x="363" y="263"/>
                    <a:pt x="588" y="100"/>
                  </a:cubicBezTo>
                  <a:cubicBezTo>
                    <a:pt x="625" y="63"/>
                    <a:pt x="576" y="0"/>
                    <a:pt x="526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2" name="Google Shape;4542;p103"/>
            <p:cNvSpPr/>
            <p:nvPr/>
          </p:nvSpPr>
          <p:spPr>
            <a:xfrm>
              <a:off x="6792950" y="2840450"/>
              <a:ext cx="10025" cy="24075"/>
            </a:xfrm>
            <a:custGeom>
              <a:rect b="b" l="l" r="r" t="t"/>
              <a:pathLst>
                <a:path extrusionOk="0" h="963" w="401">
                  <a:moveTo>
                    <a:pt x="288" y="850"/>
                  </a:moveTo>
                  <a:cubicBezTo>
                    <a:pt x="113" y="613"/>
                    <a:pt x="188" y="350"/>
                    <a:pt x="351" y="138"/>
                  </a:cubicBezTo>
                  <a:cubicBezTo>
                    <a:pt x="401" y="75"/>
                    <a:pt x="326" y="0"/>
                    <a:pt x="276" y="50"/>
                  </a:cubicBezTo>
                  <a:cubicBezTo>
                    <a:pt x="26" y="275"/>
                    <a:pt x="1" y="663"/>
                    <a:pt x="201" y="925"/>
                  </a:cubicBezTo>
                  <a:cubicBezTo>
                    <a:pt x="238" y="963"/>
                    <a:pt x="326" y="900"/>
                    <a:pt x="288" y="8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3" name="Google Shape;4543;p103"/>
            <p:cNvSpPr/>
            <p:nvPr/>
          </p:nvSpPr>
          <p:spPr>
            <a:xfrm>
              <a:off x="6795150" y="2829825"/>
              <a:ext cx="8150" cy="14075"/>
            </a:xfrm>
            <a:custGeom>
              <a:rect b="b" l="l" r="r" t="t"/>
              <a:pathLst>
                <a:path extrusionOk="0" h="563" w="326">
                  <a:moveTo>
                    <a:pt x="263" y="425"/>
                  </a:moveTo>
                  <a:cubicBezTo>
                    <a:pt x="175" y="325"/>
                    <a:pt x="125" y="200"/>
                    <a:pt x="113" y="63"/>
                  </a:cubicBezTo>
                  <a:cubicBezTo>
                    <a:pt x="100" y="1"/>
                    <a:pt x="13" y="26"/>
                    <a:pt x="13" y="76"/>
                  </a:cubicBezTo>
                  <a:cubicBezTo>
                    <a:pt x="0" y="238"/>
                    <a:pt x="63" y="400"/>
                    <a:pt x="188" y="500"/>
                  </a:cubicBezTo>
                  <a:cubicBezTo>
                    <a:pt x="238" y="563"/>
                    <a:pt x="325" y="475"/>
                    <a:pt x="263" y="4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4" name="Google Shape;4544;p103"/>
            <p:cNvSpPr/>
            <p:nvPr/>
          </p:nvSpPr>
          <p:spPr>
            <a:xfrm>
              <a:off x="6781075" y="2835125"/>
              <a:ext cx="12525" cy="14400"/>
            </a:xfrm>
            <a:custGeom>
              <a:rect b="b" l="l" r="r" t="t"/>
              <a:pathLst>
                <a:path extrusionOk="0" h="576" w="501">
                  <a:moveTo>
                    <a:pt x="476" y="288"/>
                  </a:moveTo>
                  <a:cubicBezTo>
                    <a:pt x="463" y="163"/>
                    <a:pt x="426" y="38"/>
                    <a:pt x="288" y="13"/>
                  </a:cubicBezTo>
                  <a:cubicBezTo>
                    <a:pt x="163" y="1"/>
                    <a:pt x="63" y="88"/>
                    <a:pt x="63" y="213"/>
                  </a:cubicBezTo>
                  <a:cubicBezTo>
                    <a:pt x="1" y="501"/>
                    <a:pt x="463" y="576"/>
                    <a:pt x="488" y="263"/>
                  </a:cubicBezTo>
                  <a:cubicBezTo>
                    <a:pt x="501" y="188"/>
                    <a:pt x="376" y="176"/>
                    <a:pt x="363" y="251"/>
                  </a:cubicBezTo>
                  <a:cubicBezTo>
                    <a:pt x="363" y="263"/>
                    <a:pt x="363" y="276"/>
                    <a:pt x="351" y="288"/>
                  </a:cubicBezTo>
                  <a:cubicBezTo>
                    <a:pt x="351" y="376"/>
                    <a:pt x="488" y="376"/>
                    <a:pt x="476" y="2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5" name="Google Shape;4545;p103"/>
            <p:cNvSpPr/>
            <p:nvPr/>
          </p:nvSpPr>
          <p:spPr>
            <a:xfrm>
              <a:off x="695500" y="2835450"/>
              <a:ext cx="104675" cy="111250"/>
            </a:xfrm>
            <a:custGeom>
              <a:rect b="b" l="l" r="r" t="t"/>
              <a:pathLst>
                <a:path extrusionOk="0" h="4450" w="4187">
                  <a:moveTo>
                    <a:pt x="288" y="2650"/>
                  </a:moveTo>
                  <a:cubicBezTo>
                    <a:pt x="100" y="1075"/>
                    <a:pt x="1912" y="0"/>
                    <a:pt x="3124" y="1125"/>
                  </a:cubicBezTo>
                  <a:cubicBezTo>
                    <a:pt x="4062" y="2000"/>
                    <a:pt x="3624" y="3475"/>
                    <a:pt x="2974" y="4374"/>
                  </a:cubicBezTo>
                  <a:cubicBezTo>
                    <a:pt x="2949" y="4412"/>
                    <a:pt x="2999" y="4449"/>
                    <a:pt x="3037" y="4424"/>
                  </a:cubicBezTo>
                  <a:cubicBezTo>
                    <a:pt x="3974" y="3412"/>
                    <a:pt x="4187" y="1475"/>
                    <a:pt x="2799" y="738"/>
                  </a:cubicBezTo>
                  <a:cubicBezTo>
                    <a:pt x="1450" y="25"/>
                    <a:pt x="0" y="1213"/>
                    <a:pt x="188" y="2650"/>
                  </a:cubicBezTo>
                  <a:cubicBezTo>
                    <a:pt x="188" y="2712"/>
                    <a:pt x="300" y="2725"/>
                    <a:pt x="288" y="2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6" name="Google Shape;4546;p103"/>
            <p:cNvSpPr/>
            <p:nvPr/>
          </p:nvSpPr>
          <p:spPr>
            <a:xfrm>
              <a:off x="628000" y="2941675"/>
              <a:ext cx="146875" cy="263700"/>
            </a:xfrm>
            <a:custGeom>
              <a:rect b="b" l="l" r="r" t="t"/>
              <a:pathLst>
                <a:path extrusionOk="0" h="10548" w="5875">
                  <a:moveTo>
                    <a:pt x="5812" y="25"/>
                  </a:moveTo>
                  <a:cubicBezTo>
                    <a:pt x="3937" y="1350"/>
                    <a:pt x="1513" y="2550"/>
                    <a:pt x="738" y="4862"/>
                  </a:cubicBezTo>
                  <a:cubicBezTo>
                    <a:pt x="151" y="6599"/>
                    <a:pt x="1" y="9073"/>
                    <a:pt x="1263" y="10523"/>
                  </a:cubicBezTo>
                  <a:cubicBezTo>
                    <a:pt x="1288" y="10548"/>
                    <a:pt x="1338" y="10510"/>
                    <a:pt x="1313" y="10485"/>
                  </a:cubicBezTo>
                  <a:cubicBezTo>
                    <a:pt x="113" y="8848"/>
                    <a:pt x="288" y="6086"/>
                    <a:pt x="1138" y="4324"/>
                  </a:cubicBezTo>
                  <a:cubicBezTo>
                    <a:pt x="2063" y="2412"/>
                    <a:pt x="4175" y="1300"/>
                    <a:pt x="5837" y="100"/>
                  </a:cubicBezTo>
                  <a:cubicBezTo>
                    <a:pt x="5874" y="63"/>
                    <a:pt x="5837" y="0"/>
                    <a:pt x="5799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7" name="Google Shape;4547;p103"/>
            <p:cNvSpPr/>
            <p:nvPr/>
          </p:nvSpPr>
          <p:spPr>
            <a:xfrm>
              <a:off x="668000" y="3137875"/>
              <a:ext cx="85000" cy="100300"/>
            </a:xfrm>
            <a:custGeom>
              <a:rect b="b" l="l" r="r" t="t"/>
              <a:pathLst>
                <a:path extrusionOk="0" h="4012" w="3400">
                  <a:moveTo>
                    <a:pt x="38" y="2925"/>
                  </a:moveTo>
                  <a:cubicBezTo>
                    <a:pt x="900" y="3424"/>
                    <a:pt x="2075" y="3624"/>
                    <a:pt x="2812" y="2787"/>
                  </a:cubicBezTo>
                  <a:cubicBezTo>
                    <a:pt x="3237" y="2312"/>
                    <a:pt x="3400" y="1175"/>
                    <a:pt x="2975" y="625"/>
                  </a:cubicBezTo>
                  <a:cubicBezTo>
                    <a:pt x="2500" y="0"/>
                    <a:pt x="1350" y="88"/>
                    <a:pt x="1025" y="825"/>
                  </a:cubicBezTo>
                  <a:cubicBezTo>
                    <a:pt x="813" y="1262"/>
                    <a:pt x="838" y="1775"/>
                    <a:pt x="1088" y="2200"/>
                  </a:cubicBezTo>
                  <a:cubicBezTo>
                    <a:pt x="1450" y="2837"/>
                    <a:pt x="2425" y="3237"/>
                    <a:pt x="2537" y="3987"/>
                  </a:cubicBezTo>
                  <a:cubicBezTo>
                    <a:pt x="2537" y="4012"/>
                    <a:pt x="2575" y="4012"/>
                    <a:pt x="2575" y="3987"/>
                  </a:cubicBezTo>
                  <a:cubicBezTo>
                    <a:pt x="2562" y="3574"/>
                    <a:pt x="2287" y="3337"/>
                    <a:pt x="2000" y="3062"/>
                  </a:cubicBezTo>
                  <a:cubicBezTo>
                    <a:pt x="1713" y="2787"/>
                    <a:pt x="1350" y="2500"/>
                    <a:pt x="1188" y="2150"/>
                  </a:cubicBezTo>
                  <a:cubicBezTo>
                    <a:pt x="825" y="1287"/>
                    <a:pt x="1075" y="288"/>
                    <a:pt x="2200" y="425"/>
                  </a:cubicBezTo>
                  <a:cubicBezTo>
                    <a:pt x="2550" y="350"/>
                    <a:pt x="2762" y="488"/>
                    <a:pt x="2837" y="838"/>
                  </a:cubicBezTo>
                  <a:cubicBezTo>
                    <a:pt x="2975" y="913"/>
                    <a:pt x="3050" y="1063"/>
                    <a:pt x="3050" y="1212"/>
                  </a:cubicBezTo>
                  <a:cubicBezTo>
                    <a:pt x="3062" y="1275"/>
                    <a:pt x="3062" y="1337"/>
                    <a:pt x="3050" y="1400"/>
                  </a:cubicBezTo>
                  <a:cubicBezTo>
                    <a:pt x="3087" y="1650"/>
                    <a:pt x="3075" y="1912"/>
                    <a:pt x="3025" y="2162"/>
                  </a:cubicBezTo>
                  <a:cubicBezTo>
                    <a:pt x="2687" y="3524"/>
                    <a:pt x="1025" y="3399"/>
                    <a:pt x="75" y="2862"/>
                  </a:cubicBezTo>
                  <a:cubicBezTo>
                    <a:pt x="38" y="2837"/>
                    <a:pt x="0" y="2900"/>
                    <a:pt x="38" y="29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8" name="Google Shape;4548;p103"/>
            <p:cNvSpPr/>
            <p:nvPr/>
          </p:nvSpPr>
          <p:spPr>
            <a:xfrm>
              <a:off x="722350" y="3245025"/>
              <a:ext cx="13775" cy="55325"/>
            </a:xfrm>
            <a:custGeom>
              <a:rect b="b" l="l" r="r" t="t"/>
              <a:pathLst>
                <a:path extrusionOk="0" h="2213" w="551">
                  <a:moveTo>
                    <a:pt x="401" y="51"/>
                  </a:moveTo>
                  <a:cubicBezTo>
                    <a:pt x="476" y="825"/>
                    <a:pt x="238" y="1438"/>
                    <a:pt x="13" y="2163"/>
                  </a:cubicBezTo>
                  <a:cubicBezTo>
                    <a:pt x="1" y="2200"/>
                    <a:pt x="51" y="2213"/>
                    <a:pt x="76" y="2188"/>
                  </a:cubicBezTo>
                  <a:cubicBezTo>
                    <a:pt x="488" y="1588"/>
                    <a:pt x="551" y="738"/>
                    <a:pt x="476" y="51"/>
                  </a:cubicBezTo>
                  <a:cubicBezTo>
                    <a:pt x="476" y="1"/>
                    <a:pt x="388" y="1"/>
                    <a:pt x="401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9" name="Google Shape;4549;p103"/>
            <p:cNvSpPr/>
            <p:nvPr/>
          </p:nvSpPr>
          <p:spPr>
            <a:xfrm>
              <a:off x="692050" y="2972300"/>
              <a:ext cx="96575" cy="82175"/>
            </a:xfrm>
            <a:custGeom>
              <a:rect b="b" l="l" r="r" t="t"/>
              <a:pathLst>
                <a:path extrusionOk="0" h="3287" w="3863">
                  <a:moveTo>
                    <a:pt x="63" y="1100"/>
                  </a:moveTo>
                  <a:cubicBezTo>
                    <a:pt x="738" y="575"/>
                    <a:pt x="1563" y="113"/>
                    <a:pt x="2450" y="350"/>
                  </a:cubicBezTo>
                  <a:cubicBezTo>
                    <a:pt x="2900" y="487"/>
                    <a:pt x="3287" y="812"/>
                    <a:pt x="3500" y="1250"/>
                  </a:cubicBezTo>
                  <a:cubicBezTo>
                    <a:pt x="3650" y="1525"/>
                    <a:pt x="3737" y="1837"/>
                    <a:pt x="3737" y="2149"/>
                  </a:cubicBezTo>
                  <a:cubicBezTo>
                    <a:pt x="3725" y="2887"/>
                    <a:pt x="3300" y="3037"/>
                    <a:pt x="2463" y="2612"/>
                  </a:cubicBezTo>
                  <a:cubicBezTo>
                    <a:pt x="2500" y="2574"/>
                    <a:pt x="2463" y="2512"/>
                    <a:pt x="2425" y="2537"/>
                  </a:cubicBezTo>
                  <a:cubicBezTo>
                    <a:pt x="2050" y="2824"/>
                    <a:pt x="2463" y="3162"/>
                    <a:pt x="2812" y="3212"/>
                  </a:cubicBezTo>
                  <a:cubicBezTo>
                    <a:pt x="3475" y="3287"/>
                    <a:pt x="3862" y="2612"/>
                    <a:pt x="3837" y="2037"/>
                  </a:cubicBezTo>
                  <a:cubicBezTo>
                    <a:pt x="3812" y="1237"/>
                    <a:pt x="3250" y="450"/>
                    <a:pt x="2475" y="250"/>
                  </a:cubicBezTo>
                  <a:cubicBezTo>
                    <a:pt x="1550" y="0"/>
                    <a:pt x="701" y="475"/>
                    <a:pt x="26" y="1050"/>
                  </a:cubicBezTo>
                  <a:cubicBezTo>
                    <a:pt x="1" y="1075"/>
                    <a:pt x="38" y="1112"/>
                    <a:pt x="63" y="1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0" name="Google Shape;4550;p103"/>
            <p:cNvSpPr/>
            <p:nvPr/>
          </p:nvSpPr>
          <p:spPr>
            <a:xfrm>
              <a:off x="720175" y="2958850"/>
              <a:ext cx="110625" cy="22825"/>
            </a:xfrm>
            <a:custGeom>
              <a:rect b="b" l="l" r="r" t="t"/>
              <a:pathLst>
                <a:path extrusionOk="0" h="913" w="4425">
                  <a:moveTo>
                    <a:pt x="100" y="875"/>
                  </a:moveTo>
                  <a:cubicBezTo>
                    <a:pt x="1100" y="38"/>
                    <a:pt x="3250" y="1"/>
                    <a:pt x="4362" y="588"/>
                  </a:cubicBezTo>
                  <a:cubicBezTo>
                    <a:pt x="4399" y="601"/>
                    <a:pt x="4424" y="551"/>
                    <a:pt x="4399" y="526"/>
                  </a:cubicBezTo>
                  <a:cubicBezTo>
                    <a:pt x="3712" y="1"/>
                    <a:pt x="2725" y="88"/>
                    <a:pt x="1912" y="176"/>
                  </a:cubicBezTo>
                  <a:cubicBezTo>
                    <a:pt x="1250" y="251"/>
                    <a:pt x="563" y="376"/>
                    <a:pt x="38" y="825"/>
                  </a:cubicBezTo>
                  <a:cubicBezTo>
                    <a:pt x="0" y="863"/>
                    <a:pt x="63" y="913"/>
                    <a:pt x="100" y="8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1" name="Google Shape;4551;p103"/>
            <p:cNvSpPr/>
            <p:nvPr/>
          </p:nvSpPr>
          <p:spPr>
            <a:xfrm>
              <a:off x="830150" y="2969475"/>
              <a:ext cx="12200" cy="11900"/>
            </a:xfrm>
            <a:custGeom>
              <a:rect b="b" l="l" r="r" t="t"/>
              <a:pathLst>
                <a:path extrusionOk="0" h="476" w="488">
                  <a:moveTo>
                    <a:pt x="50" y="126"/>
                  </a:moveTo>
                  <a:cubicBezTo>
                    <a:pt x="0" y="213"/>
                    <a:pt x="25" y="325"/>
                    <a:pt x="88" y="388"/>
                  </a:cubicBezTo>
                  <a:cubicBezTo>
                    <a:pt x="163" y="450"/>
                    <a:pt x="250" y="475"/>
                    <a:pt x="338" y="463"/>
                  </a:cubicBezTo>
                  <a:cubicBezTo>
                    <a:pt x="375" y="450"/>
                    <a:pt x="400" y="438"/>
                    <a:pt x="425" y="425"/>
                  </a:cubicBezTo>
                  <a:cubicBezTo>
                    <a:pt x="450" y="388"/>
                    <a:pt x="463" y="350"/>
                    <a:pt x="463" y="313"/>
                  </a:cubicBezTo>
                  <a:cubicBezTo>
                    <a:pt x="488" y="188"/>
                    <a:pt x="425" y="63"/>
                    <a:pt x="300" y="13"/>
                  </a:cubicBezTo>
                  <a:cubicBezTo>
                    <a:pt x="175" y="1"/>
                    <a:pt x="50" y="101"/>
                    <a:pt x="50" y="2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2" name="Google Shape;4552;p103"/>
            <p:cNvSpPr/>
            <p:nvPr/>
          </p:nvSpPr>
          <p:spPr>
            <a:xfrm>
              <a:off x="828275" y="2965425"/>
              <a:ext cx="16275" cy="17825"/>
            </a:xfrm>
            <a:custGeom>
              <a:rect b="b" l="l" r="r" t="t"/>
              <a:pathLst>
                <a:path extrusionOk="0" h="713" w="651">
                  <a:moveTo>
                    <a:pt x="63" y="275"/>
                  </a:moveTo>
                  <a:cubicBezTo>
                    <a:pt x="0" y="438"/>
                    <a:pt x="88" y="625"/>
                    <a:pt x="263" y="675"/>
                  </a:cubicBezTo>
                  <a:cubicBezTo>
                    <a:pt x="425" y="712"/>
                    <a:pt x="575" y="650"/>
                    <a:pt x="588" y="487"/>
                  </a:cubicBezTo>
                  <a:cubicBezTo>
                    <a:pt x="650" y="88"/>
                    <a:pt x="88" y="0"/>
                    <a:pt x="88" y="400"/>
                  </a:cubicBezTo>
                  <a:cubicBezTo>
                    <a:pt x="88" y="438"/>
                    <a:pt x="163" y="450"/>
                    <a:pt x="163" y="413"/>
                  </a:cubicBezTo>
                  <a:cubicBezTo>
                    <a:pt x="488" y="288"/>
                    <a:pt x="563" y="313"/>
                    <a:pt x="388" y="462"/>
                  </a:cubicBezTo>
                  <a:cubicBezTo>
                    <a:pt x="275" y="637"/>
                    <a:pt x="213" y="587"/>
                    <a:pt x="175" y="300"/>
                  </a:cubicBezTo>
                  <a:cubicBezTo>
                    <a:pt x="188" y="238"/>
                    <a:pt x="88" y="200"/>
                    <a:pt x="63" y="2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3" name="Google Shape;4553;p103"/>
            <p:cNvSpPr/>
            <p:nvPr/>
          </p:nvSpPr>
          <p:spPr>
            <a:xfrm>
              <a:off x="662375" y="3207225"/>
              <a:ext cx="3150" cy="2850"/>
            </a:xfrm>
            <a:custGeom>
              <a:rect b="b" l="l" r="r" t="t"/>
              <a:pathLst>
                <a:path extrusionOk="0" h="114" w="126">
                  <a:moveTo>
                    <a:pt x="63" y="101"/>
                  </a:moveTo>
                  <a:lnTo>
                    <a:pt x="88" y="88"/>
                  </a:lnTo>
                  <a:cubicBezTo>
                    <a:pt x="126" y="76"/>
                    <a:pt x="126" y="38"/>
                    <a:pt x="88" y="26"/>
                  </a:cubicBezTo>
                  <a:lnTo>
                    <a:pt x="63" y="13"/>
                  </a:lnTo>
                  <a:cubicBezTo>
                    <a:pt x="1" y="1"/>
                    <a:pt x="1" y="113"/>
                    <a:pt x="63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4" name="Google Shape;4554;p103"/>
            <p:cNvSpPr/>
            <p:nvPr/>
          </p:nvSpPr>
          <p:spPr>
            <a:xfrm>
              <a:off x="705800" y="3297525"/>
              <a:ext cx="17525" cy="42200"/>
            </a:xfrm>
            <a:custGeom>
              <a:rect b="b" l="l" r="r" t="t"/>
              <a:pathLst>
                <a:path extrusionOk="0" h="1688" w="701">
                  <a:moveTo>
                    <a:pt x="613" y="25"/>
                  </a:moveTo>
                  <a:cubicBezTo>
                    <a:pt x="76" y="225"/>
                    <a:pt x="1" y="1175"/>
                    <a:pt x="138" y="1637"/>
                  </a:cubicBezTo>
                  <a:cubicBezTo>
                    <a:pt x="163" y="1687"/>
                    <a:pt x="251" y="1675"/>
                    <a:pt x="238" y="1612"/>
                  </a:cubicBezTo>
                  <a:cubicBezTo>
                    <a:pt x="201" y="1375"/>
                    <a:pt x="188" y="1125"/>
                    <a:pt x="226" y="887"/>
                  </a:cubicBezTo>
                  <a:cubicBezTo>
                    <a:pt x="263" y="650"/>
                    <a:pt x="375" y="225"/>
                    <a:pt x="638" y="125"/>
                  </a:cubicBezTo>
                  <a:cubicBezTo>
                    <a:pt x="700" y="100"/>
                    <a:pt x="675" y="0"/>
                    <a:pt x="600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5" name="Google Shape;4555;p103"/>
            <p:cNvSpPr/>
            <p:nvPr/>
          </p:nvSpPr>
          <p:spPr>
            <a:xfrm>
              <a:off x="708300" y="3297825"/>
              <a:ext cx="19700" cy="42200"/>
            </a:xfrm>
            <a:custGeom>
              <a:rect b="b" l="l" r="r" t="t"/>
              <a:pathLst>
                <a:path extrusionOk="0" h="1688" w="788">
                  <a:moveTo>
                    <a:pt x="113" y="1638"/>
                  </a:moveTo>
                  <a:cubicBezTo>
                    <a:pt x="475" y="1288"/>
                    <a:pt x="788" y="563"/>
                    <a:pt x="638" y="63"/>
                  </a:cubicBezTo>
                  <a:cubicBezTo>
                    <a:pt x="625" y="1"/>
                    <a:pt x="538" y="26"/>
                    <a:pt x="550" y="88"/>
                  </a:cubicBezTo>
                  <a:cubicBezTo>
                    <a:pt x="600" y="625"/>
                    <a:pt x="413" y="1175"/>
                    <a:pt x="38" y="1575"/>
                  </a:cubicBezTo>
                  <a:cubicBezTo>
                    <a:pt x="1" y="1613"/>
                    <a:pt x="63" y="1688"/>
                    <a:pt x="113" y="16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6" name="Google Shape;4556;p103"/>
            <p:cNvSpPr/>
            <p:nvPr/>
          </p:nvSpPr>
          <p:spPr>
            <a:xfrm>
              <a:off x="732050" y="3237525"/>
              <a:ext cx="30000" cy="33150"/>
            </a:xfrm>
            <a:custGeom>
              <a:rect b="b" l="l" r="r" t="t"/>
              <a:pathLst>
                <a:path extrusionOk="0" h="1326" w="1200">
                  <a:moveTo>
                    <a:pt x="25" y="51"/>
                  </a:moveTo>
                  <a:cubicBezTo>
                    <a:pt x="0" y="388"/>
                    <a:pt x="175" y="663"/>
                    <a:pt x="388" y="913"/>
                  </a:cubicBezTo>
                  <a:cubicBezTo>
                    <a:pt x="563" y="1163"/>
                    <a:pt x="850" y="1313"/>
                    <a:pt x="1150" y="1325"/>
                  </a:cubicBezTo>
                  <a:cubicBezTo>
                    <a:pt x="1200" y="1325"/>
                    <a:pt x="1200" y="1250"/>
                    <a:pt x="1163" y="1250"/>
                  </a:cubicBezTo>
                  <a:cubicBezTo>
                    <a:pt x="875" y="1225"/>
                    <a:pt x="613" y="1088"/>
                    <a:pt x="450" y="863"/>
                  </a:cubicBezTo>
                  <a:cubicBezTo>
                    <a:pt x="263" y="613"/>
                    <a:pt x="88" y="363"/>
                    <a:pt x="100" y="51"/>
                  </a:cubicBezTo>
                  <a:cubicBezTo>
                    <a:pt x="100" y="1"/>
                    <a:pt x="25" y="1"/>
                    <a:pt x="25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7" name="Google Shape;4557;p103"/>
            <p:cNvSpPr/>
            <p:nvPr/>
          </p:nvSpPr>
          <p:spPr>
            <a:xfrm>
              <a:off x="732675" y="3237850"/>
              <a:ext cx="29375" cy="33125"/>
            </a:xfrm>
            <a:custGeom>
              <a:rect b="b" l="l" r="r" t="t"/>
              <a:pathLst>
                <a:path extrusionOk="0" h="1325" w="1175">
                  <a:moveTo>
                    <a:pt x="1163" y="1262"/>
                  </a:moveTo>
                  <a:cubicBezTo>
                    <a:pt x="1088" y="700"/>
                    <a:pt x="675" y="125"/>
                    <a:pt x="100" y="13"/>
                  </a:cubicBezTo>
                  <a:cubicBezTo>
                    <a:pt x="38" y="0"/>
                    <a:pt x="0" y="75"/>
                    <a:pt x="50" y="113"/>
                  </a:cubicBezTo>
                  <a:cubicBezTo>
                    <a:pt x="288" y="250"/>
                    <a:pt x="525" y="313"/>
                    <a:pt x="700" y="550"/>
                  </a:cubicBezTo>
                  <a:cubicBezTo>
                    <a:pt x="875" y="763"/>
                    <a:pt x="1013" y="1012"/>
                    <a:pt x="1100" y="1287"/>
                  </a:cubicBezTo>
                  <a:cubicBezTo>
                    <a:pt x="1113" y="1325"/>
                    <a:pt x="1175" y="1312"/>
                    <a:pt x="1163" y="12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8" name="Google Shape;4558;p103"/>
            <p:cNvSpPr/>
            <p:nvPr/>
          </p:nvSpPr>
          <p:spPr>
            <a:xfrm>
              <a:off x="739850" y="2929475"/>
              <a:ext cx="86875" cy="38475"/>
            </a:xfrm>
            <a:custGeom>
              <a:rect b="b" l="l" r="r" t="t"/>
              <a:pathLst>
                <a:path extrusionOk="0" h="1539" w="3475">
                  <a:moveTo>
                    <a:pt x="76" y="1513"/>
                  </a:moveTo>
                  <a:cubicBezTo>
                    <a:pt x="1075" y="801"/>
                    <a:pt x="2213" y="326"/>
                    <a:pt x="3412" y="101"/>
                  </a:cubicBezTo>
                  <a:cubicBezTo>
                    <a:pt x="3475" y="88"/>
                    <a:pt x="3450" y="1"/>
                    <a:pt x="3387" y="13"/>
                  </a:cubicBezTo>
                  <a:cubicBezTo>
                    <a:pt x="2175" y="226"/>
                    <a:pt x="1025" y="726"/>
                    <a:pt x="38" y="1451"/>
                  </a:cubicBezTo>
                  <a:cubicBezTo>
                    <a:pt x="1" y="1476"/>
                    <a:pt x="38" y="1538"/>
                    <a:pt x="76" y="15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9" name="Google Shape;4559;p103"/>
            <p:cNvSpPr/>
            <p:nvPr/>
          </p:nvSpPr>
          <p:spPr>
            <a:xfrm>
              <a:off x="824200" y="2919175"/>
              <a:ext cx="16275" cy="17825"/>
            </a:xfrm>
            <a:custGeom>
              <a:rect b="b" l="l" r="r" t="t"/>
              <a:pathLst>
                <a:path extrusionOk="0" h="713" w="651">
                  <a:moveTo>
                    <a:pt x="88" y="525"/>
                  </a:moveTo>
                  <a:cubicBezTo>
                    <a:pt x="288" y="713"/>
                    <a:pt x="651" y="475"/>
                    <a:pt x="451" y="238"/>
                  </a:cubicBezTo>
                  <a:cubicBezTo>
                    <a:pt x="238" y="1"/>
                    <a:pt x="1" y="338"/>
                    <a:pt x="101" y="563"/>
                  </a:cubicBezTo>
                  <a:cubicBezTo>
                    <a:pt x="113" y="600"/>
                    <a:pt x="176" y="575"/>
                    <a:pt x="176" y="538"/>
                  </a:cubicBezTo>
                  <a:cubicBezTo>
                    <a:pt x="163" y="500"/>
                    <a:pt x="163" y="463"/>
                    <a:pt x="176" y="425"/>
                  </a:cubicBezTo>
                  <a:cubicBezTo>
                    <a:pt x="176" y="351"/>
                    <a:pt x="176" y="351"/>
                    <a:pt x="151" y="463"/>
                  </a:cubicBezTo>
                  <a:cubicBezTo>
                    <a:pt x="101" y="425"/>
                    <a:pt x="38" y="488"/>
                    <a:pt x="88" y="5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0" name="Google Shape;4560;p103"/>
            <p:cNvSpPr/>
            <p:nvPr/>
          </p:nvSpPr>
          <p:spPr>
            <a:xfrm>
              <a:off x="728300" y="2974800"/>
              <a:ext cx="82175" cy="30625"/>
            </a:xfrm>
            <a:custGeom>
              <a:rect b="b" l="l" r="r" t="t"/>
              <a:pathLst>
                <a:path extrusionOk="0" h="1225" w="3287">
                  <a:moveTo>
                    <a:pt x="63" y="225"/>
                  </a:moveTo>
                  <a:cubicBezTo>
                    <a:pt x="1288" y="87"/>
                    <a:pt x="2287" y="425"/>
                    <a:pt x="3225" y="1200"/>
                  </a:cubicBezTo>
                  <a:cubicBezTo>
                    <a:pt x="3250" y="1225"/>
                    <a:pt x="3287" y="1187"/>
                    <a:pt x="3262" y="1150"/>
                  </a:cubicBezTo>
                  <a:cubicBezTo>
                    <a:pt x="2537" y="212"/>
                    <a:pt x="1163" y="0"/>
                    <a:pt x="63" y="137"/>
                  </a:cubicBezTo>
                  <a:cubicBezTo>
                    <a:pt x="0" y="137"/>
                    <a:pt x="0" y="237"/>
                    <a:pt x="63" y="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1" name="Google Shape;4561;p103"/>
            <p:cNvSpPr/>
            <p:nvPr/>
          </p:nvSpPr>
          <p:spPr>
            <a:xfrm>
              <a:off x="805150" y="3001975"/>
              <a:ext cx="15025" cy="12825"/>
            </a:xfrm>
            <a:custGeom>
              <a:rect b="b" l="l" r="r" t="t"/>
              <a:pathLst>
                <a:path extrusionOk="0" h="513" w="601">
                  <a:moveTo>
                    <a:pt x="250" y="475"/>
                  </a:moveTo>
                  <a:cubicBezTo>
                    <a:pt x="550" y="513"/>
                    <a:pt x="600" y="50"/>
                    <a:pt x="288" y="25"/>
                  </a:cubicBezTo>
                  <a:cubicBezTo>
                    <a:pt x="1" y="0"/>
                    <a:pt x="26" y="425"/>
                    <a:pt x="313" y="425"/>
                  </a:cubicBezTo>
                  <a:cubicBezTo>
                    <a:pt x="350" y="425"/>
                    <a:pt x="363" y="375"/>
                    <a:pt x="325" y="363"/>
                  </a:cubicBezTo>
                  <a:cubicBezTo>
                    <a:pt x="275" y="300"/>
                    <a:pt x="250" y="325"/>
                    <a:pt x="250" y="413"/>
                  </a:cubicBezTo>
                  <a:cubicBezTo>
                    <a:pt x="213" y="413"/>
                    <a:pt x="213" y="475"/>
                    <a:pt x="250" y="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2" name="Google Shape;4562;p103"/>
            <p:cNvSpPr/>
            <p:nvPr/>
          </p:nvSpPr>
          <p:spPr>
            <a:xfrm>
              <a:off x="644875" y="3178475"/>
              <a:ext cx="60325" cy="237475"/>
            </a:xfrm>
            <a:custGeom>
              <a:rect b="b" l="l" r="r" t="t"/>
              <a:pathLst>
                <a:path extrusionOk="0" h="9499" w="2413">
                  <a:moveTo>
                    <a:pt x="26" y="51"/>
                  </a:moveTo>
                  <a:cubicBezTo>
                    <a:pt x="1275" y="3362"/>
                    <a:pt x="2413" y="6049"/>
                    <a:pt x="388" y="9373"/>
                  </a:cubicBezTo>
                  <a:cubicBezTo>
                    <a:pt x="338" y="9448"/>
                    <a:pt x="451" y="9498"/>
                    <a:pt x="488" y="9436"/>
                  </a:cubicBezTo>
                  <a:cubicBezTo>
                    <a:pt x="1438" y="8024"/>
                    <a:pt x="1838" y="6749"/>
                    <a:pt x="1675" y="5050"/>
                  </a:cubicBezTo>
                  <a:cubicBezTo>
                    <a:pt x="1488" y="3113"/>
                    <a:pt x="776" y="1813"/>
                    <a:pt x="76" y="38"/>
                  </a:cubicBezTo>
                  <a:cubicBezTo>
                    <a:pt x="63" y="1"/>
                    <a:pt x="1" y="13"/>
                    <a:pt x="26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3" name="Google Shape;4563;p103"/>
            <p:cNvSpPr/>
            <p:nvPr/>
          </p:nvSpPr>
          <p:spPr>
            <a:xfrm>
              <a:off x="699875" y="2899175"/>
              <a:ext cx="49375" cy="31900"/>
            </a:xfrm>
            <a:custGeom>
              <a:rect b="b" l="l" r="r" t="t"/>
              <a:pathLst>
                <a:path extrusionOk="0" h="1276" w="1975">
                  <a:moveTo>
                    <a:pt x="13" y="63"/>
                  </a:moveTo>
                  <a:cubicBezTo>
                    <a:pt x="100" y="613"/>
                    <a:pt x="450" y="1151"/>
                    <a:pt x="1062" y="1213"/>
                  </a:cubicBezTo>
                  <a:cubicBezTo>
                    <a:pt x="1550" y="1275"/>
                    <a:pt x="1975" y="888"/>
                    <a:pt x="1975" y="401"/>
                  </a:cubicBezTo>
                  <a:cubicBezTo>
                    <a:pt x="1975" y="326"/>
                    <a:pt x="1862" y="326"/>
                    <a:pt x="1862" y="401"/>
                  </a:cubicBezTo>
                  <a:cubicBezTo>
                    <a:pt x="1850" y="976"/>
                    <a:pt x="1275" y="1263"/>
                    <a:pt x="775" y="1026"/>
                  </a:cubicBezTo>
                  <a:cubicBezTo>
                    <a:pt x="363" y="838"/>
                    <a:pt x="163" y="463"/>
                    <a:pt x="75" y="38"/>
                  </a:cubicBezTo>
                  <a:cubicBezTo>
                    <a:pt x="63" y="1"/>
                    <a:pt x="0" y="13"/>
                    <a:pt x="13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4" name="Google Shape;4564;p103"/>
            <p:cNvSpPr/>
            <p:nvPr/>
          </p:nvSpPr>
          <p:spPr>
            <a:xfrm>
              <a:off x="674550" y="3113825"/>
              <a:ext cx="31600" cy="62800"/>
            </a:xfrm>
            <a:custGeom>
              <a:rect b="b" l="l" r="r" t="t"/>
              <a:pathLst>
                <a:path extrusionOk="0" h="2512" w="1264">
                  <a:moveTo>
                    <a:pt x="726" y="2449"/>
                  </a:moveTo>
                  <a:cubicBezTo>
                    <a:pt x="713" y="1825"/>
                    <a:pt x="1263" y="1325"/>
                    <a:pt x="1038" y="687"/>
                  </a:cubicBezTo>
                  <a:cubicBezTo>
                    <a:pt x="888" y="275"/>
                    <a:pt x="488" y="0"/>
                    <a:pt x="51" y="13"/>
                  </a:cubicBezTo>
                  <a:cubicBezTo>
                    <a:pt x="13" y="13"/>
                    <a:pt x="1" y="75"/>
                    <a:pt x="38" y="88"/>
                  </a:cubicBezTo>
                  <a:cubicBezTo>
                    <a:pt x="838" y="200"/>
                    <a:pt x="1138" y="875"/>
                    <a:pt x="838" y="1575"/>
                  </a:cubicBezTo>
                  <a:cubicBezTo>
                    <a:pt x="701" y="1850"/>
                    <a:pt x="638" y="2149"/>
                    <a:pt x="651" y="2449"/>
                  </a:cubicBezTo>
                  <a:cubicBezTo>
                    <a:pt x="651" y="2499"/>
                    <a:pt x="726" y="2512"/>
                    <a:pt x="726" y="244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5" name="Google Shape;4565;p103"/>
            <p:cNvSpPr/>
            <p:nvPr/>
          </p:nvSpPr>
          <p:spPr>
            <a:xfrm>
              <a:off x="658950" y="3112575"/>
              <a:ext cx="21575" cy="30625"/>
            </a:xfrm>
            <a:custGeom>
              <a:rect b="b" l="l" r="r" t="t"/>
              <a:pathLst>
                <a:path extrusionOk="0" h="1225" w="863">
                  <a:moveTo>
                    <a:pt x="825" y="113"/>
                  </a:moveTo>
                  <a:cubicBezTo>
                    <a:pt x="525" y="0"/>
                    <a:pt x="275" y="163"/>
                    <a:pt x="163" y="437"/>
                  </a:cubicBezTo>
                  <a:cubicBezTo>
                    <a:pt x="75" y="675"/>
                    <a:pt x="0" y="1062"/>
                    <a:pt x="250" y="1212"/>
                  </a:cubicBezTo>
                  <a:cubicBezTo>
                    <a:pt x="275" y="1225"/>
                    <a:pt x="313" y="1200"/>
                    <a:pt x="300" y="1162"/>
                  </a:cubicBezTo>
                  <a:cubicBezTo>
                    <a:pt x="50" y="837"/>
                    <a:pt x="275" y="0"/>
                    <a:pt x="800" y="175"/>
                  </a:cubicBezTo>
                  <a:cubicBezTo>
                    <a:pt x="850" y="200"/>
                    <a:pt x="862" y="125"/>
                    <a:pt x="825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6" name="Google Shape;4566;p103"/>
            <p:cNvSpPr/>
            <p:nvPr/>
          </p:nvSpPr>
          <p:spPr>
            <a:xfrm>
              <a:off x="762050" y="2872625"/>
              <a:ext cx="56250" cy="81250"/>
            </a:xfrm>
            <a:custGeom>
              <a:rect b="b" l="l" r="r" t="t"/>
              <a:pathLst>
                <a:path extrusionOk="0" h="3250" w="2250">
                  <a:moveTo>
                    <a:pt x="87" y="3212"/>
                  </a:moveTo>
                  <a:cubicBezTo>
                    <a:pt x="1037" y="2425"/>
                    <a:pt x="2249" y="1450"/>
                    <a:pt x="1962" y="51"/>
                  </a:cubicBezTo>
                  <a:cubicBezTo>
                    <a:pt x="1949" y="1"/>
                    <a:pt x="1862" y="26"/>
                    <a:pt x="1875" y="76"/>
                  </a:cubicBezTo>
                  <a:cubicBezTo>
                    <a:pt x="2062" y="1463"/>
                    <a:pt x="987" y="2350"/>
                    <a:pt x="37" y="3162"/>
                  </a:cubicBezTo>
                  <a:cubicBezTo>
                    <a:pt x="0" y="3187"/>
                    <a:pt x="62" y="3250"/>
                    <a:pt x="100" y="32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7" name="Google Shape;4567;p103"/>
            <p:cNvSpPr/>
            <p:nvPr/>
          </p:nvSpPr>
          <p:spPr>
            <a:xfrm>
              <a:off x="710800" y="3101950"/>
              <a:ext cx="15325" cy="30950"/>
            </a:xfrm>
            <a:custGeom>
              <a:rect b="b" l="l" r="r" t="t"/>
              <a:pathLst>
                <a:path extrusionOk="0" h="1238" w="613">
                  <a:moveTo>
                    <a:pt x="101" y="1175"/>
                  </a:moveTo>
                  <a:cubicBezTo>
                    <a:pt x="126" y="775"/>
                    <a:pt x="288" y="388"/>
                    <a:pt x="575" y="100"/>
                  </a:cubicBezTo>
                  <a:cubicBezTo>
                    <a:pt x="613" y="63"/>
                    <a:pt x="563" y="0"/>
                    <a:pt x="525" y="25"/>
                  </a:cubicBezTo>
                  <a:cubicBezTo>
                    <a:pt x="350" y="150"/>
                    <a:pt x="225" y="325"/>
                    <a:pt x="163" y="525"/>
                  </a:cubicBezTo>
                  <a:cubicBezTo>
                    <a:pt x="51" y="725"/>
                    <a:pt x="1" y="950"/>
                    <a:pt x="13" y="1175"/>
                  </a:cubicBezTo>
                  <a:cubicBezTo>
                    <a:pt x="13" y="1237"/>
                    <a:pt x="113" y="1237"/>
                    <a:pt x="113" y="11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8" name="Google Shape;4568;p103"/>
            <p:cNvSpPr/>
            <p:nvPr/>
          </p:nvSpPr>
          <p:spPr>
            <a:xfrm>
              <a:off x="710175" y="3101625"/>
              <a:ext cx="21900" cy="34400"/>
            </a:xfrm>
            <a:custGeom>
              <a:rect b="b" l="l" r="r" t="t"/>
              <a:pathLst>
                <a:path extrusionOk="0" h="1376" w="876">
                  <a:moveTo>
                    <a:pt x="550" y="101"/>
                  </a:moveTo>
                  <a:cubicBezTo>
                    <a:pt x="763" y="538"/>
                    <a:pt x="475" y="1050"/>
                    <a:pt x="51" y="1250"/>
                  </a:cubicBezTo>
                  <a:cubicBezTo>
                    <a:pt x="1" y="1275"/>
                    <a:pt x="38" y="1375"/>
                    <a:pt x="101" y="1350"/>
                  </a:cubicBezTo>
                  <a:cubicBezTo>
                    <a:pt x="575" y="1138"/>
                    <a:pt x="875" y="538"/>
                    <a:pt x="638" y="51"/>
                  </a:cubicBezTo>
                  <a:cubicBezTo>
                    <a:pt x="613" y="1"/>
                    <a:pt x="525" y="51"/>
                    <a:pt x="550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9" name="Google Shape;4569;p103"/>
            <p:cNvSpPr/>
            <p:nvPr/>
          </p:nvSpPr>
          <p:spPr>
            <a:xfrm>
              <a:off x="669550" y="3338125"/>
              <a:ext cx="60025" cy="132175"/>
            </a:xfrm>
            <a:custGeom>
              <a:rect b="b" l="l" r="r" t="t"/>
              <a:pathLst>
                <a:path extrusionOk="0" h="5287" w="2401">
                  <a:moveTo>
                    <a:pt x="576" y="51"/>
                  </a:moveTo>
                  <a:cubicBezTo>
                    <a:pt x="263" y="1638"/>
                    <a:pt x="1" y="5074"/>
                    <a:pt x="2350" y="5287"/>
                  </a:cubicBezTo>
                  <a:cubicBezTo>
                    <a:pt x="2400" y="5287"/>
                    <a:pt x="2388" y="5224"/>
                    <a:pt x="2350" y="5212"/>
                  </a:cubicBezTo>
                  <a:cubicBezTo>
                    <a:pt x="63" y="4912"/>
                    <a:pt x="363" y="1600"/>
                    <a:pt x="651" y="63"/>
                  </a:cubicBezTo>
                  <a:cubicBezTo>
                    <a:pt x="663" y="13"/>
                    <a:pt x="588" y="1"/>
                    <a:pt x="576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0" name="Google Shape;4570;p103"/>
            <p:cNvSpPr/>
            <p:nvPr/>
          </p:nvSpPr>
          <p:spPr>
            <a:xfrm>
              <a:off x="701750" y="3402175"/>
              <a:ext cx="65000" cy="61575"/>
            </a:xfrm>
            <a:custGeom>
              <a:rect b="b" l="l" r="r" t="t"/>
              <a:pathLst>
                <a:path extrusionOk="0" h="2463" w="2600">
                  <a:moveTo>
                    <a:pt x="13" y="1500"/>
                  </a:moveTo>
                  <a:cubicBezTo>
                    <a:pt x="350" y="2175"/>
                    <a:pt x="1175" y="2462"/>
                    <a:pt x="1825" y="2012"/>
                  </a:cubicBezTo>
                  <a:cubicBezTo>
                    <a:pt x="2400" y="1600"/>
                    <a:pt x="2599" y="538"/>
                    <a:pt x="2025" y="38"/>
                  </a:cubicBezTo>
                  <a:cubicBezTo>
                    <a:pt x="1975" y="1"/>
                    <a:pt x="1900" y="76"/>
                    <a:pt x="1950" y="113"/>
                  </a:cubicBezTo>
                  <a:cubicBezTo>
                    <a:pt x="2462" y="588"/>
                    <a:pt x="2300" y="1563"/>
                    <a:pt x="1762" y="1938"/>
                  </a:cubicBezTo>
                  <a:cubicBezTo>
                    <a:pt x="1150" y="2350"/>
                    <a:pt x="400" y="2112"/>
                    <a:pt x="75" y="1463"/>
                  </a:cubicBezTo>
                  <a:cubicBezTo>
                    <a:pt x="50" y="1425"/>
                    <a:pt x="0" y="1463"/>
                    <a:pt x="13" y="1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1" name="Google Shape;4571;p103"/>
            <p:cNvSpPr/>
            <p:nvPr/>
          </p:nvSpPr>
          <p:spPr>
            <a:xfrm>
              <a:off x="709550" y="3392175"/>
              <a:ext cx="46575" cy="35950"/>
            </a:xfrm>
            <a:custGeom>
              <a:rect b="b" l="l" r="r" t="t"/>
              <a:pathLst>
                <a:path extrusionOk="0" h="1438" w="1863">
                  <a:moveTo>
                    <a:pt x="1850" y="700"/>
                  </a:moveTo>
                  <a:cubicBezTo>
                    <a:pt x="1663" y="226"/>
                    <a:pt x="1125" y="1"/>
                    <a:pt x="663" y="201"/>
                  </a:cubicBezTo>
                  <a:cubicBezTo>
                    <a:pt x="200" y="401"/>
                    <a:pt x="1" y="938"/>
                    <a:pt x="200" y="1400"/>
                  </a:cubicBezTo>
                  <a:cubicBezTo>
                    <a:pt x="225" y="1438"/>
                    <a:pt x="300" y="1413"/>
                    <a:pt x="288" y="1363"/>
                  </a:cubicBezTo>
                  <a:cubicBezTo>
                    <a:pt x="163" y="938"/>
                    <a:pt x="275" y="488"/>
                    <a:pt x="713" y="301"/>
                  </a:cubicBezTo>
                  <a:cubicBezTo>
                    <a:pt x="1125" y="138"/>
                    <a:pt x="1600" y="326"/>
                    <a:pt x="1788" y="738"/>
                  </a:cubicBezTo>
                  <a:cubicBezTo>
                    <a:pt x="1800" y="775"/>
                    <a:pt x="1863" y="738"/>
                    <a:pt x="1838" y="7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2" name="Google Shape;4572;p103"/>
            <p:cNvSpPr/>
            <p:nvPr/>
          </p:nvSpPr>
          <p:spPr>
            <a:xfrm>
              <a:off x="713300" y="3422475"/>
              <a:ext cx="30950" cy="17225"/>
            </a:xfrm>
            <a:custGeom>
              <a:rect b="b" l="l" r="r" t="t"/>
              <a:pathLst>
                <a:path extrusionOk="0" h="689" w="1238">
                  <a:moveTo>
                    <a:pt x="26" y="51"/>
                  </a:moveTo>
                  <a:cubicBezTo>
                    <a:pt x="1" y="388"/>
                    <a:pt x="375" y="638"/>
                    <a:pt x="688" y="626"/>
                  </a:cubicBezTo>
                  <a:cubicBezTo>
                    <a:pt x="1000" y="626"/>
                    <a:pt x="1238" y="351"/>
                    <a:pt x="1113" y="63"/>
                  </a:cubicBezTo>
                  <a:cubicBezTo>
                    <a:pt x="1100" y="13"/>
                    <a:pt x="1013" y="26"/>
                    <a:pt x="1025" y="88"/>
                  </a:cubicBezTo>
                  <a:cubicBezTo>
                    <a:pt x="1213" y="688"/>
                    <a:pt x="75" y="638"/>
                    <a:pt x="100" y="51"/>
                  </a:cubicBezTo>
                  <a:cubicBezTo>
                    <a:pt x="100" y="1"/>
                    <a:pt x="38" y="1"/>
                    <a:pt x="26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3" name="Google Shape;4573;p103"/>
            <p:cNvSpPr/>
            <p:nvPr/>
          </p:nvSpPr>
          <p:spPr>
            <a:xfrm>
              <a:off x="702675" y="3138500"/>
              <a:ext cx="71875" cy="55325"/>
            </a:xfrm>
            <a:custGeom>
              <a:rect b="b" l="l" r="r" t="t"/>
              <a:pathLst>
                <a:path extrusionOk="0" h="2213" w="2875">
                  <a:moveTo>
                    <a:pt x="88" y="463"/>
                  </a:moveTo>
                  <a:cubicBezTo>
                    <a:pt x="1400" y="113"/>
                    <a:pt x="2487" y="925"/>
                    <a:pt x="2812" y="2187"/>
                  </a:cubicBezTo>
                  <a:cubicBezTo>
                    <a:pt x="2812" y="2212"/>
                    <a:pt x="2875" y="2212"/>
                    <a:pt x="2862" y="2175"/>
                  </a:cubicBezTo>
                  <a:cubicBezTo>
                    <a:pt x="2762" y="788"/>
                    <a:pt x="1325" y="0"/>
                    <a:pt x="51" y="388"/>
                  </a:cubicBezTo>
                  <a:cubicBezTo>
                    <a:pt x="1" y="400"/>
                    <a:pt x="26" y="475"/>
                    <a:pt x="76" y="4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4" name="Google Shape;4574;p103"/>
            <p:cNvSpPr/>
            <p:nvPr/>
          </p:nvSpPr>
          <p:spPr>
            <a:xfrm>
              <a:off x="695500" y="2739850"/>
              <a:ext cx="104675" cy="111550"/>
            </a:xfrm>
            <a:custGeom>
              <a:rect b="b" l="l" r="r" t="t"/>
              <a:pathLst>
                <a:path extrusionOk="0" h="4462" w="4187">
                  <a:moveTo>
                    <a:pt x="188" y="1800"/>
                  </a:moveTo>
                  <a:cubicBezTo>
                    <a:pt x="0" y="3250"/>
                    <a:pt x="1450" y="4424"/>
                    <a:pt x="2799" y="3712"/>
                  </a:cubicBezTo>
                  <a:cubicBezTo>
                    <a:pt x="4187" y="2975"/>
                    <a:pt x="3962" y="1038"/>
                    <a:pt x="3024" y="25"/>
                  </a:cubicBezTo>
                  <a:cubicBezTo>
                    <a:pt x="2999" y="0"/>
                    <a:pt x="2949" y="38"/>
                    <a:pt x="2974" y="75"/>
                  </a:cubicBezTo>
                  <a:cubicBezTo>
                    <a:pt x="3624" y="975"/>
                    <a:pt x="4074" y="2450"/>
                    <a:pt x="3124" y="3325"/>
                  </a:cubicBezTo>
                  <a:cubicBezTo>
                    <a:pt x="1912" y="4462"/>
                    <a:pt x="100" y="3375"/>
                    <a:pt x="288" y="1800"/>
                  </a:cubicBezTo>
                  <a:cubicBezTo>
                    <a:pt x="300" y="1738"/>
                    <a:pt x="188" y="1738"/>
                    <a:pt x="175" y="1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5" name="Google Shape;4575;p103"/>
            <p:cNvSpPr/>
            <p:nvPr/>
          </p:nvSpPr>
          <p:spPr>
            <a:xfrm>
              <a:off x="628325" y="2481475"/>
              <a:ext cx="146850" cy="263400"/>
            </a:xfrm>
            <a:custGeom>
              <a:rect b="b" l="l" r="r" t="t"/>
              <a:pathLst>
                <a:path extrusionOk="0" h="10536" w="5874">
                  <a:moveTo>
                    <a:pt x="5836" y="10448"/>
                  </a:moveTo>
                  <a:cubicBezTo>
                    <a:pt x="4162" y="9236"/>
                    <a:pt x="2050" y="8124"/>
                    <a:pt x="1125" y="6224"/>
                  </a:cubicBezTo>
                  <a:cubicBezTo>
                    <a:pt x="275" y="4462"/>
                    <a:pt x="100" y="1688"/>
                    <a:pt x="1300" y="63"/>
                  </a:cubicBezTo>
                  <a:cubicBezTo>
                    <a:pt x="1325" y="38"/>
                    <a:pt x="1275" y="1"/>
                    <a:pt x="1250" y="26"/>
                  </a:cubicBezTo>
                  <a:cubicBezTo>
                    <a:pt x="0" y="1463"/>
                    <a:pt x="138" y="3950"/>
                    <a:pt x="725" y="5674"/>
                  </a:cubicBezTo>
                  <a:cubicBezTo>
                    <a:pt x="1513" y="7986"/>
                    <a:pt x="3912" y="9186"/>
                    <a:pt x="5799" y="10510"/>
                  </a:cubicBezTo>
                  <a:cubicBezTo>
                    <a:pt x="5836" y="10535"/>
                    <a:pt x="5874" y="10473"/>
                    <a:pt x="5836" y="1044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6" name="Google Shape;4576;p103"/>
            <p:cNvSpPr/>
            <p:nvPr/>
          </p:nvSpPr>
          <p:spPr>
            <a:xfrm>
              <a:off x="667675" y="2448375"/>
              <a:ext cx="84700" cy="100925"/>
            </a:xfrm>
            <a:custGeom>
              <a:rect b="b" l="l" r="r" t="t"/>
              <a:pathLst>
                <a:path extrusionOk="0" h="4037" w="3388">
                  <a:moveTo>
                    <a:pt x="88" y="1150"/>
                  </a:moveTo>
                  <a:cubicBezTo>
                    <a:pt x="1026" y="625"/>
                    <a:pt x="2413" y="500"/>
                    <a:pt x="2950" y="1662"/>
                  </a:cubicBezTo>
                  <a:cubicBezTo>
                    <a:pt x="3075" y="1937"/>
                    <a:pt x="3113" y="2249"/>
                    <a:pt x="3075" y="2549"/>
                  </a:cubicBezTo>
                  <a:cubicBezTo>
                    <a:pt x="3063" y="2624"/>
                    <a:pt x="3075" y="2712"/>
                    <a:pt x="3075" y="2774"/>
                  </a:cubicBezTo>
                  <a:cubicBezTo>
                    <a:pt x="2938" y="3549"/>
                    <a:pt x="2738" y="3524"/>
                    <a:pt x="2213" y="3587"/>
                  </a:cubicBezTo>
                  <a:cubicBezTo>
                    <a:pt x="1313" y="3699"/>
                    <a:pt x="976" y="3087"/>
                    <a:pt x="1113" y="2312"/>
                  </a:cubicBezTo>
                  <a:cubicBezTo>
                    <a:pt x="1226" y="1737"/>
                    <a:pt x="1526" y="1425"/>
                    <a:pt x="1938" y="1037"/>
                  </a:cubicBezTo>
                  <a:cubicBezTo>
                    <a:pt x="2250" y="737"/>
                    <a:pt x="2575" y="487"/>
                    <a:pt x="2588" y="25"/>
                  </a:cubicBezTo>
                  <a:cubicBezTo>
                    <a:pt x="2588" y="0"/>
                    <a:pt x="2550" y="0"/>
                    <a:pt x="2538" y="25"/>
                  </a:cubicBezTo>
                  <a:cubicBezTo>
                    <a:pt x="2438" y="750"/>
                    <a:pt x="1538" y="1137"/>
                    <a:pt x="1163" y="1725"/>
                  </a:cubicBezTo>
                  <a:cubicBezTo>
                    <a:pt x="863" y="2149"/>
                    <a:pt x="813" y="2712"/>
                    <a:pt x="1026" y="3187"/>
                  </a:cubicBezTo>
                  <a:cubicBezTo>
                    <a:pt x="1363" y="3912"/>
                    <a:pt x="2500" y="4036"/>
                    <a:pt x="2988" y="3387"/>
                  </a:cubicBezTo>
                  <a:cubicBezTo>
                    <a:pt x="3388" y="2874"/>
                    <a:pt x="3263" y="1800"/>
                    <a:pt x="2900" y="1312"/>
                  </a:cubicBezTo>
                  <a:cubicBezTo>
                    <a:pt x="2200" y="387"/>
                    <a:pt x="938" y="575"/>
                    <a:pt x="51" y="1087"/>
                  </a:cubicBezTo>
                  <a:cubicBezTo>
                    <a:pt x="1" y="1112"/>
                    <a:pt x="51" y="1187"/>
                    <a:pt x="88" y="1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7" name="Google Shape;4577;p103"/>
            <p:cNvSpPr/>
            <p:nvPr/>
          </p:nvSpPr>
          <p:spPr>
            <a:xfrm>
              <a:off x="722350" y="2386200"/>
              <a:ext cx="13775" cy="55325"/>
            </a:xfrm>
            <a:custGeom>
              <a:rect b="b" l="l" r="r" t="t"/>
              <a:pathLst>
                <a:path extrusionOk="0" h="2213" w="551">
                  <a:moveTo>
                    <a:pt x="476" y="2162"/>
                  </a:moveTo>
                  <a:cubicBezTo>
                    <a:pt x="551" y="1475"/>
                    <a:pt x="488" y="625"/>
                    <a:pt x="76" y="25"/>
                  </a:cubicBezTo>
                  <a:cubicBezTo>
                    <a:pt x="51" y="0"/>
                    <a:pt x="1" y="13"/>
                    <a:pt x="13" y="50"/>
                  </a:cubicBezTo>
                  <a:cubicBezTo>
                    <a:pt x="251" y="775"/>
                    <a:pt x="476" y="1387"/>
                    <a:pt x="401" y="2162"/>
                  </a:cubicBezTo>
                  <a:cubicBezTo>
                    <a:pt x="401" y="2212"/>
                    <a:pt x="476" y="2212"/>
                    <a:pt x="476" y="2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8" name="Google Shape;4578;p103"/>
            <p:cNvSpPr/>
            <p:nvPr/>
          </p:nvSpPr>
          <p:spPr>
            <a:xfrm>
              <a:off x="691750" y="2632075"/>
              <a:ext cx="96875" cy="81550"/>
            </a:xfrm>
            <a:custGeom>
              <a:rect b="b" l="l" r="r" t="t"/>
              <a:pathLst>
                <a:path extrusionOk="0" h="3262" w="3875">
                  <a:moveTo>
                    <a:pt x="38" y="2237"/>
                  </a:moveTo>
                  <a:cubicBezTo>
                    <a:pt x="688" y="2787"/>
                    <a:pt x="1500" y="3262"/>
                    <a:pt x="2375" y="3074"/>
                  </a:cubicBezTo>
                  <a:cubicBezTo>
                    <a:pt x="3212" y="2887"/>
                    <a:pt x="3812" y="2087"/>
                    <a:pt x="3849" y="1250"/>
                  </a:cubicBezTo>
                  <a:cubicBezTo>
                    <a:pt x="3874" y="675"/>
                    <a:pt x="3487" y="0"/>
                    <a:pt x="2824" y="75"/>
                  </a:cubicBezTo>
                  <a:cubicBezTo>
                    <a:pt x="2475" y="113"/>
                    <a:pt x="2062" y="463"/>
                    <a:pt x="2437" y="750"/>
                  </a:cubicBezTo>
                  <a:cubicBezTo>
                    <a:pt x="2475" y="775"/>
                    <a:pt x="2512" y="712"/>
                    <a:pt x="2475" y="675"/>
                  </a:cubicBezTo>
                  <a:cubicBezTo>
                    <a:pt x="3299" y="250"/>
                    <a:pt x="3724" y="400"/>
                    <a:pt x="3749" y="1137"/>
                  </a:cubicBezTo>
                  <a:cubicBezTo>
                    <a:pt x="3737" y="1450"/>
                    <a:pt x="3662" y="1762"/>
                    <a:pt x="3499" y="2037"/>
                  </a:cubicBezTo>
                  <a:cubicBezTo>
                    <a:pt x="3299" y="2474"/>
                    <a:pt x="2912" y="2799"/>
                    <a:pt x="2450" y="2937"/>
                  </a:cubicBezTo>
                  <a:cubicBezTo>
                    <a:pt x="1562" y="3174"/>
                    <a:pt x="750" y="2712"/>
                    <a:pt x="75" y="2187"/>
                  </a:cubicBezTo>
                  <a:cubicBezTo>
                    <a:pt x="50" y="2162"/>
                    <a:pt x="0" y="2212"/>
                    <a:pt x="38" y="22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9" name="Google Shape;4579;p103"/>
            <p:cNvSpPr/>
            <p:nvPr/>
          </p:nvSpPr>
          <p:spPr>
            <a:xfrm>
              <a:off x="720475" y="2704850"/>
              <a:ext cx="110625" cy="22850"/>
            </a:xfrm>
            <a:custGeom>
              <a:rect b="b" l="l" r="r" t="t"/>
              <a:pathLst>
                <a:path extrusionOk="0" h="914" w="4425">
                  <a:moveTo>
                    <a:pt x="38" y="88"/>
                  </a:moveTo>
                  <a:cubicBezTo>
                    <a:pt x="551" y="538"/>
                    <a:pt x="1238" y="663"/>
                    <a:pt x="1913" y="738"/>
                  </a:cubicBezTo>
                  <a:cubicBezTo>
                    <a:pt x="2725" y="826"/>
                    <a:pt x="3712" y="913"/>
                    <a:pt x="4400" y="388"/>
                  </a:cubicBezTo>
                  <a:cubicBezTo>
                    <a:pt x="4425" y="363"/>
                    <a:pt x="4400" y="313"/>
                    <a:pt x="4362" y="326"/>
                  </a:cubicBezTo>
                  <a:cubicBezTo>
                    <a:pt x="3238" y="913"/>
                    <a:pt x="1101" y="876"/>
                    <a:pt x="101" y="26"/>
                  </a:cubicBezTo>
                  <a:cubicBezTo>
                    <a:pt x="63" y="1"/>
                    <a:pt x="1" y="51"/>
                    <a:pt x="38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0" name="Google Shape;4580;p103"/>
            <p:cNvSpPr/>
            <p:nvPr/>
          </p:nvSpPr>
          <p:spPr>
            <a:xfrm>
              <a:off x="830150" y="2705175"/>
              <a:ext cx="12200" cy="11900"/>
            </a:xfrm>
            <a:custGeom>
              <a:rect b="b" l="l" r="r" t="t"/>
              <a:pathLst>
                <a:path extrusionOk="0" h="476" w="488">
                  <a:moveTo>
                    <a:pt x="50" y="350"/>
                  </a:moveTo>
                  <a:cubicBezTo>
                    <a:pt x="0" y="263"/>
                    <a:pt x="25" y="150"/>
                    <a:pt x="88" y="88"/>
                  </a:cubicBezTo>
                  <a:cubicBezTo>
                    <a:pt x="163" y="25"/>
                    <a:pt x="250" y="0"/>
                    <a:pt x="338" y="13"/>
                  </a:cubicBezTo>
                  <a:cubicBezTo>
                    <a:pt x="375" y="13"/>
                    <a:pt x="400" y="25"/>
                    <a:pt x="425" y="50"/>
                  </a:cubicBezTo>
                  <a:cubicBezTo>
                    <a:pt x="450" y="88"/>
                    <a:pt x="463" y="125"/>
                    <a:pt x="463" y="163"/>
                  </a:cubicBezTo>
                  <a:cubicBezTo>
                    <a:pt x="488" y="288"/>
                    <a:pt x="425" y="413"/>
                    <a:pt x="300" y="463"/>
                  </a:cubicBezTo>
                  <a:cubicBezTo>
                    <a:pt x="175" y="475"/>
                    <a:pt x="50" y="375"/>
                    <a:pt x="50" y="2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1" name="Google Shape;4581;p103"/>
            <p:cNvSpPr/>
            <p:nvPr/>
          </p:nvSpPr>
          <p:spPr>
            <a:xfrm>
              <a:off x="827325" y="2698925"/>
              <a:ext cx="17225" cy="22200"/>
            </a:xfrm>
            <a:custGeom>
              <a:rect b="b" l="l" r="r" t="t"/>
              <a:pathLst>
                <a:path extrusionOk="0" h="888" w="689">
                  <a:moveTo>
                    <a:pt x="213" y="588"/>
                  </a:moveTo>
                  <a:cubicBezTo>
                    <a:pt x="251" y="300"/>
                    <a:pt x="313" y="250"/>
                    <a:pt x="426" y="425"/>
                  </a:cubicBezTo>
                  <a:cubicBezTo>
                    <a:pt x="601" y="575"/>
                    <a:pt x="526" y="588"/>
                    <a:pt x="201" y="475"/>
                  </a:cubicBezTo>
                  <a:cubicBezTo>
                    <a:pt x="201" y="438"/>
                    <a:pt x="126" y="450"/>
                    <a:pt x="126" y="488"/>
                  </a:cubicBezTo>
                  <a:cubicBezTo>
                    <a:pt x="126" y="888"/>
                    <a:pt x="688" y="800"/>
                    <a:pt x="626" y="400"/>
                  </a:cubicBezTo>
                  <a:cubicBezTo>
                    <a:pt x="576" y="0"/>
                    <a:pt x="1" y="238"/>
                    <a:pt x="101" y="613"/>
                  </a:cubicBezTo>
                  <a:cubicBezTo>
                    <a:pt x="113" y="700"/>
                    <a:pt x="238" y="663"/>
                    <a:pt x="213" y="5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2" name="Google Shape;4582;p103"/>
            <p:cNvSpPr/>
            <p:nvPr/>
          </p:nvSpPr>
          <p:spPr>
            <a:xfrm>
              <a:off x="662375" y="2476475"/>
              <a:ext cx="3150" cy="3150"/>
            </a:xfrm>
            <a:custGeom>
              <a:rect b="b" l="l" r="r" t="t"/>
              <a:pathLst>
                <a:path extrusionOk="0" h="126" w="126">
                  <a:moveTo>
                    <a:pt x="63" y="88"/>
                  </a:moveTo>
                  <a:lnTo>
                    <a:pt x="88" y="88"/>
                  </a:lnTo>
                  <a:cubicBezTo>
                    <a:pt x="126" y="88"/>
                    <a:pt x="126" y="38"/>
                    <a:pt x="88" y="26"/>
                  </a:cubicBezTo>
                  <a:lnTo>
                    <a:pt x="63" y="26"/>
                  </a:lnTo>
                  <a:cubicBezTo>
                    <a:pt x="1" y="1"/>
                    <a:pt x="1" y="126"/>
                    <a:pt x="63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3" name="Google Shape;4583;p103"/>
            <p:cNvSpPr/>
            <p:nvPr/>
          </p:nvSpPr>
          <p:spPr>
            <a:xfrm>
              <a:off x="705800" y="2346825"/>
              <a:ext cx="17525" cy="42200"/>
            </a:xfrm>
            <a:custGeom>
              <a:rect b="b" l="l" r="r" t="t"/>
              <a:pathLst>
                <a:path extrusionOk="0" h="1688" w="701">
                  <a:moveTo>
                    <a:pt x="638" y="1550"/>
                  </a:moveTo>
                  <a:cubicBezTo>
                    <a:pt x="388" y="1463"/>
                    <a:pt x="276" y="1025"/>
                    <a:pt x="226" y="800"/>
                  </a:cubicBezTo>
                  <a:cubicBezTo>
                    <a:pt x="188" y="563"/>
                    <a:pt x="201" y="313"/>
                    <a:pt x="238" y="63"/>
                  </a:cubicBezTo>
                  <a:cubicBezTo>
                    <a:pt x="238" y="13"/>
                    <a:pt x="163" y="1"/>
                    <a:pt x="138" y="51"/>
                  </a:cubicBezTo>
                  <a:cubicBezTo>
                    <a:pt x="1" y="513"/>
                    <a:pt x="76" y="1463"/>
                    <a:pt x="613" y="1663"/>
                  </a:cubicBezTo>
                  <a:cubicBezTo>
                    <a:pt x="675" y="1688"/>
                    <a:pt x="700" y="1575"/>
                    <a:pt x="638" y="15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4" name="Google Shape;4584;p103"/>
            <p:cNvSpPr/>
            <p:nvPr/>
          </p:nvSpPr>
          <p:spPr>
            <a:xfrm>
              <a:off x="708300" y="2346525"/>
              <a:ext cx="19700" cy="42200"/>
            </a:xfrm>
            <a:custGeom>
              <a:rect b="b" l="l" r="r" t="t"/>
              <a:pathLst>
                <a:path extrusionOk="0" h="1688" w="788">
                  <a:moveTo>
                    <a:pt x="38" y="113"/>
                  </a:moveTo>
                  <a:cubicBezTo>
                    <a:pt x="413" y="513"/>
                    <a:pt x="600" y="1062"/>
                    <a:pt x="550" y="1600"/>
                  </a:cubicBezTo>
                  <a:cubicBezTo>
                    <a:pt x="550" y="1662"/>
                    <a:pt x="625" y="1687"/>
                    <a:pt x="638" y="1625"/>
                  </a:cubicBezTo>
                  <a:cubicBezTo>
                    <a:pt x="788" y="1125"/>
                    <a:pt x="475" y="400"/>
                    <a:pt x="113" y="50"/>
                  </a:cubicBezTo>
                  <a:cubicBezTo>
                    <a:pt x="63" y="0"/>
                    <a:pt x="1" y="63"/>
                    <a:pt x="38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5" name="Google Shape;4585;p103"/>
            <p:cNvSpPr/>
            <p:nvPr/>
          </p:nvSpPr>
          <p:spPr>
            <a:xfrm>
              <a:off x="732050" y="2415875"/>
              <a:ext cx="30000" cy="33150"/>
            </a:xfrm>
            <a:custGeom>
              <a:rect b="b" l="l" r="r" t="t"/>
              <a:pathLst>
                <a:path extrusionOk="0" h="1326" w="1200">
                  <a:moveTo>
                    <a:pt x="100" y="1275"/>
                  </a:moveTo>
                  <a:cubicBezTo>
                    <a:pt x="88" y="963"/>
                    <a:pt x="250" y="713"/>
                    <a:pt x="450" y="463"/>
                  </a:cubicBezTo>
                  <a:cubicBezTo>
                    <a:pt x="613" y="238"/>
                    <a:pt x="875" y="100"/>
                    <a:pt x="1163" y="75"/>
                  </a:cubicBezTo>
                  <a:cubicBezTo>
                    <a:pt x="1200" y="75"/>
                    <a:pt x="1200" y="0"/>
                    <a:pt x="1150" y="0"/>
                  </a:cubicBezTo>
                  <a:cubicBezTo>
                    <a:pt x="850" y="13"/>
                    <a:pt x="563" y="163"/>
                    <a:pt x="388" y="413"/>
                  </a:cubicBezTo>
                  <a:cubicBezTo>
                    <a:pt x="188" y="663"/>
                    <a:pt x="0" y="938"/>
                    <a:pt x="25" y="1275"/>
                  </a:cubicBezTo>
                  <a:cubicBezTo>
                    <a:pt x="25" y="1325"/>
                    <a:pt x="100" y="1325"/>
                    <a:pt x="100" y="12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6" name="Google Shape;4586;p103"/>
            <p:cNvSpPr/>
            <p:nvPr/>
          </p:nvSpPr>
          <p:spPr>
            <a:xfrm>
              <a:off x="732675" y="2415550"/>
              <a:ext cx="29075" cy="33475"/>
            </a:xfrm>
            <a:custGeom>
              <a:rect b="b" l="l" r="r" t="t"/>
              <a:pathLst>
                <a:path extrusionOk="0" h="1339" w="1163">
                  <a:moveTo>
                    <a:pt x="1100" y="51"/>
                  </a:moveTo>
                  <a:cubicBezTo>
                    <a:pt x="1013" y="313"/>
                    <a:pt x="875" y="563"/>
                    <a:pt x="700" y="788"/>
                  </a:cubicBezTo>
                  <a:cubicBezTo>
                    <a:pt x="525" y="1013"/>
                    <a:pt x="288" y="1076"/>
                    <a:pt x="50" y="1213"/>
                  </a:cubicBezTo>
                  <a:cubicBezTo>
                    <a:pt x="0" y="1251"/>
                    <a:pt x="38" y="1338"/>
                    <a:pt x="100" y="1313"/>
                  </a:cubicBezTo>
                  <a:cubicBezTo>
                    <a:pt x="675" y="1201"/>
                    <a:pt x="1088" y="626"/>
                    <a:pt x="1163" y="63"/>
                  </a:cubicBezTo>
                  <a:cubicBezTo>
                    <a:pt x="1163" y="26"/>
                    <a:pt x="1113" y="1"/>
                    <a:pt x="1100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7" name="Google Shape;4587;p103"/>
            <p:cNvSpPr/>
            <p:nvPr/>
          </p:nvSpPr>
          <p:spPr>
            <a:xfrm>
              <a:off x="739850" y="2718600"/>
              <a:ext cx="86875" cy="38450"/>
            </a:xfrm>
            <a:custGeom>
              <a:rect b="b" l="l" r="r" t="t"/>
              <a:pathLst>
                <a:path extrusionOk="0" h="1538" w="3475">
                  <a:moveTo>
                    <a:pt x="38" y="88"/>
                  </a:moveTo>
                  <a:cubicBezTo>
                    <a:pt x="1025" y="813"/>
                    <a:pt x="2175" y="1313"/>
                    <a:pt x="3387" y="1525"/>
                  </a:cubicBezTo>
                  <a:cubicBezTo>
                    <a:pt x="3450" y="1538"/>
                    <a:pt x="3475" y="1450"/>
                    <a:pt x="3412" y="1438"/>
                  </a:cubicBezTo>
                  <a:cubicBezTo>
                    <a:pt x="2213" y="1213"/>
                    <a:pt x="1075" y="738"/>
                    <a:pt x="76" y="26"/>
                  </a:cubicBezTo>
                  <a:cubicBezTo>
                    <a:pt x="38" y="1"/>
                    <a:pt x="1" y="63"/>
                    <a:pt x="38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8" name="Google Shape;4588;p103"/>
            <p:cNvSpPr/>
            <p:nvPr/>
          </p:nvSpPr>
          <p:spPr>
            <a:xfrm>
              <a:off x="824200" y="2749525"/>
              <a:ext cx="16600" cy="17850"/>
            </a:xfrm>
            <a:custGeom>
              <a:rect b="b" l="l" r="r" t="t"/>
              <a:pathLst>
                <a:path extrusionOk="0" h="714" w="664">
                  <a:moveTo>
                    <a:pt x="151" y="251"/>
                  </a:moveTo>
                  <a:cubicBezTo>
                    <a:pt x="176" y="351"/>
                    <a:pt x="188" y="363"/>
                    <a:pt x="176" y="288"/>
                  </a:cubicBezTo>
                  <a:cubicBezTo>
                    <a:pt x="163" y="251"/>
                    <a:pt x="163" y="213"/>
                    <a:pt x="176" y="176"/>
                  </a:cubicBezTo>
                  <a:cubicBezTo>
                    <a:pt x="176" y="138"/>
                    <a:pt x="113" y="113"/>
                    <a:pt x="101" y="151"/>
                  </a:cubicBezTo>
                  <a:cubicBezTo>
                    <a:pt x="1" y="376"/>
                    <a:pt x="238" y="713"/>
                    <a:pt x="451" y="463"/>
                  </a:cubicBezTo>
                  <a:cubicBezTo>
                    <a:pt x="663" y="213"/>
                    <a:pt x="288" y="1"/>
                    <a:pt x="88" y="176"/>
                  </a:cubicBezTo>
                  <a:cubicBezTo>
                    <a:pt x="38" y="213"/>
                    <a:pt x="101" y="276"/>
                    <a:pt x="151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9" name="Google Shape;4589;p103"/>
            <p:cNvSpPr/>
            <p:nvPr/>
          </p:nvSpPr>
          <p:spPr>
            <a:xfrm>
              <a:off x="728300" y="2681125"/>
              <a:ext cx="82175" cy="30625"/>
            </a:xfrm>
            <a:custGeom>
              <a:rect b="b" l="l" r="r" t="t"/>
              <a:pathLst>
                <a:path extrusionOk="0" h="1225" w="3287">
                  <a:moveTo>
                    <a:pt x="63" y="1087"/>
                  </a:moveTo>
                  <a:cubicBezTo>
                    <a:pt x="1163" y="1225"/>
                    <a:pt x="2537" y="1000"/>
                    <a:pt x="3262" y="75"/>
                  </a:cubicBezTo>
                  <a:cubicBezTo>
                    <a:pt x="3287" y="38"/>
                    <a:pt x="3250" y="0"/>
                    <a:pt x="3225" y="25"/>
                  </a:cubicBezTo>
                  <a:cubicBezTo>
                    <a:pt x="2287" y="812"/>
                    <a:pt x="1288" y="1137"/>
                    <a:pt x="63" y="1000"/>
                  </a:cubicBezTo>
                  <a:cubicBezTo>
                    <a:pt x="0" y="987"/>
                    <a:pt x="0" y="1087"/>
                    <a:pt x="63" y="10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0" name="Google Shape;4590;p103"/>
            <p:cNvSpPr/>
            <p:nvPr/>
          </p:nvSpPr>
          <p:spPr>
            <a:xfrm>
              <a:off x="805150" y="2671750"/>
              <a:ext cx="15025" cy="12825"/>
            </a:xfrm>
            <a:custGeom>
              <a:rect b="b" l="l" r="r" t="t"/>
              <a:pathLst>
                <a:path extrusionOk="0" h="513" w="601">
                  <a:moveTo>
                    <a:pt x="250" y="100"/>
                  </a:moveTo>
                  <a:cubicBezTo>
                    <a:pt x="250" y="188"/>
                    <a:pt x="275" y="213"/>
                    <a:pt x="325" y="150"/>
                  </a:cubicBezTo>
                  <a:cubicBezTo>
                    <a:pt x="363" y="138"/>
                    <a:pt x="350" y="88"/>
                    <a:pt x="313" y="88"/>
                  </a:cubicBezTo>
                  <a:cubicBezTo>
                    <a:pt x="26" y="88"/>
                    <a:pt x="1" y="513"/>
                    <a:pt x="288" y="488"/>
                  </a:cubicBezTo>
                  <a:cubicBezTo>
                    <a:pt x="600" y="450"/>
                    <a:pt x="550" y="0"/>
                    <a:pt x="250" y="25"/>
                  </a:cubicBezTo>
                  <a:cubicBezTo>
                    <a:pt x="213" y="25"/>
                    <a:pt x="213" y="100"/>
                    <a:pt x="250" y="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1" name="Google Shape;4591;p103"/>
            <p:cNvSpPr/>
            <p:nvPr/>
          </p:nvSpPr>
          <p:spPr>
            <a:xfrm>
              <a:off x="644875" y="2270600"/>
              <a:ext cx="60325" cy="237450"/>
            </a:xfrm>
            <a:custGeom>
              <a:rect b="b" l="l" r="r" t="t"/>
              <a:pathLst>
                <a:path extrusionOk="0" h="9498" w="2413">
                  <a:moveTo>
                    <a:pt x="76" y="9473"/>
                  </a:moveTo>
                  <a:cubicBezTo>
                    <a:pt x="776" y="7698"/>
                    <a:pt x="1488" y="6374"/>
                    <a:pt x="1675" y="4462"/>
                  </a:cubicBezTo>
                  <a:cubicBezTo>
                    <a:pt x="1838" y="2737"/>
                    <a:pt x="1438" y="1488"/>
                    <a:pt x="488" y="63"/>
                  </a:cubicBezTo>
                  <a:cubicBezTo>
                    <a:pt x="451" y="0"/>
                    <a:pt x="338" y="63"/>
                    <a:pt x="388" y="125"/>
                  </a:cubicBezTo>
                  <a:cubicBezTo>
                    <a:pt x="2413" y="3450"/>
                    <a:pt x="1275" y="6124"/>
                    <a:pt x="26" y="9448"/>
                  </a:cubicBezTo>
                  <a:cubicBezTo>
                    <a:pt x="1" y="9485"/>
                    <a:pt x="63" y="9498"/>
                    <a:pt x="76" y="947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2" name="Google Shape;4592;p103"/>
            <p:cNvSpPr/>
            <p:nvPr/>
          </p:nvSpPr>
          <p:spPr>
            <a:xfrm>
              <a:off x="699875" y="2755475"/>
              <a:ext cx="49375" cy="31875"/>
            </a:xfrm>
            <a:custGeom>
              <a:rect b="b" l="l" r="r" t="t"/>
              <a:pathLst>
                <a:path extrusionOk="0" h="1275" w="1975">
                  <a:moveTo>
                    <a:pt x="75" y="1238"/>
                  </a:moveTo>
                  <a:cubicBezTo>
                    <a:pt x="163" y="813"/>
                    <a:pt x="363" y="425"/>
                    <a:pt x="775" y="238"/>
                  </a:cubicBezTo>
                  <a:cubicBezTo>
                    <a:pt x="1262" y="25"/>
                    <a:pt x="1850" y="288"/>
                    <a:pt x="1862" y="863"/>
                  </a:cubicBezTo>
                  <a:cubicBezTo>
                    <a:pt x="1862" y="938"/>
                    <a:pt x="1975" y="938"/>
                    <a:pt x="1975" y="863"/>
                  </a:cubicBezTo>
                  <a:cubicBezTo>
                    <a:pt x="1975" y="375"/>
                    <a:pt x="1550" y="0"/>
                    <a:pt x="1062" y="50"/>
                  </a:cubicBezTo>
                  <a:cubicBezTo>
                    <a:pt x="450" y="113"/>
                    <a:pt x="100" y="663"/>
                    <a:pt x="13" y="1213"/>
                  </a:cubicBezTo>
                  <a:cubicBezTo>
                    <a:pt x="0" y="1250"/>
                    <a:pt x="63" y="1275"/>
                    <a:pt x="75" y="1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3" name="Google Shape;4593;p103"/>
            <p:cNvSpPr/>
            <p:nvPr/>
          </p:nvSpPr>
          <p:spPr>
            <a:xfrm>
              <a:off x="674550" y="2510225"/>
              <a:ext cx="31600" cy="62500"/>
            </a:xfrm>
            <a:custGeom>
              <a:rect b="b" l="l" r="r" t="t"/>
              <a:pathLst>
                <a:path extrusionOk="0" h="2500" w="1264">
                  <a:moveTo>
                    <a:pt x="651" y="50"/>
                  </a:moveTo>
                  <a:cubicBezTo>
                    <a:pt x="638" y="350"/>
                    <a:pt x="701" y="650"/>
                    <a:pt x="838" y="925"/>
                  </a:cubicBezTo>
                  <a:cubicBezTo>
                    <a:pt x="1138" y="1625"/>
                    <a:pt x="838" y="2312"/>
                    <a:pt x="38" y="2412"/>
                  </a:cubicBezTo>
                  <a:cubicBezTo>
                    <a:pt x="1" y="2412"/>
                    <a:pt x="13" y="2487"/>
                    <a:pt x="51" y="2487"/>
                  </a:cubicBezTo>
                  <a:cubicBezTo>
                    <a:pt x="488" y="2500"/>
                    <a:pt x="888" y="2225"/>
                    <a:pt x="1038" y="1812"/>
                  </a:cubicBezTo>
                  <a:cubicBezTo>
                    <a:pt x="1263" y="1175"/>
                    <a:pt x="713" y="675"/>
                    <a:pt x="726" y="50"/>
                  </a:cubicBezTo>
                  <a:cubicBezTo>
                    <a:pt x="726" y="0"/>
                    <a:pt x="651" y="0"/>
                    <a:pt x="651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4" name="Google Shape;4594;p103"/>
            <p:cNvSpPr/>
            <p:nvPr/>
          </p:nvSpPr>
          <p:spPr>
            <a:xfrm>
              <a:off x="658950" y="2543350"/>
              <a:ext cx="21575" cy="30625"/>
            </a:xfrm>
            <a:custGeom>
              <a:rect b="b" l="l" r="r" t="t"/>
              <a:pathLst>
                <a:path extrusionOk="0" h="1225" w="863">
                  <a:moveTo>
                    <a:pt x="800" y="1050"/>
                  </a:moveTo>
                  <a:cubicBezTo>
                    <a:pt x="288" y="1225"/>
                    <a:pt x="38" y="387"/>
                    <a:pt x="300" y="63"/>
                  </a:cubicBezTo>
                  <a:cubicBezTo>
                    <a:pt x="313" y="25"/>
                    <a:pt x="275" y="0"/>
                    <a:pt x="250" y="13"/>
                  </a:cubicBezTo>
                  <a:cubicBezTo>
                    <a:pt x="0" y="163"/>
                    <a:pt x="75" y="550"/>
                    <a:pt x="163" y="775"/>
                  </a:cubicBezTo>
                  <a:cubicBezTo>
                    <a:pt x="275" y="1062"/>
                    <a:pt x="525" y="1225"/>
                    <a:pt x="825" y="1112"/>
                  </a:cubicBezTo>
                  <a:cubicBezTo>
                    <a:pt x="862" y="1100"/>
                    <a:pt x="850" y="1025"/>
                    <a:pt x="800" y="10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5" name="Google Shape;4595;p103"/>
            <p:cNvSpPr/>
            <p:nvPr/>
          </p:nvSpPr>
          <p:spPr>
            <a:xfrm>
              <a:off x="761725" y="2732675"/>
              <a:ext cx="56575" cy="81250"/>
            </a:xfrm>
            <a:custGeom>
              <a:rect b="b" l="l" r="r" t="t"/>
              <a:pathLst>
                <a:path extrusionOk="0" h="3250" w="2263">
                  <a:moveTo>
                    <a:pt x="50" y="88"/>
                  </a:moveTo>
                  <a:cubicBezTo>
                    <a:pt x="988" y="900"/>
                    <a:pt x="2062" y="1787"/>
                    <a:pt x="1875" y="3174"/>
                  </a:cubicBezTo>
                  <a:cubicBezTo>
                    <a:pt x="1875" y="3224"/>
                    <a:pt x="1950" y="3249"/>
                    <a:pt x="1962" y="3199"/>
                  </a:cubicBezTo>
                  <a:cubicBezTo>
                    <a:pt x="2262" y="1800"/>
                    <a:pt x="1050" y="825"/>
                    <a:pt x="88" y="38"/>
                  </a:cubicBezTo>
                  <a:cubicBezTo>
                    <a:pt x="50" y="0"/>
                    <a:pt x="1" y="63"/>
                    <a:pt x="38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6" name="Google Shape;4596;p103"/>
            <p:cNvSpPr/>
            <p:nvPr/>
          </p:nvSpPr>
          <p:spPr>
            <a:xfrm>
              <a:off x="710500" y="2553650"/>
              <a:ext cx="15325" cy="30950"/>
            </a:xfrm>
            <a:custGeom>
              <a:rect b="b" l="l" r="r" t="t"/>
              <a:pathLst>
                <a:path extrusionOk="0" h="1238" w="613">
                  <a:moveTo>
                    <a:pt x="25" y="63"/>
                  </a:moveTo>
                  <a:cubicBezTo>
                    <a:pt x="0" y="288"/>
                    <a:pt x="50" y="513"/>
                    <a:pt x="162" y="713"/>
                  </a:cubicBezTo>
                  <a:cubicBezTo>
                    <a:pt x="237" y="900"/>
                    <a:pt x="362" y="1075"/>
                    <a:pt x="525" y="1213"/>
                  </a:cubicBezTo>
                  <a:cubicBezTo>
                    <a:pt x="575" y="1238"/>
                    <a:pt x="612" y="1175"/>
                    <a:pt x="587" y="1138"/>
                  </a:cubicBezTo>
                  <a:cubicBezTo>
                    <a:pt x="300" y="850"/>
                    <a:pt x="125" y="463"/>
                    <a:pt x="113" y="63"/>
                  </a:cubicBezTo>
                  <a:cubicBezTo>
                    <a:pt x="113" y="0"/>
                    <a:pt x="25" y="0"/>
                    <a:pt x="25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7" name="Google Shape;4597;p103"/>
            <p:cNvSpPr/>
            <p:nvPr/>
          </p:nvSpPr>
          <p:spPr>
            <a:xfrm>
              <a:off x="710175" y="2550525"/>
              <a:ext cx="21900" cy="34400"/>
            </a:xfrm>
            <a:custGeom>
              <a:rect b="b" l="l" r="r" t="t"/>
              <a:pathLst>
                <a:path extrusionOk="0" h="1376" w="876">
                  <a:moveTo>
                    <a:pt x="638" y="1325"/>
                  </a:moveTo>
                  <a:cubicBezTo>
                    <a:pt x="875" y="838"/>
                    <a:pt x="575" y="225"/>
                    <a:pt x="101" y="25"/>
                  </a:cubicBezTo>
                  <a:cubicBezTo>
                    <a:pt x="38" y="0"/>
                    <a:pt x="1" y="100"/>
                    <a:pt x="51" y="125"/>
                  </a:cubicBezTo>
                  <a:cubicBezTo>
                    <a:pt x="475" y="313"/>
                    <a:pt x="763" y="825"/>
                    <a:pt x="550" y="1275"/>
                  </a:cubicBezTo>
                  <a:cubicBezTo>
                    <a:pt x="525" y="1325"/>
                    <a:pt x="613" y="1375"/>
                    <a:pt x="638" y="13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8" name="Google Shape;4598;p103"/>
            <p:cNvSpPr/>
            <p:nvPr/>
          </p:nvSpPr>
          <p:spPr>
            <a:xfrm>
              <a:off x="669550" y="2216250"/>
              <a:ext cx="59700" cy="132175"/>
            </a:xfrm>
            <a:custGeom>
              <a:rect b="b" l="l" r="r" t="t"/>
              <a:pathLst>
                <a:path extrusionOk="0" h="5287" w="2388">
                  <a:moveTo>
                    <a:pt x="651" y="5211"/>
                  </a:moveTo>
                  <a:cubicBezTo>
                    <a:pt x="363" y="3674"/>
                    <a:pt x="51" y="375"/>
                    <a:pt x="2338" y="75"/>
                  </a:cubicBezTo>
                  <a:cubicBezTo>
                    <a:pt x="2388" y="75"/>
                    <a:pt x="2388" y="0"/>
                    <a:pt x="2338" y="0"/>
                  </a:cubicBezTo>
                  <a:cubicBezTo>
                    <a:pt x="1" y="212"/>
                    <a:pt x="263" y="3649"/>
                    <a:pt x="576" y="5236"/>
                  </a:cubicBezTo>
                  <a:cubicBezTo>
                    <a:pt x="588" y="5286"/>
                    <a:pt x="663" y="5261"/>
                    <a:pt x="651" y="52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9" name="Google Shape;4599;p103"/>
            <p:cNvSpPr/>
            <p:nvPr/>
          </p:nvSpPr>
          <p:spPr>
            <a:xfrm>
              <a:off x="701750" y="2223100"/>
              <a:ext cx="65000" cy="61275"/>
            </a:xfrm>
            <a:custGeom>
              <a:rect b="b" l="l" r="r" t="t"/>
              <a:pathLst>
                <a:path extrusionOk="0" h="2451" w="2600">
                  <a:moveTo>
                    <a:pt x="75" y="976"/>
                  </a:moveTo>
                  <a:cubicBezTo>
                    <a:pt x="400" y="351"/>
                    <a:pt x="1162" y="88"/>
                    <a:pt x="1762" y="513"/>
                  </a:cubicBezTo>
                  <a:cubicBezTo>
                    <a:pt x="2300" y="888"/>
                    <a:pt x="2474" y="1863"/>
                    <a:pt x="1950" y="2325"/>
                  </a:cubicBezTo>
                  <a:cubicBezTo>
                    <a:pt x="1900" y="2375"/>
                    <a:pt x="1975" y="2450"/>
                    <a:pt x="2025" y="2400"/>
                  </a:cubicBezTo>
                  <a:cubicBezTo>
                    <a:pt x="2599" y="1913"/>
                    <a:pt x="2412" y="838"/>
                    <a:pt x="1825" y="438"/>
                  </a:cubicBezTo>
                  <a:cubicBezTo>
                    <a:pt x="1187" y="1"/>
                    <a:pt x="325" y="251"/>
                    <a:pt x="13" y="938"/>
                  </a:cubicBezTo>
                  <a:cubicBezTo>
                    <a:pt x="0" y="976"/>
                    <a:pt x="50" y="1013"/>
                    <a:pt x="75" y="9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0" name="Google Shape;4600;p103"/>
            <p:cNvSpPr/>
            <p:nvPr/>
          </p:nvSpPr>
          <p:spPr>
            <a:xfrm>
              <a:off x="709550" y="2258100"/>
              <a:ext cx="46900" cy="35950"/>
            </a:xfrm>
            <a:custGeom>
              <a:rect b="b" l="l" r="r" t="t"/>
              <a:pathLst>
                <a:path extrusionOk="0" h="1438" w="1876">
                  <a:moveTo>
                    <a:pt x="1788" y="713"/>
                  </a:moveTo>
                  <a:cubicBezTo>
                    <a:pt x="1600" y="1125"/>
                    <a:pt x="1138" y="1313"/>
                    <a:pt x="725" y="1150"/>
                  </a:cubicBezTo>
                  <a:cubicBezTo>
                    <a:pt x="288" y="963"/>
                    <a:pt x="163" y="513"/>
                    <a:pt x="288" y="88"/>
                  </a:cubicBezTo>
                  <a:cubicBezTo>
                    <a:pt x="300" y="38"/>
                    <a:pt x="225" y="1"/>
                    <a:pt x="213" y="51"/>
                  </a:cubicBezTo>
                  <a:cubicBezTo>
                    <a:pt x="1" y="513"/>
                    <a:pt x="213" y="1050"/>
                    <a:pt x="675" y="1250"/>
                  </a:cubicBezTo>
                  <a:cubicBezTo>
                    <a:pt x="1138" y="1438"/>
                    <a:pt x="1675" y="1225"/>
                    <a:pt x="1850" y="750"/>
                  </a:cubicBezTo>
                  <a:cubicBezTo>
                    <a:pt x="1875" y="713"/>
                    <a:pt x="1813" y="675"/>
                    <a:pt x="1800" y="7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1" name="Google Shape;4601;p103"/>
            <p:cNvSpPr/>
            <p:nvPr/>
          </p:nvSpPr>
          <p:spPr>
            <a:xfrm>
              <a:off x="713300" y="2246550"/>
              <a:ext cx="30950" cy="17500"/>
            </a:xfrm>
            <a:custGeom>
              <a:rect b="b" l="l" r="r" t="t"/>
              <a:pathLst>
                <a:path extrusionOk="0" h="700" w="1238">
                  <a:moveTo>
                    <a:pt x="100" y="650"/>
                  </a:moveTo>
                  <a:cubicBezTo>
                    <a:pt x="75" y="63"/>
                    <a:pt x="1213" y="0"/>
                    <a:pt x="1025" y="613"/>
                  </a:cubicBezTo>
                  <a:cubicBezTo>
                    <a:pt x="1013" y="675"/>
                    <a:pt x="1100" y="688"/>
                    <a:pt x="1113" y="638"/>
                  </a:cubicBezTo>
                  <a:cubicBezTo>
                    <a:pt x="1238" y="350"/>
                    <a:pt x="975" y="75"/>
                    <a:pt x="688" y="75"/>
                  </a:cubicBezTo>
                  <a:cubicBezTo>
                    <a:pt x="388" y="75"/>
                    <a:pt x="1" y="313"/>
                    <a:pt x="26" y="650"/>
                  </a:cubicBezTo>
                  <a:cubicBezTo>
                    <a:pt x="26" y="700"/>
                    <a:pt x="113" y="700"/>
                    <a:pt x="100" y="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2" name="Google Shape;4602;p103"/>
            <p:cNvSpPr/>
            <p:nvPr/>
          </p:nvSpPr>
          <p:spPr>
            <a:xfrm>
              <a:off x="703000" y="2492725"/>
              <a:ext cx="71550" cy="55325"/>
            </a:xfrm>
            <a:custGeom>
              <a:rect b="b" l="l" r="r" t="t"/>
              <a:pathLst>
                <a:path extrusionOk="0" h="2213" w="2862">
                  <a:moveTo>
                    <a:pt x="50" y="1838"/>
                  </a:moveTo>
                  <a:cubicBezTo>
                    <a:pt x="1312" y="2213"/>
                    <a:pt x="2749" y="1438"/>
                    <a:pt x="2862" y="38"/>
                  </a:cubicBezTo>
                  <a:cubicBezTo>
                    <a:pt x="2862" y="13"/>
                    <a:pt x="2812" y="1"/>
                    <a:pt x="2799" y="38"/>
                  </a:cubicBezTo>
                  <a:cubicBezTo>
                    <a:pt x="2474" y="1300"/>
                    <a:pt x="1400" y="2113"/>
                    <a:pt x="75" y="1763"/>
                  </a:cubicBezTo>
                  <a:cubicBezTo>
                    <a:pt x="25" y="1750"/>
                    <a:pt x="0" y="1825"/>
                    <a:pt x="50" y="18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3" name="Google Shape;4603;p103"/>
            <p:cNvSpPr/>
            <p:nvPr/>
          </p:nvSpPr>
          <p:spPr>
            <a:xfrm>
              <a:off x="779850" y="2847325"/>
              <a:ext cx="15325" cy="20025"/>
            </a:xfrm>
            <a:custGeom>
              <a:rect b="b" l="l" r="r" t="t"/>
              <a:pathLst>
                <a:path extrusionOk="0" h="801" w="613">
                  <a:moveTo>
                    <a:pt x="63" y="113"/>
                  </a:moveTo>
                  <a:cubicBezTo>
                    <a:pt x="288" y="263"/>
                    <a:pt x="450" y="488"/>
                    <a:pt x="513" y="750"/>
                  </a:cubicBezTo>
                  <a:cubicBezTo>
                    <a:pt x="525" y="800"/>
                    <a:pt x="613" y="800"/>
                    <a:pt x="613" y="738"/>
                  </a:cubicBezTo>
                  <a:cubicBezTo>
                    <a:pt x="575" y="438"/>
                    <a:pt x="388" y="163"/>
                    <a:pt x="113" y="25"/>
                  </a:cubicBezTo>
                  <a:cubicBezTo>
                    <a:pt x="50" y="0"/>
                    <a:pt x="0" y="88"/>
                    <a:pt x="63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4" name="Google Shape;4604;p103"/>
            <p:cNvSpPr/>
            <p:nvPr/>
          </p:nvSpPr>
          <p:spPr>
            <a:xfrm>
              <a:off x="792975" y="2850750"/>
              <a:ext cx="5950" cy="16900"/>
            </a:xfrm>
            <a:custGeom>
              <a:rect b="b" l="l" r="r" t="t"/>
              <a:pathLst>
                <a:path extrusionOk="0" h="676" w="238">
                  <a:moveTo>
                    <a:pt x="125" y="613"/>
                  </a:moveTo>
                  <a:cubicBezTo>
                    <a:pt x="200" y="451"/>
                    <a:pt x="238" y="251"/>
                    <a:pt x="200" y="76"/>
                  </a:cubicBezTo>
                  <a:cubicBezTo>
                    <a:pt x="188" y="1"/>
                    <a:pt x="100" y="26"/>
                    <a:pt x="88" y="88"/>
                  </a:cubicBezTo>
                  <a:cubicBezTo>
                    <a:pt x="100" y="251"/>
                    <a:pt x="63" y="426"/>
                    <a:pt x="13" y="588"/>
                  </a:cubicBezTo>
                  <a:cubicBezTo>
                    <a:pt x="0" y="651"/>
                    <a:pt x="100" y="676"/>
                    <a:pt x="125" y="6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5" name="Google Shape;4605;p103"/>
            <p:cNvSpPr/>
            <p:nvPr/>
          </p:nvSpPr>
          <p:spPr>
            <a:xfrm>
              <a:off x="775150" y="2839500"/>
              <a:ext cx="7525" cy="9400"/>
            </a:xfrm>
            <a:custGeom>
              <a:rect b="b" l="l" r="r" t="t"/>
              <a:pathLst>
                <a:path extrusionOk="0" h="376" w="301">
                  <a:moveTo>
                    <a:pt x="226" y="276"/>
                  </a:moveTo>
                  <a:cubicBezTo>
                    <a:pt x="201" y="213"/>
                    <a:pt x="213" y="151"/>
                    <a:pt x="263" y="113"/>
                  </a:cubicBezTo>
                  <a:cubicBezTo>
                    <a:pt x="301" y="76"/>
                    <a:pt x="263" y="1"/>
                    <a:pt x="213" y="26"/>
                  </a:cubicBezTo>
                  <a:cubicBezTo>
                    <a:pt x="76" y="76"/>
                    <a:pt x="1" y="263"/>
                    <a:pt x="163" y="351"/>
                  </a:cubicBezTo>
                  <a:cubicBezTo>
                    <a:pt x="213" y="376"/>
                    <a:pt x="276" y="313"/>
                    <a:pt x="226" y="2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6" name="Google Shape;4606;p103"/>
            <p:cNvSpPr/>
            <p:nvPr/>
          </p:nvSpPr>
          <p:spPr>
            <a:xfrm>
              <a:off x="780775" y="2821400"/>
              <a:ext cx="15650" cy="20325"/>
            </a:xfrm>
            <a:custGeom>
              <a:rect b="b" l="l" r="r" t="t"/>
              <a:pathLst>
                <a:path extrusionOk="0" h="813" w="626">
                  <a:moveTo>
                    <a:pt x="88" y="787"/>
                  </a:moveTo>
                  <a:cubicBezTo>
                    <a:pt x="338" y="625"/>
                    <a:pt x="626" y="363"/>
                    <a:pt x="563" y="50"/>
                  </a:cubicBezTo>
                  <a:cubicBezTo>
                    <a:pt x="538" y="0"/>
                    <a:pt x="488" y="0"/>
                    <a:pt x="463" y="50"/>
                  </a:cubicBezTo>
                  <a:cubicBezTo>
                    <a:pt x="413" y="313"/>
                    <a:pt x="263" y="550"/>
                    <a:pt x="38" y="712"/>
                  </a:cubicBezTo>
                  <a:cubicBezTo>
                    <a:pt x="1" y="750"/>
                    <a:pt x="51" y="812"/>
                    <a:pt x="88" y="7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7" name="Google Shape;4607;p103"/>
            <p:cNvSpPr/>
            <p:nvPr/>
          </p:nvSpPr>
          <p:spPr>
            <a:xfrm>
              <a:off x="790475" y="2821700"/>
              <a:ext cx="10325" cy="24400"/>
            </a:xfrm>
            <a:custGeom>
              <a:rect b="b" l="l" r="r" t="t"/>
              <a:pathLst>
                <a:path extrusionOk="0" h="976" w="413">
                  <a:moveTo>
                    <a:pt x="113" y="126"/>
                  </a:moveTo>
                  <a:cubicBezTo>
                    <a:pt x="288" y="363"/>
                    <a:pt x="225" y="625"/>
                    <a:pt x="50" y="838"/>
                  </a:cubicBezTo>
                  <a:cubicBezTo>
                    <a:pt x="0" y="900"/>
                    <a:pt x="75" y="975"/>
                    <a:pt x="138" y="925"/>
                  </a:cubicBezTo>
                  <a:cubicBezTo>
                    <a:pt x="375" y="700"/>
                    <a:pt x="413" y="313"/>
                    <a:pt x="200" y="51"/>
                  </a:cubicBezTo>
                  <a:cubicBezTo>
                    <a:pt x="163" y="1"/>
                    <a:pt x="75" y="76"/>
                    <a:pt x="113" y="1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8" name="Google Shape;4608;p103"/>
            <p:cNvSpPr/>
            <p:nvPr/>
          </p:nvSpPr>
          <p:spPr>
            <a:xfrm>
              <a:off x="790150" y="2842625"/>
              <a:ext cx="8150" cy="14100"/>
            </a:xfrm>
            <a:custGeom>
              <a:rect b="b" l="l" r="r" t="t"/>
              <a:pathLst>
                <a:path extrusionOk="0" h="564" w="326">
                  <a:moveTo>
                    <a:pt x="63" y="138"/>
                  </a:moveTo>
                  <a:cubicBezTo>
                    <a:pt x="151" y="238"/>
                    <a:pt x="201" y="363"/>
                    <a:pt x="213" y="501"/>
                  </a:cubicBezTo>
                  <a:cubicBezTo>
                    <a:pt x="226" y="563"/>
                    <a:pt x="313" y="538"/>
                    <a:pt x="313" y="488"/>
                  </a:cubicBezTo>
                  <a:cubicBezTo>
                    <a:pt x="326" y="326"/>
                    <a:pt x="263" y="163"/>
                    <a:pt x="138" y="63"/>
                  </a:cubicBezTo>
                  <a:cubicBezTo>
                    <a:pt x="88" y="1"/>
                    <a:pt x="1" y="88"/>
                    <a:pt x="63" y="1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9" name="Google Shape;4609;p103"/>
            <p:cNvSpPr/>
            <p:nvPr/>
          </p:nvSpPr>
          <p:spPr>
            <a:xfrm>
              <a:off x="799850" y="2837000"/>
              <a:ext cx="12500" cy="14400"/>
            </a:xfrm>
            <a:custGeom>
              <a:rect b="b" l="l" r="r" t="t"/>
              <a:pathLst>
                <a:path extrusionOk="0" h="576" w="500">
                  <a:moveTo>
                    <a:pt x="25" y="288"/>
                  </a:moveTo>
                  <a:cubicBezTo>
                    <a:pt x="38" y="413"/>
                    <a:pt x="75" y="538"/>
                    <a:pt x="225" y="563"/>
                  </a:cubicBezTo>
                  <a:cubicBezTo>
                    <a:pt x="338" y="576"/>
                    <a:pt x="437" y="488"/>
                    <a:pt x="437" y="363"/>
                  </a:cubicBezTo>
                  <a:cubicBezTo>
                    <a:pt x="500" y="63"/>
                    <a:pt x="38" y="1"/>
                    <a:pt x="13" y="313"/>
                  </a:cubicBezTo>
                  <a:cubicBezTo>
                    <a:pt x="0" y="388"/>
                    <a:pt x="125" y="401"/>
                    <a:pt x="150" y="326"/>
                  </a:cubicBezTo>
                  <a:cubicBezTo>
                    <a:pt x="150" y="313"/>
                    <a:pt x="150" y="301"/>
                    <a:pt x="163" y="288"/>
                  </a:cubicBezTo>
                  <a:cubicBezTo>
                    <a:pt x="163" y="201"/>
                    <a:pt x="25" y="201"/>
                    <a:pt x="25" y="2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4610" name="Google Shape;4610;p1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0525" y="908725"/>
            <a:ext cx="4885001" cy="332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4" name="Shape 4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5" name="Google Shape;4615;p104"/>
          <p:cNvSpPr txBox="1"/>
          <p:nvPr>
            <p:ph type="title"/>
          </p:nvPr>
        </p:nvSpPr>
        <p:spPr>
          <a:xfrm>
            <a:off x="720000" y="597425"/>
            <a:ext cx="8139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35240A"/>
                </a:solidFill>
                <a:highlight>
                  <a:srgbClr val="DED6C2"/>
                </a:highlight>
              </a:rPr>
              <a:t>Epoca Medievală: Idealul Cavaleresc</a:t>
            </a:r>
            <a:endParaRPr b="1" sz="3000">
              <a:solidFill>
                <a:srgbClr val="35240A"/>
              </a:solidFill>
              <a:highlight>
                <a:srgbClr val="DED6C2"/>
              </a:highlight>
            </a:endParaRPr>
          </a:p>
          <a:p>
            <a:pPr indent="0" lvl="0" marL="0" rtl="0" algn="ctr">
              <a:spcBef>
                <a:spcPts val="230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sp>
        <p:nvSpPr>
          <p:cNvPr id="4616" name="Google Shape;4616;p104"/>
          <p:cNvSpPr txBox="1"/>
          <p:nvPr>
            <p:ph idx="3" type="subTitle"/>
          </p:nvPr>
        </p:nvSpPr>
        <p:spPr>
          <a:xfrm>
            <a:off x="2073651" y="3058032"/>
            <a:ext cx="3295500" cy="58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rgbClr val="35240A"/>
                </a:solidFill>
                <a:highlight>
                  <a:srgbClr val="DED6C2"/>
                </a:highlight>
              </a:rPr>
              <a:t> Apărarea celor slabi și a Bisericii.</a:t>
            </a:r>
            <a:endParaRPr/>
          </a:p>
        </p:txBody>
      </p:sp>
      <p:sp>
        <p:nvSpPr>
          <p:cNvPr id="4617" name="Google Shape;4617;p104"/>
          <p:cNvSpPr txBox="1"/>
          <p:nvPr>
            <p:ph idx="5" type="subTitle"/>
          </p:nvPr>
        </p:nvSpPr>
        <p:spPr>
          <a:xfrm>
            <a:off x="2064475" y="1280900"/>
            <a:ext cx="6374100" cy="164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5240A"/>
                </a:solidFill>
              </a:rPr>
              <a:t>Virtuțile Nobilimii Laice</a:t>
            </a:r>
            <a:endParaRPr>
              <a:solidFill>
                <a:srgbClr val="35240A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50">
                <a:solidFill>
                  <a:srgbClr val="35240A"/>
                </a:solidFill>
                <a:highlight>
                  <a:srgbClr val="DED6C2"/>
                </a:highlight>
                <a:latin typeface="Source Sans 3"/>
                <a:ea typeface="Source Sans 3"/>
                <a:cs typeface="Source Sans 3"/>
                <a:sym typeface="Source Sans 3"/>
              </a:rPr>
              <a:t>Educația nobililor era practică și morală, vizând codul onoarei. Se punea accent pe cele </a:t>
            </a:r>
            <a:r>
              <a:rPr lang="en" sz="1650">
                <a:solidFill>
                  <a:srgbClr val="35240A"/>
                </a:solidFill>
                <a:latin typeface="Source Sans 3"/>
                <a:ea typeface="Source Sans 3"/>
                <a:cs typeface="Source Sans 3"/>
                <a:sym typeface="Source Sans 3"/>
              </a:rPr>
              <a:t>șapte virtuți cavalerești</a:t>
            </a:r>
            <a:r>
              <a:rPr b="0" lang="en" sz="1650">
                <a:solidFill>
                  <a:srgbClr val="35240A"/>
                </a:solidFill>
                <a:highlight>
                  <a:srgbClr val="DED6C2"/>
                </a:highlight>
                <a:latin typeface="Source Sans 3"/>
                <a:ea typeface="Source Sans 3"/>
                <a:cs typeface="Source Sans 3"/>
                <a:sym typeface="Source Sans 3"/>
              </a:rPr>
              <a:t>.</a:t>
            </a:r>
            <a:endParaRPr sz="1300">
              <a:solidFill>
                <a:srgbClr val="35240A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8" name="Google Shape;4618;p104"/>
          <p:cNvSpPr txBox="1"/>
          <p:nvPr>
            <p:ph idx="6" type="subTitle"/>
          </p:nvPr>
        </p:nvSpPr>
        <p:spPr>
          <a:xfrm>
            <a:off x="2110300" y="2690912"/>
            <a:ext cx="1978200" cy="44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Protecție</a:t>
            </a:r>
            <a:endParaRPr/>
          </a:p>
        </p:txBody>
      </p:sp>
      <p:grpSp>
        <p:nvGrpSpPr>
          <p:cNvPr id="4619" name="Google Shape;4619;p104"/>
          <p:cNvGrpSpPr/>
          <p:nvPr/>
        </p:nvGrpSpPr>
        <p:grpSpPr>
          <a:xfrm>
            <a:off x="1213327" y="1703913"/>
            <a:ext cx="744564" cy="624959"/>
            <a:chOff x="2361225" y="3521900"/>
            <a:chExt cx="4421400" cy="589250"/>
          </a:xfrm>
        </p:grpSpPr>
        <p:cxnSp>
          <p:nvCxnSpPr>
            <p:cNvPr id="4620" name="Google Shape;4620;p104"/>
            <p:cNvCxnSpPr/>
            <p:nvPr/>
          </p:nvCxnSpPr>
          <p:spPr>
            <a:xfrm>
              <a:off x="2361225" y="3521900"/>
              <a:ext cx="4421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21" name="Google Shape;4621;p104"/>
            <p:cNvCxnSpPr/>
            <p:nvPr/>
          </p:nvCxnSpPr>
          <p:spPr>
            <a:xfrm>
              <a:off x="2361225" y="4111150"/>
              <a:ext cx="4421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622" name="Google Shape;4622;p104"/>
          <p:cNvGrpSpPr/>
          <p:nvPr/>
        </p:nvGrpSpPr>
        <p:grpSpPr>
          <a:xfrm>
            <a:off x="1213327" y="2778270"/>
            <a:ext cx="744564" cy="624959"/>
            <a:chOff x="2361225" y="3521900"/>
            <a:chExt cx="4421400" cy="589250"/>
          </a:xfrm>
        </p:grpSpPr>
        <p:cxnSp>
          <p:nvCxnSpPr>
            <p:cNvPr id="4623" name="Google Shape;4623;p104"/>
            <p:cNvCxnSpPr/>
            <p:nvPr/>
          </p:nvCxnSpPr>
          <p:spPr>
            <a:xfrm>
              <a:off x="2361225" y="3521900"/>
              <a:ext cx="4421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24" name="Google Shape;4624;p104"/>
            <p:cNvCxnSpPr/>
            <p:nvPr/>
          </p:nvCxnSpPr>
          <p:spPr>
            <a:xfrm>
              <a:off x="2361225" y="4111150"/>
              <a:ext cx="4421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625" name="Google Shape;4625;p104"/>
          <p:cNvGrpSpPr/>
          <p:nvPr/>
        </p:nvGrpSpPr>
        <p:grpSpPr>
          <a:xfrm>
            <a:off x="1409496" y="1842125"/>
            <a:ext cx="352230" cy="348542"/>
            <a:chOff x="1049375" y="2318350"/>
            <a:chExt cx="298525" cy="295400"/>
          </a:xfrm>
        </p:grpSpPr>
        <p:sp>
          <p:nvSpPr>
            <p:cNvPr id="4626" name="Google Shape;4626;p104"/>
            <p:cNvSpPr/>
            <p:nvPr/>
          </p:nvSpPr>
          <p:spPr>
            <a:xfrm>
              <a:off x="1101350" y="2492325"/>
              <a:ext cx="70125" cy="50525"/>
            </a:xfrm>
            <a:custGeom>
              <a:rect b="b" l="l" r="r" t="t"/>
              <a:pathLst>
                <a:path extrusionOk="0" h="2021" w="2805">
                  <a:moveTo>
                    <a:pt x="2473" y="0"/>
                  </a:moveTo>
                  <a:cubicBezTo>
                    <a:pt x="2377" y="0"/>
                    <a:pt x="2273" y="32"/>
                    <a:pt x="2206" y="99"/>
                  </a:cubicBezTo>
                  <a:lnTo>
                    <a:pt x="1072" y="1233"/>
                  </a:lnTo>
                  <a:lnTo>
                    <a:pt x="599" y="761"/>
                  </a:lnTo>
                  <a:cubicBezTo>
                    <a:pt x="536" y="713"/>
                    <a:pt x="449" y="690"/>
                    <a:pt x="363" y="690"/>
                  </a:cubicBezTo>
                  <a:cubicBezTo>
                    <a:pt x="276" y="690"/>
                    <a:pt x="189" y="713"/>
                    <a:pt x="126" y="761"/>
                  </a:cubicBezTo>
                  <a:cubicBezTo>
                    <a:pt x="0" y="887"/>
                    <a:pt x="0" y="1139"/>
                    <a:pt x="126" y="1233"/>
                  </a:cubicBezTo>
                  <a:lnTo>
                    <a:pt x="820" y="1958"/>
                  </a:lnTo>
                  <a:cubicBezTo>
                    <a:pt x="914" y="2021"/>
                    <a:pt x="977" y="2021"/>
                    <a:pt x="1072" y="2021"/>
                  </a:cubicBezTo>
                  <a:cubicBezTo>
                    <a:pt x="1135" y="2021"/>
                    <a:pt x="1261" y="1989"/>
                    <a:pt x="1292" y="1926"/>
                  </a:cubicBezTo>
                  <a:lnTo>
                    <a:pt x="2678" y="540"/>
                  </a:lnTo>
                  <a:cubicBezTo>
                    <a:pt x="2804" y="414"/>
                    <a:pt x="2804" y="162"/>
                    <a:pt x="2678" y="68"/>
                  </a:cubicBezTo>
                  <a:cubicBezTo>
                    <a:pt x="2634" y="24"/>
                    <a:pt x="2557" y="0"/>
                    <a:pt x="24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7" name="Google Shape;4627;p104"/>
            <p:cNvSpPr/>
            <p:nvPr/>
          </p:nvSpPr>
          <p:spPr>
            <a:xfrm>
              <a:off x="1101350" y="2440525"/>
              <a:ext cx="70125" cy="51150"/>
            </a:xfrm>
            <a:custGeom>
              <a:rect b="b" l="l" r="r" t="t"/>
              <a:pathLst>
                <a:path extrusionOk="0" h="2046" w="2805">
                  <a:moveTo>
                    <a:pt x="2469" y="1"/>
                  </a:moveTo>
                  <a:cubicBezTo>
                    <a:pt x="2374" y="1"/>
                    <a:pt x="2272" y="40"/>
                    <a:pt x="2206" y="123"/>
                  </a:cubicBezTo>
                  <a:lnTo>
                    <a:pt x="1072" y="1257"/>
                  </a:lnTo>
                  <a:lnTo>
                    <a:pt x="599" y="785"/>
                  </a:lnTo>
                  <a:cubicBezTo>
                    <a:pt x="536" y="738"/>
                    <a:pt x="449" y="714"/>
                    <a:pt x="363" y="714"/>
                  </a:cubicBezTo>
                  <a:cubicBezTo>
                    <a:pt x="276" y="714"/>
                    <a:pt x="189" y="738"/>
                    <a:pt x="126" y="785"/>
                  </a:cubicBezTo>
                  <a:cubicBezTo>
                    <a:pt x="0" y="911"/>
                    <a:pt x="0" y="1163"/>
                    <a:pt x="126" y="1257"/>
                  </a:cubicBezTo>
                  <a:lnTo>
                    <a:pt x="820" y="1982"/>
                  </a:lnTo>
                  <a:cubicBezTo>
                    <a:pt x="914" y="2045"/>
                    <a:pt x="977" y="2045"/>
                    <a:pt x="1072" y="2045"/>
                  </a:cubicBezTo>
                  <a:cubicBezTo>
                    <a:pt x="1135" y="2045"/>
                    <a:pt x="1261" y="2014"/>
                    <a:pt x="1292" y="1951"/>
                  </a:cubicBezTo>
                  <a:lnTo>
                    <a:pt x="2678" y="564"/>
                  </a:lnTo>
                  <a:cubicBezTo>
                    <a:pt x="2804" y="438"/>
                    <a:pt x="2804" y="186"/>
                    <a:pt x="2678" y="92"/>
                  </a:cubicBezTo>
                  <a:cubicBezTo>
                    <a:pt x="2634" y="32"/>
                    <a:pt x="2554" y="1"/>
                    <a:pt x="24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8" name="Google Shape;4628;p104"/>
            <p:cNvSpPr/>
            <p:nvPr/>
          </p:nvSpPr>
          <p:spPr>
            <a:xfrm>
              <a:off x="1101350" y="2388550"/>
              <a:ext cx="70125" cy="51125"/>
            </a:xfrm>
            <a:custGeom>
              <a:rect b="b" l="l" r="r" t="t"/>
              <a:pathLst>
                <a:path extrusionOk="0" h="2045" w="2805">
                  <a:moveTo>
                    <a:pt x="2469" y="1"/>
                  </a:moveTo>
                  <a:cubicBezTo>
                    <a:pt x="2374" y="1"/>
                    <a:pt x="2272" y="40"/>
                    <a:pt x="2206" y="123"/>
                  </a:cubicBezTo>
                  <a:lnTo>
                    <a:pt x="1072" y="1257"/>
                  </a:lnTo>
                  <a:lnTo>
                    <a:pt x="599" y="785"/>
                  </a:lnTo>
                  <a:cubicBezTo>
                    <a:pt x="536" y="722"/>
                    <a:pt x="449" y="690"/>
                    <a:pt x="363" y="690"/>
                  </a:cubicBezTo>
                  <a:cubicBezTo>
                    <a:pt x="276" y="690"/>
                    <a:pt x="189" y="722"/>
                    <a:pt x="126" y="785"/>
                  </a:cubicBezTo>
                  <a:cubicBezTo>
                    <a:pt x="0" y="911"/>
                    <a:pt x="0" y="1131"/>
                    <a:pt x="126" y="1257"/>
                  </a:cubicBezTo>
                  <a:lnTo>
                    <a:pt x="820" y="1982"/>
                  </a:lnTo>
                  <a:cubicBezTo>
                    <a:pt x="914" y="2045"/>
                    <a:pt x="977" y="2045"/>
                    <a:pt x="1072" y="2045"/>
                  </a:cubicBezTo>
                  <a:cubicBezTo>
                    <a:pt x="1135" y="2045"/>
                    <a:pt x="1261" y="2013"/>
                    <a:pt x="1292" y="1919"/>
                  </a:cubicBezTo>
                  <a:lnTo>
                    <a:pt x="2678" y="532"/>
                  </a:lnTo>
                  <a:cubicBezTo>
                    <a:pt x="2804" y="438"/>
                    <a:pt x="2804" y="186"/>
                    <a:pt x="2678" y="91"/>
                  </a:cubicBezTo>
                  <a:cubicBezTo>
                    <a:pt x="2634" y="32"/>
                    <a:pt x="2554" y="1"/>
                    <a:pt x="24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9" name="Google Shape;4629;p104"/>
            <p:cNvSpPr/>
            <p:nvPr/>
          </p:nvSpPr>
          <p:spPr>
            <a:xfrm>
              <a:off x="1049375" y="2318350"/>
              <a:ext cx="298525" cy="295400"/>
            </a:xfrm>
            <a:custGeom>
              <a:rect b="b" l="l" r="r" t="t"/>
              <a:pathLst>
                <a:path extrusionOk="0" h="11816" w="11941">
                  <a:moveTo>
                    <a:pt x="6963" y="1198"/>
                  </a:moveTo>
                  <a:lnTo>
                    <a:pt x="7876" y="2143"/>
                  </a:lnTo>
                  <a:lnTo>
                    <a:pt x="6963" y="2143"/>
                  </a:lnTo>
                  <a:lnTo>
                    <a:pt x="6963" y="1198"/>
                  </a:lnTo>
                  <a:close/>
                  <a:moveTo>
                    <a:pt x="10286" y="3498"/>
                  </a:moveTo>
                  <a:cubicBezTo>
                    <a:pt x="10373" y="3498"/>
                    <a:pt x="10460" y="3530"/>
                    <a:pt x="10523" y="3593"/>
                  </a:cubicBezTo>
                  <a:lnTo>
                    <a:pt x="10995" y="4065"/>
                  </a:lnTo>
                  <a:cubicBezTo>
                    <a:pt x="11184" y="4223"/>
                    <a:pt x="11184" y="4475"/>
                    <a:pt x="11027" y="4569"/>
                  </a:cubicBezTo>
                  <a:lnTo>
                    <a:pt x="10806" y="4821"/>
                  </a:lnTo>
                  <a:lnTo>
                    <a:pt x="9798" y="3845"/>
                  </a:lnTo>
                  <a:lnTo>
                    <a:pt x="10050" y="3593"/>
                  </a:lnTo>
                  <a:cubicBezTo>
                    <a:pt x="10113" y="3530"/>
                    <a:pt x="10200" y="3498"/>
                    <a:pt x="10286" y="3498"/>
                  </a:cubicBezTo>
                  <a:close/>
                  <a:moveTo>
                    <a:pt x="9294" y="4349"/>
                  </a:moveTo>
                  <a:lnTo>
                    <a:pt x="10271" y="5325"/>
                  </a:lnTo>
                  <a:lnTo>
                    <a:pt x="7845" y="7783"/>
                  </a:lnTo>
                  <a:lnTo>
                    <a:pt x="6868" y="6774"/>
                  </a:lnTo>
                  <a:lnTo>
                    <a:pt x="9294" y="4349"/>
                  </a:lnTo>
                  <a:close/>
                  <a:moveTo>
                    <a:pt x="6585" y="7499"/>
                  </a:moveTo>
                  <a:lnTo>
                    <a:pt x="7183" y="8098"/>
                  </a:lnTo>
                  <a:lnTo>
                    <a:pt x="6427" y="8255"/>
                  </a:lnTo>
                  <a:lnTo>
                    <a:pt x="6585" y="7499"/>
                  </a:lnTo>
                  <a:close/>
                  <a:moveTo>
                    <a:pt x="6994" y="10398"/>
                  </a:moveTo>
                  <a:lnTo>
                    <a:pt x="6994" y="10776"/>
                  </a:lnTo>
                  <a:cubicBezTo>
                    <a:pt x="6994" y="10870"/>
                    <a:pt x="7057" y="10996"/>
                    <a:pt x="7089" y="11122"/>
                  </a:cubicBezTo>
                  <a:lnTo>
                    <a:pt x="1071" y="11122"/>
                  </a:lnTo>
                  <a:cubicBezTo>
                    <a:pt x="882" y="11122"/>
                    <a:pt x="693" y="10965"/>
                    <a:pt x="693" y="10776"/>
                  </a:cubicBezTo>
                  <a:lnTo>
                    <a:pt x="693" y="10398"/>
                  </a:lnTo>
                  <a:close/>
                  <a:moveTo>
                    <a:pt x="6270" y="663"/>
                  </a:moveTo>
                  <a:lnTo>
                    <a:pt x="6270" y="2458"/>
                  </a:lnTo>
                  <a:cubicBezTo>
                    <a:pt x="6270" y="2647"/>
                    <a:pt x="6427" y="2805"/>
                    <a:pt x="6616" y="2805"/>
                  </a:cubicBezTo>
                  <a:lnTo>
                    <a:pt x="8349" y="2805"/>
                  </a:lnTo>
                  <a:lnTo>
                    <a:pt x="8349" y="4286"/>
                  </a:lnTo>
                  <a:lnTo>
                    <a:pt x="6112" y="6554"/>
                  </a:lnTo>
                  <a:cubicBezTo>
                    <a:pt x="6081" y="6585"/>
                    <a:pt x="6018" y="6680"/>
                    <a:pt x="6018" y="6711"/>
                  </a:cubicBezTo>
                  <a:lnTo>
                    <a:pt x="5608" y="8633"/>
                  </a:lnTo>
                  <a:cubicBezTo>
                    <a:pt x="5545" y="8759"/>
                    <a:pt x="5608" y="8885"/>
                    <a:pt x="5671" y="8948"/>
                  </a:cubicBezTo>
                  <a:cubicBezTo>
                    <a:pt x="5742" y="9019"/>
                    <a:pt x="5813" y="9055"/>
                    <a:pt x="5897" y="9055"/>
                  </a:cubicBezTo>
                  <a:cubicBezTo>
                    <a:pt x="5925" y="9055"/>
                    <a:pt x="5955" y="9051"/>
                    <a:pt x="5986" y="9043"/>
                  </a:cubicBezTo>
                  <a:lnTo>
                    <a:pt x="7908" y="8602"/>
                  </a:lnTo>
                  <a:cubicBezTo>
                    <a:pt x="8002" y="8602"/>
                    <a:pt x="8034" y="8570"/>
                    <a:pt x="8065" y="8507"/>
                  </a:cubicBezTo>
                  <a:lnTo>
                    <a:pt x="8349" y="8255"/>
                  </a:lnTo>
                  <a:lnTo>
                    <a:pt x="8349" y="10807"/>
                  </a:lnTo>
                  <a:lnTo>
                    <a:pt x="8380" y="10807"/>
                  </a:lnTo>
                  <a:cubicBezTo>
                    <a:pt x="8380" y="10996"/>
                    <a:pt x="8223" y="11154"/>
                    <a:pt x="8034" y="11154"/>
                  </a:cubicBezTo>
                  <a:cubicBezTo>
                    <a:pt x="7845" y="11154"/>
                    <a:pt x="7687" y="10996"/>
                    <a:pt x="7687" y="10807"/>
                  </a:cubicBezTo>
                  <a:lnTo>
                    <a:pt x="7687" y="10083"/>
                  </a:lnTo>
                  <a:cubicBezTo>
                    <a:pt x="7687" y="9893"/>
                    <a:pt x="7530" y="9736"/>
                    <a:pt x="7309" y="9736"/>
                  </a:cubicBezTo>
                  <a:lnTo>
                    <a:pt x="1386" y="9736"/>
                  </a:lnTo>
                  <a:lnTo>
                    <a:pt x="1386" y="663"/>
                  </a:lnTo>
                  <a:close/>
                  <a:moveTo>
                    <a:pt x="1071" y="1"/>
                  </a:moveTo>
                  <a:cubicBezTo>
                    <a:pt x="882" y="1"/>
                    <a:pt x="693" y="158"/>
                    <a:pt x="693" y="379"/>
                  </a:cubicBezTo>
                  <a:lnTo>
                    <a:pt x="693" y="9736"/>
                  </a:lnTo>
                  <a:lnTo>
                    <a:pt x="347" y="9736"/>
                  </a:lnTo>
                  <a:cubicBezTo>
                    <a:pt x="158" y="9736"/>
                    <a:pt x="0" y="9893"/>
                    <a:pt x="0" y="10083"/>
                  </a:cubicBezTo>
                  <a:lnTo>
                    <a:pt x="0" y="10807"/>
                  </a:lnTo>
                  <a:cubicBezTo>
                    <a:pt x="0" y="11406"/>
                    <a:pt x="473" y="11815"/>
                    <a:pt x="1008" y="11815"/>
                  </a:cubicBezTo>
                  <a:lnTo>
                    <a:pt x="8002" y="11815"/>
                  </a:lnTo>
                  <a:cubicBezTo>
                    <a:pt x="8569" y="11815"/>
                    <a:pt x="9011" y="11343"/>
                    <a:pt x="9011" y="10807"/>
                  </a:cubicBezTo>
                  <a:lnTo>
                    <a:pt x="9011" y="7562"/>
                  </a:lnTo>
                  <a:lnTo>
                    <a:pt x="11499" y="5105"/>
                  </a:lnTo>
                  <a:cubicBezTo>
                    <a:pt x="11940" y="4664"/>
                    <a:pt x="11940" y="4034"/>
                    <a:pt x="11531" y="3593"/>
                  </a:cubicBezTo>
                  <a:lnTo>
                    <a:pt x="11058" y="3120"/>
                  </a:lnTo>
                  <a:cubicBezTo>
                    <a:pt x="10869" y="2931"/>
                    <a:pt x="10609" y="2836"/>
                    <a:pt x="10346" y="2836"/>
                  </a:cubicBezTo>
                  <a:cubicBezTo>
                    <a:pt x="10082" y="2836"/>
                    <a:pt x="9814" y="2931"/>
                    <a:pt x="9609" y="3120"/>
                  </a:cubicBezTo>
                  <a:lnTo>
                    <a:pt x="9105" y="3624"/>
                  </a:lnTo>
                  <a:lnTo>
                    <a:pt x="9105" y="2490"/>
                  </a:lnTo>
                  <a:cubicBezTo>
                    <a:pt x="9105" y="2427"/>
                    <a:pt x="9074" y="2332"/>
                    <a:pt x="8979" y="2269"/>
                  </a:cubicBezTo>
                  <a:lnTo>
                    <a:pt x="6900" y="127"/>
                  </a:lnTo>
                  <a:cubicBezTo>
                    <a:pt x="6805" y="64"/>
                    <a:pt x="6742" y="1"/>
                    <a:pt x="66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30" name="Google Shape;4630;p104"/>
          <p:cNvGrpSpPr/>
          <p:nvPr/>
        </p:nvGrpSpPr>
        <p:grpSpPr>
          <a:xfrm>
            <a:off x="1410407" y="2958298"/>
            <a:ext cx="350401" cy="264888"/>
            <a:chOff x="3962775" y="1990700"/>
            <a:chExt cx="296975" cy="224500"/>
          </a:xfrm>
        </p:grpSpPr>
        <p:sp>
          <p:nvSpPr>
            <p:cNvPr id="4631" name="Google Shape;4631;p104"/>
            <p:cNvSpPr/>
            <p:nvPr/>
          </p:nvSpPr>
          <p:spPr>
            <a:xfrm>
              <a:off x="4216400" y="2093100"/>
              <a:ext cx="43350" cy="18150"/>
            </a:xfrm>
            <a:custGeom>
              <a:rect b="b" l="l" r="r" t="t"/>
              <a:pathLst>
                <a:path extrusionOk="0" h="726" w="1734">
                  <a:moveTo>
                    <a:pt x="379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68"/>
                    <a:pt x="158" y="725"/>
                    <a:pt x="379" y="725"/>
                  </a:cubicBezTo>
                  <a:lnTo>
                    <a:pt x="1387" y="725"/>
                  </a:lnTo>
                  <a:cubicBezTo>
                    <a:pt x="1576" y="725"/>
                    <a:pt x="1733" y="568"/>
                    <a:pt x="1733" y="347"/>
                  </a:cubicBezTo>
                  <a:cubicBezTo>
                    <a:pt x="1702" y="158"/>
                    <a:pt x="1544" y="1"/>
                    <a:pt x="13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2" name="Google Shape;4632;p104"/>
            <p:cNvSpPr/>
            <p:nvPr/>
          </p:nvSpPr>
          <p:spPr>
            <a:xfrm>
              <a:off x="4206950" y="2129325"/>
              <a:ext cx="35475" cy="33900"/>
            </a:xfrm>
            <a:custGeom>
              <a:rect b="b" l="l" r="r" t="t"/>
              <a:pathLst>
                <a:path extrusionOk="0" h="1356" w="1419">
                  <a:moveTo>
                    <a:pt x="351" y="1"/>
                  </a:moveTo>
                  <a:cubicBezTo>
                    <a:pt x="260" y="1"/>
                    <a:pt x="174" y="32"/>
                    <a:pt x="127" y="95"/>
                  </a:cubicBezTo>
                  <a:cubicBezTo>
                    <a:pt x="1" y="221"/>
                    <a:pt x="1" y="410"/>
                    <a:pt x="127" y="568"/>
                  </a:cubicBezTo>
                  <a:lnTo>
                    <a:pt x="820" y="1261"/>
                  </a:lnTo>
                  <a:cubicBezTo>
                    <a:pt x="883" y="1324"/>
                    <a:pt x="969" y="1356"/>
                    <a:pt x="1056" y="1356"/>
                  </a:cubicBezTo>
                  <a:cubicBezTo>
                    <a:pt x="1143" y="1356"/>
                    <a:pt x="1229" y="1324"/>
                    <a:pt x="1292" y="1261"/>
                  </a:cubicBezTo>
                  <a:cubicBezTo>
                    <a:pt x="1418" y="1166"/>
                    <a:pt x="1418" y="914"/>
                    <a:pt x="1292" y="788"/>
                  </a:cubicBezTo>
                  <a:lnTo>
                    <a:pt x="599" y="95"/>
                  </a:lnTo>
                  <a:cubicBezTo>
                    <a:pt x="536" y="32"/>
                    <a:pt x="442" y="1"/>
                    <a:pt x="3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3" name="Google Shape;4633;p104"/>
            <p:cNvSpPr/>
            <p:nvPr/>
          </p:nvSpPr>
          <p:spPr>
            <a:xfrm>
              <a:off x="4207750" y="2041900"/>
              <a:ext cx="35450" cy="34500"/>
            </a:xfrm>
            <a:custGeom>
              <a:rect b="b" l="l" r="r" t="t"/>
              <a:pathLst>
                <a:path extrusionOk="0" h="1380" w="1418">
                  <a:moveTo>
                    <a:pt x="1067" y="1"/>
                  </a:moveTo>
                  <a:cubicBezTo>
                    <a:pt x="977" y="1"/>
                    <a:pt x="882" y="32"/>
                    <a:pt x="819" y="95"/>
                  </a:cubicBezTo>
                  <a:lnTo>
                    <a:pt x="126" y="788"/>
                  </a:lnTo>
                  <a:cubicBezTo>
                    <a:pt x="0" y="914"/>
                    <a:pt x="0" y="1135"/>
                    <a:pt x="126" y="1261"/>
                  </a:cubicBezTo>
                  <a:cubicBezTo>
                    <a:pt x="189" y="1340"/>
                    <a:pt x="268" y="1379"/>
                    <a:pt x="351" y="1379"/>
                  </a:cubicBezTo>
                  <a:cubicBezTo>
                    <a:pt x="433" y="1379"/>
                    <a:pt x="520" y="1340"/>
                    <a:pt x="599" y="1261"/>
                  </a:cubicBezTo>
                  <a:lnTo>
                    <a:pt x="1292" y="568"/>
                  </a:lnTo>
                  <a:cubicBezTo>
                    <a:pt x="1418" y="442"/>
                    <a:pt x="1418" y="190"/>
                    <a:pt x="1292" y="95"/>
                  </a:cubicBezTo>
                  <a:cubicBezTo>
                    <a:pt x="1244" y="32"/>
                    <a:pt x="1158" y="1"/>
                    <a:pt x="10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4" name="Google Shape;4634;p104"/>
            <p:cNvSpPr/>
            <p:nvPr/>
          </p:nvSpPr>
          <p:spPr>
            <a:xfrm>
              <a:off x="3962775" y="1990700"/>
              <a:ext cx="226075" cy="224500"/>
            </a:xfrm>
            <a:custGeom>
              <a:rect b="b" l="l" r="r" t="t"/>
              <a:pathLst>
                <a:path extrusionOk="0" h="8980" w="9043">
                  <a:moveTo>
                    <a:pt x="1419" y="3403"/>
                  </a:moveTo>
                  <a:lnTo>
                    <a:pt x="1419" y="4790"/>
                  </a:lnTo>
                  <a:cubicBezTo>
                    <a:pt x="1009" y="4790"/>
                    <a:pt x="694" y="4506"/>
                    <a:pt x="694" y="4097"/>
                  </a:cubicBezTo>
                  <a:cubicBezTo>
                    <a:pt x="694" y="3719"/>
                    <a:pt x="1009" y="3403"/>
                    <a:pt x="1419" y="3403"/>
                  </a:cubicBezTo>
                  <a:close/>
                  <a:moveTo>
                    <a:pt x="4191" y="2710"/>
                  </a:moveTo>
                  <a:lnTo>
                    <a:pt x="4191" y="5483"/>
                  </a:lnTo>
                  <a:lnTo>
                    <a:pt x="2490" y="5483"/>
                  </a:lnTo>
                  <a:cubicBezTo>
                    <a:pt x="2269" y="5483"/>
                    <a:pt x="2112" y="5325"/>
                    <a:pt x="2112" y="5105"/>
                  </a:cubicBezTo>
                  <a:lnTo>
                    <a:pt x="2112" y="3088"/>
                  </a:lnTo>
                  <a:cubicBezTo>
                    <a:pt x="2112" y="2868"/>
                    <a:pt x="2269" y="2710"/>
                    <a:pt x="2490" y="2710"/>
                  </a:cubicBezTo>
                  <a:close/>
                  <a:moveTo>
                    <a:pt x="6995" y="1828"/>
                  </a:moveTo>
                  <a:lnTo>
                    <a:pt x="6995" y="6428"/>
                  </a:lnTo>
                  <a:cubicBezTo>
                    <a:pt x="6428" y="5924"/>
                    <a:pt x="5672" y="5609"/>
                    <a:pt x="4884" y="5514"/>
                  </a:cubicBezTo>
                  <a:lnTo>
                    <a:pt x="4884" y="2710"/>
                  </a:lnTo>
                  <a:cubicBezTo>
                    <a:pt x="5672" y="2647"/>
                    <a:pt x="6428" y="2332"/>
                    <a:pt x="6995" y="1828"/>
                  </a:cubicBezTo>
                  <a:close/>
                  <a:moveTo>
                    <a:pt x="8066" y="631"/>
                  </a:moveTo>
                  <a:cubicBezTo>
                    <a:pt x="8255" y="631"/>
                    <a:pt x="8413" y="789"/>
                    <a:pt x="8413" y="978"/>
                  </a:cubicBezTo>
                  <a:lnTo>
                    <a:pt x="8413" y="7216"/>
                  </a:lnTo>
                  <a:cubicBezTo>
                    <a:pt x="8413" y="7405"/>
                    <a:pt x="8255" y="7562"/>
                    <a:pt x="8066" y="7562"/>
                  </a:cubicBezTo>
                  <a:cubicBezTo>
                    <a:pt x="7877" y="7562"/>
                    <a:pt x="7720" y="7405"/>
                    <a:pt x="7720" y="7216"/>
                  </a:cubicBezTo>
                  <a:lnTo>
                    <a:pt x="7720" y="978"/>
                  </a:lnTo>
                  <a:cubicBezTo>
                    <a:pt x="7720" y="789"/>
                    <a:pt x="7877" y="631"/>
                    <a:pt x="8066" y="631"/>
                  </a:cubicBezTo>
                  <a:close/>
                  <a:moveTo>
                    <a:pt x="3498" y="6176"/>
                  </a:moveTo>
                  <a:lnTo>
                    <a:pt x="3498" y="7909"/>
                  </a:lnTo>
                  <a:cubicBezTo>
                    <a:pt x="3498" y="8129"/>
                    <a:pt x="3340" y="8287"/>
                    <a:pt x="3151" y="8287"/>
                  </a:cubicBezTo>
                  <a:cubicBezTo>
                    <a:pt x="2962" y="8287"/>
                    <a:pt x="2805" y="8129"/>
                    <a:pt x="2805" y="7909"/>
                  </a:cubicBezTo>
                  <a:lnTo>
                    <a:pt x="2805" y="6176"/>
                  </a:lnTo>
                  <a:close/>
                  <a:moveTo>
                    <a:pt x="8035" y="1"/>
                  </a:moveTo>
                  <a:cubicBezTo>
                    <a:pt x="7531" y="1"/>
                    <a:pt x="7090" y="411"/>
                    <a:pt x="6995" y="883"/>
                  </a:cubicBezTo>
                  <a:lnTo>
                    <a:pt x="6680" y="1198"/>
                  </a:lnTo>
                  <a:cubicBezTo>
                    <a:pt x="6144" y="1734"/>
                    <a:pt x="5325" y="2049"/>
                    <a:pt x="4538" y="2049"/>
                  </a:cubicBezTo>
                  <a:lnTo>
                    <a:pt x="2427" y="2049"/>
                  </a:lnTo>
                  <a:cubicBezTo>
                    <a:pt x="2017" y="2049"/>
                    <a:pt x="1608" y="2332"/>
                    <a:pt x="1450" y="2773"/>
                  </a:cubicBezTo>
                  <a:lnTo>
                    <a:pt x="1387" y="2773"/>
                  </a:lnTo>
                  <a:cubicBezTo>
                    <a:pt x="631" y="2773"/>
                    <a:pt x="1" y="3403"/>
                    <a:pt x="1" y="4128"/>
                  </a:cubicBezTo>
                  <a:cubicBezTo>
                    <a:pt x="1" y="4884"/>
                    <a:pt x="631" y="5514"/>
                    <a:pt x="1387" y="5514"/>
                  </a:cubicBezTo>
                  <a:lnTo>
                    <a:pt x="1450" y="5514"/>
                  </a:lnTo>
                  <a:cubicBezTo>
                    <a:pt x="1576" y="5798"/>
                    <a:pt x="1797" y="6018"/>
                    <a:pt x="2080" y="6144"/>
                  </a:cubicBezTo>
                  <a:lnTo>
                    <a:pt x="2080" y="7940"/>
                  </a:lnTo>
                  <a:cubicBezTo>
                    <a:pt x="2112" y="8507"/>
                    <a:pt x="2584" y="8980"/>
                    <a:pt x="3151" y="8980"/>
                  </a:cubicBezTo>
                  <a:cubicBezTo>
                    <a:pt x="3750" y="8980"/>
                    <a:pt x="4160" y="8507"/>
                    <a:pt x="4160" y="7972"/>
                  </a:cubicBezTo>
                  <a:lnTo>
                    <a:pt x="4160" y="6239"/>
                  </a:lnTo>
                  <a:lnTo>
                    <a:pt x="4538" y="6239"/>
                  </a:lnTo>
                  <a:cubicBezTo>
                    <a:pt x="5325" y="6239"/>
                    <a:pt x="6144" y="6554"/>
                    <a:pt x="6680" y="7090"/>
                  </a:cubicBezTo>
                  <a:lnTo>
                    <a:pt x="6995" y="7405"/>
                  </a:lnTo>
                  <a:cubicBezTo>
                    <a:pt x="7090" y="7909"/>
                    <a:pt x="7531" y="8287"/>
                    <a:pt x="8035" y="8287"/>
                  </a:cubicBezTo>
                  <a:cubicBezTo>
                    <a:pt x="8633" y="8287"/>
                    <a:pt x="9043" y="7814"/>
                    <a:pt x="9043" y="7247"/>
                  </a:cubicBezTo>
                  <a:lnTo>
                    <a:pt x="9043" y="1041"/>
                  </a:lnTo>
                  <a:cubicBezTo>
                    <a:pt x="9043" y="442"/>
                    <a:pt x="8570" y="1"/>
                    <a:pt x="80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35" name="Google Shape;4635;p104"/>
          <p:cNvSpPr txBox="1"/>
          <p:nvPr>
            <p:ph idx="3" type="subTitle"/>
          </p:nvPr>
        </p:nvSpPr>
        <p:spPr>
          <a:xfrm>
            <a:off x="2073650" y="4008650"/>
            <a:ext cx="4147500" cy="58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rgbClr val="35240A"/>
                </a:solidFill>
                <a:highlight>
                  <a:srgbClr val="DED6C2"/>
                </a:highlight>
              </a:rPr>
              <a:t> Politețea și curtoazia față de doamne.</a:t>
            </a:r>
            <a:endParaRPr/>
          </a:p>
        </p:txBody>
      </p:sp>
      <p:sp>
        <p:nvSpPr>
          <p:cNvPr id="4636" name="Google Shape;4636;p104"/>
          <p:cNvSpPr txBox="1"/>
          <p:nvPr>
            <p:ph idx="6" type="subTitle"/>
          </p:nvPr>
        </p:nvSpPr>
        <p:spPr>
          <a:xfrm>
            <a:off x="2110300" y="3641533"/>
            <a:ext cx="1978200" cy="44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Etichetă</a:t>
            </a:r>
            <a:endParaRPr/>
          </a:p>
        </p:txBody>
      </p:sp>
      <p:grpSp>
        <p:nvGrpSpPr>
          <p:cNvPr id="4637" name="Google Shape;4637;p104"/>
          <p:cNvGrpSpPr/>
          <p:nvPr/>
        </p:nvGrpSpPr>
        <p:grpSpPr>
          <a:xfrm>
            <a:off x="1213327" y="3728891"/>
            <a:ext cx="744564" cy="624959"/>
            <a:chOff x="2361225" y="3521900"/>
            <a:chExt cx="4421400" cy="589250"/>
          </a:xfrm>
        </p:grpSpPr>
        <p:cxnSp>
          <p:nvCxnSpPr>
            <p:cNvPr id="4638" name="Google Shape;4638;p104"/>
            <p:cNvCxnSpPr/>
            <p:nvPr/>
          </p:nvCxnSpPr>
          <p:spPr>
            <a:xfrm>
              <a:off x="2361225" y="3521900"/>
              <a:ext cx="4421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39" name="Google Shape;4639;p104"/>
            <p:cNvCxnSpPr/>
            <p:nvPr/>
          </p:nvCxnSpPr>
          <p:spPr>
            <a:xfrm>
              <a:off x="2361225" y="4111150"/>
              <a:ext cx="4421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640" name="Google Shape;4640;p104"/>
          <p:cNvGrpSpPr/>
          <p:nvPr/>
        </p:nvGrpSpPr>
        <p:grpSpPr>
          <a:xfrm>
            <a:off x="1410407" y="3908919"/>
            <a:ext cx="350401" cy="264888"/>
            <a:chOff x="3962775" y="1990700"/>
            <a:chExt cx="296975" cy="224500"/>
          </a:xfrm>
        </p:grpSpPr>
        <p:sp>
          <p:nvSpPr>
            <p:cNvPr id="4641" name="Google Shape;4641;p104"/>
            <p:cNvSpPr/>
            <p:nvPr/>
          </p:nvSpPr>
          <p:spPr>
            <a:xfrm>
              <a:off x="4216400" y="2093100"/>
              <a:ext cx="43350" cy="18150"/>
            </a:xfrm>
            <a:custGeom>
              <a:rect b="b" l="l" r="r" t="t"/>
              <a:pathLst>
                <a:path extrusionOk="0" h="726" w="1734">
                  <a:moveTo>
                    <a:pt x="379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68"/>
                    <a:pt x="158" y="725"/>
                    <a:pt x="379" y="725"/>
                  </a:cubicBezTo>
                  <a:lnTo>
                    <a:pt x="1387" y="725"/>
                  </a:lnTo>
                  <a:cubicBezTo>
                    <a:pt x="1576" y="725"/>
                    <a:pt x="1733" y="568"/>
                    <a:pt x="1733" y="347"/>
                  </a:cubicBezTo>
                  <a:cubicBezTo>
                    <a:pt x="1702" y="158"/>
                    <a:pt x="1544" y="1"/>
                    <a:pt x="13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2" name="Google Shape;4642;p104"/>
            <p:cNvSpPr/>
            <p:nvPr/>
          </p:nvSpPr>
          <p:spPr>
            <a:xfrm>
              <a:off x="4206950" y="2129325"/>
              <a:ext cx="35475" cy="33900"/>
            </a:xfrm>
            <a:custGeom>
              <a:rect b="b" l="l" r="r" t="t"/>
              <a:pathLst>
                <a:path extrusionOk="0" h="1356" w="1419">
                  <a:moveTo>
                    <a:pt x="351" y="1"/>
                  </a:moveTo>
                  <a:cubicBezTo>
                    <a:pt x="260" y="1"/>
                    <a:pt x="174" y="32"/>
                    <a:pt x="127" y="95"/>
                  </a:cubicBezTo>
                  <a:cubicBezTo>
                    <a:pt x="1" y="221"/>
                    <a:pt x="1" y="410"/>
                    <a:pt x="127" y="568"/>
                  </a:cubicBezTo>
                  <a:lnTo>
                    <a:pt x="820" y="1261"/>
                  </a:lnTo>
                  <a:cubicBezTo>
                    <a:pt x="883" y="1324"/>
                    <a:pt x="969" y="1356"/>
                    <a:pt x="1056" y="1356"/>
                  </a:cubicBezTo>
                  <a:cubicBezTo>
                    <a:pt x="1143" y="1356"/>
                    <a:pt x="1229" y="1324"/>
                    <a:pt x="1292" y="1261"/>
                  </a:cubicBezTo>
                  <a:cubicBezTo>
                    <a:pt x="1418" y="1166"/>
                    <a:pt x="1418" y="914"/>
                    <a:pt x="1292" y="788"/>
                  </a:cubicBezTo>
                  <a:lnTo>
                    <a:pt x="599" y="95"/>
                  </a:lnTo>
                  <a:cubicBezTo>
                    <a:pt x="536" y="32"/>
                    <a:pt x="442" y="1"/>
                    <a:pt x="3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3" name="Google Shape;4643;p104"/>
            <p:cNvSpPr/>
            <p:nvPr/>
          </p:nvSpPr>
          <p:spPr>
            <a:xfrm>
              <a:off x="4207750" y="2041900"/>
              <a:ext cx="35450" cy="34500"/>
            </a:xfrm>
            <a:custGeom>
              <a:rect b="b" l="l" r="r" t="t"/>
              <a:pathLst>
                <a:path extrusionOk="0" h="1380" w="1418">
                  <a:moveTo>
                    <a:pt x="1067" y="1"/>
                  </a:moveTo>
                  <a:cubicBezTo>
                    <a:pt x="977" y="1"/>
                    <a:pt x="882" y="32"/>
                    <a:pt x="819" y="95"/>
                  </a:cubicBezTo>
                  <a:lnTo>
                    <a:pt x="126" y="788"/>
                  </a:lnTo>
                  <a:cubicBezTo>
                    <a:pt x="0" y="914"/>
                    <a:pt x="0" y="1135"/>
                    <a:pt x="126" y="1261"/>
                  </a:cubicBezTo>
                  <a:cubicBezTo>
                    <a:pt x="189" y="1340"/>
                    <a:pt x="268" y="1379"/>
                    <a:pt x="351" y="1379"/>
                  </a:cubicBezTo>
                  <a:cubicBezTo>
                    <a:pt x="433" y="1379"/>
                    <a:pt x="520" y="1340"/>
                    <a:pt x="599" y="1261"/>
                  </a:cubicBezTo>
                  <a:lnTo>
                    <a:pt x="1292" y="568"/>
                  </a:lnTo>
                  <a:cubicBezTo>
                    <a:pt x="1418" y="442"/>
                    <a:pt x="1418" y="190"/>
                    <a:pt x="1292" y="95"/>
                  </a:cubicBezTo>
                  <a:cubicBezTo>
                    <a:pt x="1244" y="32"/>
                    <a:pt x="1158" y="1"/>
                    <a:pt x="10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4" name="Google Shape;4644;p104"/>
            <p:cNvSpPr/>
            <p:nvPr/>
          </p:nvSpPr>
          <p:spPr>
            <a:xfrm>
              <a:off x="3962775" y="1990700"/>
              <a:ext cx="226075" cy="224500"/>
            </a:xfrm>
            <a:custGeom>
              <a:rect b="b" l="l" r="r" t="t"/>
              <a:pathLst>
                <a:path extrusionOk="0" h="8980" w="9043">
                  <a:moveTo>
                    <a:pt x="1419" y="3403"/>
                  </a:moveTo>
                  <a:lnTo>
                    <a:pt x="1419" y="4790"/>
                  </a:lnTo>
                  <a:cubicBezTo>
                    <a:pt x="1009" y="4790"/>
                    <a:pt x="694" y="4506"/>
                    <a:pt x="694" y="4097"/>
                  </a:cubicBezTo>
                  <a:cubicBezTo>
                    <a:pt x="694" y="3719"/>
                    <a:pt x="1009" y="3403"/>
                    <a:pt x="1419" y="3403"/>
                  </a:cubicBezTo>
                  <a:close/>
                  <a:moveTo>
                    <a:pt x="4191" y="2710"/>
                  </a:moveTo>
                  <a:lnTo>
                    <a:pt x="4191" y="5483"/>
                  </a:lnTo>
                  <a:lnTo>
                    <a:pt x="2490" y="5483"/>
                  </a:lnTo>
                  <a:cubicBezTo>
                    <a:pt x="2269" y="5483"/>
                    <a:pt x="2112" y="5325"/>
                    <a:pt x="2112" y="5105"/>
                  </a:cubicBezTo>
                  <a:lnTo>
                    <a:pt x="2112" y="3088"/>
                  </a:lnTo>
                  <a:cubicBezTo>
                    <a:pt x="2112" y="2868"/>
                    <a:pt x="2269" y="2710"/>
                    <a:pt x="2490" y="2710"/>
                  </a:cubicBezTo>
                  <a:close/>
                  <a:moveTo>
                    <a:pt x="6995" y="1828"/>
                  </a:moveTo>
                  <a:lnTo>
                    <a:pt x="6995" y="6428"/>
                  </a:lnTo>
                  <a:cubicBezTo>
                    <a:pt x="6428" y="5924"/>
                    <a:pt x="5672" y="5609"/>
                    <a:pt x="4884" y="5514"/>
                  </a:cubicBezTo>
                  <a:lnTo>
                    <a:pt x="4884" y="2710"/>
                  </a:lnTo>
                  <a:cubicBezTo>
                    <a:pt x="5672" y="2647"/>
                    <a:pt x="6428" y="2332"/>
                    <a:pt x="6995" y="1828"/>
                  </a:cubicBezTo>
                  <a:close/>
                  <a:moveTo>
                    <a:pt x="8066" y="631"/>
                  </a:moveTo>
                  <a:cubicBezTo>
                    <a:pt x="8255" y="631"/>
                    <a:pt x="8413" y="789"/>
                    <a:pt x="8413" y="978"/>
                  </a:cubicBezTo>
                  <a:lnTo>
                    <a:pt x="8413" y="7216"/>
                  </a:lnTo>
                  <a:cubicBezTo>
                    <a:pt x="8413" y="7405"/>
                    <a:pt x="8255" y="7562"/>
                    <a:pt x="8066" y="7562"/>
                  </a:cubicBezTo>
                  <a:cubicBezTo>
                    <a:pt x="7877" y="7562"/>
                    <a:pt x="7720" y="7405"/>
                    <a:pt x="7720" y="7216"/>
                  </a:cubicBezTo>
                  <a:lnTo>
                    <a:pt x="7720" y="978"/>
                  </a:lnTo>
                  <a:cubicBezTo>
                    <a:pt x="7720" y="789"/>
                    <a:pt x="7877" y="631"/>
                    <a:pt x="8066" y="631"/>
                  </a:cubicBezTo>
                  <a:close/>
                  <a:moveTo>
                    <a:pt x="3498" y="6176"/>
                  </a:moveTo>
                  <a:lnTo>
                    <a:pt x="3498" y="7909"/>
                  </a:lnTo>
                  <a:cubicBezTo>
                    <a:pt x="3498" y="8129"/>
                    <a:pt x="3340" y="8287"/>
                    <a:pt x="3151" y="8287"/>
                  </a:cubicBezTo>
                  <a:cubicBezTo>
                    <a:pt x="2962" y="8287"/>
                    <a:pt x="2805" y="8129"/>
                    <a:pt x="2805" y="7909"/>
                  </a:cubicBezTo>
                  <a:lnTo>
                    <a:pt x="2805" y="6176"/>
                  </a:lnTo>
                  <a:close/>
                  <a:moveTo>
                    <a:pt x="8035" y="1"/>
                  </a:moveTo>
                  <a:cubicBezTo>
                    <a:pt x="7531" y="1"/>
                    <a:pt x="7090" y="411"/>
                    <a:pt x="6995" y="883"/>
                  </a:cubicBezTo>
                  <a:lnTo>
                    <a:pt x="6680" y="1198"/>
                  </a:lnTo>
                  <a:cubicBezTo>
                    <a:pt x="6144" y="1734"/>
                    <a:pt x="5325" y="2049"/>
                    <a:pt x="4538" y="2049"/>
                  </a:cubicBezTo>
                  <a:lnTo>
                    <a:pt x="2427" y="2049"/>
                  </a:lnTo>
                  <a:cubicBezTo>
                    <a:pt x="2017" y="2049"/>
                    <a:pt x="1608" y="2332"/>
                    <a:pt x="1450" y="2773"/>
                  </a:cubicBezTo>
                  <a:lnTo>
                    <a:pt x="1387" y="2773"/>
                  </a:lnTo>
                  <a:cubicBezTo>
                    <a:pt x="631" y="2773"/>
                    <a:pt x="1" y="3403"/>
                    <a:pt x="1" y="4128"/>
                  </a:cubicBezTo>
                  <a:cubicBezTo>
                    <a:pt x="1" y="4884"/>
                    <a:pt x="631" y="5514"/>
                    <a:pt x="1387" y="5514"/>
                  </a:cubicBezTo>
                  <a:lnTo>
                    <a:pt x="1450" y="5514"/>
                  </a:lnTo>
                  <a:cubicBezTo>
                    <a:pt x="1576" y="5798"/>
                    <a:pt x="1797" y="6018"/>
                    <a:pt x="2080" y="6144"/>
                  </a:cubicBezTo>
                  <a:lnTo>
                    <a:pt x="2080" y="7940"/>
                  </a:lnTo>
                  <a:cubicBezTo>
                    <a:pt x="2112" y="8507"/>
                    <a:pt x="2584" y="8980"/>
                    <a:pt x="3151" y="8980"/>
                  </a:cubicBezTo>
                  <a:cubicBezTo>
                    <a:pt x="3750" y="8980"/>
                    <a:pt x="4160" y="8507"/>
                    <a:pt x="4160" y="7972"/>
                  </a:cubicBezTo>
                  <a:lnTo>
                    <a:pt x="4160" y="6239"/>
                  </a:lnTo>
                  <a:lnTo>
                    <a:pt x="4538" y="6239"/>
                  </a:lnTo>
                  <a:cubicBezTo>
                    <a:pt x="5325" y="6239"/>
                    <a:pt x="6144" y="6554"/>
                    <a:pt x="6680" y="7090"/>
                  </a:cubicBezTo>
                  <a:lnTo>
                    <a:pt x="6995" y="7405"/>
                  </a:lnTo>
                  <a:cubicBezTo>
                    <a:pt x="7090" y="7909"/>
                    <a:pt x="7531" y="8287"/>
                    <a:pt x="8035" y="8287"/>
                  </a:cubicBezTo>
                  <a:cubicBezTo>
                    <a:pt x="8633" y="8287"/>
                    <a:pt x="9043" y="7814"/>
                    <a:pt x="9043" y="7247"/>
                  </a:cubicBezTo>
                  <a:lnTo>
                    <a:pt x="9043" y="1041"/>
                  </a:lnTo>
                  <a:cubicBezTo>
                    <a:pt x="9043" y="442"/>
                    <a:pt x="8570" y="1"/>
                    <a:pt x="80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8" name="Shape 4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9" name="Google Shape;4649;p105"/>
          <p:cNvSpPr txBox="1"/>
          <p:nvPr>
            <p:ph idx="2" type="subTitle"/>
          </p:nvPr>
        </p:nvSpPr>
        <p:spPr>
          <a:xfrm>
            <a:off x="3252380" y="2072601"/>
            <a:ext cx="1723500" cy="551400"/>
          </a:xfrm>
          <a:prstGeom prst="rect">
            <a:avLst/>
          </a:prstGeom>
        </p:spPr>
        <p:txBody>
          <a:bodyPr anchorCtr="0" anchor="t" bIns="79325" lIns="79325" spcFirstLastPara="1" rIns="79325" wrap="square" tIns="793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35240A"/>
                </a:solidFill>
              </a:rPr>
              <a:t>Logică, analiză, anticipare, planificare, raționament.</a:t>
            </a:r>
            <a:endParaRPr sz="1215"/>
          </a:p>
        </p:txBody>
      </p:sp>
      <p:sp>
        <p:nvSpPr>
          <p:cNvPr id="4650" name="Google Shape;4650;p105"/>
          <p:cNvSpPr txBox="1"/>
          <p:nvPr>
            <p:ph idx="5" type="subTitle"/>
          </p:nvPr>
        </p:nvSpPr>
        <p:spPr>
          <a:xfrm>
            <a:off x="5395609" y="2072601"/>
            <a:ext cx="1723500" cy="551400"/>
          </a:xfrm>
          <a:prstGeom prst="rect">
            <a:avLst/>
          </a:prstGeom>
        </p:spPr>
        <p:txBody>
          <a:bodyPr anchorCtr="0" anchor="t" bIns="79325" lIns="79325" spcFirstLastPara="1" rIns="79325" wrap="square" tIns="793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35240A"/>
                </a:solidFill>
              </a:rPr>
              <a:t>Agilitate, rezistență, supraviețuire, forță, echilibru.</a:t>
            </a:r>
            <a:endParaRPr sz="1215"/>
          </a:p>
        </p:txBody>
      </p:sp>
      <p:sp>
        <p:nvSpPr>
          <p:cNvPr id="4651" name="Google Shape;4651;p105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Cele șapte virtuți cavalerești</a:t>
            </a:r>
            <a:endParaRPr/>
          </a:p>
        </p:txBody>
      </p:sp>
      <p:sp>
        <p:nvSpPr>
          <p:cNvPr id="4652" name="Google Shape;4652;p105"/>
          <p:cNvSpPr txBox="1"/>
          <p:nvPr>
            <p:ph idx="1" type="subTitle"/>
          </p:nvPr>
        </p:nvSpPr>
        <p:spPr>
          <a:xfrm>
            <a:off x="1109150" y="2072601"/>
            <a:ext cx="1723500" cy="551400"/>
          </a:xfrm>
          <a:prstGeom prst="rect">
            <a:avLst/>
          </a:prstGeom>
        </p:spPr>
        <p:txBody>
          <a:bodyPr anchorCtr="0" anchor="t" bIns="79325" lIns="79325" spcFirstLastPara="1" rIns="79325" wrap="square" tIns="793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35240A"/>
                </a:solidFill>
              </a:rPr>
              <a:t>Disciplină, echilibru, control, mobilitate, curaj.</a:t>
            </a:r>
            <a:endParaRPr sz="1215"/>
          </a:p>
        </p:txBody>
      </p:sp>
      <p:sp>
        <p:nvSpPr>
          <p:cNvPr id="4653" name="Google Shape;4653;p105"/>
          <p:cNvSpPr txBox="1"/>
          <p:nvPr>
            <p:ph idx="3" type="subTitle"/>
          </p:nvPr>
        </p:nvSpPr>
        <p:spPr>
          <a:xfrm>
            <a:off x="1109150" y="3562501"/>
            <a:ext cx="1723500" cy="551400"/>
          </a:xfrm>
          <a:prstGeom prst="rect">
            <a:avLst/>
          </a:prstGeom>
        </p:spPr>
        <p:txBody>
          <a:bodyPr anchorCtr="0" anchor="t" bIns="79325" lIns="79325" spcFirstLastPara="1" rIns="79325" wrap="square" tIns="793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35240A"/>
                </a:solidFill>
              </a:rPr>
              <a:t>Concentrare, precizie, răbdare, focus, viziune.</a:t>
            </a:r>
            <a:endParaRPr sz="1215"/>
          </a:p>
        </p:txBody>
      </p:sp>
      <p:sp>
        <p:nvSpPr>
          <p:cNvPr id="4654" name="Google Shape;4654;p105"/>
          <p:cNvSpPr txBox="1"/>
          <p:nvPr>
            <p:ph idx="4" type="subTitle"/>
          </p:nvPr>
        </p:nvSpPr>
        <p:spPr>
          <a:xfrm>
            <a:off x="3252380" y="3562501"/>
            <a:ext cx="1723500" cy="551400"/>
          </a:xfrm>
          <a:prstGeom prst="rect">
            <a:avLst/>
          </a:prstGeom>
        </p:spPr>
        <p:txBody>
          <a:bodyPr anchorCtr="0" anchor="t" bIns="79325" lIns="79325" spcFirstLastPara="1" rIns="79325" wrap="square" tIns="793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35240A"/>
                </a:solidFill>
              </a:rPr>
              <a:t>Strategie, reflexe, autocontrol, onoare, vigoare.</a:t>
            </a:r>
            <a:endParaRPr sz="1215"/>
          </a:p>
        </p:txBody>
      </p:sp>
      <p:sp>
        <p:nvSpPr>
          <p:cNvPr id="4655" name="Google Shape;4655;p105"/>
          <p:cNvSpPr txBox="1"/>
          <p:nvPr>
            <p:ph idx="6" type="subTitle"/>
          </p:nvPr>
        </p:nvSpPr>
        <p:spPr>
          <a:xfrm>
            <a:off x="5395609" y="3562501"/>
            <a:ext cx="1723500" cy="551400"/>
          </a:xfrm>
          <a:prstGeom prst="rect">
            <a:avLst/>
          </a:prstGeom>
        </p:spPr>
        <p:txBody>
          <a:bodyPr anchorCtr="0" anchor="t" bIns="79325" lIns="79325" spcFirstLastPara="1" rIns="79325" wrap="square" tIns="793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35240A"/>
                </a:solidFill>
              </a:rPr>
              <a:t>Observație, tactică, perseverență, ierarhie, orientare.</a:t>
            </a:r>
            <a:endParaRPr sz="1215"/>
          </a:p>
        </p:txBody>
      </p:sp>
      <p:sp>
        <p:nvSpPr>
          <p:cNvPr id="4656" name="Google Shape;4656;p105"/>
          <p:cNvSpPr txBox="1"/>
          <p:nvPr>
            <p:ph idx="7" type="subTitle"/>
          </p:nvPr>
        </p:nvSpPr>
        <p:spPr>
          <a:xfrm>
            <a:off x="1541870" y="1777389"/>
            <a:ext cx="1084500" cy="427500"/>
          </a:xfrm>
          <a:prstGeom prst="rect">
            <a:avLst/>
          </a:prstGeom>
        </p:spPr>
        <p:txBody>
          <a:bodyPr anchorCtr="0" anchor="b" bIns="79325" lIns="79325" spcFirstLastPara="1" rIns="79325" wrap="square" tIns="79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75"/>
              <a:t>Călăria</a:t>
            </a:r>
            <a:endParaRPr sz="1475"/>
          </a:p>
        </p:txBody>
      </p:sp>
      <p:sp>
        <p:nvSpPr>
          <p:cNvPr id="4657" name="Google Shape;4657;p105"/>
          <p:cNvSpPr txBox="1"/>
          <p:nvPr>
            <p:ph idx="8" type="subTitle"/>
          </p:nvPr>
        </p:nvSpPr>
        <p:spPr>
          <a:xfrm>
            <a:off x="3255764" y="1777388"/>
            <a:ext cx="1716600" cy="427500"/>
          </a:xfrm>
          <a:prstGeom prst="rect">
            <a:avLst/>
          </a:prstGeom>
        </p:spPr>
        <p:txBody>
          <a:bodyPr anchorCtr="0" anchor="b" bIns="79325" lIns="79325" spcFirstLastPara="1" rIns="79325" wrap="square" tIns="793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75"/>
              <a:t>Șahul</a:t>
            </a:r>
            <a:endParaRPr sz="1475"/>
          </a:p>
        </p:txBody>
      </p:sp>
      <p:sp>
        <p:nvSpPr>
          <p:cNvPr id="4658" name="Google Shape;4658;p105"/>
          <p:cNvSpPr txBox="1"/>
          <p:nvPr>
            <p:ph idx="9" type="subTitle"/>
          </p:nvPr>
        </p:nvSpPr>
        <p:spPr>
          <a:xfrm>
            <a:off x="5398993" y="1777388"/>
            <a:ext cx="1716600" cy="427500"/>
          </a:xfrm>
          <a:prstGeom prst="rect">
            <a:avLst/>
          </a:prstGeom>
        </p:spPr>
        <p:txBody>
          <a:bodyPr anchorCtr="0" anchor="b" bIns="79325" lIns="79325" spcFirstLastPara="1" rIns="79325" wrap="square" tIns="793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75"/>
              <a:t>Înotul</a:t>
            </a:r>
            <a:endParaRPr sz="1475"/>
          </a:p>
        </p:txBody>
      </p:sp>
      <p:sp>
        <p:nvSpPr>
          <p:cNvPr id="4659" name="Google Shape;4659;p105"/>
          <p:cNvSpPr txBox="1"/>
          <p:nvPr>
            <p:ph idx="13" type="subTitle"/>
          </p:nvPr>
        </p:nvSpPr>
        <p:spPr>
          <a:xfrm>
            <a:off x="1112533" y="3267267"/>
            <a:ext cx="2071500" cy="427500"/>
          </a:xfrm>
          <a:prstGeom prst="rect">
            <a:avLst/>
          </a:prstGeom>
        </p:spPr>
        <p:txBody>
          <a:bodyPr anchorCtr="0" anchor="b" bIns="79325" lIns="79325" spcFirstLastPara="1" rIns="79325" wrap="square" tIns="793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75"/>
              <a:t>Tragerile cu arcul</a:t>
            </a:r>
            <a:endParaRPr sz="1475"/>
          </a:p>
        </p:txBody>
      </p:sp>
      <p:sp>
        <p:nvSpPr>
          <p:cNvPr id="4660" name="Google Shape;4660;p105"/>
          <p:cNvSpPr txBox="1"/>
          <p:nvPr>
            <p:ph idx="14" type="subTitle"/>
          </p:nvPr>
        </p:nvSpPr>
        <p:spPr>
          <a:xfrm>
            <a:off x="3255764" y="3267267"/>
            <a:ext cx="1716600" cy="427500"/>
          </a:xfrm>
          <a:prstGeom prst="rect">
            <a:avLst/>
          </a:prstGeom>
        </p:spPr>
        <p:txBody>
          <a:bodyPr anchorCtr="0" anchor="b" bIns="79325" lIns="79325" spcFirstLastPara="1" rIns="79325" wrap="square" tIns="793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75"/>
              <a:t>Lupta</a:t>
            </a:r>
            <a:endParaRPr sz="1475"/>
          </a:p>
        </p:txBody>
      </p:sp>
      <p:sp>
        <p:nvSpPr>
          <p:cNvPr id="4661" name="Google Shape;4661;p105"/>
          <p:cNvSpPr txBox="1"/>
          <p:nvPr>
            <p:ph idx="15" type="subTitle"/>
          </p:nvPr>
        </p:nvSpPr>
        <p:spPr>
          <a:xfrm>
            <a:off x="5398993" y="3267267"/>
            <a:ext cx="1716600" cy="427500"/>
          </a:xfrm>
          <a:prstGeom prst="rect">
            <a:avLst/>
          </a:prstGeom>
        </p:spPr>
        <p:txBody>
          <a:bodyPr anchorCtr="0" anchor="b" bIns="79325" lIns="79325" spcFirstLastPara="1" rIns="79325" wrap="square" tIns="793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75"/>
              <a:t>Vânătoarea</a:t>
            </a:r>
            <a:endParaRPr sz="1475"/>
          </a:p>
        </p:txBody>
      </p:sp>
      <p:grpSp>
        <p:nvGrpSpPr>
          <p:cNvPr id="4662" name="Google Shape;4662;p105"/>
          <p:cNvGrpSpPr/>
          <p:nvPr/>
        </p:nvGrpSpPr>
        <p:grpSpPr>
          <a:xfrm>
            <a:off x="1744639" y="1397685"/>
            <a:ext cx="452309" cy="379654"/>
            <a:chOff x="2361225" y="3521900"/>
            <a:chExt cx="4421400" cy="589250"/>
          </a:xfrm>
        </p:grpSpPr>
        <p:cxnSp>
          <p:nvCxnSpPr>
            <p:cNvPr id="4663" name="Google Shape;4663;p105"/>
            <p:cNvCxnSpPr/>
            <p:nvPr/>
          </p:nvCxnSpPr>
          <p:spPr>
            <a:xfrm>
              <a:off x="2361225" y="3521900"/>
              <a:ext cx="4421400" cy="0"/>
            </a:xfrm>
            <a:prstGeom prst="straightConnector1">
              <a:avLst/>
            </a:prstGeom>
            <a:noFill/>
            <a:ln cap="flat" cmpd="sng" w="82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64" name="Google Shape;4664;p105"/>
            <p:cNvCxnSpPr/>
            <p:nvPr/>
          </p:nvCxnSpPr>
          <p:spPr>
            <a:xfrm>
              <a:off x="2361225" y="4111150"/>
              <a:ext cx="4421400" cy="0"/>
            </a:xfrm>
            <a:prstGeom prst="straightConnector1">
              <a:avLst/>
            </a:prstGeom>
            <a:noFill/>
            <a:ln cap="flat" cmpd="sng" w="82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665" name="Google Shape;4665;p105"/>
          <p:cNvGrpSpPr/>
          <p:nvPr/>
        </p:nvGrpSpPr>
        <p:grpSpPr>
          <a:xfrm>
            <a:off x="3887869" y="1397685"/>
            <a:ext cx="452309" cy="379654"/>
            <a:chOff x="2361225" y="3521900"/>
            <a:chExt cx="4421400" cy="589250"/>
          </a:xfrm>
        </p:grpSpPr>
        <p:cxnSp>
          <p:nvCxnSpPr>
            <p:cNvPr id="4666" name="Google Shape;4666;p105"/>
            <p:cNvCxnSpPr/>
            <p:nvPr/>
          </p:nvCxnSpPr>
          <p:spPr>
            <a:xfrm>
              <a:off x="2361225" y="3521900"/>
              <a:ext cx="4421400" cy="0"/>
            </a:xfrm>
            <a:prstGeom prst="straightConnector1">
              <a:avLst/>
            </a:prstGeom>
            <a:noFill/>
            <a:ln cap="flat" cmpd="sng" w="82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67" name="Google Shape;4667;p105"/>
            <p:cNvCxnSpPr/>
            <p:nvPr/>
          </p:nvCxnSpPr>
          <p:spPr>
            <a:xfrm>
              <a:off x="2361225" y="4111150"/>
              <a:ext cx="4421400" cy="0"/>
            </a:xfrm>
            <a:prstGeom prst="straightConnector1">
              <a:avLst/>
            </a:prstGeom>
            <a:noFill/>
            <a:ln cap="flat" cmpd="sng" w="82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668" name="Google Shape;4668;p105"/>
          <p:cNvGrpSpPr/>
          <p:nvPr/>
        </p:nvGrpSpPr>
        <p:grpSpPr>
          <a:xfrm>
            <a:off x="6031098" y="1397685"/>
            <a:ext cx="452309" cy="379654"/>
            <a:chOff x="2361225" y="3521900"/>
            <a:chExt cx="4421400" cy="589250"/>
          </a:xfrm>
        </p:grpSpPr>
        <p:cxnSp>
          <p:nvCxnSpPr>
            <p:cNvPr id="4669" name="Google Shape;4669;p105"/>
            <p:cNvCxnSpPr/>
            <p:nvPr/>
          </p:nvCxnSpPr>
          <p:spPr>
            <a:xfrm>
              <a:off x="2361225" y="3521900"/>
              <a:ext cx="4421400" cy="0"/>
            </a:xfrm>
            <a:prstGeom prst="straightConnector1">
              <a:avLst/>
            </a:prstGeom>
            <a:noFill/>
            <a:ln cap="flat" cmpd="sng" w="82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70" name="Google Shape;4670;p105"/>
            <p:cNvCxnSpPr/>
            <p:nvPr/>
          </p:nvCxnSpPr>
          <p:spPr>
            <a:xfrm>
              <a:off x="2361225" y="4111150"/>
              <a:ext cx="4421400" cy="0"/>
            </a:xfrm>
            <a:prstGeom prst="straightConnector1">
              <a:avLst/>
            </a:prstGeom>
            <a:noFill/>
            <a:ln cap="flat" cmpd="sng" w="82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671" name="Google Shape;4671;p105"/>
          <p:cNvGrpSpPr/>
          <p:nvPr/>
        </p:nvGrpSpPr>
        <p:grpSpPr>
          <a:xfrm>
            <a:off x="1744639" y="2887563"/>
            <a:ext cx="452309" cy="379654"/>
            <a:chOff x="2361225" y="3521900"/>
            <a:chExt cx="4421400" cy="589250"/>
          </a:xfrm>
        </p:grpSpPr>
        <p:cxnSp>
          <p:nvCxnSpPr>
            <p:cNvPr id="4672" name="Google Shape;4672;p105"/>
            <p:cNvCxnSpPr/>
            <p:nvPr/>
          </p:nvCxnSpPr>
          <p:spPr>
            <a:xfrm>
              <a:off x="2361225" y="3521900"/>
              <a:ext cx="4421400" cy="0"/>
            </a:xfrm>
            <a:prstGeom prst="straightConnector1">
              <a:avLst/>
            </a:prstGeom>
            <a:noFill/>
            <a:ln cap="flat" cmpd="sng" w="82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73" name="Google Shape;4673;p105"/>
            <p:cNvCxnSpPr/>
            <p:nvPr/>
          </p:nvCxnSpPr>
          <p:spPr>
            <a:xfrm>
              <a:off x="2361225" y="4111150"/>
              <a:ext cx="4421400" cy="0"/>
            </a:xfrm>
            <a:prstGeom prst="straightConnector1">
              <a:avLst/>
            </a:prstGeom>
            <a:noFill/>
            <a:ln cap="flat" cmpd="sng" w="82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674" name="Google Shape;4674;p105"/>
          <p:cNvGrpSpPr/>
          <p:nvPr/>
        </p:nvGrpSpPr>
        <p:grpSpPr>
          <a:xfrm>
            <a:off x="3887869" y="2887563"/>
            <a:ext cx="452309" cy="379654"/>
            <a:chOff x="2361225" y="3521900"/>
            <a:chExt cx="4421400" cy="589250"/>
          </a:xfrm>
        </p:grpSpPr>
        <p:cxnSp>
          <p:nvCxnSpPr>
            <p:cNvPr id="4675" name="Google Shape;4675;p105"/>
            <p:cNvCxnSpPr/>
            <p:nvPr/>
          </p:nvCxnSpPr>
          <p:spPr>
            <a:xfrm>
              <a:off x="2361225" y="3521900"/>
              <a:ext cx="4421400" cy="0"/>
            </a:xfrm>
            <a:prstGeom prst="straightConnector1">
              <a:avLst/>
            </a:prstGeom>
            <a:noFill/>
            <a:ln cap="flat" cmpd="sng" w="82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76" name="Google Shape;4676;p105"/>
            <p:cNvCxnSpPr/>
            <p:nvPr/>
          </p:nvCxnSpPr>
          <p:spPr>
            <a:xfrm>
              <a:off x="2361225" y="4111150"/>
              <a:ext cx="4421400" cy="0"/>
            </a:xfrm>
            <a:prstGeom prst="straightConnector1">
              <a:avLst/>
            </a:prstGeom>
            <a:noFill/>
            <a:ln cap="flat" cmpd="sng" w="82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677" name="Google Shape;4677;p105"/>
          <p:cNvGrpSpPr/>
          <p:nvPr/>
        </p:nvGrpSpPr>
        <p:grpSpPr>
          <a:xfrm>
            <a:off x="6031098" y="2887563"/>
            <a:ext cx="452309" cy="379654"/>
            <a:chOff x="2361225" y="3521900"/>
            <a:chExt cx="4421400" cy="589250"/>
          </a:xfrm>
        </p:grpSpPr>
        <p:cxnSp>
          <p:nvCxnSpPr>
            <p:cNvPr id="4678" name="Google Shape;4678;p105"/>
            <p:cNvCxnSpPr/>
            <p:nvPr/>
          </p:nvCxnSpPr>
          <p:spPr>
            <a:xfrm>
              <a:off x="2361225" y="3521900"/>
              <a:ext cx="4421400" cy="0"/>
            </a:xfrm>
            <a:prstGeom prst="straightConnector1">
              <a:avLst/>
            </a:prstGeom>
            <a:noFill/>
            <a:ln cap="flat" cmpd="sng" w="82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79" name="Google Shape;4679;p105"/>
            <p:cNvCxnSpPr/>
            <p:nvPr/>
          </p:nvCxnSpPr>
          <p:spPr>
            <a:xfrm>
              <a:off x="2361225" y="4111150"/>
              <a:ext cx="4421400" cy="0"/>
            </a:xfrm>
            <a:prstGeom prst="straightConnector1">
              <a:avLst/>
            </a:prstGeom>
            <a:noFill/>
            <a:ln cap="flat" cmpd="sng" w="82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680" name="Google Shape;4680;p105"/>
          <p:cNvSpPr/>
          <p:nvPr/>
        </p:nvSpPr>
        <p:spPr>
          <a:xfrm>
            <a:off x="6192638" y="1487496"/>
            <a:ext cx="129307" cy="200107"/>
          </a:xfrm>
          <a:custGeom>
            <a:rect b="b" l="l" r="r" t="t"/>
            <a:pathLst>
              <a:path extrusionOk="0" h="11752" w="7594">
                <a:moveTo>
                  <a:pt x="6585" y="662"/>
                </a:moveTo>
                <a:cubicBezTo>
                  <a:pt x="6774" y="662"/>
                  <a:pt x="6932" y="819"/>
                  <a:pt x="6932" y="1008"/>
                </a:cubicBezTo>
                <a:cubicBezTo>
                  <a:pt x="6932" y="1197"/>
                  <a:pt x="6774" y="1355"/>
                  <a:pt x="6585" y="1355"/>
                </a:cubicBezTo>
                <a:lnTo>
                  <a:pt x="1040" y="1355"/>
                </a:lnTo>
                <a:cubicBezTo>
                  <a:pt x="820" y="1355"/>
                  <a:pt x="662" y="1197"/>
                  <a:pt x="662" y="1008"/>
                </a:cubicBezTo>
                <a:cubicBezTo>
                  <a:pt x="662" y="819"/>
                  <a:pt x="820" y="662"/>
                  <a:pt x="1040" y="662"/>
                </a:cubicBezTo>
                <a:close/>
                <a:moveTo>
                  <a:pt x="6175" y="2048"/>
                </a:moveTo>
                <a:lnTo>
                  <a:pt x="6175" y="2867"/>
                </a:lnTo>
                <a:cubicBezTo>
                  <a:pt x="5435" y="3277"/>
                  <a:pt x="4600" y="3481"/>
                  <a:pt x="3765" y="3481"/>
                </a:cubicBezTo>
                <a:cubicBezTo>
                  <a:pt x="2930" y="3481"/>
                  <a:pt x="2096" y="3277"/>
                  <a:pt x="1355" y="2867"/>
                </a:cubicBezTo>
                <a:lnTo>
                  <a:pt x="1355" y="2048"/>
                </a:lnTo>
                <a:close/>
                <a:moveTo>
                  <a:pt x="1418" y="3686"/>
                </a:moveTo>
                <a:lnTo>
                  <a:pt x="1418" y="3686"/>
                </a:lnTo>
                <a:cubicBezTo>
                  <a:pt x="2174" y="4001"/>
                  <a:pt x="2962" y="4190"/>
                  <a:pt x="3781" y="4190"/>
                </a:cubicBezTo>
                <a:cubicBezTo>
                  <a:pt x="4600" y="4190"/>
                  <a:pt x="5388" y="4033"/>
                  <a:pt x="6144" y="3686"/>
                </a:cubicBezTo>
                <a:lnTo>
                  <a:pt x="6144" y="3686"/>
                </a:lnTo>
                <a:cubicBezTo>
                  <a:pt x="5860" y="4757"/>
                  <a:pt x="4915" y="5545"/>
                  <a:pt x="3781" y="5545"/>
                </a:cubicBezTo>
                <a:cubicBezTo>
                  <a:pt x="2647" y="5545"/>
                  <a:pt x="1702" y="4757"/>
                  <a:pt x="1418" y="3686"/>
                </a:cubicBezTo>
                <a:close/>
                <a:moveTo>
                  <a:pt x="3435" y="6238"/>
                </a:moveTo>
                <a:lnTo>
                  <a:pt x="3435" y="7813"/>
                </a:lnTo>
                <a:lnTo>
                  <a:pt x="1544" y="9704"/>
                </a:lnTo>
                <a:lnTo>
                  <a:pt x="1355" y="9704"/>
                </a:lnTo>
                <a:lnTo>
                  <a:pt x="1355" y="8695"/>
                </a:lnTo>
                <a:cubicBezTo>
                  <a:pt x="1355" y="7467"/>
                  <a:pt x="2237" y="6427"/>
                  <a:pt x="3435" y="6238"/>
                </a:cubicBezTo>
                <a:close/>
                <a:moveTo>
                  <a:pt x="3781" y="8443"/>
                </a:moveTo>
                <a:lnTo>
                  <a:pt x="5041" y="9704"/>
                </a:lnTo>
                <a:lnTo>
                  <a:pt x="2552" y="9704"/>
                </a:lnTo>
                <a:lnTo>
                  <a:pt x="3781" y="8443"/>
                </a:lnTo>
                <a:close/>
                <a:moveTo>
                  <a:pt x="4128" y="6238"/>
                </a:moveTo>
                <a:cubicBezTo>
                  <a:pt x="5325" y="6396"/>
                  <a:pt x="6207" y="7435"/>
                  <a:pt x="6207" y="8695"/>
                </a:cubicBezTo>
                <a:lnTo>
                  <a:pt x="6207" y="9704"/>
                </a:lnTo>
                <a:lnTo>
                  <a:pt x="6018" y="9704"/>
                </a:lnTo>
                <a:lnTo>
                  <a:pt x="4128" y="7813"/>
                </a:lnTo>
                <a:lnTo>
                  <a:pt x="4128" y="6238"/>
                </a:lnTo>
                <a:close/>
                <a:moveTo>
                  <a:pt x="6553" y="10397"/>
                </a:moveTo>
                <a:cubicBezTo>
                  <a:pt x="6743" y="10428"/>
                  <a:pt x="6900" y="10586"/>
                  <a:pt x="6900" y="10743"/>
                </a:cubicBezTo>
                <a:cubicBezTo>
                  <a:pt x="6900" y="10932"/>
                  <a:pt x="6743" y="11090"/>
                  <a:pt x="6553" y="11090"/>
                </a:cubicBezTo>
                <a:lnTo>
                  <a:pt x="977" y="11090"/>
                </a:lnTo>
                <a:cubicBezTo>
                  <a:pt x="788" y="11090"/>
                  <a:pt x="631" y="10932"/>
                  <a:pt x="631" y="10743"/>
                </a:cubicBezTo>
                <a:cubicBezTo>
                  <a:pt x="631" y="10554"/>
                  <a:pt x="788" y="10397"/>
                  <a:pt x="977" y="10397"/>
                </a:cubicBezTo>
                <a:close/>
                <a:moveTo>
                  <a:pt x="1009" y="0"/>
                </a:moveTo>
                <a:cubicBezTo>
                  <a:pt x="442" y="0"/>
                  <a:pt x="0" y="473"/>
                  <a:pt x="0" y="1008"/>
                </a:cubicBezTo>
                <a:cubicBezTo>
                  <a:pt x="0" y="1449"/>
                  <a:pt x="284" y="1827"/>
                  <a:pt x="694" y="1985"/>
                </a:cubicBezTo>
                <a:lnTo>
                  <a:pt x="694" y="3088"/>
                </a:lnTo>
                <a:cubicBezTo>
                  <a:pt x="694" y="4316"/>
                  <a:pt x="1387" y="5356"/>
                  <a:pt x="2395" y="5860"/>
                </a:cubicBezTo>
                <a:cubicBezTo>
                  <a:pt x="1387" y="6364"/>
                  <a:pt x="694" y="7435"/>
                  <a:pt x="694" y="8664"/>
                </a:cubicBezTo>
                <a:lnTo>
                  <a:pt x="694" y="9767"/>
                </a:lnTo>
                <a:cubicBezTo>
                  <a:pt x="316" y="9924"/>
                  <a:pt x="0" y="10271"/>
                  <a:pt x="0" y="10743"/>
                </a:cubicBezTo>
                <a:cubicBezTo>
                  <a:pt x="0" y="11342"/>
                  <a:pt x="473" y="11751"/>
                  <a:pt x="1009" y="11751"/>
                </a:cubicBezTo>
                <a:lnTo>
                  <a:pt x="6585" y="11751"/>
                </a:lnTo>
                <a:cubicBezTo>
                  <a:pt x="7152" y="11751"/>
                  <a:pt x="7593" y="11279"/>
                  <a:pt x="7593" y="10743"/>
                </a:cubicBezTo>
                <a:cubicBezTo>
                  <a:pt x="7593" y="10302"/>
                  <a:pt x="7310" y="9924"/>
                  <a:pt x="6900" y="9767"/>
                </a:cubicBezTo>
                <a:lnTo>
                  <a:pt x="6900" y="8664"/>
                </a:lnTo>
                <a:cubicBezTo>
                  <a:pt x="6900" y="7435"/>
                  <a:pt x="6207" y="6364"/>
                  <a:pt x="5199" y="5860"/>
                </a:cubicBezTo>
                <a:cubicBezTo>
                  <a:pt x="6207" y="5387"/>
                  <a:pt x="6900" y="4316"/>
                  <a:pt x="6900" y="3088"/>
                </a:cubicBezTo>
                <a:lnTo>
                  <a:pt x="6900" y="1985"/>
                </a:lnTo>
                <a:cubicBezTo>
                  <a:pt x="7278" y="1827"/>
                  <a:pt x="7593" y="1481"/>
                  <a:pt x="7593" y="1008"/>
                </a:cubicBezTo>
                <a:cubicBezTo>
                  <a:pt x="7593" y="410"/>
                  <a:pt x="7121" y="0"/>
                  <a:pt x="658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79325" lIns="79325" spcFirstLastPara="1" rIns="79325" wrap="square" tIns="79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1" name="Google Shape;4681;p105"/>
          <p:cNvSpPr/>
          <p:nvPr/>
        </p:nvSpPr>
        <p:spPr>
          <a:xfrm>
            <a:off x="4048873" y="1486418"/>
            <a:ext cx="130380" cy="202253"/>
          </a:xfrm>
          <a:custGeom>
            <a:rect b="b" l="l" r="r" t="t"/>
            <a:pathLst>
              <a:path extrusionOk="0" h="11878" w="7657">
                <a:moveTo>
                  <a:pt x="3813" y="1387"/>
                </a:moveTo>
                <a:cubicBezTo>
                  <a:pt x="4254" y="1387"/>
                  <a:pt x="4664" y="1670"/>
                  <a:pt x="4821" y="2112"/>
                </a:cubicBezTo>
                <a:lnTo>
                  <a:pt x="2836" y="2112"/>
                </a:lnTo>
                <a:cubicBezTo>
                  <a:pt x="2994" y="1702"/>
                  <a:pt x="3372" y="1387"/>
                  <a:pt x="3813" y="1387"/>
                </a:cubicBezTo>
                <a:close/>
                <a:moveTo>
                  <a:pt x="4947" y="2805"/>
                </a:moveTo>
                <a:cubicBezTo>
                  <a:pt x="5199" y="2805"/>
                  <a:pt x="5357" y="3057"/>
                  <a:pt x="5294" y="3277"/>
                </a:cubicBezTo>
                <a:lnTo>
                  <a:pt x="4947" y="4222"/>
                </a:lnTo>
                <a:lnTo>
                  <a:pt x="2679" y="4222"/>
                </a:lnTo>
                <a:lnTo>
                  <a:pt x="2364" y="3277"/>
                </a:lnTo>
                <a:cubicBezTo>
                  <a:pt x="2332" y="3025"/>
                  <a:pt x="2490" y="2805"/>
                  <a:pt x="2710" y="2805"/>
                </a:cubicBezTo>
                <a:close/>
                <a:moveTo>
                  <a:pt x="4916" y="4852"/>
                </a:moveTo>
                <a:lnTo>
                  <a:pt x="5514" y="8381"/>
                </a:lnTo>
                <a:lnTo>
                  <a:pt x="2175" y="8381"/>
                </a:lnTo>
                <a:lnTo>
                  <a:pt x="2773" y="4852"/>
                </a:lnTo>
                <a:close/>
                <a:moveTo>
                  <a:pt x="5955" y="9074"/>
                </a:moveTo>
                <a:cubicBezTo>
                  <a:pt x="6144" y="9074"/>
                  <a:pt x="6302" y="9232"/>
                  <a:pt x="6302" y="9421"/>
                </a:cubicBezTo>
                <a:lnTo>
                  <a:pt x="6302" y="9799"/>
                </a:lnTo>
                <a:lnTo>
                  <a:pt x="1450" y="9799"/>
                </a:lnTo>
                <a:lnTo>
                  <a:pt x="1450" y="9421"/>
                </a:lnTo>
                <a:cubicBezTo>
                  <a:pt x="1419" y="9232"/>
                  <a:pt x="1576" y="9074"/>
                  <a:pt x="1765" y="9074"/>
                </a:cubicBezTo>
                <a:close/>
                <a:moveTo>
                  <a:pt x="6648" y="10460"/>
                </a:moveTo>
                <a:cubicBezTo>
                  <a:pt x="6806" y="10460"/>
                  <a:pt x="6964" y="10618"/>
                  <a:pt x="6964" y="10807"/>
                </a:cubicBezTo>
                <a:lnTo>
                  <a:pt x="6964" y="11153"/>
                </a:lnTo>
                <a:lnTo>
                  <a:pt x="757" y="11153"/>
                </a:lnTo>
                <a:lnTo>
                  <a:pt x="757" y="10807"/>
                </a:lnTo>
                <a:cubicBezTo>
                  <a:pt x="757" y="10618"/>
                  <a:pt x="915" y="10460"/>
                  <a:pt x="1104" y="10460"/>
                </a:cubicBezTo>
                <a:close/>
                <a:moveTo>
                  <a:pt x="3782" y="1"/>
                </a:moveTo>
                <a:cubicBezTo>
                  <a:pt x="3592" y="1"/>
                  <a:pt x="3435" y="158"/>
                  <a:pt x="3435" y="379"/>
                </a:cubicBezTo>
                <a:lnTo>
                  <a:pt x="3435" y="757"/>
                </a:lnTo>
                <a:cubicBezTo>
                  <a:pt x="2679" y="914"/>
                  <a:pt x="2143" y="1544"/>
                  <a:pt x="2049" y="2301"/>
                </a:cubicBezTo>
                <a:cubicBezTo>
                  <a:pt x="1702" y="2521"/>
                  <a:pt x="1545" y="3025"/>
                  <a:pt x="1671" y="3466"/>
                </a:cubicBezTo>
                <a:lnTo>
                  <a:pt x="1891" y="4191"/>
                </a:lnTo>
                <a:lnTo>
                  <a:pt x="1702" y="4191"/>
                </a:lnTo>
                <a:cubicBezTo>
                  <a:pt x="1513" y="4191"/>
                  <a:pt x="1356" y="4348"/>
                  <a:pt x="1356" y="4537"/>
                </a:cubicBezTo>
                <a:cubicBezTo>
                  <a:pt x="1356" y="4758"/>
                  <a:pt x="1513" y="4915"/>
                  <a:pt x="1702" y="4915"/>
                </a:cubicBezTo>
                <a:lnTo>
                  <a:pt x="1986" y="4915"/>
                </a:lnTo>
                <a:lnTo>
                  <a:pt x="1387" y="8444"/>
                </a:lnTo>
                <a:cubicBezTo>
                  <a:pt x="1009" y="8570"/>
                  <a:pt x="726" y="8948"/>
                  <a:pt x="726" y="9421"/>
                </a:cubicBezTo>
                <a:lnTo>
                  <a:pt x="726" y="9830"/>
                </a:lnTo>
                <a:cubicBezTo>
                  <a:pt x="316" y="9988"/>
                  <a:pt x="1" y="10334"/>
                  <a:pt x="1" y="10807"/>
                </a:cubicBezTo>
                <a:lnTo>
                  <a:pt x="1" y="11531"/>
                </a:lnTo>
                <a:cubicBezTo>
                  <a:pt x="1" y="11720"/>
                  <a:pt x="158" y="11878"/>
                  <a:pt x="347" y="11878"/>
                </a:cubicBezTo>
                <a:lnTo>
                  <a:pt x="7279" y="11878"/>
                </a:lnTo>
                <a:cubicBezTo>
                  <a:pt x="7499" y="11878"/>
                  <a:pt x="7657" y="11720"/>
                  <a:pt x="7657" y="11531"/>
                </a:cubicBezTo>
                <a:lnTo>
                  <a:pt x="7657" y="10807"/>
                </a:lnTo>
                <a:cubicBezTo>
                  <a:pt x="7657" y="10366"/>
                  <a:pt x="7373" y="9988"/>
                  <a:pt x="6932" y="9830"/>
                </a:cubicBezTo>
                <a:lnTo>
                  <a:pt x="6932" y="9421"/>
                </a:lnTo>
                <a:cubicBezTo>
                  <a:pt x="6932" y="8948"/>
                  <a:pt x="6617" y="8570"/>
                  <a:pt x="6176" y="8444"/>
                </a:cubicBezTo>
                <a:lnTo>
                  <a:pt x="5609" y="4915"/>
                </a:lnTo>
                <a:lnTo>
                  <a:pt x="5861" y="4915"/>
                </a:lnTo>
                <a:cubicBezTo>
                  <a:pt x="6081" y="4915"/>
                  <a:pt x="6207" y="4758"/>
                  <a:pt x="6207" y="4537"/>
                </a:cubicBezTo>
                <a:cubicBezTo>
                  <a:pt x="6207" y="4348"/>
                  <a:pt x="6081" y="4191"/>
                  <a:pt x="5861" y="4191"/>
                </a:cubicBezTo>
                <a:lnTo>
                  <a:pt x="5672" y="4191"/>
                </a:lnTo>
                <a:lnTo>
                  <a:pt x="5924" y="3466"/>
                </a:lnTo>
                <a:cubicBezTo>
                  <a:pt x="6081" y="3025"/>
                  <a:pt x="5861" y="2584"/>
                  <a:pt x="5514" y="2301"/>
                </a:cubicBezTo>
                <a:cubicBezTo>
                  <a:pt x="5451" y="1513"/>
                  <a:pt x="4884" y="914"/>
                  <a:pt x="4128" y="757"/>
                </a:cubicBezTo>
                <a:lnTo>
                  <a:pt x="4128" y="379"/>
                </a:lnTo>
                <a:cubicBezTo>
                  <a:pt x="4128" y="158"/>
                  <a:pt x="3971" y="1"/>
                  <a:pt x="378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79325" lIns="79325" spcFirstLastPara="1" rIns="79325" wrap="square" tIns="79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682" name="Google Shape;4682;p105"/>
          <p:cNvGrpSpPr/>
          <p:nvPr/>
        </p:nvGrpSpPr>
        <p:grpSpPr>
          <a:xfrm>
            <a:off x="1872215" y="2976901"/>
            <a:ext cx="202253" cy="201027"/>
            <a:chOff x="5045775" y="1946400"/>
            <a:chExt cx="296950" cy="295150"/>
          </a:xfrm>
        </p:grpSpPr>
        <p:sp>
          <p:nvSpPr>
            <p:cNvPr id="4683" name="Google Shape;4683;p105"/>
            <p:cNvSpPr/>
            <p:nvPr/>
          </p:nvSpPr>
          <p:spPr>
            <a:xfrm>
              <a:off x="5113500" y="1998600"/>
              <a:ext cx="160700" cy="155950"/>
            </a:xfrm>
            <a:custGeom>
              <a:rect b="b" l="l" r="r" t="t"/>
              <a:pathLst>
                <a:path extrusionOk="0" h="6238" w="6428">
                  <a:moveTo>
                    <a:pt x="3309" y="2079"/>
                  </a:moveTo>
                  <a:cubicBezTo>
                    <a:pt x="3718" y="2079"/>
                    <a:pt x="4033" y="2394"/>
                    <a:pt x="4033" y="2804"/>
                  </a:cubicBezTo>
                  <a:cubicBezTo>
                    <a:pt x="4033" y="3182"/>
                    <a:pt x="3718" y="3497"/>
                    <a:pt x="3309" y="3497"/>
                  </a:cubicBezTo>
                  <a:cubicBezTo>
                    <a:pt x="2931" y="3497"/>
                    <a:pt x="2616" y="3150"/>
                    <a:pt x="2616" y="2804"/>
                  </a:cubicBezTo>
                  <a:cubicBezTo>
                    <a:pt x="2616" y="2394"/>
                    <a:pt x="2931" y="2079"/>
                    <a:pt x="3309" y="2079"/>
                  </a:cubicBezTo>
                  <a:close/>
                  <a:moveTo>
                    <a:pt x="3403" y="662"/>
                  </a:moveTo>
                  <a:cubicBezTo>
                    <a:pt x="4726" y="662"/>
                    <a:pt x="5798" y="1764"/>
                    <a:pt x="5798" y="3119"/>
                  </a:cubicBezTo>
                  <a:cubicBezTo>
                    <a:pt x="5703" y="3655"/>
                    <a:pt x="5546" y="4222"/>
                    <a:pt x="5199" y="4663"/>
                  </a:cubicBezTo>
                  <a:cubicBezTo>
                    <a:pt x="5010" y="4253"/>
                    <a:pt x="4726" y="3938"/>
                    <a:pt x="4348" y="3686"/>
                  </a:cubicBezTo>
                  <a:cubicBezTo>
                    <a:pt x="4569" y="3466"/>
                    <a:pt x="4726" y="3119"/>
                    <a:pt x="4726" y="2741"/>
                  </a:cubicBezTo>
                  <a:cubicBezTo>
                    <a:pt x="4726" y="2016"/>
                    <a:pt x="4096" y="1386"/>
                    <a:pt x="3340" y="1386"/>
                  </a:cubicBezTo>
                  <a:cubicBezTo>
                    <a:pt x="2616" y="1386"/>
                    <a:pt x="1986" y="2016"/>
                    <a:pt x="1986" y="2741"/>
                  </a:cubicBezTo>
                  <a:cubicBezTo>
                    <a:pt x="1986" y="3119"/>
                    <a:pt x="2143" y="3466"/>
                    <a:pt x="2364" y="3686"/>
                  </a:cubicBezTo>
                  <a:cubicBezTo>
                    <a:pt x="1986" y="3907"/>
                    <a:pt x="1702" y="4253"/>
                    <a:pt x="1513" y="4663"/>
                  </a:cubicBezTo>
                  <a:cubicBezTo>
                    <a:pt x="1072" y="4096"/>
                    <a:pt x="883" y="3434"/>
                    <a:pt x="977" y="2772"/>
                  </a:cubicBezTo>
                  <a:cubicBezTo>
                    <a:pt x="1135" y="1670"/>
                    <a:pt x="2143" y="662"/>
                    <a:pt x="3403" y="662"/>
                  </a:cubicBezTo>
                  <a:close/>
                  <a:moveTo>
                    <a:pt x="3309" y="4190"/>
                  </a:moveTo>
                  <a:cubicBezTo>
                    <a:pt x="3939" y="4190"/>
                    <a:pt x="4443" y="4600"/>
                    <a:pt x="4663" y="5167"/>
                  </a:cubicBezTo>
                  <a:cubicBezTo>
                    <a:pt x="4254" y="5450"/>
                    <a:pt x="3781" y="5545"/>
                    <a:pt x="3309" y="5545"/>
                  </a:cubicBezTo>
                  <a:cubicBezTo>
                    <a:pt x="2836" y="5545"/>
                    <a:pt x="2364" y="5387"/>
                    <a:pt x="1986" y="5167"/>
                  </a:cubicBezTo>
                  <a:cubicBezTo>
                    <a:pt x="2143" y="4568"/>
                    <a:pt x="2679" y="4190"/>
                    <a:pt x="3309" y="4190"/>
                  </a:cubicBezTo>
                  <a:close/>
                  <a:moveTo>
                    <a:pt x="3309" y="0"/>
                  </a:moveTo>
                  <a:cubicBezTo>
                    <a:pt x="1733" y="0"/>
                    <a:pt x="410" y="1229"/>
                    <a:pt x="253" y="2678"/>
                  </a:cubicBezTo>
                  <a:cubicBezTo>
                    <a:pt x="1" y="4600"/>
                    <a:pt x="1450" y="6238"/>
                    <a:pt x="3309" y="6238"/>
                  </a:cubicBezTo>
                  <a:cubicBezTo>
                    <a:pt x="5042" y="6238"/>
                    <a:pt x="6428" y="4820"/>
                    <a:pt x="6428" y="3119"/>
                  </a:cubicBezTo>
                  <a:cubicBezTo>
                    <a:pt x="6428" y="1418"/>
                    <a:pt x="5042" y="0"/>
                    <a:pt x="33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9325" lIns="79325" spcFirstLastPara="1" rIns="79325" wrap="square" tIns="79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4" name="Google Shape;4684;p105"/>
            <p:cNvSpPr/>
            <p:nvPr/>
          </p:nvSpPr>
          <p:spPr>
            <a:xfrm>
              <a:off x="5045775" y="1946400"/>
              <a:ext cx="296950" cy="295150"/>
            </a:xfrm>
            <a:custGeom>
              <a:rect b="b" l="l" r="r" t="t"/>
              <a:pathLst>
                <a:path extrusionOk="0" h="11806" w="11878">
                  <a:moveTo>
                    <a:pt x="6018" y="765"/>
                  </a:moveTo>
                  <a:lnTo>
                    <a:pt x="6868" y="1426"/>
                  </a:lnTo>
                  <a:cubicBezTo>
                    <a:pt x="6963" y="1458"/>
                    <a:pt x="7026" y="1489"/>
                    <a:pt x="7152" y="1489"/>
                  </a:cubicBezTo>
                  <a:lnTo>
                    <a:pt x="8223" y="1332"/>
                  </a:lnTo>
                  <a:lnTo>
                    <a:pt x="8664" y="2372"/>
                  </a:lnTo>
                  <a:cubicBezTo>
                    <a:pt x="8696" y="2435"/>
                    <a:pt x="8790" y="2529"/>
                    <a:pt x="8853" y="2561"/>
                  </a:cubicBezTo>
                  <a:lnTo>
                    <a:pt x="9893" y="2970"/>
                  </a:lnTo>
                  <a:lnTo>
                    <a:pt x="9735" y="4073"/>
                  </a:lnTo>
                  <a:cubicBezTo>
                    <a:pt x="9735" y="4136"/>
                    <a:pt x="9735" y="4262"/>
                    <a:pt x="9798" y="4325"/>
                  </a:cubicBezTo>
                  <a:lnTo>
                    <a:pt x="10460" y="5207"/>
                  </a:lnTo>
                  <a:lnTo>
                    <a:pt x="9798" y="6058"/>
                  </a:lnTo>
                  <a:cubicBezTo>
                    <a:pt x="9767" y="6152"/>
                    <a:pt x="9735" y="6215"/>
                    <a:pt x="9735" y="6341"/>
                  </a:cubicBezTo>
                  <a:lnTo>
                    <a:pt x="9893" y="7444"/>
                  </a:lnTo>
                  <a:lnTo>
                    <a:pt x="8853" y="7853"/>
                  </a:lnTo>
                  <a:cubicBezTo>
                    <a:pt x="8790" y="7885"/>
                    <a:pt x="8696" y="7948"/>
                    <a:pt x="8664" y="8042"/>
                  </a:cubicBezTo>
                  <a:lnTo>
                    <a:pt x="8255" y="9051"/>
                  </a:lnTo>
                  <a:lnTo>
                    <a:pt x="7120" y="8893"/>
                  </a:lnTo>
                  <a:cubicBezTo>
                    <a:pt x="7057" y="8893"/>
                    <a:pt x="6931" y="8893"/>
                    <a:pt x="6837" y="8988"/>
                  </a:cubicBezTo>
                  <a:lnTo>
                    <a:pt x="5986" y="9649"/>
                  </a:lnTo>
                  <a:lnTo>
                    <a:pt x="5104" y="8988"/>
                  </a:lnTo>
                  <a:cubicBezTo>
                    <a:pt x="5041" y="8925"/>
                    <a:pt x="5010" y="8893"/>
                    <a:pt x="4915" y="8893"/>
                  </a:cubicBezTo>
                  <a:lnTo>
                    <a:pt x="4884" y="8893"/>
                  </a:lnTo>
                  <a:lnTo>
                    <a:pt x="3781" y="9051"/>
                  </a:lnTo>
                  <a:lnTo>
                    <a:pt x="3371" y="8042"/>
                  </a:lnTo>
                  <a:cubicBezTo>
                    <a:pt x="3340" y="7948"/>
                    <a:pt x="3277" y="7885"/>
                    <a:pt x="3182" y="7853"/>
                  </a:cubicBezTo>
                  <a:lnTo>
                    <a:pt x="2143" y="7444"/>
                  </a:lnTo>
                  <a:lnTo>
                    <a:pt x="2300" y="6341"/>
                  </a:lnTo>
                  <a:cubicBezTo>
                    <a:pt x="2300" y="6278"/>
                    <a:pt x="2300" y="6152"/>
                    <a:pt x="2237" y="6058"/>
                  </a:cubicBezTo>
                  <a:lnTo>
                    <a:pt x="1576" y="5207"/>
                  </a:lnTo>
                  <a:lnTo>
                    <a:pt x="2237" y="4325"/>
                  </a:lnTo>
                  <a:cubicBezTo>
                    <a:pt x="2269" y="4262"/>
                    <a:pt x="2300" y="4167"/>
                    <a:pt x="2300" y="4073"/>
                  </a:cubicBezTo>
                  <a:lnTo>
                    <a:pt x="2143" y="2970"/>
                  </a:lnTo>
                  <a:lnTo>
                    <a:pt x="3182" y="2561"/>
                  </a:lnTo>
                  <a:cubicBezTo>
                    <a:pt x="3277" y="2529"/>
                    <a:pt x="3340" y="2435"/>
                    <a:pt x="3371" y="2372"/>
                  </a:cubicBezTo>
                  <a:lnTo>
                    <a:pt x="3812" y="1332"/>
                  </a:lnTo>
                  <a:lnTo>
                    <a:pt x="4884" y="1489"/>
                  </a:lnTo>
                  <a:cubicBezTo>
                    <a:pt x="4947" y="1489"/>
                    <a:pt x="5073" y="1489"/>
                    <a:pt x="5167" y="1426"/>
                  </a:cubicBezTo>
                  <a:lnTo>
                    <a:pt x="6018" y="765"/>
                  </a:lnTo>
                  <a:close/>
                  <a:moveTo>
                    <a:pt x="2174" y="8168"/>
                  </a:moveTo>
                  <a:lnTo>
                    <a:pt x="2804" y="8420"/>
                  </a:lnTo>
                  <a:lnTo>
                    <a:pt x="3277" y="9586"/>
                  </a:lnTo>
                  <a:cubicBezTo>
                    <a:pt x="3308" y="9681"/>
                    <a:pt x="3434" y="9775"/>
                    <a:pt x="3529" y="9775"/>
                  </a:cubicBezTo>
                  <a:lnTo>
                    <a:pt x="2647" y="10720"/>
                  </a:lnTo>
                  <a:lnTo>
                    <a:pt x="2426" y="9649"/>
                  </a:lnTo>
                  <a:cubicBezTo>
                    <a:pt x="2395" y="9523"/>
                    <a:pt x="2332" y="9429"/>
                    <a:pt x="2174" y="9366"/>
                  </a:cubicBezTo>
                  <a:lnTo>
                    <a:pt x="1134" y="9177"/>
                  </a:lnTo>
                  <a:lnTo>
                    <a:pt x="2174" y="8168"/>
                  </a:lnTo>
                  <a:close/>
                  <a:moveTo>
                    <a:pt x="9861" y="8105"/>
                  </a:moveTo>
                  <a:lnTo>
                    <a:pt x="10901" y="9145"/>
                  </a:lnTo>
                  <a:lnTo>
                    <a:pt x="9893" y="9366"/>
                  </a:lnTo>
                  <a:cubicBezTo>
                    <a:pt x="9767" y="9429"/>
                    <a:pt x="9641" y="9492"/>
                    <a:pt x="9609" y="9649"/>
                  </a:cubicBezTo>
                  <a:lnTo>
                    <a:pt x="9389" y="10720"/>
                  </a:lnTo>
                  <a:lnTo>
                    <a:pt x="8507" y="9712"/>
                  </a:lnTo>
                  <a:cubicBezTo>
                    <a:pt x="8601" y="9712"/>
                    <a:pt x="8727" y="9649"/>
                    <a:pt x="8759" y="9523"/>
                  </a:cubicBezTo>
                  <a:lnTo>
                    <a:pt x="9231" y="8389"/>
                  </a:lnTo>
                  <a:lnTo>
                    <a:pt x="9861" y="8105"/>
                  </a:lnTo>
                  <a:close/>
                  <a:moveTo>
                    <a:pt x="6002" y="1"/>
                  </a:moveTo>
                  <a:cubicBezTo>
                    <a:pt x="5923" y="1"/>
                    <a:pt x="5844" y="24"/>
                    <a:pt x="5797" y="72"/>
                  </a:cubicBezTo>
                  <a:lnTo>
                    <a:pt x="4852" y="828"/>
                  </a:lnTo>
                  <a:lnTo>
                    <a:pt x="3623" y="670"/>
                  </a:lnTo>
                  <a:cubicBezTo>
                    <a:pt x="3607" y="667"/>
                    <a:pt x="3590" y="665"/>
                    <a:pt x="3573" y="665"/>
                  </a:cubicBezTo>
                  <a:cubicBezTo>
                    <a:pt x="3434" y="665"/>
                    <a:pt x="3305" y="775"/>
                    <a:pt x="3277" y="859"/>
                  </a:cubicBezTo>
                  <a:lnTo>
                    <a:pt x="2804" y="2025"/>
                  </a:lnTo>
                  <a:lnTo>
                    <a:pt x="1639" y="2498"/>
                  </a:lnTo>
                  <a:cubicBezTo>
                    <a:pt x="1481" y="2561"/>
                    <a:pt x="1418" y="2687"/>
                    <a:pt x="1450" y="2844"/>
                  </a:cubicBezTo>
                  <a:lnTo>
                    <a:pt x="1607" y="4073"/>
                  </a:lnTo>
                  <a:lnTo>
                    <a:pt x="851" y="5018"/>
                  </a:lnTo>
                  <a:cubicBezTo>
                    <a:pt x="788" y="5112"/>
                    <a:pt x="788" y="5333"/>
                    <a:pt x="851" y="5428"/>
                  </a:cubicBezTo>
                  <a:lnTo>
                    <a:pt x="1607" y="6373"/>
                  </a:lnTo>
                  <a:lnTo>
                    <a:pt x="1450" y="7601"/>
                  </a:lnTo>
                  <a:cubicBezTo>
                    <a:pt x="1450" y="7696"/>
                    <a:pt x="1450" y="7759"/>
                    <a:pt x="1481" y="7853"/>
                  </a:cubicBezTo>
                  <a:lnTo>
                    <a:pt x="189" y="9145"/>
                  </a:lnTo>
                  <a:cubicBezTo>
                    <a:pt x="0" y="9334"/>
                    <a:pt x="126" y="9649"/>
                    <a:pt x="347" y="9744"/>
                  </a:cubicBezTo>
                  <a:lnTo>
                    <a:pt x="1765" y="10059"/>
                  </a:lnTo>
                  <a:lnTo>
                    <a:pt x="2080" y="11539"/>
                  </a:lnTo>
                  <a:cubicBezTo>
                    <a:pt x="2099" y="11714"/>
                    <a:pt x="2250" y="11805"/>
                    <a:pt x="2407" y="11805"/>
                  </a:cubicBezTo>
                  <a:cubicBezTo>
                    <a:pt x="2505" y="11805"/>
                    <a:pt x="2606" y="11770"/>
                    <a:pt x="2678" y="11697"/>
                  </a:cubicBezTo>
                  <a:cubicBezTo>
                    <a:pt x="4410" y="9858"/>
                    <a:pt x="4587" y="9665"/>
                    <a:pt x="4601" y="9649"/>
                  </a:cubicBezTo>
                  <a:lnTo>
                    <a:pt x="4601" y="9649"/>
                  </a:lnTo>
                  <a:lnTo>
                    <a:pt x="4789" y="9618"/>
                  </a:lnTo>
                  <a:lnTo>
                    <a:pt x="5734" y="10374"/>
                  </a:lnTo>
                  <a:cubicBezTo>
                    <a:pt x="5829" y="10405"/>
                    <a:pt x="5860" y="10437"/>
                    <a:pt x="5955" y="10437"/>
                  </a:cubicBezTo>
                  <a:cubicBezTo>
                    <a:pt x="6018" y="10437"/>
                    <a:pt x="6112" y="10405"/>
                    <a:pt x="6144" y="10374"/>
                  </a:cubicBezTo>
                  <a:lnTo>
                    <a:pt x="7089" y="9618"/>
                  </a:lnTo>
                  <a:lnTo>
                    <a:pt x="7278" y="9649"/>
                  </a:lnTo>
                  <a:lnTo>
                    <a:pt x="9200" y="11697"/>
                  </a:lnTo>
                  <a:cubicBezTo>
                    <a:pt x="9284" y="11770"/>
                    <a:pt x="9388" y="11805"/>
                    <a:pt x="9485" y="11805"/>
                  </a:cubicBezTo>
                  <a:cubicBezTo>
                    <a:pt x="9640" y="11805"/>
                    <a:pt x="9779" y="11714"/>
                    <a:pt x="9798" y="11539"/>
                  </a:cubicBezTo>
                  <a:lnTo>
                    <a:pt x="10113" y="10059"/>
                  </a:lnTo>
                  <a:lnTo>
                    <a:pt x="11531" y="9744"/>
                  </a:lnTo>
                  <a:cubicBezTo>
                    <a:pt x="11815" y="9681"/>
                    <a:pt x="11878" y="9334"/>
                    <a:pt x="11689" y="9145"/>
                  </a:cubicBezTo>
                  <a:lnTo>
                    <a:pt x="10523" y="7853"/>
                  </a:lnTo>
                  <a:cubicBezTo>
                    <a:pt x="10554" y="7759"/>
                    <a:pt x="10586" y="7696"/>
                    <a:pt x="10554" y="7601"/>
                  </a:cubicBezTo>
                  <a:lnTo>
                    <a:pt x="10397" y="6373"/>
                  </a:lnTo>
                  <a:lnTo>
                    <a:pt x="11153" y="5428"/>
                  </a:lnTo>
                  <a:cubicBezTo>
                    <a:pt x="11216" y="5333"/>
                    <a:pt x="11216" y="5112"/>
                    <a:pt x="11153" y="5018"/>
                  </a:cubicBezTo>
                  <a:lnTo>
                    <a:pt x="10397" y="4073"/>
                  </a:lnTo>
                  <a:lnTo>
                    <a:pt x="10554" y="2844"/>
                  </a:lnTo>
                  <a:cubicBezTo>
                    <a:pt x="10586" y="2687"/>
                    <a:pt x="10460" y="2529"/>
                    <a:pt x="10365" y="2498"/>
                  </a:cubicBezTo>
                  <a:lnTo>
                    <a:pt x="9200" y="2025"/>
                  </a:lnTo>
                  <a:lnTo>
                    <a:pt x="8727" y="859"/>
                  </a:lnTo>
                  <a:cubicBezTo>
                    <a:pt x="8675" y="728"/>
                    <a:pt x="8578" y="662"/>
                    <a:pt x="8457" y="662"/>
                  </a:cubicBezTo>
                  <a:cubicBezTo>
                    <a:pt x="8432" y="662"/>
                    <a:pt x="8407" y="665"/>
                    <a:pt x="8381" y="670"/>
                  </a:cubicBezTo>
                  <a:lnTo>
                    <a:pt x="7152" y="828"/>
                  </a:lnTo>
                  <a:lnTo>
                    <a:pt x="6207" y="72"/>
                  </a:lnTo>
                  <a:cubicBezTo>
                    <a:pt x="6160" y="24"/>
                    <a:pt x="6081" y="1"/>
                    <a:pt x="60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9325" lIns="79325" spcFirstLastPara="1" rIns="79325" wrap="square" tIns="79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85" name="Google Shape;4685;p105"/>
          <p:cNvGrpSpPr/>
          <p:nvPr/>
        </p:nvGrpSpPr>
        <p:grpSpPr>
          <a:xfrm>
            <a:off x="1885079" y="1486671"/>
            <a:ext cx="189380" cy="201708"/>
            <a:chOff x="5421475" y="1945825"/>
            <a:chExt cx="278050" cy="296150"/>
          </a:xfrm>
        </p:grpSpPr>
        <p:sp>
          <p:nvSpPr>
            <p:cNvPr id="4686" name="Google Shape;4686;p105"/>
            <p:cNvSpPr/>
            <p:nvPr/>
          </p:nvSpPr>
          <p:spPr>
            <a:xfrm>
              <a:off x="5472650" y="1999375"/>
              <a:ext cx="172525" cy="242600"/>
            </a:xfrm>
            <a:custGeom>
              <a:rect b="b" l="l" r="r" t="t"/>
              <a:pathLst>
                <a:path extrusionOk="0" h="9704" w="6901">
                  <a:moveTo>
                    <a:pt x="1765" y="1355"/>
                  </a:moveTo>
                  <a:cubicBezTo>
                    <a:pt x="1986" y="1355"/>
                    <a:pt x="2143" y="1513"/>
                    <a:pt x="2143" y="1702"/>
                  </a:cubicBezTo>
                  <a:lnTo>
                    <a:pt x="2143" y="2048"/>
                  </a:lnTo>
                  <a:lnTo>
                    <a:pt x="1765" y="2048"/>
                  </a:lnTo>
                  <a:cubicBezTo>
                    <a:pt x="1671" y="2048"/>
                    <a:pt x="1545" y="2048"/>
                    <a:pt x="1419" y="2111"/>
                  </a:cubicBezTo>
                  <a:lnTo>
                    <a:pt x="1419" y="1702"/>
                  </a:lnTo>
                  <a:cubicBezTo>
                    <a:pt x="1419" y="1513"/>
                    <a:pt x="1576" y="1355"/>
                    <a:pt x="1765" y="1355"/>
                  </a:cubicBezTo>
                  <a:close/>
                  <a:moveTo>
                    <a:pt x="3151" y="631"/>
                  </a:moveTo>
                  <a:cubicBezTo>
                    <a:pt x="3341" y="631"/>
                    <a:pt x="3498" y="788"/>
                    <a:pt x="3498" y="1009"/>
                  </a:cubicBezTo>
                  <a:lnTo>
                    <a:pt x="3498" y="2111"/>
                  </a:lnTo>
                  <a:cubicBezTo>
                    <a:pt x="3404" y="2048"/>
                    <a:pt x="3277" y="2017"/>
                    <a:pt x="3151" y="2017"/>
                  </a:cubicBezTo>
                  <a:lnTo>
                    <a:pt x="2805" y="2017"/>
                  </a:lnTo>
                  <a:lnTo>
                    <a:pt x="2805" y="1009"/>
                  </a:lnTo>
                  <a:cubicBezTo>
                    <a:pt x="2805" y="788"/>
                    <a:pt x="2962" y="631"/>
                    <a:pt x="3151" y="631"/>
                  </a:cubicBezTo>
                  <a:close/>
                  <a:moveTo>
                    <a:pt x="4538" y="1355"/>
                  </a:moveTo>
                  <a:cubicBezTo>
                    <a:pt x="4727" y="1355"/>
                    <a:pt x="4884" y="1513"/>
                    <a:pt x="4884" y="1702"/>
                  </a:cubicBezTo>
                  <a:lnTo>
                    <a:pt x="4884" y="3088"/>
                  </a:lnTo>
                  <a:cubicBezTo>
                    <a:pt x="4884" y="3277"/>
                    <a:pt x="4727" y="3435"/>
                    <a:pt x="4538" y="3435"/>
                  </a:cubicBezTo>
                  <a:cubicBezTo>
                    <a:pt x="4349" y="3435"/>
                    <a:pt x="4191" y="3277"/>
                    <a:pt x="4191" y="3088"/>
                  </a:cubicBezTo>
                  <a:lnTo>
                    <a:pt x="4191" y="1702"/>
                  </a:lnTo>
                  <a:cubicBezTo>
                    <a:pt x="4191" y="1513"/>
                    <a:pt x="4349" y="1355"/>
                    <a:pt x="4538" y="1355"/>
                  </a:cubicBezTo>
                  <a:close/>
                  <a:moveTo>
                    <a:pt x="5924" y="2017"/>
                  </a:moveTo>
                  <a:cubicBezTo>
                    <a:pt x="6113" y="2017"/>
                    <a:pt x="6270" y="2174"/>
                    <a:pt x="6270" y="2363"/>
                  </a:cubicBezTo>
                  <a:lnTo>
                    <a:pt x="6270" y="3088"/>
                  </a:lnTo>
                  <a:cubicBezTo>
                    <a:pt x="6270" y="3277"/>
                    <a:pt x="6113" y="3435"/>
                    <a:pt x="5924" y="3435"/>
                  </a:cubicBezTo>
                  <a:cubicBezTo>
                    <a:pt x="5703" y="3435"/>
                    <a:pt x="5546" y="3277"/>
                    <a:pt x="5546" y="3088"/>
                  </a:cubicBezTo>
                  <a:lnTo>
                    <a:pt x="5546" y="2363"/>
                  </a:lnTo>
                  <a:cubicBezTo>
                    <a:pt x="5546" y="2174"/>
                    <a:pt x="5703" y="2017"/>
                    <a:pt x="5924" y="2017"/>
                  </a:cubicBezTo>
                  <a:close/>
                  <a:moveTo>
                    <a:pt x="3120" y="2741"/>
                  </a:moveTo>
                  <a:cubicBezTo>
                    <a:pt x="3309" y="2741"/>
                    <a:pt x="3467" y="2899"/>
                    <a:pt x="3467" y="3088"/>
                  </a:cubicBezTo>
                  <a:cubicBezTo>
                    <a:pt x="3467" y="3277"/>
                    <a:pt x="3309" y="3435"/>
                    <a:pt x="3120" y="3435"/>
                  </a:cubicBezTo>
                  <a:lnTo>
                    <a:pt x="1734" y="3435"/>
                  </a:lnTo>
                  <a:cubicBezTo>
                    <a:pt x="1545" y="3435"/>
                    <a:pt x="1387" y="3592"/>
                    <a:pt x="1387" y="3781"/>
                  </a:cubicBezTo>
                  <a:cubicBezTo>
                    <a:pt x="1387" y="4002"/>
                    <a:pt x="1545" y="4159"/>
                    <a:pt x="1734" y="4159"/>
                  </a:cubicBezTo>
                  <a:cubicBezTo>
                    <a:pt x="2679" y="4159"/>
                    <a:pt x="3467" y="4947"/>
                    <a:pt x="3467" y="5892"/>
                  </a:cubicBezTo>
                  <a:cubicBezTo>
                    <a:pt x="3467" y="6081"/>
                    <a:pt x="3624" y="6238"/>
                    <a:pt x="3845" y="6238"/>
                  </a:cubicBezTo>
                  <a:cubicBezTo>
                    <a:pt x="4034" y="6238"/>
                    <a:pt x="4191" y="6081"/>
                    <a:pt x="4191" y="5892"/>
                  </a:cubicBezTo>
                  <a:cubicBezTo>
                    <a:pt x="4191" y="5167"/>
                    <a:pt x="3876" y="4537"/>
                    <a:pt x="3435" y="4096"/>
                  </a:cubicBezTo>
                  <a:cubicBezTo>
                    <a:pt x="3593" y="4065"/>
                    <a:pt x="3750" y="4002"/>
                    <a:pt x="3876" y="3876"/>
                  </a:cubicBezTo>
                  <a:cubicBezTo>
                    <a:pt x="4065" y="4033"/>
                    <a:pt x="4317" y="4159"/>
                    <a:pt x="4569" y="4159"/>
                  </a:cubicBezTo>
                  <a:cubicBezTo>
                    <a:pt x="4853" y="4159"/>
                    <a:pt x="5073" y="4033"/>
                    <a:pt x="5294" y="3876"/>
                  </a:cubicBezTo>
                  <a:cubicBezTo>
                    <a:pt x="5483" y="4033"/>
                    <a:pt x="5703" y="4159"/>
                    <a:pt x="5987" y="4159"/>
                  </a:cubicBezTo>
                  <a:cubicBezTo>
                    <a:pt x="6113" y="4159"/>
                    <a:pt x="6239" y="4096"/>
                    <a:pt x="6333" y="4065"/>
                  </a:cubicBezTo>
                  <a:lnTo>
                    <a:pt x="6333" y="5167"/>
                  </a:lnTo>
                  <a:cubicBezTo>
                    <a:pt x="6333" y="5923"/>
                    <a:pt x="5861" y="6554"/>
                    <a:pt x="5199" y="6774"/>
                  </a:cubicBezTo>
                  <a:cubicBezTo>
                    <a:pt x="5042" y="6837"/>
                    <a:pt x="4979" y="6995"/>
                    <a:pt x="4979" y="7089"/>
                  </a:cubicBezTo>
                  <a:lnTo>
                    <a:pt x="4979" y="7562"/>
                  </a:lnTo>
                  <a:lnTo>
                    <a:pt x="2206" y="7562"/>
                  </a:lnTo>
                  <a:lnTo>
                    <a:pt x="2206" y="7089"/>
                  </a:lnTo>
                  <a:cubicBezTo>
                    <a:pt x="2206" y="6932"/>
                    <a:pt x="2143" y="6837"/>
                    <a:pt x="1986" y="6774"/>
                  </a:cubicBezTo>
                  <a:cubicBezTo>
                    <a:pt x="1261" y="6554"/>
                    <a:pt x="820" y="5892"/>
                    <a:pt x="820" y="5167"/>
                  </a:cubicBezTo>
                  <a:lnTo>
                    <a:pt x="820" y="3750"/>
                  </a:lnTo>
                  <a:lnTo>
                    <a:pt x="726" y="3750"/>
                  </a:lnTo>
                  <a:cubicBezTo>
                    <a:pt x="726" y="3151"/>
                    <a:pt x="1198" y="2741"/>
                    <a:pt x="1734" y="2741"/>
                  </a:cubicBezTo>
                  <a:close/>
                  <a:moveTo>
                    <a:pt x="5199" y="8286"/>
                  </a:moveTo>
                  <a:cubicBezTo>
                    <a:pt x="5388" y="8286"/>
                    <a:pt x="5546" y="8444"/>
                    <a:pt x="5546" y="8633"/>
                  </a:cubicBezTo>
                  <a:lnTo>
                    <a:pt x="5546" y="8979"/>
                  </a:lnTo>
                  <a:lnTo>
                    <a:pt x="1387" y="8979"/>
                  </a:lnTo>
                  <a:lnTo>
                    <a:pt x="1387" y="8633"/>
                  </a:lnTo>
                  <a:cubicBezTo>
                    <a:pt x="1387" y="8444"/>
                    <a:pt x="1545" y="8286"/>
                    <a:pt x="1734" y="8286"/>
                  </a:cubicBezTo>
                  <a:close/>
                  <a:moveTo>
                    <a:pt x="3120" y="1"/>
                  </a:moveTo>
                  <a:cubicBezTo>
                    <a:pt x="2647" y="1"/>
                    <a:pt x="2269" y="316"/>
                    <a:pt x="2143" y="757"/>
                  </a:cubicBezTo>
                  <a:cubicBezTo>
                    <a:pt x="2017" y="725"/>
                    <a:pt x="1891" y="694"/>
                    <a:pt x="1734" y="694"/>
                  </a:cubicBezTo>
                  <a:cubicBezTo>
                    <a:pt x="1167" y="694"/>
                    <a:pt x="726" y="1166"/>
                    <a:pt x="726" y="1702"/>
                  </a:cubicBezTo>
                  <a:lnTo>
                    <a:pt x="726" y="2426"/>
                  </a:lnTo>
                  <a:cubicBezTo>
                    <a:pt x="285" y="2678"/>
                    <a:pt x="1" y="3214"/>
                    <a:pt x="1" y="3750"/>
                  </a:cubicBezTo>
                  <a:lnTo>
                    <a:pt x="1" y="5136"/>
                  </a:lnTo>
                  <a:cubicBezTo>
                    <a:pt x="1" y="6081"/>
                    <a:pt x="568" y="6932"/>
                    <a:pt x="1387" y="7341"/>
                  </a:cubicBezTo>
                  <a:lnTo>
                    <a:pt x="1387" y="7656"/>
                  </a:lnTo>
                  <a:cubicBezTo>
                    <a:pt x="1009" y="7814"/>
                    <a:pt x="694" y="8160"/>
                    <a:pt x="694" y="8633"/>
                  </a:cubicBezTo>
                  <a:lnTo>
                    <a:pt x="694" y="9357"/>
                  </a:lnTo>
                  <a:cubicBezTo>
                    <a:pt x="694" y="9546"/>
                    <a:pt x="852" y="9704"/>
                    <a:pt x="1041" y="9704"/>
                  </a:cubicBezTo>
                  <a:lnTo>
                    <a:pt x="5892" y="9704"/>
                  </a:lnTo>
                  <a:cubicBezTo>
                    <a:pt x="6081" y="9704"/>
                    <a:pt x="6239" y="9546"/>
                    <a:pt x="6239" y="9357"/>
                  </a:cubicBezTo>
                  <a:lnTo>
                    <a:pt x="6239" y="8633"/>
                  </a:lnTo>
                  <a:cubicBezTo>
                    <a:pt x="6239" y="8192"/>
                    <a:pt x="5955" y="7814"/>
                    <a:pt x="5514" y="7656"/>
                  </a:cubicBezTo>
                  <a:lnTo>
                    <a:pt x="5514" y="7341"/>
                  </a:lnTo>
                  <a:cubicBezTo>
                    <a:pt x="6365" y="6932"/>
                    <a:pt x="6901" y="6081"/>
                    <a:pt x="6901" y="5136"/>
                  </a:cubicBezTo>
                  <a:lnTo>
                    <a:pt x="6901" y="2363"/>
                  </a:lnTo>
                  <a:cubicBezTo>
                    <a:pt x="6901" y="1796"/>
                    <a:pt x="6428" y="1355"/>
                    <a:pt x="5892" y="1355"/>
                  </a:cubicBezTo>
                  <a:cubicBezTo>
                    <a:pt x="5766" y="1355"/>
                    <a:pt x="5609" y="1387"/>
                    <a:pt x="5483" y="1418"/>
                  </a:cubicBezTo>
                  <a:cubicBezTo>
                    <a:pt x="5357" y="1009"/>
                    <a:pt x="4979" y="694"/>
                    <a:pt x="4506" y="694"/>
                  </a:cubicBezTo>
                  <a:cubicBezTo>
                    <a:pt x="4380" y="694"/>
                    <a:pt x="4223" y="725"/>
                    <a:pt x="4097" y="757"/>
                  </a:cubicBezTo>
                  <a:cubicBezTo>
                    <a:pt x="4002" y="316"/>
                    <a:pt x="3593" y="1"/>
                    <a:pt x="31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9325" lIns="79325" spcFirstLastPara="1" rIns="79325" wrap="square" tIns="79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7" name="Google Shape;4687;p105"/>
            <p:cNvSpPr/>
            <p:nvPr/>
          </p:nvSpPr>
          <p:spPr>
            <a:xfrm>
              <a:off x="5559300" y="1945825"/>
              <a:ext cx="18150" cy="44125"/>
            </a:xfrm>
            <a:custGeom>
              <a:rect b="b" l="l" r="r" t="t"/>
              <a:pathLst>
                <a:path extrusionOk="0" h="1765" w="726">
                  <a:moveTo>
                    <a:pt x="379" y="0"/>
                  </a:moveTo>
                  <a:cubicBezTo>
                    <a:pt x="158" y="0"/>
                    <a:pt x="1" y="158"/>
                    <a:pt x="1" y="347"/>
                  </a:cubicBezTo>
                  <a:lnTo>
                    <a:pt x="1" y="1418"/>
                  </a:lnTo>
                  <a:cubicBezTo>
                    <a:pt x="1" y="1607"/>
                    <a:pt x="158" y="1764"/>
                    <a:pt x="379" y="1764"/>
                  </a:cubicBezTo>
                  <a:cubicBezTo>
                    <a:pt x="568" y="1764"/>
                    <a:pt x="725" y="1607"/>
                    <a:pt x="725" y="1418"/>
                  </a:cubicBezTo>
                  <a:lnTo>
                    <a:pt x="725" y="347"/>
                  </a:lnTo>
                  <a:cubicBezTo>
                    <a:pt x="725" y="158"/>
                    <a:pt x="568" y="0"/>
                    <a:pt x="3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9325" lIns="79325" spcFirstLastPara="1" rIns="79325" wrap="square" tIns="79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8" name="Google Shape;4688;p105"/>
            <p:cNvSpPr/>
            <p:nvPr/>
          </p:nvSpPr>
          <p:spPr>
            <a:xfrm>
              <a:off x="5611275" y="1963925"/>
              <a:ext cx="35475" cy="34500"/>
            </a:xfrm>
            <a:custGeom>
              <a:rect b="b" l="l" r="r" t="t"/>
              <a:pathLst>
                <a:path extrusionOk="0" h="1380" w="1419">
                  <a:moveTo>
                    <a:pt x="1076" y="1"/>
                  </a:moveTo>
                  <a:cubicBezTo>
                    <a:pt x="985" y="1"/>
                    <a:pt x="899" y="32"/>
                    <a:pt x="851" y="95"/>
                  </a:cubicBezTo>
                  <a:lnTo>
                    <a:pt x="127" y="788"/>
                  </a:lnTo>
                  <a:cubicBezTo>
                    <a:pt x="1" y="914"/>
                    <a:pt x="1" y="1166"/>
                    <a:pt x="127" y="1261"/>
                  </a:cubicBezTo>
                  <a:cubicBezTo>
                    <a:pt x="190" y="1340"/>
                    <a:pt x="284" y="1379"/>
                    <a:pt x="375" y="1379"/>
                  </a:cubicBezTo>
                  <a:cubicBezTo>
                    <a:pt x="466" y="1379"/>
                    <a:pt x="552" y="1340"/>
                    <a:pt x="599" y="1261"/>
                  </a:cubicBezTo>
                  <a:lnTo>
                    <a:pt x="1324" y="568"/>
                  </a:lnTo>
                  <a:cubicBezTo>
                    <a:pt x="1419" y="442"/>
                    <a:pt x="1419" y="221"/>
                    <a:pt x="1324" y="95"/>
                  </a:cubicBezTo>
                  <a:cubicBezTo>
                    <a:pt x="1261" y="32"/>
                    <a:pt x="1167" y="1"/>
                    <a:pt x="10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9325" lIns="79325" spcFirstLastPara="1" rIns="79325" wrap="square" tIns="79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9" name="Google Shape;4689;p105"/>
            <p:cNvSpPr/>
            <p:nvPr/>
          </p:nvSpPr>
          <p:spPr>
            <a:xfrm>
              <a:off x="5664050" y="2067900"/>
              <a:ext cx="35475" cy="17350"/>
            </a:xfrm>
            <a:custGeom>
              <a:rect b="b" l="l" r="r" t="t"/>
              <a:pathLst>
                <a:path extrusionOk="0" h="694" w="1419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lnTo>
                    <a:pt x="1040" y="694"/>
                  </a:lnTo>
                  <a:cubicBezTo>
                    <a:pt x="1261" y="694"/>
                    <a:pt x="1418" y="536"/>
                    <a:pt x="1418" y="347"/>
                  </a:cubicBezTo>
                  <a:cubicBezTo>
                    <a:pt x="1418" y="158"/>
                    <a:pt x="1261" y="0"/>
                    <a:pt x="10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9325" lIns="79325" spcFirstLastPara="1" rIns="79325" wrap="square" tIns="79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0" name="Google Shape;4690;p105"/>
            <p:cNvSpPr/>
            <p:nvPr/>
          </p:nvSpPr>
          <p:spPr>
            <a:xfrm>
              <a:off x="5421475" y="2067900"/>
              <a:ext cx="35450" cy="17350"/>
            </a:xfrm>
            <a:custGeom>
              <a:rect b="b" l="l" r="r" t="t"/>
              <a:pathLst>
                <a:path extrusionOk="0" h="694" w="1418">
                  <a:moveTo>
                    <a:pt x="378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4"/>
                    <a:pt x="378" y="694"/>
                  </a:cubicBezTo>
                  <a:lnTo>
                    <a:pt x="1071" y="694"/>
                  </a:lnTo>
                  <a:cubicBezTo>
                    <a:pt x="1260" y="694"/>
                    <a:pt x="1418" y="536"/>
                    <a:pt x="1418" y="347"/>
                  </a:cubicBezTo>
                  <a:cubicBezTo>
                    <a:pt x="1418" y="158"/>
                    <a:pt x="1260" y="0"/>
                    <a:pt x="10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9325" lIns="79325" spcFirstLastPara="1" rIns="79325" wrap="square" tIns="79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1" name="Google Shape;4691;p105"/>
            <p:cNvSpPr/>
            <p:nvPr/>
          </p:nvSpPr>
          <p:spPr>
            <a:xfrm>
              <a:off x="5490000" y="1963925"/>
              <a:ext cx="35450" cy="33900"/>
            </a:xfrm>
            <a:custGeom>
              <a:rect b="b" l="l" r="r" t="t"/>
              <a:pathLst>
                <a:path extrusionOk="0" h="1356" w="1418">
                  <a:moveTo>
                    <a:pt x="343" y="1"/>
                  </a:moveTo>
                  <a:cubicBezTo>
                    <a:pt x="252" y="1"/>
                    <a:pt x="158" y="32"/>
                    <a:pt x="95" y="95"/>
                  </a:cubicBezTo>
                  <a:cubicBezTo>
                    <a:pt x="0" y="221"/>
                    <a:pt x="0" y="442"/>
                    <a:pt x="95" y="568"/>
                  </a:cubicBezTo>
                  <a:lnTo>
                    <a:pt x="819" y="1261"/>
                  </a:lnTo>
                  <a:cubicBezTo>
                    <a:pt x="866" y="1324"/>
                    <a:pt x="953" y="1356"/>
                    <a:pt x="1044" y="1356"/>
                  </a:cubicBezTo>
                  <a:cubicBezTo>
                    <a:pt x="1134" y="1356"/>
                    <a:pt x="1229" y="1324"/>
                    <a:pt x="1292" y="1261"/>
                  </a:cubicBezTo>
                  <a:cubicBezTo>
                    <a:pt x="1418" y="1166"/>
                    <a:pt x="1418" y="914"/>
                    <a:pt x="1292" y="788"/>
                  </a:cubicBezTo>
                  <a:lnTo>
                    <a:pt x="567" y="95"/>
                  </a:lnTo>
                  <a:cubicBezTo>
                    <a:pt x="520" y="32"/>
                    <a:pt x="433" y="1"/>
                    <a:pt x="3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9325" lIns="79325" spcFirstLastPara="1" rIns="79325" wrap="square" tIns="79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2" name="Google Shape;4692;p105"/>
            <p:cNvSpPr/>
            <p:nvPr/>
          </p:nvSpPr>
          <p:spPr>
            <a:xfrm>
              <a:off x="5437225" y="1997650"/>
              <a:ext cx="37825" cy="26325"/>
            </a:xfrm>
            <a:custGeom>
              <a:rect b="b" l="l" r="r" t="t"/>
              <a:pathLst>
                <a:path extrusionOk="0" h="1053" w="1513">
                  <a:moveTo>
                    <a:pt x="422" y="0"/>
                  </a:moveTo>
                  <a:cubicBezTo>
                    <a:pt x="285" y="0"/>
                    <a:pt x="140" y="81"/>
                    <a:pt x="95" y="196"/>
                  </a:cubicBezTo>
                  <a:cubicBezTo>
                    <a:pt x="0" y="353"/>
                    <a:pt x="95" y="574"/>
                    <a:pt x="252" y="668"/>
                  </a:cubicBezTo>
                  <a:lnTo>
                    <a:pt x="945" y="1015"/>
                  </a:lnTo>
                  <a:cubicBezTo>
                    <a:pt x="989" y="1041"/>
                    <a:pt x="1039" y="1052"/>
                    <a:pt x="1091" y="1052"/>
                  </a:cubicBezTo>
                  <a:cubicBezTo>
                    <a:pt x="1227" y="1052"/>
                    <a:pt x="1372" y="971"/>
                    <a:pt x="1418" y="857"/>
                  </a:cubicBezTo>
                  <a:cubicBezTo>
                    <a:pt x="1512" y="700"/>
                    <a:pt x="1418" y="479"/>
                    <a:pt x="1260" y="385"/>
                  </a:cubicBezTo>
                  <a:lnTo>
                    <a:pt x="567" y="38"/>
                  </a:lnTo>
                  <a:cubicBezTo>
                    <a:pt x="524" y="12"/>
                    <a:pt x="473" y="0"/>
                    <a:pt x="4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9325" lIns="79325" spcFirstLastPara="1" rIns="79325" wrap="square" tIns="79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3" name="Google Shape;4693;p105"/>
            <p:cNvSpPr/>
            <p:nvPr/>
          </p:nvSpPr>
          <p:spPr>
            <a:xfrm>
              <a:off x="5645150" y="1998300"/>
              <a:ext cx="37825" cy="26900"/>
            </a:xfrm>
            <a:custGeom>
              <a:rect b="b" l="l" r="r" t="t"/>
              <a:pathLst>
                <a:path extrusionOk="0" h="1076" w="1513">
                  <a:moveTo>
                    <a:pt x="1098" y="0"/>
                  </a:moveTo>
                  <a:cubicBezTo>
                    <a:pt x="1046" y="0"/>
                    <a:pt x="994" y="14"/>
                    <a:pt x="946" y="44"/>
                  </a:cubicBezTo>
                  <a:lnTo>
                    <a:pt x="253" y="422"/>
                  </a:lnTo>
                  <a:cubicBezTo>
                    <a:pt x="95" y="485"/>
                    <a:pt x="1" y="674"/>
                    <a:pt x="95" y="894"/>
                  </a:cubicBezTo>
                  <a:cubicBezTo>
                    <a:pt x="142" y="1011"/>
                    <a:pt x="258" y="1076"/>
                    <a:pt x="405" y="1076"/>
                  </a:cubicBezTo>
                  <a:cubicBezTo>
                    <a:pt x="456" y="1076"/>
                    <a:pt x="511" y="1068"/>
                    <a:pt x="568" y="1052"/>
                  </a:cubicBezTo>
                  <a:lnTo>
                    <a:pt x="1261" y="674"/>
                  </a:lnTo>
                  <a:cubicBezTo>
                    <a:pt x="1418" y="611"/>
                    <a:pt x="1513" y="422"/>
                    <a:pt x="1418" y="201"/>
                  </a:cubicBezTo>
                  <a:cubicBezTo>
                    <a:pt x="1331" y="71"/>
                    <a:pt x="1214" y="0"/>
                    <a:pt x="10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9325" lIns="79325" spcFirstLastPara="1" rIns="79325" wrap="square" tIns="79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94" name="Google Shape;4694;p105"/>
          <p:cNvSpPr/>
          <p:nvPr/>
        </p:nvSpPr>
        <p:spPr>
          <a:xfrm>
            <a:off x="4011855" y="2976838"/>
            <a:ext cx="204415" cy="201180"/>
          </a:xfrm>
          <a:custGeom>
            <a:rect b="b" l="l" r="r" t="t"/>
            <a:pathLst>
              <a:path extrusionOk="0" h="11815" w="12005">
                <a:moveTo>
                  <a:pt x="6003" y="693"/>
                </a:moveTo>
                <a:cubicBezTo>
                  <a:pt x="6089" y="693"/>
                  <a:pt x="6176" y="725"/>
                  <a:pt x="6239" y="788"/>
                </a:cubicBezTo>
                <a:lnTo>
                  <a:pt x="8444" y="2993"/>
                </a:lnTo>
                <a:lnTo>
                  <a:pt x="7972" y="3466"/>
                </a:lnTo>
                <a:lnTo>
                  <a:pt x="7751" y="3214"/>
                </a:lnTo>
                <a:cubicBezTo>
                  <a:pt x="7562" y="3025"/>
                  <a:pt x="7279" y="2899"/>
                  <a:pt x="6995" y="2899"/>
                </a:cubicBezTo>
                <a:cubicBezTo>
                  <a:pt x="6711" y="2899"/>
                  <a:pt x="6459" y="3025"/>
                  <a:pt x="6239" y="3214"/>
                </a:cubicBezTo>
                <a:cubicBezTo>
                  <a:pt x="5861" y="3623"/>
                  <a:pt x="5861" y="4285"/>
                  <a:pt x="6239" y="4663"/>
                </a:cubicBezTo>
                <a:lnTo>
                  <a:pt x="6491" y="4915"/>
                </a:lnTo>
                <a:lnTo>
                  <a:pt x="6018" y="5388"/>
                </a:lnTo>
                <a:lnTo>
                  <a:pt x="5262" y="4631"/>
                </a:lnTo>
                <a:cubicBezTo>
                  <a:pt x="5199" y="4568"/>
                  <a:pt x="5113" y="4537"/>
                  <a:pt x="5026" y="4537"/>
                </a:cubicBezTo>
                <a:cubicBezTo>
                  <a:pt x="4939" y="4537"/>
                  <a:pt x="4853" y="4568"/>
                  <a:pt x="4790" y="4631"/>
                </a:cubicBezTo>
                <a:lnTo>
                  <a:pt x="4317" y="5104"/>
                </a:lnTo>
                <a:cubicBezTo>
                  <a:pt x="4254" y="5167"/>
                  <a:pt x="4167" y="5198"/>
                  <a:pt x="4081" y="5198"/>
                </a:cubicBezTo>
                <a:cubicBezTo>
                  <a:pt x="3994" y="5198"/>
                  <a:pt x="3907" y="5167"/>
                  <a:pt x="3844" y="5104"/>
                </a:cubicBezTo>
                <a:cubicBezTo>
                  <a:pt x="3718" y="4978"/>
                  <a:pt x="3718" y="4757"/>
                  <a:pt x="3844" y="4631"/>
                </a:cubicBezTo>
                <a:lnTo>
                  <a:pt x="4317" y="4159"/>
                </a:lnTo>
                <a:cubicBezTo>
                  <a:pt x="4443" y="4033"/>
                  <a:pt x="4443" y="3812"/>
                  <a:pt x="4317" y="3686"/>
                </a:cubicBezTo>
                <a:lnTo>
                  <a:pt x="3624" y="2993"/>
                </a:lnTo>
                <a:lnTo>
                  <a:pt x="5766" y="788"/>
                </a:lnTo>
                <a:cubicBezTo>
                  <a:pt x="5829" y="725"/>
                  <a:pt x="5916" y="693"/>
                  <a:pt x="6003" y="693"/>
                </a:cubicBezTo>
                <a:close/>
                <a:moveTo>
                  <a:pt x="3088" y="3466"/>
                </a:moveTo>
                <a:lnTo>
                  <a:pt x="3561" y="3938"/>
                </a:lnTo>
                <a:lnTo>
                  <a:pt x="3340" y="4159"/>
                </a:lnTo>
                <a:cubicBezTo>
                  <a:pt x="2931" y="4568"/>
                  <a:pt x="2931" y="5230"/>
                  <a:pt x="3340" y="5608"/>
                </a:cubicBezTo>
                <a:cubicBezTo>
                  <a:pt x="3529" y="5813"/>
                  <a:pt x="3797" y="5915"/>
                  <a:pt x="4065" y="5915"/>
                </a:cubicBezTo>
                <a:cubicBezTo>
                  <a:pt x="4333" y="5915"/>
                  <a:pt x="4601" y="5813"/>
                  <a:pt x="4790" y="5608"/>
                </a:cubicBezTo>
                <a:lnTo>
                  <a:pt x="5042" y="5388"/>
                </a:lnTo>
                <a:lnTo>
                  <a:pt x="5514" y="5860"/>
                </a:lnTo>
                <a:lnTo>
                  <a:pt x="4758" y="6616"/>
                </a:lnTo>
                <a:cubicBezTo>
                  <a:pt x="4632" y="6711"/>
                  <a:pt x="4632" y="6963"/>
                  <a:pt x="4758" y="7089"/>
                </a:cubicBezTo>
                <a:lnTo>
                  <a:pt x="5231" y="7561"/>
                </a:lnTo>
                <a:cubicBezTo>
                  <a:pt x="5357" y="7656"/>
                  <a:pt x="5357" y="7908"/>
                  <a:pt x="5231" y="8002"/>
                </a:cubicBezTo>
                <a:cubicBezTo>
                  <a:pt x="5168" y="8065"/>
                  <a:pt x="5081" y="8097"/>
                  <a:pt x="4994" y="8097"/>
                </a:cubicBezTo>
                <a:cubicBezTo>
                  <a:pt x="4908" y="8097"/>
                  <a:pt x="4821" y="8065"/>
                  <a:pt x="4758" y="8002"/>
                </a:cubicBezTo>
                <a:lnTo>
                  <a:pt x="4286" y="7561"/>
                </a:lnTo>
                <a:cubicBezTo>
                  <a:pt x="4223" y="7498"/>
                  <a:pt x="4136" y="7467"/>
                  <a:pt x="4049" y="7467"/>
                </a:cubicBezTo>
                <a:cubicBezTo>
                  <a:pt x="3963" y="7467"/>
                  <a:pt x="3876" y="7498"/>
                  <a:pt x="3813" y="7561"/>
                </a:cubicBezTo>
                <a:lnTo>
                  <a:pt x="3088" y="8254"/>
                </a:lnTo>
                <a:lnTo>
                  <a:pt x="883" y="6049"/>
                </a:lnTo>
                <a:cubicBezTo>
                  <a:pt x="789" y="6018"/>
                  <a:pt x="789" y="5829"/>
                  <a:pt x="883" y="5671"/>
                </a:cubicBezTo>
                <a:lnTo>
                  <a:pt x="3088" y="3466"/>
                </a:lnTo>
                <a:close/>
                <a:moveTo>
                  <a:pt x="8917" y="3529"/>
                </a:moveTo>
                <a:lnTo>
                  <a:pt x="11122" y="5671"/>
                </a:lnTo>
                <a:cubicBezTo>
                  <a:pt x="11248" y="5766"/>
                  <a:pt x="11248" y="6018"/>
                  <a:pt x="11122" y="6144"/>
                </a:cubicBezTo>
                <a:lnTo>
                  <a:pt x="8917" y="8349"/>
                </a:lnTo>
                <a:lnTo>
                  <a:pt x="8444" y="7876"/>
                </a:lnTo>
                <a:lnTo>
                  <a:pt x="8696" y="7624"/>
                </a:lnTo>
                <a:cubicBezTo>
                  <a:pt x="9074" y="7246"/>
                  <a:pt x="9074" y="6553"/>
                  <a:pt x="8696" y="6175"/>
                </a:cubicBezTo>
                <a:cubicBezTo>
                  <a:pt x="8491" y="5970"/>
                  <a:pt x="8224" y="5868"/>
                  <a:pt x="7956" y="5868"/>
                </a:cubicBezTo>
                <a:cubicBezTo>
                  <a:pt x="7688" y="5868"/>
                  <a:pt x="7420" y="5970"/>
                  <a:pt x="7216" y="6175"/>
                </a:cubicBezTo>
                <a:lnTo>
                  <a:pt x="6995" y="6396"/>
                </a:lnTo>
                <a:lnTo>
                  <a:pt x="6522" y="5923"/>
                </a:lnTo>
                <a:lnTo>
                  <a:pt x="7279" y="5198"/>
                </a:lnTo>
                <a:cubicBezTo>
                  <a:pt x="7373" y="5072"/>
                  <a:pt x="7373" y="4820"/>
                  <a:pt x="7279" y="4726"/>
                </a:cubicBezTo>
                <a:lnTo>
                  <a:pt x="6806" y="4222"/>
                </a:lnTo>
                <a:cubicBezTo>
                  <a:pt x="6680" y="4127"/>
                  <a:pt x="6680" y="3875"/>
                  <a:pt x="6806" y="3749"/>
                </a:cubicBezTo>
                <a:cubicBezTo>
                  <a:pt x="6869" y="3686"/>
                  <a:pt x="6963" y="3655"/>
                  <a:pt x="7026" y="3655"/>
                </a:cubicBezTo>
                <a:cubicBezTo>
                  <a:pt x="7121" y="3655"/>
                  <a:pt x="7216" y="3686"/>
                  <a:pt x="7279" y="3749"/>
                </a:cubicBezTo>
                <a:lnTo>
                  <a:pt x="7751" y="4222"/>
                </a:lnTo>
                <a:cubicBezTo>
                  <a:pt x="7798" y="4285"/>
                  <a:pt x="7885" y="4316"/>
                  <a:pt x="7976" y="4316"/>
                </a:cubicBezTo>
                <a:cubicBezTo>
                  <a:pt x="8066" y="4316"/>
                  <a:pt x="8161" y="4285"/>
                  <a:pt x="8224" y="4222"/>
                </a:cubicBezTo>
                <a:lnTo>
                  <a:pt x="8917" y="3529"/>
                </a:lnTo>
                <a:close/>
                <a:moveTo>
                  <a:pt x="5987" y="6396"/>
                </a:moveTo>
                <a:lnTo>
                  <a:pt x="6711" y="7152"/>
                </a:lnTo>
                <a:cubicBezTo>
                  <a:pt x="6774" y="7215"/>
                  <a:pt x="6869" y="7246"/>
                  <a:pt x="6960" y="7246"/>
                </a:cubicBezTo>
                <a:cubicBezTo>
                  <a:pt x="7050" y="7246"/>
                  <a:pt x="7137" y="7215"/>
                  <a:pt x="7184" y="7152"/>
                </a:cubicBezTo>
                <a:lnTo>
                  <a:pt x="7657" y="6679"/>
                </a:lnTo>
                <a:cubicBezTo>
                  <a:pt x="7720" y="6616"/>
                  <a:pt x="7814" y="6585"/>
                  <a:pt x="7905" y="6585"/>
                </a:cubicBezTo>
                <a:cubicBezTo>
                  <a:pt x="7995" y="6585"/>
                  <a:pt x="8082" y="6616"/>
                  <a:pt x="8129" y="6679"/>
                </a:cubicBezTo>
                <a:cubicBezTo>
                  <a:pt x="8255" y="6805"/>
                  <a:pt x="8255" y="7026"/>
                  <a:pt x="8129" y="7152"/>
                </a:cubicBezTo>
                <a:lnTo>
                  <a:pt x="7657" y="7624"/>
                </a:lnTo>
                <a:cubicBezTo>
                  <a:pt x="7562" y="7750"/>
                  <a:pt x="7562" y="7971"/>
                  <a:pt x="7657" y="8097"/>
                </a:cubicBezTo>
                <a:lnTo>
                  <a:pt x="8381" y="8822"/>
                </a:lnTo>
                <a:lnTo>
                  <a:pt x="6239" y="11027"/>
                </a:lnTo>
                <a:cubicBezTo>
                  <a:pt x="6192" y="11074"/>
                  <a:pt x="6105" y="11098"/>
                  <a:pt x="6014" y="11098"/>
                </a:cubicBezTo>
                <a:cubicBezTo>
                  <a:pt x="5924" y="11098"/>
                  <a:pt x="5829" y="11074"/>
                  <a:pt x="5766" y="11027"/>
                </a:cubicBezTo>
                <a:lnTo>
                  <a:pt x="3561" y="8822"/>
                </a:lnTo>
                <a:lnTo>
                  <a:pt x="4034" y="8349"/>
                </a:lnTo>
                <a:lnTo>
                  <a:pt x="4286" y="8570"/>
                </a:lnTo>
                <a:cubicBezTo>
                  <a:pt x="4475" y="8774"/>
                  <a:pt x="4742" y="8877"/>
                  <a:pt x="5010" y="8877"/>
                </a:cubicBezTo>
                <a:cubicBezTo>
                  <a:pt x="5278" y="8877"/>
                  <a:pt x="5546" y="8774"/>
                  <a:pt x="5735" y="8570"/>
                </a:cubicBezTo>
                <a:cubicBezTo>
                  <a:pt x="6144" y="8191"/>
                  <a:pt x="6144" y="7498"/>
                  <a:pt x="5735" y="7120"/>
                </a:cubicBezTo>
                <a:lnTo>
                  <a:pt x="5514" y="6868"/>
                </a:lnTo>
                <a:lnTo>
                  <a:pt x="5987" y="6396"/>
                </a:lnTo>
                <a:close/>
                <a:moveTo>
                  <a:pt x="5999" y="0"/>
                </a:moveTo>
                <a:cubicBezTo>
                  <a:pt x="5735" y="0"/>
                  <a:pt x="5467" y="95"/>
                  <a:pt x="5262" y="284"/>
                </a:cubicBezTo>
                <a:lnTo>
                  <a:pt x="379" y="5167"/>
                </a:lnTo>
                <a:cubicBezTo>
                  <a:pt x="1" y="5577"/>
                  <a:pt x="1" y="6238"/>
                  <a:pt x="379" y="6648"/>
                </a:cubicBezTo>
                <a:lnTo>
                  <a:pt x="5262" y="11531"/>
                </a:lnTo>
                <a:cubicBezTo>
                  <a:pt x="5467" y="11720"/>
                  <a:pt x="5735" y="11814"/>
                  <a:pt x="5999" y="11814"/>
                </a:cubicBezTo>
                <a:cubicBezTo>
                  <a:pt x="6262" y="11814"/>
                  <a:pt x="6522" y="11720"/>
                  <a:pt x="6711" y="11531"/>
                </a:cubicBezTo>
                <a:lnTo>
                  <a:pt x="11595" y="6648"/>
                </a:lnTo>
                <a:cubicBezTo>
                  <a:pt x="12004" y="6238"/>
                  <a:pt x="12004" y="5577"/>
                  <a:pt x="11595" y="5167"/>
                </a:cubicBezTo>
                <a:lnTo>
                  <a:pt x="6711" y="284"/>
                </a:lnTo>
                <a:cubicBezTo>
                  <a:pt x="6522" y="95"/>
                  <a:pt x="6262" y="0"/>
                  <a:pt x="59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79325" lIns="79325" spcFirstLastPara="1" rIns="79325" wrap="square" tIns="79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695" name="Google Shape;4695;p105"/>
          <p:cNvGrpSpPr/>
          <p:nvPr/>
        </p:nvGrpSpPr>
        <p:grpSpPr>
          <a:xfrm>
            <a:off x="6156685" y="2976837"/>
            <a:ext cx="201180" cy="201180"/>
            <a:chOff x="5775900" y="2308125"/>
            <a:chExt cx="295375" cy="295375"/>
          </a:xfrm>
        </p:grpSpPr>
        <p:sp>
          <p:nvSpPr>
            <p:cNvPr id="4696" name="Google Shape;4696;p105"/>
            <p:cNvSpPr/>
            <p:nvPr/>
          </p:nvSpPr>
          <p:spPr>
            <a:xfrm>
              <a:off x="5984625" y="2482975"/>
              <a:ext cx="18125" cy="18150"/>
            </a:xfrm>
            <a:custGeom>
              <a:rect b="b" l="l" r="r" t="t"/>
              <a:pathLst>
                <a:path extrusionOk="0" h="726" w="725">
                  <a:moveTo>
                    <a:pt x="378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68"/>
                    <a:pt x="158" y="725"/>
                    <a:pt x="378" y="725"/>
                  </a:cubicBezTo>
                  <a:cubicBezTo>
                    <a:pt x="567" y="725"/>
                    <a:pt x="725" y="568"/>
                    <a:pt x="725" y="347"/>
                  </a:cubicBezTo>
                  <a:cubicBezTo>
                    <a:pt x="725" y="158"/>
                    <a:pt x="567" y="0"/>
                    <a:pt x="3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9325" lIns="79325" spcFirstLastPara="1" rIns="79325" wrap="square" tIns="79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7" name="Google Shape;4697;p105"/>
            <p:cNvSpPr/>
            <p:nvPr/>
          </p:nvSpPr>
          <p:spPr>
            <a:xfrm>
              <a:off x="5775900" y="2308125"/>
              <a:ext cx="295375" cy="295375"/>
            </a:xfrm>
            <a:custGeom>
              <a:rect b="b" l="l" r="r" t="t"/>
              <a:pathLst>
                <a:path extrusionOk="0" h="11815" w="11815">
                  <a:moveTo>
                    <a:pt x="7845" y="725"/>
                  </a:moveTo>
                  <a:cubicBezTo>
                    <a:pt x="7719" y="914"/>
                    <a:pt x="7656" y="1166"/>
                    <a:pt x="7656" y="1450"/>
                  </a:cubicBezTo>
                  <a:cubicBezTo>
                    <a:pt x="7656" y="1670"/>
                    <a:pt x="7719" y="1922"/>
                    <a:pt x="7845" y="2143"/>
                  </a:cubicBezTo>
                  <a:lnTo>
                    <a:pt x="1387" y="2143"/>
                  </a:lnTo>
                  <a:cubicBezTo>
                    <a:pt x="1009" y="2143"/>
                    <a:pt x="694" y="1828"/>
                    <a:pt x="694" y="1450"/>
                  </a:cubicBezTo>
                  <a:cubicBezTo>
                    <a:pt x="694" y="1040"/>
                    <a:pt x="1009" y="725"/>
                    <a:pt x="1387" y="725"/>
                  </a:cubicBezTo>
                  <a:close/>
                  <a:moveTo>
                    <a:pt x="6112" y="6994"/>
                  </a:moveTo>
                  <a:cubicBezTo>
                    <a:pt x="5955" y="7183"/>
                    <a:pt x="5829" y="7436"/>
                    <a:pt x="5766" y="7719"/>
                  </a:cubicBezTo>
                  <a:lnTo>
                    <a:pt x="3466" y="7719"/>
                  </a:lnTo>
                  <a:lnTo>
                    <a:pt x="3466" y="6994"/>
                  </a:lnTo>
                  <a:close/>
                  <a:moveTo>
                    <a:pt x="694" y="2678"/>
                  </a:moveTo>
                  <a:cubicBezTo>
                    <a:pt x="883" y="2773"/>
                    <a:pt x="1103" y="2867"/>
                    <a:pt x="1387" y="2867"/>
                  </a:cubicBezTo>
                  <a:lnTo>
                    <a:pt x="1387" y="10460"/>
                  </a:lnTo>
                  <a:cubicBezTo>
                    <a:pt x="1009" y="10460"/>
                    <a:pt x="694" y="10145"/>
                    <a:pt x="694" y="9767"/>
                  </a:cubicBezTo>
                  <a:lnTo>
                    <a:pt x="694" y="2678"/>
                  </a:lnTo>
                  <a:close/>
                  <a:moveTo>
                    <a:pt x="8381" y="2836"/>
                  </a:moveTo>
                  <a:lnTo>
                    <a:pt x="8381" y="5608"/>
                  </a:lnTo>
                  <a:cubicBezTo>
                    <a:pt x="7814" y="5703"/>
                    <a:pt x="7247" y="5923"/>
                    <a:pt x="6774" y="6301"/>
                  </a:cubicBezTo>
                  <a:lnTo>
                    <a:pt x="3151" y="6301"/>
                  </a:lnTo>
                  <a:cubicBezTo>
                    <a:pt x="2962" y="6301"/>
                    <a:pt x="2804" y="6459"/>
                    <a:pt x="2804" y="6648"/>
                  </a:cubicBezTo>
                  <a:lnTo>
                    <a:pt x="2804" y="8034"/>
                  </a:lnTo>
                  <a:cubicBezTo>
                    <a:pt x="2804" y="8223"/>
                    <a:pt x="2962" y="8381"/>
                    <a:pt x="3151" y="8381"/>
                  </a:cubicBezTo>
                  <a:lnTo>
                    <a:pt x="5640" y="8381"/>
                  </a:lnTo>
                  <a:lnTo>
                    <a:pt x="5640" y="8727"/>
                  </a:lnTo>
                  <a:cubicBezTo>
                    <a:pt x="5640" y="9357"/>
                    <a:pt x="5829" y="9956"/>
                    <a:pt x="6144" y="10492"/>
                  </a:cubicBezTo>
                  <a:lnTo>
                    <a:pt x="2080" y="10492"/>
                  </a:lnTo>
                  <a:lnTo>
                    <a:pt x="2080" y="10460"/>
                  </a:lnTo>
                  <a:lnTo>
                    <a:pt x="2080" y="2836"/>
                  </a:lnTo>
                  <a:close/>
                  <a:moveTo>
                    <a:pt x="8727" y="6301"/>
                  </a:moveTo>
                  <a:cubicBezTo>
                    <a:pt x="10050" y="6301"/>
                    <a:pt x="11153" y="7404"/>
                    <a:pt x="11153" y="8727"/>
                  </a:cubicBezTo>
                  <a:cubicBezTo>
                    <a:pt x="11153" y="10082"/>
                    <a:pt x="10050" y="11216"/>
                    <a:pt x="8727" y="11216"/>
                  </a:cubicBezTo>
                  <a:cubicBezTo>
                    <a:pt x="7373" y="11216"/>
                    <a:pt x="6270" y="10113"/>
                    <a:pt x="6270" y="8727"/>
                  </a:cubicBezTo>
                  <a:cubicBezTo>
                    <a:pt x="6270" y="7373"/>
                    <a:pt x="7373" y="6301"/>
                    <a:pt x="8727" y="6301"/>
                  </a:cubicBezTo>
                  <a:close/>
                  <a:moveTo>
                    <a:pt x="1387" y="0"/>
                  </a:moveTo>
                  <a:cubicBezTo>
                    <a:pt x="630" y="0"/>
                    <a:pt x="0" y="630"/>
                    <a:pt x="0" y="1355"/>
                  </a:cubicBezTo>
                  <a:lnTo>
                    <a:pt x="0" y="9704"/>
                  </a:lnTo>
                  <a:cubicBezTo>
                    <a:pt x="0" y="10460"/>
                    <a:pt x="630" y="11090"/>
                    <a:pt x="1387" y="11090"/>
                  </a:cubicBezTo>
                  <a:lnTo>
                    <a:pt x="6742" y="11090"/>
                  </a:lnTo>
                  <a:cubicBezTo>
                    <a:pt x="7310" y="11563"/>
                    <a:pt x="8003" y="11815"/>
                    <a:pt x="8727" y="11815"/>
                  </a:cubicBezTo>
                  <a:cubicBezTo>
                    <a:pt x="10460" y="11815"/>
                    <a:pt x="11815" y="10334"/>
                    <a:pt x="11815" y="8664"/>
                  </a:cubicBezTo>
                  <a:cubicBezTo>
                    <a:pt x="11815" y="7120"/>
                    <a:pt x="10618" y="5829"/>
                    <a:pt x="9074" y="5608"/>
                  </a:cubicBezTo>
                  <a:lnTo>
                    <a:pt x="9074" y="2458"/>
                  </a:lnTo>
                  <a:cubicBezTo>
                    <a:pt x="9074" y="2269"/>
                    <a:pt x="9042" y="2143"/>
                    <a:pt x="8822" y="2080"/>
                  </a:cubicBezTo>
                  <a:cubicBezTo>
                    <a:pt x="8538" y="1985"/>
                    <a:pt x="8349" y="1733"/>
                    <a:pt x="8349" y="1418"/>
                  </a:cubicBezTo>
                  <a:cubicBezTo>
                    <a:pt x="8349" y="1135"/>
                    <a:pt x="8538" y="851"/>
                    <a:pt x="8822" y="725"/>
                  </a:cubicBezTo>
                  <a:cubicBezTo>
                    <a:pt x="8979" y="694"/>
                    <a:pt x="9074" y="536"/>
                    <a:pt x="9074" y="410"/>
                  </a:cubicBezTo>
                  <a:lnTo>
                    <a:pt x="9074" y="347"/>
                  </a:lnTo>
                  <a:cubicBezTo>
                    <a:pt x="9074" y="158"/>
                    <a:pt x="8916" y="0"/>
                    <a:pt x="87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9325" lIns="79325" spcFirstLastPara="1" rIns="79325" wrap="square" tIns="79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8" name="Google Shape;4698;p105"/>
            <p:cNvSpPr/>
            <p:nvPr/>
          </p:nvSpPr>
          <p:spPr>
            <a:xfrm>
              <a:off x="5984625" y="2508975"/>
              <a:ext cx="18125" cy="61450"/>
            </a:xfrm>
            <a:custGeom>
              <a:rect b="b" l="l" r="r" t="t"/>
              <a:pathLst>
                <a:path extrusionOk="0" h="2458" w="725">
                  <a:moveTo>
                    <a:pt x="378" y="0"/>
                  </a:moveTo>
                  <a:cubicBezTo>
                    <a:pt x="158" y="0"/>
                    <a:pt x="0" y="158"/>
                    <a:pt x="0" y="347"/>
                  </a:cubicBezTo>
                  <a:lnTo>
                    <a:pt x="0" y="2111"/>
                  </a:lnTo>
                  <a:cubicBezTo>
                    <a:pt x="0" y="2300"/>
                    <a:pt x="158" y="2458"/>
                    <a:pt x="378" y="2458"/>
                  </a:cubicBezTo>
                  <a:cubicBezTo>
                    <a:pt x="567" y="2458"/>
                    <a:pt x="725" y="2300"/>
                    <a:pt x="725" y="2111"/>
                  </a:cubicBezTo>
                  <a:lnTo>
                    <a:pt x="725" y="347"/>
                  </a:lnTo>
                  <a:cubicBezTo>
                    <a:pt x="725" y="158"/>
                    <a:pt x="567" y="0"/>
                    <a:pt x="3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9325" lIns="79325" spcFirstLastPara="1" rIns="79325" wrap="square" tIns="79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9" name="Google Shape;4699;p105"/>
            <p:cNvSpPr/>
            <p:nvPr/>
          </p:nvSpPr>
          <p:spPr>
            <a:xfrm>
              <a:off x="5845200" y="2395550"/>
              <a:ext cx="122900" cy="17350"/>
            </a:xfrm>
            <a:custGeom>
              <a:rect b="b" l="l" r="r" t="t"/>
              <a:pathLst>
                <a:path extrusionOk="0" h="694" w="4916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99"/>
                    <a:pt x="158" y="694"/>
                    <a:pt x="347" y="694"/>
                  </a:cubicBezTo>
                  <a:lnTo>
                    <a:pt x="4569" y="694"/>
                  </a:lnTo>
                  <a:cubicBezTo>
                    <a:pt x="4758" y="694"/>
                    <a:pt x="4916" y="536"/>
                    <a:pt x="4916" y="347"/>
                  </a:cubicBezTo>
                  <a:cubicBezTo>
                    <a:pt x="4916" y="158"/>
                    <a:pt x="4758" y="0"/>
                    <a:pt x="45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9325" lIns="79325" spcFirstLastPara="1" rIns="79325" wrap="square" tIns="79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0" name="Google Shape;4700;p105"/>
            <p:cNvSpPr/>
            <p:nvPr/>
          </p:nvSpPr>
          <p:spPr>
            <a:xfrm>
              <a:off x="5845200" y="2431000"/>
              <a:ext cx="122900" cy="17350"/>
            </a:xfrm>
            <a:custGeom>
              <a:rect b="b" l="l" r="r" t="t"/>
              <a:pathLst>
                <a:path extrusionOk="0" h="694" w="4916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47" y="693"/>
                  </a:cubicBezTo>
                  <a:lnTo>
                    <a:pt x="4569" y="693"/>
                  </a:lnTo>
                  <a:cubicBezTo>
                    <a:pt x="4758" y="693"/>
                    <a:pt x="4916" y="536"/>
                    <a:pt x="4916" y="347"/>
                  </a:cubicBezTo>
                  <a:cubicBezTo>
                    <a:pt x="4916" y="158"/>
                    <a:pt x="4758" y="0"/>
                    <a:pt x="45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9325" lIns="79325" spcFirstLastPara="1" rIns="79325" wrap="square" tIns="793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01" name="Google Shape;4701;p105"/>
          <p:cNvSpPr txBox="1"/>
          <p:nvPr>
            <p:ph idx="6" type="subTitle"/>
          </p:nvPr>
        </p:nvSpPr>
        <p:spPr>
          <a:xfrm>
            <a:off x="7066225" y="3138873"/>
            <a:ext cx="1716600" cy="549300"/>
          </a:xfrm>
          <a:prstGeom prst="rect">
            <a:avLst/>
          </a:prstGeom>
        </p:spPr>
        <p:txBody>
          <a:bodyPr anchorCtr="0" anchor="t" bIns="79025" lIns="79025" spcFirstLastPara="1" rIns="79025" wrap="square" tIns="79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35240A"/>
                </a:solidFill>
              </a:rPr>
              <a:t>Elocință, memorie, creativitate, etichetă, retorică.</a:t>
            </a:r>
            <a:endParaRPr sz="1210"/>
          </a:p>
        </p:txBody>
      </p:sp>
      <p:sp>
        <p:nvSpPr>
          <p:cNvPr id="4702" name="Google Shape;4702;p105"/>
          <p:cNvSpPr txBox="1"/>
          <p:nvPr>
            <p:ph idx="15" type="subTitle"/>
          </p:nvPr>
        </p:nvSpPr>
        <p:spPr>
          <a:xfrm>
            <a:off x="7069596" y="2844798"/>
            <a:ext cx="1710000" cy="425700"/>
          </a:xfrm>
          <a:prstGeom prst="rect">
            <a:avLst/>
          </a:prstGeom>
        </p:spPr>
        <p:txBody>
          <a:bodyPr anchorCtr="0" anchor="b" bIns="79025" lIns="79025" spcFirstLastPara="1" rIns="79025" wrap="square" tIns="79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69"/>
              <a:t>Versificația</a:t>
            </a:r>
            <a:endParaRPr sz="1469"/>
          </a:p>
        </p:txBody>
      </p:sp>
      <p:grpSp>
        <p:nvGrpSpPr>
          <p:cNvPr id="4703" name="Google Shape;4703;p105"/>
          <p:cNvGrpSpPr/>
          <p:nvPr/>
        </p:nvGrpSpPr>
        <p:grpSpPr>
          <a:xfrm>
            <a:off x="7699223" y="2466690"/>
            <a:ext cx="450541" cy="378181"/>
            <a:chOff x="2361225" y="3521900"/>
            <a:chExt cx="4421400" cy="589250"/>
          </a:xfrm>
        </p:grpSpPr>
        <p:cxnSp>
          <p:nvCxnSpPr>
            <p:cNvPr id="4704" name="Google Shape;4704;p105"/>
            <p:cNvCxnSpPr/>
            <p:nvPr/>
          </p:nvCxnSpPr>
          <p:spPr>
            <a:xfrm>
              <a:off x="2361225" y="3521900"/>
              <a:ext cx="4421400" cy="0"/>
            </a:xfrm>
            <a:prstGeom prst="straightConnector1">
              <a:avLst/>
            </a:prstGeom>
            <a:noFill/>
            <a:ln cap="flat" cmpd="sng" w="82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05" name="Google Shape;4705;p105"/>
            <p:cNvCxnSpPr/>
            <p:nvPr/>
          </p:nvCxnSpPr>
          <p:spPr>
            <a:xfrm>
              <a:off x="2361225" y="4111150"/>
              <a:ext cx="4421400" cy="0"/>
            </a:xfrm>
            <a:prstGeom prst="straightConnector1">
              <a:avLst/>
            </a:prstGeom>
            <a:noFill/>
            <a:ln cap="flat" cmpd="sng" w="82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706" name="Google Shape;4706;p105"/>
          <p:cNvGrpSpPr/>
          <p:nvPr/>
        </p:nvGrpSpPr>
        <p:grpSpPr>
          <a:xfrm>
            <a:off x="7824164" y="2555449"/>
            <a:ext cx="200382" cy="200382"/>
            <a:chOff x="5775900" y="2308125"/>
            <a:chExt cx="295375" cy="295375"/>
          </a:xfrm>
        </p:grpSpPr>
        <p:sp>
          <p:nvSpPr>
            <p:cNvPr id="4707" name="Google Shape;4707;p105"/>
            <p:cNvSpPr/>
            <p:nvPr/>
          </p:nvSpPr>
          <p:spPr>
            <a:xfrm>
              <a:off x="5984625" y="2482975"/>
              <a:ext cx="18125" cy="18150"/>
            </a:xfrm>
            <a:custGeom>
              <a:rect b="b" l="l" r="r" t="t"/>
              <a:pathLst>
                <a:path extrusionOk="0" h="726" w="725">
                  <a:moveTo>
                    <a:pt x="378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68"/>
                    <a:pt x="158" y="725"/>
                    <a:pt x="378" y="725"/>
                  </a:cubicBezTo>
                  <a:cubicBezTo>
                    <a:pt x="567" y="725"/>
                    <a:pt x="725" y="568"/>
                    <a:pt x="725" y="347"/>
                  </a:cubicBezTo>
                  <a:cubicBezTo>
                    <a:pt x="725" y="158"/>
                    <a:pt x="567" y="0"/>
                    <a:pt x="3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9025" lIns="79025" spcFirstLastPara="1" rIns="79025" wrap="square" tIns="79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8" name="Google Shape;4708;p105"/>
            <p:cNvSpPr/>
            <p:nvPr/>
          </p:nvSpPr>
          <p:spPr>
            <a:xfrm>
              <a:off x="5775900" y="2308125"/>
              <a:ext cx="295375" cy="295375"/>
            </a:xfrm>
            <a:custGeom>
              <a:rect b="b" l="l" r="r" t="t"/>
              <a:pathLst>
                <a:path extrusionOk="0" h="11815" w="11815">
                  <a:moveTo>
                    <a:pt x="7845" y="725"/>
                  </a:moveTo>
                  <a:cubicBezTo>
                    <a:pt x="7719" y="914"/>
                    <a:pt x="7656" y="1166"/>
                    <a:pt x="7656" y="1450"/>
                  </a:cubicBezTo>
                  <a:cubicBezTo>
                    <a:pt x="7656" y="1670"/>
                    <a:pt x="7719" y="1922"/>
                    <a:pt x="7845" y="2143"/>
                  </a:cubicBezTo>
                  <a:lnTo>
                    <a:pt x="1387" y="2143"/>
                  </a:lnTo>
                  <a:cubicBezTo>
                    <a:pt x="1009" y="2143"/>
                    <a:pt x="694" y="1828"/>
                    <a:pt x="694" y="1450"/>
                  </a:cubicBezTo>
                  <a:cubicBezTo>
                    <a:pt x="694" y="1040"/>
                    <a:pt x="1009" y="725"/>
                    <a:pt x="1387" y="725"/>
                  </a:cubicBezTo>
                  <a:close/>
                  <a:moveTo>
                    <a:pt x="6112" y="6994"/>
                  </a:moveTo>
                  <a:cubicBezTo>
                    <a:pt x="5955" y="7183"/>
                    <a:pt x="5829" y="7436"/>
                    <a:pt x="5766" y="7719"/>
                  </a:cubicBezTo>
                  <a:lnTo>
                    <a:pt x="3466" y="7719"/>
                  </a:lnTo>
                  <a:lnTo>
                    <a:pt x="3466" y="6994"/>
                  </a:lnTo>
                  <a:close/>
                  <a:moveTo>
                    <a:pt x="694" y="2678"/>
                  </a:moveTo>
                  <a:cubicBezTo>
                    <a:pt x="883" y="2773"/>
                    <a:pt x="1103" y="2867"/>
                    <a:pt x="1387" y="2867"/>
                  </a:cubicBezTo>
                  <a:lnTo>
                    <a:pt x="1387" y="10460"/>
                  </a:lnTo>
                  <a:cubicBezTo>
                    <a:pt x="1009" y="10460"/>
                    <a:pt x="694" y="10145"/>
                    <a:pt x="694" y="9767"/>
                  </a:cubicBezTo>
                  <a:lnTo>
                    <a:pt x="694" y="2678"/>
                  </a:lnTo>
                  <a:close/>
                  <a:moveTo>
                    <a:pt x="8381" y="2836"/>
                  </a:moveTo>
                  <a:lnTo>
                    <a:pt x="8381" y="5608"/>
                  </a:lnTo>
                  <a:cubicBezTo>
                    <a:pt x="7814" y="5703"/>
                    <a:pt x="7247" y="5923"/>
                    <a:pt x="6774" y="6301"/>
                  </a:cubicBezTo>
                  <a:lnTo>
                    <a:pt x="3151" y="6301"/>
                  </a:lnTo>
                  <a:cubicBezTo>
                    <a:pt x="2962" y="6301"/>
                    <a:pt x="2804" y="6459"/>
                    <a:pt x="2804" y="6648"/>
                  </a:cubicBezTo>
                  <a:lnTo>
                    <a:pt x="2804" y="8034"/>
                  </a:lnTo>
                  <a:cubicBezTo>
                    <a:pt x="2804" y="8223"/>
                    <a:pt x="2962" y="8381"/>
                    <a:pt x="3151" y="8381"/>
                  </a:cubicBezTo>
                  <a:lnTo>
                    <a:pt x="5640" y="8381"/>
                  </a:lnTo>
                  <a:lnTo>
                    <a:pt x="5640" y="8727"/>
                  </a:lnTo>
                  <a:cubicBezTo>
                    <a:pt x="5640" y="9357"/>
                    <a:pt x="5829" y="9956"/>
                    <a:pt x="6144" y="10492"/>
                  </a:cubicBezTo>
                  <a:lnTo>
                    <a:pt x="2080" y="10492"/>
                  </a:lnTo>
                  <a:lnTo>
                    <a:pt x="2080" y="10460"/>
                  </a:lnTo>
                  <a:lnTo>
                    <a:pt x="2080" y="2836"/>
                  </a:lnTo>
                  <a:close/>
                  <a:moveTo>
                    <a:pt x="8727" y="6301"/>
                  </a:moveTo>
                  <a:cubicBezTo>
                    <a:pt x="10050" y="6301"/>
                    <a:pt x="11153" y="7404"/>
                    <a:pt x="11153" y="8727"/>
                  </a:cubicBezTo>
                  <a:cubicBezTo>
                    <a:pt x="11153" y="10082"/>
                    <a:pt x="10050" y="11216"/>
                    <a:pt x="8727" y="11216"/>
                  </a:cubicBezTo>
                  <a:cubicBezTo>
                    <a:pt x="7373" y="11216"/>
                    <a:pt x="6270" y="10113"/>
                    <a:pt x="6270" y="8727"/>
                  </a:cubicBezTo>
                  <a:cubicBezTo>
                    <a:pt x="6270" y="7373"/>
                    <a:pt x="7373" y="6301"/>
                    <a:pt x="8727" y="6301"/>
                  </a:cubicBezTo>
                  <a:close/>
                  <a:moveTo>
                    <a:pt x="1387" y="0"/>
                  </a:moveTo>
                  <a:cubicBezTo>
                    <a:pt x="630" y="0"/>
                    <a:pt x="0" y="630"/>
                    <a:pt x="0" y="1355"/>
                  </a:cubicBezTo>
                  <a:lnTo>
                    <a:pt x="0" y="9704"/>
                  </a:lnTo>
                  <a:cubicBezTo>
                    <a:pt x="0" y="10460"/>
                    <a:pt x="630" y="11090"/>
                    <a:pt x="1387" y="11090"/>
                  </a:cubicBezTo>
                  <a:lnTo>
                    <a:pt x="6742" y="11090"/>
                  </a:lnTo>
                  <a:cubicBezTo>
                    <a:pt x="7310" y="11563"/>
                    <a:pt x="8003" y="11815"/>
                    <a:pt x="8727" y="11815"/>
                  </a:cubicBezTo>
                  <a:cubicBezTo>
                    <a:pt x="10460" y="11815"/>
                    <a:pt x="11815" y="10334"/>
                    <a:pt x="11815" y="8664"/>
                  </a:cubicBezTo>
                  <a:cubicBezTo>
                    <a:pt x="11815" y="7120"/>
                    <a:pt x="10618" y="5829"/>
                    <a:pt x="9074" y="5608"/>
                  </a:cubicBezTo>
                  <a:lnTo>
                    <a:pt x="9074" y="2458"/>
                  </a:lnTo>
                  <a:cubicBezTo>
                    <a:pt x="9074" y="2269"/>
                    <a:pt x="9042" y="2143"/>
                    <a:pt x="8822" y="2080"/>
                  </a:cubicBezTo>
                  <a:cubicBezTo>
                    <a:pt x="8538" y="1985"/>
                    <a:pt x="8349" y="1733"/>
                    <a:pt x="8349" y="1418"/>
                  </a:cubicBezTo>
                  <a:cubicBezTo>
                    <a:pt x="8349" y="1135"/>
                    <a:pt x="8538" y="851"/>
                    <a:pt x="8822" y="725"/>
                  </a:cubicBezTo>
                  <a:cubicBezTo>
                    <a:pt x="8979" y="694"/>
                    <a:pt x="9074" y="536"/>
                    <a:pt x="9074" y="410"/>
                  </a:cubicBezTo>
                  <a:lnTo>
                    <a:pt x="9074" y="347"/>
                  </a:lnTo>
                  <a:cubicBezTo>
                    <a:pt x="9074" y="158"/>
                    <a:pt x="8916" y="0"/>
                    <a:pt x="87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9025" lIns="79025" spcFirstLastPara="1" rIns="79025" wrap="square" tIns="79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9" name="Google Shape;4709;p105"/>
            <p:cNvSpPr/>
            <p:nvPr/>
          </p:nvSpPr>
          <p:spPr>
            <a:xfrm>
              <a:off x="5984625" y="2508975"/>
              <a:ext cx="18125" cy="61450"/>
            </a:xfrm>
            <a:custGeom>
              <a:rect b="b" l="l" r="r" t="t"/>
              <a:pathLst>
                <a:path extrusionOk="0" h="2458" w="725">
                  <a:moveTo>
                    <a:pt x="378" y="0"/>
                  </a:moveTo>
                  <a:cubicBezTo>
                    <a:pt x="158" y="0"/>
                    <a:pt x="0" y="158"/>
                    <a:pt x="0" y="347"/>
                  </a:cubicBezTo>
                  <a:lnTo>
                    <a:pt x="0" y="2111"/>
                  </a:lnTo>
                  <a:cubicBezTo>
                    <a:pt x="0" y="2300"/>
                    <a:pt x="158" y="2458"/>
                    <a:pt x="378" y="2458"/>
                  </a:cubicBezTo>
                  <a:cubicBezTo>
                    <a:pt x="567" y="2458"/>
                    <a:pt x="725" y="2300"/>
                    <a:pt x="725" y="2111"/>
                  </a:cubicBezTo>
                  <a:lnTo>
                    <a:pt x="725" y="347"/>
                  </a:lnTo>
                  <a:cubicBezTo>
                    <a:pt x="725" y="158"/>
                    <a:pt x="567" y="0"/>
                    <a:pt x="3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9025" lIns="79025" spcFirstLastPara="1" rIns="79025" wrap="square" tIns="79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0" name="Google Shape;4710;p105"/>
            <p:cNvSpPr/>
            <p:nvPr/>
          </p:nvSpPr>
          <p:spPr>
            <a:xfrm>
              <a:off x="5845200" y="2395550"/>
              <a:ext cx="122900" cy="17350"/>
            </a:xfrm>
            <a:custGeom>
              <a:rect b="b" l="l" r="r" t="t"/>
              <a:pathLst>
                <a:path extrusionOk="0" h="694" w="4916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99"/>
                    <a:pt x="158" y="694"/>
                    <a:pt x="347" y="694"/>
                  </a:cubicBezTo>
                  <a:lnTo>
                    <a:pt x="4569" y="694"/>
                  </a:lnTo>
                  <a:cubicBezTo>
                    <a:pt x="4758" y="694"/>
                    <a:pt x="4916" y="536"/>
                    <a:pt x="4916" y="347"/>
                  </a:cubicBezTo>
                  <a:cubicBezTo>
                    <a:pt x="4916" y="158"/>
                    <a:pt x="4758" y="0"/>
                    <a:pt x="45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9025" lIns="79025" spcFirstLastPara="1" rIns="79025" wrap="square" tIns="79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1" name="Google Shape;4711;p105"/>
            <p:cNvSpPr/>
            <p:nvPr/>
          </p:nvSpPr>
          <p:spPr>
            <a:xfrm>
              <a:off x="5845200" y="2431000"/>
              <a:ext cx="122900" cy="17350"/>
            </a:xfrm>
            <a:custGeom>
              <a:rect b="b" l="l" r="r" t="t"/>
              <a:pathLst>
                <a:path extrusionOk="0" h="694" w="4916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47" y="693"/>
                  </a:cubicBezTo>
                  <a:lnTo>
                    <a:pt x="4569" y="693"/>
                  </a:lnTo>
                  <a:cubicBezTo>
                    <a:pt x="4758" y="693"/>
                    <a:pt x="4916" y="536"/>
                    <a:pt x="4916" y="347"/>
                  </a:cubicBezTo>
                  <a:cubicBezTo>
                    <a:pt x="4916" y="158"/>
                    <a:pt x="4758" y="0"/>
                    <a:pt x="45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79025" lIns="79025" spcFirstLastPara="1" rIns="79025" wrap="square" tIns="790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5" name="Shape 4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6" name="Google Shape;4716;p106"/>
          <p:cNvSpPr txBox="1"/>
          <p:nvPr>
            <p:ph idx="1" type="subTitle"/>
          </p:nvPr>
        </p:nvSpPr>
        <p:spPr>
          <a:xfrm>
            <a:off x="1749300" y="1491475"/>
            <a:ext cx="5645400" cy="1614600"/>
          </a:xfrm>
          <a:prstGeom prst="rect">
            <a:avLst/>
          </a:prstGeom>
          <a:ln cap="flat" cmpd="sng" w="9525">
            <a:solidFill>
              <a:srgbClr val="2121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350">
                <a:solidFill>
                  <a:srgbClr val="35240A"/>
                </a:solidFill>
                <a:highlight>
                  <a:srgbClr val="DED6C2"/>
                </a:highlight>
                <a:latin typeface="Libre Baskerville"/>
                <a:ea typeface="Libre Baskerville"/>
                <a:cs typeface="Libre Baskerville"/>
                <a:sym typeface="Libre Baskerville"/>
              </a:rPr>
              <a:t>Spre deosebire de educația clericală, cea cavalerească punea accent pe formarea deprinderilor practice și a caracterului prin confruntare și disciplină fizică, pregătind tânărul nobil pentru rolul de apărător social.</a:t>
            </a:r>
            <a:endParaRPr i="1"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grpSp>
        <p:nvGrpSpPr>
          <p:cNvPr id="4717" name="Google Shape;4717;p106"/>
          <p:cNvGrpSpPr/>
          <p:nvPr/>
        </p:nvGrpSpPr>
        <p:grpSpPr>
          <a:xfrm>
            <a:off x="565056" y="519563"/>
            <a:ext cx="8012737" cy="4104778"/>
            <a:chOff x="585525" y="1202450"/>
            <a:chExt cx="6436450" cy="3297275"/>
          </a:xfrm>
        </p:grpSpPr>
        <p:sp>
          <p:nvSpPr>
            <p:cNvPr id="4718" name="Google Shape;4718;p106"/>
            <p:cNvSpPr/>
            <p:nvPr/>
          </p:nvSpPr>
          <p:spPr>
            <a:xfrm>
              <a:off x="839525" y="1202450"/>
              <a:ext cx="551125" cy="190275"/>
            </a:xfrm>
            <a:custGeom>
              <a:rect b="b" l="l" r="r" t="t"/>
              <a:pathLst>
                <a:path extrusionOk="0" h="7611" w="22045">
                  <a:moveTo>
                    <a:pt x="21819" y="2949"/>
                  </a:moveTo>
                  <a:cubicBezTo>
                    <a:pt x="16996" y="7611"/>
                    <a:pt x="10597" y="0"/>
                    <a:pt x="4949" y="1300"/>
                  </a:cubicBezTo>
                  <a:cubicBezTo>
                    <a:pt x="1962" y="2000"/>
                    <a:pt x="0" y="4312"/>
                    <a:pt x="100" y="7373"/>
                  </a:cubicBezTo>
                  <a:cubicBezTo>
                    <a:pt x="113" y="7461"/>
                    <a:pt x="225" y="7461"/>
                    <a:pt x="238" y="7373"/>
                  </a:cubicBezTo>
                  <a:cubicBezTo>
                    <a:pt x="513" y="1100"/>
                    <a:pt x="7511" y="887"/>
                    <a:pt x="11872" y="2724"/>
                  </a:cubicBezTo>
                  <a:cubicBezTo>
                    <a:pt x="13597" y="3449"/>
                    <a:pt x="15309" y="4437"/>
                    <a:pt x="17208" y="4661"/>
                  </a:cubicBezTo>
                  <a:cubicBezTo>
                    <a:pt x="19108" y="4886"/>
                    <a:pt x="20620" y="4387"/>
                    <a:pt x="21957" y="3087"/>
                  </a:cubicBezTo>
                  <a:cubicBezTo>
                    <a:pt x="22044" y="2999"/>
                    <a:pt x="21919" y="2874"/>
                    <a:pt x="21832" y="294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9" name="Google Shape;4719;p106"/>
            <p:cNvSpPr/>
            <p:nvPr/>
          </p:nvSpPr>
          <p:spPr>
            <a:xfrm>
              <a:off x="844200" y="1369575"/>
              <a:ext cx="180925" cy="121575"/>
            </a:xfrm>
            <a:custGeom>
              <a:rect b="b" l="l" r="r" t="t"/>
              <a:pathLst>
                <a:path extrusionOk="0" h="4863" w="7237">
                  <a:moveTo>
                    <a:pt x="13" y="1688"/>
                  </a:moveTo>
                  <a:cubicBezTo>
                    <a:pt x="151" y="3700"/>
                    <a:pt x="2612" y="4862"/>
                    <a:pt x="4412" y="4325"/>
                  </a:cubicBezTo>
                  <a:cubicBezTo>
                    <a:pt x="5924" y="3875"/>
                    <a:pt x="7236" y="1338"/>
                    <a:pt x="5849" y="88"/>
                  </a:cubicBezTo>
                  <a:cubicBezTo>
                    <a:pt x="5774" y="1"/>
                    <a:pt x="5649" y="126"/>
                    <a:pt x="5737" y="201"/>
                  </a:cubicBezTo>
                  <a:cubicBezTo>
                    <a:pt x="7124" y="1725"/>
                    <a:pt x="5474" y="4025"/>
                    <a:pt x="3837" y="4225"/>
                  </a:cubicBezTo>
                  <a:cubicBezTo>
                    <a:pt x="2288" y="4425"/>
                    <a:pt x="326" y="3413"/>
                    <a:pt x="201" y="1688"/>
                  </a:cubicBezTo>
                  <a:cubicBezTo>
                    <a:pt x="201" y="1563"/>
                    <a:pt x="1" y="1563"/>
                    <a:pt x="13" y="16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0" name="Google Shape;4720;p106"/>
            <p:cNvSpPr/>
            <p:nvPr/>
          </p:nvSpPr>
          <p:spPr>
            <a:xfrm>
              <a:off x="898575" y="1348025"/>
              <a:ext cx="73125" cy="77200"/>
            </a:xfrm>
            <a:custGeom>
              <a:rect b="b" l="l" r="r" t="t"/>
              <a:pathLst>
                <a:path extrusionOk="0" h="3088" w="2925">
                  <a:moveTo>
                    <a:pt x="2849" y="488"/>
                  </a:moveTo>
                  <a:cubicBezTo>
                    <a:pt x="2025" y="1"/>
                    <a:pt x="800" y="351"/>
                    <a:pt x="387" y="1238"/>
                  </a:cubicBezTo>
                  <a:cubicBezTo>
                    <a:pt x="0" y="2063"/>
                    <a:pt x="612" y="2987"/>
                    <a:pt x="1487" y="3075"/>
                  </a:cubicBezTo>
                  <a:cubicBezTo>
                    <a:pt x="1600" y="3087"/>
                    <a:pt x="1625" y="2900"/>
                    <a:pt x="1512" y="2887"/>
                  </a:cubicBezTo>
                  <a:cubicBezTo>
                    <a:pt x="700" y="2737"/>
                    <a:pt x="200" y="1913"/>
                    <a:pt x="675" y="1163"/>
                  </a:cubicBezTo>
                  <a:cubicBezTo>
                    <a:pt x="1137" y="476"/>
                    <a:pt x="2037" y="251"/>
                    <a:pt x="2774" y="625"/>
                  </a:cubicBezTo>
                  <a:cubicBezTo>
                    <a:pt x="2862" y="663"/>
                    <a:pt x="2924" y="551"/>
                    <a:pt x="2849" y="4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1" name="Google Shape;4721;p106"/>
            <p:cNvSpPr/>
            <p:nvPr/>
          </p:nvSpPr>
          <p:spPr>
            <a:xfrm>
              <a:off x="944800" y="1418950"/>
              <a:ext cx="25" cy="325"/>
            </a:xfrm>
            <a:custGeom>
              <a:rect b="b" l="l" r="r" t="t"/>
              <a:pathLst>
                <a:path extrusionOk="0" h="13" w="1">
                  <a:moveTo>
                    <a:pt x="1" y="13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2" name="Google Shape;4722;p106"/>
            <p:cNvSpPr/>
            <p:nvPr/>
          </p:nvSpPr>
          <p:spPr>
            <a:xfrm>
              <a:off x="752350" y="1240875"/>
              <a:ext cx="206850" cy="104050"/>
            </a:xfrm>
            <a:custGeom>
              <a:rect b="b" l="l" r="r" t="t"/>
              <a:pathLst>
                <a:path extrusionOk="0" h="4162" w="8274">
                  <a:moveTo>
                    <a:pt x="8123" y="25"/>
                  </a:moveTo>
                  <a:cubicBezTo>
                    <a:pt x="6999" y="263"/>
                    <a:pt x="5937" y="725"/>
                    <a:pt x="4987" y="1375"/>
                  </a:cubicBezTo>
                  <a:cubicBezTo>
                    <a:pt x="3537" y="2387"/>
                    <a:pt x="2063" y="4162"/>
                    <a:pt x="176" y="2875"/>
                  </a:cubicBezTo>
                  <a:cubicBezTo>
                    <a:pt x="101" y="2825"/>
                    <a:pt x="1" y="2950"/>
                    <a:pt x="76" y="3012"/>
                  </a:cubicBezTo>
                  <a:cubicBezTo>
                    <a:pt x="825" y="3699"/>
                    <a:pt x="1775" y="3699"/>
                    <a:pt x="2700" y="3299"/>
                  </a:cubicBezTo>
                  <a:cubicBezTo>
                    <a:pt x="3375" y="2999"/>
                    <a:pt x="3912" y="2475"/>
                    <a:pt x="4474" y="2025"/>
                  </a:cubicBezTo>
                  <a:cubicBezTo>
                    <a:pt x="5549" y="1137"/>
                    <a:pt x="6811" y="500"/>
                    <a:pt x="8173" y="175"/>
                  </a:cubicBezTo>
                  <a:cubicBezTo>
                    <a:pt x="8273" y="150"/>
                    <a:pt x="8223" y="0"/>
                    <a:pt x="8123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3" name="Google Shape;4723;p106"/>
            <p:cNvSpPr/>
            <p:nvPr/>
          </p:nvSpPr>
          <p:spPr>
            <a:xfrm>
              <a:off x="1012600" y="1245875"/>
              <a:ext cx="88750" cy="80000"/>
            </a:xfrm>
            <a:custGeom>
              <a:rect b="b" l="l" r="r" t="t"/>
              <a:pathLst>
                <a:path extrusionOk="0" h="3200" w="3550">
                  <a:moveTo>
                    <a:pt x="3437" y="313"/>
                  </a:moveTo>
                  <a:cubicBezTo>
                    <a:pt x="2562" y="113"/>
                    <a:pt x="1700" y="0"/>
                    <a:pt x="900" y="488"/>
                  </a:cubicBezTo>
                  <a:cubicBezTo>
                    <a:pt x="363" y="813"/>
                    <a:pt x="0" y="1325"/>
                    <a:pt x="100" y="1975"/>
                  </a:cubicBezTo>
                  <a:cubicBezTo>
                    <a:pt x="200" y="2587"/>
                    <a:pt x="700" y="3062"/>
                    <a:pt x="1325" y="3137"/>
                  </a:cubicBezTo>
                  <a:cubicBezTo>
                    <a:pt x="1787" y="3187"/>
                    <a:pt x="2462" y="3024"/>
                    <a:pt x="2512" y="2475"/>
                  </a:cubicBezTo>
                  <a:cubicBezTo>
                    <a:pt x="2525" y="2387"/>
                    <a:pt x="2400" y="2387"/>
                    <a:pt x="2387" y="2475"/>
                  </a:cubicBezTo>
                  <a:cubicBezTo>
                    <a:pt x="2312" y="3199"/>
                    <a:pt x="1100" y="2937"/>
                    <a:pt x="788" y="2712"/>
                  </a:cubicBezTo>
                  <a:cubicBezTo>
                    <a:pt x="300" y="2362"/>
                    <a:pt x="150" y="1700"/>
                    <a:pt x="450" y="1175"/>
                  </a:cubicBezTo>
                  <a:cubicBezTo>
                    <a:pt x="1063" y="163"/>
                    <a:pt x="2412" y="263"/>
                    <a:pt x="3387" y="488"/>
                  </a:cubicBezTo>
                  <a:cubicBezTo>
                    <a:pt x="3499" y="513"/>
                    <a:pt x="3549" y="338"/>
                    <a:pt x="3437" y="3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4" name="Google Shape;4724;p106"/>
            <p:cNvSpPr/>
            <p:nvPr/>
          </p:nvSpPr>
          <p:spPr>
            <a:xfrm>
              <a:off x="1123500" y="1272100"/>
              <a:ext cx="33450" cy="43775"/>
            </a:xfrm>
            <a:custGeom>
              <a:rect b="b" l="l" r="r" t="t"/>
              <a:pathLst>
                <a:path extrusionOk="0" h="1751" w="1338">
                  <a:moveTo>
                    <a:pt x="1238" y="188"/>
                  </a:moveTo>
                  <a:cubicBezTo>
                    <a:pt x="688" y="1"/>
                    <a:pt x="1" y="326"/>
                    <a:pt x="76" y="976"/>
                  </a:cubicBezTo>
                  <a:cubicBezTo>
                    <a:pt x="126" y="1413"/>
                    <a:pt x="825" y="1750"/>
                    <a:pt x="1088" y="1326"/>
                  </a:cubicBezTo>
                  <a:cubicBezTo>
                    <a:pt x="1163" y="1213"/>
                    <a:pt x="975" y="1101"/>
                    <a:pt x="900" y="1213"/>
                  </a:cubicBezTo>
                  <a:cubicBezTo>
                    <a:pt x="788" y="1288"/>
                    <a:pt x="651" y="1301"/>
                    <a:pt x="538" y="1263"/>
                  </a:cubicBezTo>
                  <a:cubicBezTo>
                    <a:pt x="263" y="1026"/>
                    <a:pt x="213" y="813"/>
                    <a:pt x="388" y="613"/>
                  </a:cubicBezTo>
                  <a:cubicBezTo>
                    <a:pt x="551" y="301"/>
                    <a:pt x="888" y="263"/>
                    <a:pt x="1188" y="351"/>
                  </a:cubicBezTo>
                  <a:cubicBezTo>
                    <a:pt x="1288" y="376"/>
                    <a:pt x="1338" y="226"/>
                    <a:pt x="1238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5" name="Google Shape;4725;p106"/>
            <p:cNvSpPr/>
            <p:nvPr/>
          </p:nvSpPr>
          <p:spPr>
            <a:xfrm>
              <a:off x="732975" y="1292100"/>
              <a:ext cx="31900" cy="31900"/>
            </a:xfrm>
            <a:custGeom>
              <a:rect b="b" l="l" r="r" t="t"/>
              <a:pathLst>
                <a:path extrusionOk="0" h="1276" w="1276">
                  <a:moveTo>
                    <a:pt x="951" y="925"/>
                  </a:moveTo>
                  <a:cubicBezTo>
                    <a:pt x="1275" y="563"/>
                    <a:pt x="826" y="1"/>
                    <a:pt x="413" y="326"/>
                  </a:cubicBezTo>
                  <a:cubicBezTo>
                    <a:pt x="1" y="651"/>
                    <a:pt x="476" y="1275"/>
                    <a:pt x="888" y="975"/>
                  </a:cubicBezTo>
                  <a:cubicBezTo>
                    <a:pt x="963" y="925"/>
                    <a:pt x="913" y="813"/>
                    <a:pt x="826" y="826"/>
                  </a:cubicBezTo>
                  <a:lnTo>
                    <a:pt x="826" y="826"/>
                  </a:lnTo>
                  <a:cubicBezTo>
                    <a:pt x="788" y="901"/>
                    <a:pt x="888" y="1000"/>
                    <a:pt x="951" y="9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6" name="Google Shape;4726;p106"/>
            <p:cNvSpPr/>
            <p:nvPr/>
          </p:nvSpPr>
          <p:spPr>
            <a:xfrm>
              <a:off x="809225" y="1274925"/>
              <a:ext cx="77800" cy="113125"/>
            </a:xfrm>
            <a:custGeom>
              <a:rect b="b" l="l" r="r" t="t"/>
              <a:pathLst>
                <a:path extrusionOk="0" h="4525" w="3112">
                  <a:moveTo>
                    <a:pt x="2949" y="63"/>
                  </a:moveTo>
                  <a:cubicBezTo>
                    <a:pt x="1550" y="1163"/>
                    <a:pt x="525" y="2675"/>
                    <a:pt x="25" y="4374"/>
                  </a:cubicBezTo>
                  <a:cubicBezTo>
                    <a:pt x="0" y="4462"/>
                    <a:pt x="125" y="4524"/>
                    <a:pt x="175" y="4437"/>
                  </a:cubicBezTo>
                  <a:cubicBezTo>
                    <a:pt x="925" y="2825"/>
                    <a:pt x="1687" y="1338"/>
                    <a:pt x="3049" y="150"/>
                  </a:cubicBezTo>
                  <a:cubicBezTo>
                    <a:pt x="3112" y="100"/>
                    <a:pt x="3012" y="0"/>
                    <a:pt x="2949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7" name="Google Shape;4727;p106"/>
            <p:cNvSpPr/>
            <p:nvPr/>
          </p:nvSpPr>
          <p:spPr>
            <a:xfrm>
              <a:off x="792650" y="1376150"/>
              <a:ext cx="30650" cy="32525"/>
            </a:xfrm>
            <a:custGeom>
              <a:rect b="b" l="l" r="r" t="t"/>
              <a:pathLst>
                <a:path extrusionOk="0" h="1301" w="1226">
                  <a:moveTo>
                    <a:pt x="725" y="500"/>
                  </a:moveTo>
                  <a:lnTo>
                    <a:pt x="725" y="563"/>
                  </a:lnTo>
                  <a:cubicBezTo>
                    <a:pt x="800" y="638"/>
                    <a:pt x="913" y="550"/>
                    <a:pt x="875" y="450"/>
                  </a:cubicBezTo>
                  <a:cubicBezTo>
                    <a:pt x="626" y="0"/>
                    <a:pt x="1" y="550"/>
                    <a:pt x="338" y="925"/>
                  </a:cubicBezTo>
                  <a:cubicBezTo>
                    <a:pt x="688" y="1300"/>
                    <a:pt x="1225" y="750"/>
                    <a:pt x="838" y="388"/>
                  </a:cubicBezTo>
                  <a:cubicBezTo>
                    <a:pt x="763" y="325"/>
                    <a:pt x="663" y="425"/>
                    <a:pt x="725" y="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8" name="Google Shape;4728;p106"/>
            <p:cNvSpPr/>
            <p:nvPr/>
          </p:nvSpPr>
          <p:spPr>
            <a:xfrm>
              <a:off x="841400" y="1393325"/>
              <a:ext cx="5650" cy="9725"/>
            </a:xfrm>
            <a:custGeom>
              <a:rect b="b" l="l" r="r" t="t"/>
              <a:pathLst>
                <a:path extrusionOk="0" h="389" w="226">
                  <a:moveTo>
                    <a:pt x="13" y="126"/>
                  </a:moveTo>
                  <a:cubicBezTo>
                    <a:pt x="0" y="201"/>
                    <a:pt x="13" y="276"/>
                    <a:pt x="63" y="326"/>
                  </a:cubicBezTo>
                  <a:cubicBezTo>
                    <a:pt x="100" y="388"/>
                    <a:pt x="225" y="376"/>
                    <a:pt x="225" y="288"/>
                  </a:cubicBezTo>
                  <a:cubicBezTo>
                    <a:pt x="213" y="238"/>
                    <a:pt x="213" y="176"/>
                    <a:pt x="213" y="126"/>
                  </a:cubicBezTo>
                  <a:cubicBezTo>
                    <a:pt x="200" y="1"/>
                    <a:pt x="13" y="1"/>
                    <a:pt x="13" y="1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9" name="Google Shape;4729;p106"/>
            <p:cNvSpPr/>
            <p:nvPr/>
          </p:nvSpPr>
          <p:spPr>
            <a:xfrm>
              <a:off x="973550" y="1363650"/>
              <a:ext cx="9700" cy="6900"/>
            </a:xfrm>
            <a:custGeom>
              <a:rect b="b" l="l" r="r" t="t"/>
              <a:pathLst>
                <a:path extrusionOk="0" h="276" w="388">
                  <a:moveTo>
                    <a:pt x="75" y="188"/>
                  </a:moveTo>
                  <a:cubicBezTo>
                    <a:pt x="138" y="225"/>
                    <a:pt x="213" y="250"/>
                    <a:pt x="288" y="263"/>
                  </a:cubicBezTo>
                  <a:cubicBezTo>
                    <a:pt x="350" y="275"/>
                    <a:pt x="388" y="213"/>
                    <a:pt x="350" y="163"/>
                  </a:cubicBezTo>
                  <a:cubicBezTo>
                    <a:pt x="300" y="100"/>
                    <a:pt x="225" y="50"/>
                    <a:pt x="138" y="25"/>
                  </a:cubicBezTo>
                  <a:cubicBezTo>
                    <a:pt x="50" y="0"/>
                    <a:pt x="0" y="138"/>
                    <a:pt x="75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0" name="Google Shape;4730;p106"/>
            <p:cNvSpPr/>
            <p:nvPr/>
          </p:nvSpPr>
          <p:spPr>
            <a:xfrm>
              <a:off x="832025" y="1234000"/>
              <a:ext cx="156850" cy="27525"/>
            </a:xfrm>
            <a:custGeom>
              <a:rect b="b" l="l" r="r" t="t"/>
              <a:pathLst>
                <a:path extrusionOk="0" h="1101" w="6274">
                  <a:moveTo>
                    <a:pt x="6174" y="13"/>
                  </a:moveTo>
                  <a:cubicBezTo>
                    <a:pt x="5324" y="0"/>
                    <a:pt x="4462" y="75"/>
                    <a:pt x="3624" y="250"/>
                  </a:cubicBezTo>
                  <a:cubicBezTo>
                    <a:pt x="2475" y="488"/>
                    <a:pt x="1350" y="925"/>
                    <a:pt x="163" y="613"/>
                  </a:cubicBezTo>
                  <a:cubicBezTo>
                    <a:pt x="50" y="575"/>
                    <a:pt x="0" y="763"/>
                    <a:pt x="113" y="788"/>
                  </a:cubicBezTo>
                  <a:cubicBezTo>
                    <a:pt x="913" y="1100"/>
                    <a:pt x="1625" y="950"/>
                    <a:pt x="2450" y="775"/>
                  </a:cubicBezTo>
                  <a:cubicBezTo>
                    <a:pt x="3687" y="500"/>
                    <a:pt x="4899" y="250"/>
                    <a:pt x="6174" y="188"/>
                  </a:cubicBezTo>
                  <a:cubicBezTo>
                    <a:pt x="6274" y="175"/>
                    <a:pt x="6274" y="25"/>
                    <a:pt x="6174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1" name="Google Shape;4731;p106"/>
            <p:cNvSpPr/>
            <p:nvPr/>
          </p:nvSpPr>
          <p:spPr>
            <a:xfrm>
              <a:off x="810775" y="1233675"/>
              <a:ext cx="33150" cy="30975"/>
            </a:xfrm>
            <a:custGeom>
              <a:rect b="b" l="l" r="r" t="t"/>
              <a:pathLst>
                <a:path extrusionOk="0" h="1239" w="1326">
                  <a:moveTo>
                    <a:pt x="875" y="688"/>
                  </a:moveTo>
                  <a:lnTo>
                    <a:pt x="763" y="651"/>
                  </a:lnTo>
                  <a:cubicBezTo>
                    <a:pt x="700" y="726"/>
                    <a:pt x="763" y="826"/>
                    <a:pt x="850" y="813"/>
                  </a:cubicBezTo>
                  <a:cubicBezTo>
                    <a:pt x="1325" y="651"/>
                    <a:pt x="850" y="1"/>
                    <a:pt x="463" y="226"/>
                  </a:cubicBezTo>
                  <a:cubicBezTo>
                    <a:pt x="0" y="526"/>
                    <a:pt x="550" y="1238"/>
                    <a:pt x="975" y="801"/>
                  </a:cubicBezTo>
                  <a:cubicBezTo>
                    <a:pt x="1038" y="738"/>
                    <a:pt x="950" y="638"/>
                    <a:pt x="875" y="6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2" name="Google Shape;4732;p106"/>
            <p:cNvSpPr/>
            <p:nvPr/>
          </p:nvSpPr>
          <p:spPr>
            <a:xfrm>
              <a:off x="766400" y="1291175"/>
              <a:ext cx="73150" cy="22525"/>
            </a:xfrm>
            <a:custGeom>
              <a:rect b="b" l="l" r="r" t="t"/>
              <a:pathLst>
                <a:path extrusionOk="0" h="901" w="2926">
                  <a:moveTo>
                    <a:pt x="2813" y="638"/>
                  </a:moveTo>
                  <a:cubicBezTo>
                    <a:pt x="2500" y="338"/>
                    <a:pt x="2113" y="150"/>
                    <a:pt x="1688" y="100"/>
                  </a:cubicBezTo>
                  <a:cubicBezTo>
                    <a:pt x="1226" y="38"/>
                    <a:pt x="526" y="0"/>
                    <a:pt x="113" y="263"/>
                  </a:cubicBezTo>
                  <a:cubicBezTo>
                    <a:pt x="1" y="325"/>
                    <a:pt x="76" y="488"/>
                    <a:pt x="201" y="463"/>
                  </a:cubicBezTo>
                  <a:cubicBezTo>
                    <a:pt x="976" y="263"/>
                    <a:pt x="2025" y="213"/>
                    <a:pt x="2650" y="800"/>
                  </a:cubicBezTo>
                  <a:cubicBezTo>
                    <a:pt x="2763" y="900"/>
                    <a:pt x="2925" y="738"/>
                    <a:pt x="2813" y="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3" name="Google Shape;4733;p106"/>
            <p:cNvSpPr/>
            <p:nvPr/>
          </p:nvSpPr>
          <p:spPr>
            <a:xfrm>
              <a:off x="767350" y="1296800"/>
              <a:ext cx="70625" cy="23450"/>
            </a:xfrm>
            <a:custGeom>
              <a:rect b="b" l="l" r="r" t="t"/>
              <a:pathLst>
                <a:path extrusionOk="0" h="938" w="2825">
                  <a:moveTo>
                    <a:pt x="63" y="200"/>
                  </a:moveTo>
                  <a:cubicBezTo>
                    <a:pt x="575" y="887"/>
                    <a:pt x="2012" y="937"/>
                    <a:pt x="2712" y="575"/>
                  </a:cubicBezTo>
                  <a:cubicBezTo>
                    <a:pt x="2825" y="513"/>
                    <a:pt x="2737" y="375"/>
                    <a:pt x="2637" y="388"/>
                  </a:cubicBezTo>
                  <a:cubicBezTo>
                    <a:pt x="1925" y="500"/>
                    <a:pt x="763" y="762"/>
                    <a:pt x="213" y="88"/>
                  </a:cubicBezTo>
                  <a:cubicBezTo>
                    <a:pt x="150" y="0"/>
                    <a:pt x="0" y="113"/>
                    <a:pt x="63" y="2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4" name="Google Shape;4734;p106"/>
            <p:cNvSpPr/>
            <p:nvPr/>
          </p:nvSpPr>
          <p:spPr>
            <a:xfrm>
              <a:off x="919500" y="1249000"/>
              <a:ext cx="18150" cy="56875"/>
            </a:xfrm>
            <a:custGeom>
              <a:rect b="b" l="l" r="r" t="t"/>
              <a:pathLst>
                <a:path extrusionOk="0" h="2275" w="726">
                  <a:moveTo>
                    <a:pt x="325" y="163"/>
                  </a:moveTo>
                  <a:cubicBezTo>
                    <a:pt x="488" y="800"/>
                    <a:pt x="400" y="1475"/>
                    <a:pt x="75" y="2037"/>
                  </a:cubicBezTo>
                  <a:cubicBezTo>
                    <a:pt x="0" y="2162"/>
                    <a:pt x="188" y="2275"/>
                    <a:pt x="263" y="2150"/>
                  </a:cubicBezTo>
                  <a:cubicBezTo>
                    <a:pt x="638" y="1537"/>
                    <a:pt x="725" y="800"/>
                    <a:pt x="500" y="113"/>
                  </a:cubicBezTo>
                  <a:cubicBezTo>
                    <a:pt x="463" y="0"/>
                    <a:pt x="288" y="50"/>
                    <a:pt x="325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5" name="Google Shape;4735;p106"/>
            <p:cNvSpPr/>
            <p:nvPr/>
          </p:nvSpPr>
          <p:spPr>
            <a:xfrm>
              <a:off x="914500" y="1250875"/>
              <a:ext cx="16275" cy="54375"/>
            </a:xfrm>
            <a:custGeom>
              <a:rect b="b" l="l" r="r" t="t"/>
              <a:pathLst>
                <a:path extrusionOk="0" h="2175" w="651">
                  <a:moveTo>
                    <a:pt x="463" y="1987"/>
                  </a:moveTo>
                  <a:cubicBezTo>
                    <a:pt x="338" y="1625"/>
                    <a:pt x="288" y="1225"/>
                    <a:pt x="350" y="850"/>
                  </a:cubicBezTo>
                  <a:cubicBezTo>
                    <a:pt x="400" y="563"/>
                    <a:pt x="538" y="388"/>
                    <a:pt x="638" y="150"/>
                  </a:cubicBezTo>
                  <a:cubicBezTo>
                    <a:pt x="650" y="100"/>
                    <a:pt x="625" y="63"/>
                    <a:pt x="588" y="50"/>
                  </a:cubicBezTo>
                  <a:cubicBezTo>
                    <a:pt x="288" y="0"/>
                    <a:pt x="188" y="325"/>
                    <a:pt x="113" y="563"/>
                  </a:cubicBezTo>
                  <a:cubicBezTo>
                    <a:pt x="0" y="1062"/>
                    <a:pt x="50" y="1575"/>
                    <a:pt x="250" y="2050"/>
                  </a:cubicBezTo>
                  <a:cubicBezTo>
                    <a:pt x="300" y="2175"/>
                    <a:pt x="500" y="2125"/>
                    <a:pt x="463" y="19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6" name="Google Shape;4736;p106"/>
            <p:cNvSpPr/>
            <p:nvPr/>
          </p:nvSpPr>
          <p:spPr>
            <a:xfrm>
              <a:off x="1186925" y="1310225"/>
              <a:ext cx="83125" cy="26900"/>
            </a:xfrm>
            <a:custGeom>
              <a:rect b="b" l="l" r="r" t="t"/>
              <a:pathLst>
                <a:path extrusionOk="0" h="1076" w="3325">
                  <a:moveTo>
                    <a:pt x="3200" y="151"/>
                  </a:moveTo>
                  <a:cubicBezTo>
                    <a:pt x="2187" y="1"/>
                    <a:pt x="813" y="151"/>
                    <a:pt x="63" y="913"/>
                  </a:cubicBezTo>
                  <a:cubicBezTo>
                    <a:pt x="1" y="963"/>
                    <a:pt x="63" y="1075"/>
                    <a:pt x="138" y="1050"/>
                  </a:cubicBezTo>
                  <a:cubicBezTo>
                    <a:pt x="613" y="888"/>
                    <a:pt x="1013" y="600"/>
                    <a:pt x="1500" y="475"/>
                  </a:cubicBezTo>
                  <a:cubicBezTo>
                    <a:pt x="2050" y="338"/>
                    <a:pt x="2612" y="300"/>
                    <a:pt x="3162" y="363"/>
                  </a:cubicBezTo>
                  <a:cubicBezTo>
                    <a:pt x="3287" y="375"/>
                    <a:pt x="3325" y="163"/>
                    <a:pt x="3200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7" name="Google Shape;4737;p106"/>
            <p:cNvSpPr/>
            <p:nvPr/>
          </p:nvSpPr>
          <p:spPr>
            <a:xfrm>
              <a:off x="1187250" y="1314900"/>
              <a:ext cx="100600" cy="30975"/>
            </a:xfrm>
            <a:custGeom>
              <a:rect b="b" l="l" r="r" t="t"/>
              <a:pathLst>
                <a:path extrusionOk="0" h="1239" w="4024">
                  <a:moveTo>
                    <a:pt x="138" y="1001"/>
                  </a:moveTo>
                  <a:cubicBezTo>
                    <a:pt x="762" y="1113"/>
                    <a:pt x="1412" y="1238"/>
                    <a:pt x="2049" y="1151"/>
                  </a:cubicBezTo>
                  <a:cubicBezTo>
                    <a:pt x="2724" y="1038"/>
                    <a:pt x="3312" y="688"/>
                    <a:pt x="3887" y="313"/>
                  </a:cubicBezTo>
                  <a:cubicBezTo>
                    <a:pt x="4024" y="226"/>
                    <a:pt x="3887" y="1"/>
                    <a:pt x="3749" y="88"/>
                  </a:cubicBezTo>
                  <a:cubicBezTo>
                    <a:pt x="3287" y="401"/>
                    <a:pt x="2787" y="713"/>
                    <a:pt x="2237" y="851"/>
                  </a:cubicBezTo>
                  <a:cubicBezTo>
                    <a:pt x="1575" y="1013"/>
                    <a:pt x="862" y="901"/>
                    <a:pt x="187" y="788"/>
                  </a:cubicBezTo>
                  <a:cubicBezTo>
                    <a:pt x="50" y="776"/>
                    <a:pt x="0" y="976"/>
                    <a:pt x="138" y="10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8" name="Google Shape;4738;p106"/>
            <p:cNvSpPr/>
            <p:nvPr/>
          </p:nvSpPr>
          <p:spPr>
            <a:xfrm>
              <a:off x="585525" y="1460800"/>
              <a:ext cx="199975" cy="551150"/>
            </a:xfrm>
            <a:custGeom>
              <a:rect b="b" l="l" r="r" t="t"/>
              <a:pathLst>
                <a:path extrusionOk="0" h="22046" w="7999">
                  <a:moveTo>
                    <a:pt x="3487" y="21958"/>
                  </a:moveTo>
                  <a:cubicBezTo>
                    <a:pt x="4799" y="20621"/>
                    <a:pt x="5299" y="19108"/>
                    <a:pt x="5074" y="17209"/>
                  </a:cubicBezTo>
                  <a:cubicBezTo>
                    <a:pt x="4912" y="15809"/>
                    <a:pt x="4287" y="14560"/>
                    <a:pt x="3749" y="13285"/>
                  </a:cubicBezTo>
                  <a:cubicBezTo>
                    <a:pt x="1875" y="8811"/>
                    <a:pt x="0" y="576"/>
                    <a:pt x="7786" y="238"/>
                  </a:cubicBezTo>
                  <a:cubicBezTo>
                    <a:pt x="7861" y="238"/>
                    <a:pt x="7861" y="113"/>
                    <a:pt x="7786" y="101"/>
                  </a:cubicBezTo>
                  <a:cubicBezTo>
                    <a:pt x="4737" y="1"/>
                    <a:pt x="2400" y="1975"/>
                    <a:pt x="1712" y="4962"/>
                  </a:cubicBezTo>
                  <a:cubicBezTo>
                    <a:pt x="400" y="10611"/>
                    <a:pt x="7998" y="17034"/>
                    <a:pt x="3362" y="21833"/>
                  </a:cubicBezTo>
                  <a:cubicBezTo>
                    <a:pt x="3274" y="21908"/>
                    <a:pt x="3412" y="22045"/>
                    <a:pt x="3487" y="219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9" name="Google Shape;4739;p106"/>
            <p:cNvSpPr/>
            <p:nvPr/>
          </p:nvSpPr>
          <p:spPr>
            <a:xfrm>
              <a:off x="762975" y="1465800"/>
              <a:ext cx="121550" cy="180925"/>
            </a:xfrm>
            <a:custGeom>
              <a:rect b="b" l="l" r="r" t="t"/>
              <a:pathLst>
                <a:path extrusionOk="0" h="7237" w="4862">
                  <a:moveTo>
                    <a:pt x="1688" y="201"/>
                  </a:moveTo>
                  <a:cubicBezTo>
                    <a:pt x="3412" y="326"/>
                    <a:pt x="4424" y="2288"/>
                    <a:pt x="4224" y="3837"/>
                  </a:cubicBezTo>
                  <a:cubicBezTo>
                    <a:pt x="4024" y="5462"/>
                    <a:pt x="1725" y="7124"/>
                    <a:pt x="200" y="5724"/>
                  </a:cubicBezTo>
                  <a:cubicBezTo>
                    <a:pt x="125" y="5649"/>
                    <a:pt x="0" y="5774"/>
                    <a:pt x="88" y="5849"/>
                  </a:cubicBezTo>
                  <a:cubicBezTo>
                    <a:pt x="1338" y="7237"/>
                    <a:pt x="3874" y="5924"/>
                    <a:pt x="4324" y="4412"/>
                  </a:cubicBezTo>
                  <a:cubicBezTo>
                    <a:pt x="4862" y="2600"/>
                    <a:pt x="3700" y="151"/>
                    <a:pt x="1688" y="13"/>
                  </a:cubicBezTo>
                  <a:cubicBezTo>
                    <a:pt x="1563" y="1"/>
                    <a:pt x="1563" y="201"/>
                    <a:pt x="1688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0" name="Google Shape;4740;p106"/>
            <p:cNvSpPr/>
            <p:nvPr/>
          </p:nvSpPr>
          <p:spPr>
            <a:xfrm>
              <a:off x="741425" y="1520175"/>
              <a:ext cx="77175" cy="73125"/>
            </a:xfrm>
            <a:custGeom>
              <a:rect b="b" l="l" r="r" t="t"/>
              <a:pathLst>
                <a:path extrusionOk="0" h="2925" w="3087">
                  <a:moveTo>
                    <a:pt x="625" y="2775"/>
                  </a:moveTo>
                  <a:cubicBezTo>
                    <a:pt x="250" y="2037"/>
                    <a:pt x="475" y="1138"/>
                    <a:pt x="1162" y="675"/>
                  </a:cubicBezTo>
                  <a:cubicBezTo>
                    <a:pt x="1900" y="188"/>
                    <a:pt x="2737" y="713"/>
                    <a:pt x="2874" y="1512"/>
                  </a:cubicBezTo>
                  <a:cubicBezTo>
                    <a:pt x="2899" y="1625"/>
                    <a:pt x="3087" y="1600"/>
                    <a:pt x="3074" y="1487"/>
                  </a:cubicBezTo>
                  <a:cubicBezTo>
                    <a:pt x="2987" y="613"/>
                    <a:pt x="2062" y="0"/>
                    <a:pt x="1237" y="388"/>
                  </a:cubicBezTo>
                  <a:cubicBezTo>
                    <a:pt x="350" y="800"/>
                    <a:pt x="0" y="2025"/>
                    <a:pt x="488" y="2850"/>
                  </a:cubicBezTo>
                  <a:cubicBezTo>
                    <a:pt x="538" y="2925"/>
                    <a:pt x="663" y="2862"/>
                    <a:pt x="625" y="27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1" name="Google Shape;4741;p106"/>
            <p:cNvSpPr/>
            <p:nvPr/>
          </p:nvSpPr>
          <p:spPr>
            <a:xfrm>
              <a:off x="812325" y="1566400"/>
              <a:ext cx="25" cy="350"/>
            </a:xfrm>
            <a:custGeom>
              <a:rect b="b" l="l" r="r" t="t"/>
              <a:pathLst>
                <a:path extrusionOk="0" h="14" w="1">
                  <a:moveTo>
                    <a:pt x="1" y="13"/>
                  </a:moveTo>
                  <a:lnTo>
                    <a:pt x="1" y="1"/>
                  </a:lnTo>
                  <a:cubicBezTo>
                    <a:pt x="1" y="1"/>
                    <a:pt x="1" y="13"/>
                    <a:pt x="1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2" name="Google Shape;4742;p106"/>
            <p:cNvSpPr/>
            <p:nvPr/>
          </p:nvSpPr>
          <p:spPr>
            <a:xfrm>
              <a:off x="633950" y="1373950"/>
              <a:ext cx="104050" cy="206550"/>
            </a:xfrm>
            <a:custGeom>
              <a:rect b="b" l="l" r="r" t="t"/>
              <a:pathLst>
                <a:path extrusionOk="0" h="8262" w="4162">
                  <a:moveTo>
                    <a:pt x="175" y="8174"/>
                  </a:moveTo>
                  <a:cubicBezTo>
                    <a:pt x="463" y="6974"/>
                    <a:pt x="988" y="5862"/>
                    <a:pt x="1725" y="4887"/>
                  </a:cubicBezTo>
                  <a:cubicBezTo>
                    <a:pt x="2250" y="4187"/>
                    <a:pt x="2937" y="3525"/>
                    <a:pt x="3312" y="2700"/>
                  </a:cubicBezTo>
                  <a:cubicBezTo>
                    <a:pt x="3712" y="1788"/>
                    <a:pt x="3699" y="826"/>
                    <a:pt x="3025" y="76"/>
                  </a:cubicBezTo>
                  <a:cubicBezTo>
                    <a:pt x="2962" y="1"/>
                    <a:pt x="2837" y="88"/>
                    <a:pt x="2887" y="176"/>
                  </a:cubicBezTo>
                  <a:cubicBezTo>
                    <a:pt x="4162" y="2050"/>
                    <a:pt x="2400" y="3537"/>
                    <a:pt x="1387" y="4987"/>
                  </a:cubicBezTo>
                  <a:cubicBezTo>
                    <a:pt x="738" y="5937"/>
                    <a:pt x="275" y="6999"/>
                    <a:pt x="25" y="8124"/>
                  </a:cubicBezTo>
                  <a:cubicBezTo>
                    <a:pt x="0" y="8224"/>
                    <a:pt x="150" y="8261"/>
                    <a:pt x="188" y="8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3" name="Google Shape;4743;p106"/>
            <p:cNvSpPr/>
            <p:nvPr/>
          </p:nvSpPr>
          <p:spPr>
            <a:xfrm>
              <a:off x="638950" y="1634200"/>
              <a:ext cx="81550" cy="88450"/>
            </a:xfrm>
            <a:custGeom>
              <a:rect b="b" l="l" r="r" t="t"/>
              <a:pathLst>
                <a:path extrusionOk="0" h="3538" w="3262">
                  <a:moveTo>
                    <a:pt x="488" y="3387"/>
                  </a:moveTo>
                  <a:cubicBezTo>
                    <a:pt x="275" y="2413"/>
                    <a:pt x="175" y="1050"/>
                    <a:pt x="1187" y="438"/>
                  </a:cubicBezTo>
                  <a:cubicBezTo>
                    <a:pt x="1650" y="176"/>
                    <a:pt x="2250" y="263"/>
                    <a:pt x="2625" y="650"/>
                  </a:cubicBezTo>
                  <a:cubicBezTo>
                    <a:pt x="2937" y="975"/>
                    <a:pt x="3262" y="2300"/>
                    <a:pt x="2475" y="2388"/>
                  </a:cubicBezTo>
                  <a:cubicBezTo>
                    <a:pt x="2400" y="2388"/>
                    <a:pt x="2400" y="2525"/>
                    <a:pt x="2475" y="2512"/>
                  </a:cubicBezTo>
                  <a:cubicBezTo>
                    <a:pt x="3024" y="2462"/>
                    <a:pt x="3199" y="1788"/>
                    <a:pt x="3137" y="1313"/>
                  </a:cubicBezTo>
                  <a:cubicBezTo>
                    <a:pt x="3074" y="700"/>
                    <a:pt x="2600" y="201"/>
                    <a:pt x="1975" y="101"/>
                  </a:cubicBezTo>
                  <a:cubicBezTo>
                    <a:pt x="1337" y="1"/>
                    <a:pt x="825" y="363"/>
                    <a:pt x="500" y="900"/>
                  </a:cubicBezTo>
                  <a:cubicBezTo>
                    <a:pt x="0" y="1700"/>
                    <a:pt x="125" y="2562"/>
                    <a:pt x="325" y="3425"/>
                  </a:cubicBezTo>
                  <a:cubicBezTo>
                    <a:pt x="350" y="3537"/>
                    <a:pt x="525" y="3500"/>
                    <a:pt x="488" y="33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4" name="Google Shape;4744;p106"/>
            <p:cNvSpPr/>
            <p:nvPr/>
          </p:nvSpPr>
          <p:spPr>
            <a:xfrm>
              <a:off x="665200" y="1745425"/>
              <a:ext cx="44075" cy="33150"/>
            </a:xfrm>
            <a:custGeom>
              <a:rect b="b" l="l" r="r" t="t"/>
              <a:pathLst>
                <a:path extrusionOk="0" h="1326" w="1763">
                  <a:moveTo>
                    <a:pt x="350" y="1175"/>
                  </a:moveTo>
                  <a:cubicBezTo>
                    <a:pt x="262" y="863"/>
                    <a:pt x="312" y="538"/>
                    <a:pt x="625" y="363"/>
                  </a:cubicBezTo>
                  <a:cubicBezTo>
                    <a:pt x="825" y="188"/>
                    <a:pt x="1037" y="238"/>
                    <a:pt x="1262" y="525"/>
                  </a:cubicBezTo>
                  <a:cubicBezTo>
                    <a:pt x="1312" y="650"/>
                    <a:pt x="1300" y="788"/>
                    <a:pt x="1225" y="900"/>
                  </a:cubicBezTo>
                  <a:cubicBezTo>
                    <a:pt x="1112" y="975"/>
                    <a:pt x="1212" y="1150"/>
                    <a:pt x="1325" y="1075"/>
                  </a:cubicBezTo>
                  <a:cubicBezTo>
                    <a:pt x="1762" y="813"/>
                    <a:pt x="1412" y="113"/>
                    <a:pt x="987" y="63"/>
                  </a:cubicBezTo>
                  <a:cubicBezTo>
                    <a:pt x="325" y="0"/>
                    <a:pt x="0" y="688"/>
                    <a:pt x="200" y="1225"/>
                  </a:cubicBezTo>
                  <a:cubicBezTo>
                    <a:pt x="237" y="1325"/>
                    <a:pt x="387" y="1288"/>
                    <a:pt x="350" y="1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5" name="Google Shape;4745;p106"/>
            <p:cNvSpPr/>
            <p:nvPr/>
          </p:nvSpPr>
          <p:spPr>
            <a:xfrm>
              <a:off x="685175" y="1354600"/>
              <a:ext cx="32200" cy="31875"/>
            </a:xfrm>
            <a:custGeom>
              <a:rect b="b" l="l" r="r" t="t"/>
              <a:pathLst>
                <a:path extrusionOk="0" h="1275" w="1288">
                  <a:moveTo>
                    <a:pt x="838" y="825"/>
                  </a:moveTo>
                  <a:lnTo>
                    <a:pt x="838" y="825"/>
                  </a:lnTo>
                  <a:cubicBezTo>
                    <a:pt x="826" y="900"/>
                    <a:pt x="926" y="950"/>
                    <a:pt x="988" y="887"/>
                  </a:cubicBezTo>
                  <a:cubicBezTo>
                    <a:pt x="1288" y="475"/>
                    <a:pt x="663" y="0"/>
                    <a:pt x="326" y="412"/>
                  </a:cubicBezTo>
                  <a:cubicBezTo>
                    <a:pt x="1" y="825"/>
                    <a:pt x="563" y="1275"/>
                    <a:pt x="938" y="950"/>
                  </a:cubicBezTo>
                  <a:cubicBezTo>
                    <a:pt x="1001" y="887"/>
                    <a:pt x="913" y="775"/>
                    <a:pt x="838" y="8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6" name="Google Shape;4746;p106"/>
            <p:cNvSpPr/>
            <p:nvPr/>
          </p:nvSpPr>
          <p:spPr>
            <a:xfrm>
              <a:off x="668300" y="1430500"/>
              <a:ext cx="113125" cy="77500"/>
            </a:xfrm>
            <a:custGeom>
              <a:rect b="b" l="l" r="r" t="t"/>
              <a:pathLst>
                <a:path extrusionOk="0" h="3100" w="4525">
                  <a:moveTo>
                    <a:pt x="151" y="3050"/>
                  </a:moveTo>
                  <a:cubicBezTo>
                    <a:pt x="1338" y="1688"/>
                    <a:pt x="2813" y="926"/>
                    <a:pt x="4437" y="176"/>
                  </a:cubicBezTo>
                  <a:cubicBezTo>
                    <a:pt x="4525" y="138"/>
                    <a:pt x="4462" y="1"/>
                    <a:pt x="4375" y="26"/>
                  </a:cubicBezTo>
                  <a:cubicBezTo>
                    <a:pt x="2663" y="538"/>
                    <a:pt x="1163" y="1550"/>
                    <a:pt x="51" y="2950"/>
                  </a:cubicBezTo>
                  <a:cubicBezTo>
                    <a:pt x="1" y="3012"/>
                    <a:pt x="88" y="3100"/>
                    <a:pt x="151" y="30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7" name="Google Shape;4747;p106"/>
            <p:cNvSpPr/>
            <p:nvPr/>
          </p:nvSpPr>
          <p:spPr>
            <a:xfrm>
              <a:off x="769525" y="1413950"/>
              <a:ext cx="32525" cy="30950"/>
            </a:xfrm>
            <a:custGeom>
              <a:rect b="b" l="l" r="r" t="t"/>
              <a:pathLst>
                <a:path extrusionOk="0" h="1238" w="1301">
                  <a:moveTo>
                    <a:pt x="388" y="850"/>
                  </a:moveTo>
                  <a:cubicBezTo>
                    <a:pt x="751" y="1238"/>
                    <a:pt x="1301" y="700"/>
                    <a:pt x="926" y="350"/>
                  </a:cubicBezTo>
                  <a:cubicBezTo>
                    <a:pt x="551" y="0"/>
                    <a:pt x="1" y="638"/>
                    <a:pt x="451" y="888"/>
                  </a:cubicBezTo>
                  <a:cubicBezTo>
                    <a:pt x="538" y="925"/>
                    <a:pt x="626" y="813"/>
                    <a:pt x="563" y="738"/>
                  </a:cubicBezTo>
                  <a:lnTo>
                    <a:pt x="501" y="738"/>
                  </a:lnTo>
                  <a:cubicBezTo>
                    <a:pt x="426" y="675"/>
                    <a:pt x="326" y="775"/>
                    <a:pt x="388" y="8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8" name="Google Shape;4748;p106"/>
            <p:cNvSpPr/>
            <p:nvPr/>
          </p:nvSpPr>
          <p:spPr>
            <a:xfrm>
              <a:off x="786400" y="1462675"/>
              <a:ext cx="10025" cy="5975"/>
            </a:xfrm>
            <a:custGeom>
              <a:rect b="b" l="l" r="r" t="t"/>
              <a:pathLst>
                <a:path extrusionOk="0" h="239" w="401">
                  <a:moveTo>
                    <a:pt x="126" y="213"/>
                  </a:moveTo>
                  <a:cubicBezTo>
                    <a:pt x="188" y="213"/>
                    <a:pt x="238" y="213"/>
                    <a:pt x="301" y="226"/>
                  </a:cubicBezTo>
                  <a:cubicBezTo>
                    <a:pt x="388" y="238"/>
                    <a:pt x="401" y="113"/>
                    <a:pt x="338" y="76"/>
                  </a:cubicBezTo>
                  <a:cubicBezTo>
                    <a:pt x="276" y="26"/>
                    <a:pt x="201" y="1"/>
                    <a:pt x="126" y="13"/>
                  </a:cubicBezTo>
                  <a:cubicBezTo>
                    <a:pt x="1" y="13"/>
                    <a:pt x="1" y="201"/>
                    <a:pt x="126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9" name="Google Shape;4749;p106"/>
            <p:cNvSpPr/>
            <p:nvPr/>
          </p:nvSpPr>
          <p:spPr>
            <a:xfrm>
              <a:off x="756725" y="1594850"/>
              <a:ext cx="7200" cy="10000"/>
            </a:xfrm>
            <a:custGeom>
              <a:rect b="b" l="l" r="r" t="t"/>
              <a:pathLst>
                <a:path extrusionOk="0" h="400" w="288">
                  <a:moveTo>
                    <a:pt x="38" y="150"/>
                  </a:moveTo>
                  <a:cubicBezTo>
                    <a:pt x="63" y="237"/>
                    <a:pt x="101" y="312"/>
                    <a:pt x="176" y="362"/>
                  </a:cubicBezTo>
                  <a:cubicBezTo>
                    <a:pt x="213" y="400"/>
                    <a:pt x="288" y="362"/>
                    <a:pt x="275" y="300"/>
                  </a:cubicBezTo>
                  <a:cubicBezTo>
                    <a:pt x="263" y="225"/>
                    <a:pt x="238" y="150"/>
                    <a:pt x="188" y="88"/>
                  </a:cubicBezTo>
                  <a:cubicBezTo>
                    <a:pt x="151" y="0"/>
                    <a:pt x="1" y="63"/>
                    <a:pt x="38" y="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0" name="Google Shape;4750;p106"/>
            <p:cNvSpPr/>
            <p:nvPr/>
          </p:nvSpPr>
          <p:spPr>
            <a:xfrm>
              <a:off x="627075" y="1453625"/>
              <a:ext cx="27825" cy="156850"/>
            </a:xfrm>
            <a:custGeom>
              <a:rect b="b" l="l" r="r" t="t"/>
              <a:pathLst>
                <a:path extrusionOk="0" h="6274" w="1113">
                  <a:moveTo>
                    <a:pt x="188" y="6174"/>
                  </a:moveTo>
                  <a:cubicBezTo>
                    <a:pt x="250" y="4899"/>
                    <a:pt x="500" y="3675"/>
                    <a:pt x="775" y="2437"/>
                  </a:cubicBezTo>
                  <a:cubicBezTo>
                    <a:pt x="950" y="1625"/>
                    <a:pt x="1113" y="913"/>
                    <a:pt x="788" y="113"/>
                  </a:cubicBezTo>
                  <a:cubicBezTo>
                    <a:pt x="750" y="1"/>
                    <a:pt x="588" y="51"/>
                    <a:pt x="613" y="163"/>
                  </a:cubicBezTo>
                  <a:cubicBezTo>
                    <a:pt x="925" y="1338"/>
                    <a:pt x="488" y="2462"/>
                    <a:pt x="250" y="3625"/>
                  </a:cubicBezTo>
                  <a:cubicBezTo>
                    <a:pt x="75" y="4462"/>
                    <a:pt x="0" y="5312"/>
                    <a:pt x="0" y="6174"/>
                  </a:cubicBezTo>
                  <a:cubicBezTo>
                    <a:pt x="25" y="6274"/>
                    <a:pt x="175" y="6274"/>
                    <a:pt x="188" y="6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1" name="Google Shape;4751;p106"/>
            <p:cNvSpPr/>
            <p:nvPr/>
          </p:nvSpPr>
          <p:spPr>
            <a:xfrm>
              <a:off x="627075" y="1432375"/>
              <a:ext cx="30950" cy="33150"/>
            </a:xfrm>
            <a:custGeom>
              <a:rect b="b" l="l" r="r" t="t"/>
              <a:pathLst>
                <a:path extrusionOk="0" h="1326" w="1238">
                  <a:moveTo>
                    <a:pt x="800" y="976"/>
                  </a:moveTo>
                  <a:cubicBezTo>
                    <a:pt x="1238" y="551"/>
                    <a:pt x="513" y="1"/>
                    <a:pt x="225" y="476"/>
                  </a:cubicBezTo>
                  <a:cubicBezTo>
                    <a:pt x="0" y="851"/>
                    <a:pt x="663" y="1325"/>
                    <a:pt x="813" y="851"/>
                  </a:cubicBezTo>
                  <a:cubicBezTo>
                    <a:pt x="825" y="763"/>
                    <a:pt x="725" y="701"/>
                    <a:pt x="650" y="763"/>
                  </a:cubicBezTo>
                  <a:cubicBezTo>
                    <a:pt x="663" y="801"/>
                    <a:pt x="675" y="838"/>
                    <a:pt x="688" y="876"/>
                  </a:cubicBezTo>
                  <a:cubicBezTo>
                    <a:pt x="638" y="963"/>
                    <a:pt x="738" y="1038"/>
                    <a:pt x="813" y="9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2" name="Google Shape;4752;p106"/>
            <p:cNvSpPr/>
            <p:nvPr/>
          </p:nvSpPr>
          <p:spPr>
            <a:xfrm>
              <a:off x="684550" y="1388025"/>
              <a:ext cx="22525" cy="72800"/>
            </a:xfrm>
            <a:custGeom>
              <a:rect b="b" l="l" r="r" t="t"/>
              <a:pathLst>
                <a:path extrusionOk="0" h="2912" w="901">
                  <a:moveTo>
                    <a:pt x="801" y="2650"/>
                  </a:moveTo>
                  <a:cubicBezTo>
                    <a:pt x="213" y="2012"/>
                    <a:pt x="263" y="975"/>
                    <a:pt x="451" y="188"/>
                  </a:cubicBezTo>
                  <a:cubicBezTo>
                    <a:pt x="488" y="63"/>
                    <a:pt x="326" y="0"/>
                    <a:pt x="251" y="113"/>
                  </a:cubicBezTo>
                  <a:cubicBezTo>
                    <a:pt x="1" y="525"/>
                    <a:pt x="26" y="1225"/>
                    <a:pt x="101" y="1687"/>
                  </a:cubicBezTo>
                  <a:cubicBezTo>
                    <a:pt x="151" y="2112"/>
                    <a:pt x="338" y="2500"/>
                    <a:pt x="638" y="2812"/>
                  </a:cubicBezTo>
                  <a:cubicBezTo>
                    <a:pt x="738" y="2912"/>
                    <a:pt x="901" y="2750"/>
                    <a:pt x="788" y="2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3" name="Google Shape;4753;p106"/>
            <p:cNvSpPr/>
            <p:nvPr/>
          </p:nvSpPr>
          <p:spPr>
            <a:xfrm>
              <a:off x="690175" y="1388950"/>
              <a:ext cx="23775" cy="70625"/>
            </a:xfrm>
            <a:custGeom>
              <a:rect b="b" l="l" r="r" t="t"/>
              <a:pathLst>
                <a:path extrusionOk="0" h="2825" w="951">
                  <a:moveTo>
                    <a:pt x="88" y="213"/>
                  </a:moveTo>
                  <a:cubicBezTo>
                    <a:pt x="763" y="763"/>
                    <a:pt x="501" y="1938"/>
                    <a:pt x="401" y="2650"/>
                  </a:cubicBezTo>
                  <a:cubicBezTo>
                    <a:pt x="376" y="2750"/>
                    <a:pt x="513" y="2825"/>
                    <a:pt x="576" y="2725"/>
                  </a:cubicBezTo>
                  <a:cubicBezTo>
                    <a:pt x="951" y="2013"/>
                    <a:pt x="888" y="588"/>
                    <a:pt x="201" y="63"/>
                  </a:cubicBezTo>
                  <a:cubicBezTo>
                    <a:pt x="113" y="1"/>
                    <a:pt x="1" y="138"/>
                    <a:pt x="88" y="2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4" name="Google Shape;4754;p106"/>
            <p:cNvSpPr/>
            <p:nvPr/>
          </p:nvSpPr>
          <p:spPr>
            <a:xfrm>
              <a:off x="642075" y="1541100"/>
              <a:ext cx="56875" cy="18150"/>
            </a:xfrm>
            <a:custGeom>
              <a:rect b="b" l="l" r="r" t="t"/>
              <a:pathLst>
                <a:path extrusionOk="0" h="726" w="2275">
                  <a:moveTo>
                    <a:pt x="113" y="500"/>
                  </a:moveTo>
                  <a:cubicBezTo>
                    <a:pt x="800" y="725"/>
                    <a:pt x="1537" y="638"/>
                    <a:pt x="2150" y="251"/>
                  </a:cubicBezTo>
                  <a:cubicBezTo>
                    <a:pt x="2275" y="188"/>
                    <a:pt x="2162" y="1"/>
                    <a:pt x="2037" y="63"/>
                  </a:cubicBezTo>
                  <a:cubicBezTo>
                    <a:pt x="1475" y="401"/>
                    <a:pt x="800" y="488"/>
                    <a:pt x="163" y="313"/>
                  </a:cubicBezTo>
                  <a:cubicBezTo>
                    <a:pt x="50" y="288"/>
                    <a:pt x="0" y="463"/>
                    <a:pt x="113" y="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5" name="Google Shape;4755;p106"/>
            <p:cNvSpPr/>
            <p:nvPr/>
          </p:nvSpPr>
          <p:spPr>
            <a:xfrm>
              <a:off x="642375" y="1531100"/>
              <a:ext cx="55950" cy="20950"/>
            </a:xfrm>
            <a:custGeom>
              <a:rect b="b" l="l" r="r" t="t"/>
              <a:pathLst>
                <a:path extrusionOk="0" h="838" w="2238">
                  <a:moveTo>
                    <a:pt x="2113" y="438"/>
                  </a:moveTo>
                  <a:cubicBezTo>
                    <a:pt x="1763" y="313"/>
                    <a:pt x="1" y="1"/>
                    <a:pt x="113" y="776"/>
                  </a:cubicBezTo>
                  <a:cubicBezTo>
                    <a:pt x="126" y="813"/>
                    <a:pt x="176" y="838"/>
                    <a:pt x="213" y="826"/>
                  </a:cubicBezTo>
                  <a:cubicBezTo>
                    <a:pt x="463" y="738"/>
                    <a:pt x="626" y="588"/>
                    <a:pt x="913" y="538"/>
                  </a:cubicBezTo>
                  <a:cubicBezTo>
                    <a:pt x="1300" y="488"/>
                    <a:pt x="1688" y="526"/>
                    <a:pt x="2050" y="663"/>
                  </a:cubicBezTo>
                  <a:cubicBezTo>
                    <a:pt x="2188" y="701"/>
                    <a:pt x="2238" y="501"/>
                    <a:pt x="2113" y="4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6" name="Google Shape;4756;p106"/>
            <p:cNvSpPr/>
            <p:nvPr/>
          </p:nvSpPr>
          <p:spPr>
            <a:xfrm>
              <a:off x="703625" y="1808525"/>
              <a:ext cx="26875" cy="82825"/>
            </a:xfrm>
            <a:custGeom>
              <a:rect b="b" l="l" r="r" t="t"/>
              <a:pathLst>
                <a:path extrusionOk="0" h="3313" w="1075">
                  <a:moveTo>
                    <a:pt x="350" y="3162"/>
                  </a:moveTo>
                  <a:cubicBezTo>
                    <a:pt x="288" y="2600"/>
                    <a:pt x="325" y="2038"/>
                    <a:pt x="462" y="1500"/>
                  </a:cubicBezTo>
                  <a:cubicBezTo>
                    <a:pt x="600" y="1013"/>
                    <a:pt x="887" y="613"/>
                    <a:pt x="1050" y="138"/>
                  </a:cubicBezTo>
                  <a:cubicBezTo>
                    <a:pt x="1075" y="63"/>
                    <a:pt x="962" y="1"/>
                    <a:pt x="912" y="63"/>
                  </a:cubicBezTo>
                  <a:cubicBezTo>
                    <a:pt x="138" y="813"/>
                    <a:pt x="0" y="2175"/>
                    <a:pt x="138" y="3187"/>
                  </a:cubicBezTo>
                  <a:cubicBezTo>
                    <a:pt x="163" y="3312"/>
                    <a:pt x="363" y="3287"/>
                    <a:pt x="350" y="3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7" name="Google Shape;4757;p106"/>
            <p:cNvSpPr/>
            <p:nvPr/>
          </p:nvSpPr>
          <p:spPr>
            <a:xfrm>
              <a:off x="708300" y="1808525"/>
              <a:ext cx="30950" cy="100950"/>
            </a:xfrm>
            <a:custGeom>
              <a:rect b="b" l="l" r="r" t="t"/>
              <a:pathLst>
                <a:path extrusionOk="0" h="4038" w="1238">
                  <a:moveTo>
                    <a:pt x="788" y="201"/>
                  </a:moveTo>
                  <a:cubicBezTo>
                    <a:pt x="900" y="876"/>
                    <a:pt x="1000" y="1575"/>
                    <a:pt x="850" y="2250"/>
                  </a:cubicBezTo>
                  <a:cubicBezTo>
                    <a:pt x="713" y="2800"/>
                    <a:pt x="400" y="3287"/>
                    <a:pt x="88" y="3762"/>
                  </a:cubicBezTo>
                  <a:cubicBezTo>
                    <a:pt x="1" y="3900"/>
                    <a:pt x="226" y="4037"/>
                    <a:pt x="313" y="3887"/>
                  </a:cubicBezTo>
                  <a:cubicBezTo>
                    <a:pt x="688" y="3325"/>
                    <a:pt x="1038" y="2738"/>
                    <a:pt x="1138" y="2050"/>
                  </a:cubicBezTo>
                  <a:cubicBezTo>
                    <a:pt x="1238" y="1425"/>
                    <a:pt x="1113" y="763"/>
                    <a:pt x="1000" y="138"/>
                  </a:cubicBezTo>
                  <a:cubicBezTo>
                    <a:pt x="975" y="1"/>
                    <a:pt x="763" y="63"/>
                    <a:pt x="788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8" name="Google Shape;4758;p106"/>
            <p:cNvSpPr/>
            <p:nvPr/>
          </p:nvSpPr>
          <p:spPr>
            <a:xfrm>
              <a:off x="887000" y="1496125"/>
              <a:ext cx="8475" cy="8125"/>
            </a:xfrm>
            <a:custGeom>
              <a:rect b="b" l="l" r="r" t="t"/>
              <a:pathLst>
                <a:path extrusionOk="0" h="325" w="339">
                  <a:moveTo>
                    <a:pt x="251" y="13"/>
                  </a:moveTo>
                  <a:cubicBezTo>
                    <a:pt x="163" y="0"/>
                    <a:pt x="76" y="38"/>
                    <a:pt x="38" y="113"/>
                  </a:cubicBezTo>
                  <a:cubicBezTo>
                    <a:pt x="13" y="125"/>
                    <a:pt x="1" y="163"/>
                    <a:pt x="13" y="188"/>
                  </a:cubicBezTo>
                  <a:cubicBezTo>
                    <a:pt x="26" y="213"/>
                    <a:pt x="26" y="250"/>
                    <a:pt x="38" y="275"/>
                  </a:cubicBezTo>
                  <a:cubicBezTo>
                    <a:pt x="51" y="300"/>
                    <a:pt x="113" y="325"/>
                    <a:pt x="138" y="288"/>
                  </a:cubicBezTo>
                  <a:lnTo>
                    <a:pt x="276" y="150"/>
                  </a:lnTo>
                  <a:cubicBezTo>
                    <a:pt x="338" y="125"/>
                    <a:pt x="338" y="0"/>
                    <a:pt x="251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9" name="Google Shape;4759;p106"/>
            <p:cNvSpPr/>
            <p:nvPr/>
          </p:nvSpPr>
          <p:spPr>
            <a:xfrm>
              <a:off x="893575" y="1496125"/>
              <a:ext cx="58750" cy="15000"/>
            </a:xfrm>
            <a:custGeom>
              <a:rect b="b" l="l" r="r" t="t"/>
              <a:pathLst>
                <a:path extrusionOk="0" h="600" w="2350">
                  <a:moveTo>
                    <a:pt x="50" y="125"/>
                  </a:moveTo>
                  <a:cubicBezTo>
                    <a:pt x="725" y="462"/>
                    <a:pt x="1525" y="600"/>
                    <a:pt x="2262" y="375"/>
                  </a:cubicBezTo>
                  <a:cubicBezTo>
                    <a:pt x="2350" y="350"/>
                    <a:pt x="2337" y="188"/>
                    <a:pt x="2237" y="200"/>
                  </a:cubicBezTo>
                  <a:cubicBezTo>
                    <a:pt x="1487" y="288"/>
                    <a:pt x="812" y="288"/>
                    <a:pt x="100" y="25"/>
                  </a:cubicBezTo>
                  <a:cubicBezTo>
                    <a:pt x="38" y="0"/>
                    <a:pt x="0" y="100"/>
                    <a:pt x="50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0" name="Google Shape;4760;p106"/>
            <p:cNvSpPr/>
            <p:nvPr/>
          </p:nvSpPr>
          <p:spPr>
            <a:xfrm>
              <a:off x="927000" y="1501125"/>
              <a:ext cx="25325" cy="17200"/>
            </a:xfrm>
            <a:custGeom>
              <a:rect b="b" l="l" r="r" t="t"/>
              <a:pathLst>
                <a:path extrusionOk="0" h="688" w="1013">
                  <a:moveTo>
                    <a:pt x="825" y="75"/>
                  </a:moveTo>
                  <a:cubicBezTo>
                    <a:pt x="613" y="337"/>
                    <a:pt x="375" y="412"/>
                    <a:pt x="75" y="525"/>
                  </a:cubicBezTo>
                  <a:cubicBezTo>
                    <a:pt x="0" y="562"/>
                    <a:pt x="0" y="687"/>
                    <a:pt x="100" y="675"/>
                  </a:cubicBezTo>
                  <a:cubicBezTo>
                    <a:pt x="450" y="662"/>
                    <a:pt x="763" y="475"/>
                    <a:pt x="963" y="187"/>
                  </a:cubicBezTo>
                  <a:cubicBezTo>
                    <a:pt x="1013" y="100"/>
                    <a:pt x="888" y="0"/>
                    <a:pt x="825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1" name="Google Shape;4761;p106"/>
            <p:cNvSpPr/>
            <p:nvPr/>
          </p:nvSpPr>
          <p:spPr>
            <a:xfrm>
              <a:off x="886700" y="1501125"/>
              <a:ext cx="26575" cy="55300"/>
            </a:xfrm>
            <a:custGeom>
              <a:rect b="b" l="l" r="r" t="t"/>
              <a:pathLst>
                <a:path extrusionOk="0" h="2212" w="1063">
                  <a:moveTo>
                    <a:pt x="38" y="138"/>
                  </a:moveTo>
                  <a:cubicBezTo>
                    <a:pt x="213" y="437"/>
                    <a:pt x="363" y="750"/>
                    <a:pt x="488" y="1087"/>
                  </a:cubicBezTo>
                  <a:cubicBezTo>
                    <a:pt x="600" y="1437"/>
                    <a:pt x="525" y="1737"/>
                    <a:pt x="488" y="2099"/>
                  </a:cubicBezTo>
                  <a:cubicBezTo>
                    <a:pt x="475" y="2187"/>
                    <a:pt x="600" y="2212"/>
                    <a:pt x="638" y="2137"/>
                  </a:cubicBezTo>
                  <a:cubicBezTo>
                    <a:pt x="1062" y="1437"/>
                    <a:pt x="600" y="600"/>
                    <a:pt x="125" y="50"/>
                  </a:cubicBezTo>
                  <a:cubicBezTo>
                    <a:pt x="75" y="0"/>
                    <a:pt x="0" y="75"/>
                    <a:pt x="25" y="1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2" name="Google Shape;4762;p106"/>
            <p:cNvSpPr/>
            <p:nvPr/>
          </p:nvSpPr>
          <p:spPr>
            <a:xfrm>
              <a:off x="897000" y="1522975"/>
              <a:ext cx="17200" cy="34700"/>
            </a:xfrm>
            <a:custGeom>
              <a:rect b="b" l="l" r="r" t="t"/>
              <a:pathLst>
                <a:path extrusionOk="0" h="1388" w="688">
                  <a:moveTo>
                    <a:pt x="301" y="1263"/>
                  </a:moveTo>
                  <a:cubicBezTo>
                    <a:pt x="563" y="938"/>
                    <a:pt x="688" y="513"/>
                    <a:pt x="638" y="101"/>
                  </a:cubicBezTo>
                  <a:cubicBezTo>
                    <a:pt x="613" y="1"/>
                    <a:pt x="463" y="38"/>
                    <a:pt x="463" y="126"/>
                  </a:cubicBezTo>
                  <a:cubicBezTo>
                    <a:pt x="438" y="513"/>
                    <a:pt x="375" y="813"/>
                    <a:pt x="113" y="1101"/>
                  </a:cubicBezTo>
                  <a:cubicBezTo>
                    <a:pt x="1" y="1238"/>
                    <a:pt x="201" y="1388"/>
                    <a:pt x="301" y="1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3" name="Google Shape;4763;p106"/>
            <p:cNvSpPr/>
            <p:nvPr/>
          </p:nvSpPr>
          <p:spPr>
            <a:xfrm>
              <a:off x="907925" y="1521425"/>
              <a:ext cx="22850" cy="11275"/>
            </a:xfrm>
            <a:custGeom>
              <a:rect b="b" l="l" r="r" t="t"/>
              <a:pathLst>
                <a:path extrusionOk="0" h="451" w="914">
                  <a:moveTo>
                    <a:pt x="126" y="213"/>
                  </a:moveTo>
                  <a:cubicBezTo>
                    <a:pt x="351" y="275"/>
                    <a:pt x="551" y="388"/>
                    <a:pt x="776" y="425"/>
                  </a:cubicBezTo>
                  <a:cubicBezTo>
                    <a:pt x="863" y="450"/>
                    <a:pt x="913" y="338"/>
                    <a:pt x="838" y="288"/>
                  </a:cubicBezTo>
                  <a:cubicBezTo>
                    <a:pt x="638" y="163"/>
                    <a:pt x="413" y="75"/>
                    <a:pt x="176" y="38"/>
                  </a:cubicBezTo>
                  <a:cubicBezTo>
                    <a:pt x="51" y="0"/>
                    <a:pt x="1" y="175"/>
                    <a:pt x="126" y="2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4" name="Google Shape;4764;p106"/>
            <p:cNvSpPr/>
            <p:nvPr/>
          </p:nvSpPr>
          <p:spPr>
            <a:xfrm>
              <a:off x="915425" y="1512975"/>
              <a:ext cx="16275" cy="19725"/>
            </a:xfrm>
            <a:custGeom>
              <a:rect b="b" l="l" r="r" t="t"/>
              <a:pathLst>
                <a:path extrusionOk="0" h="789" w="651">
                  <a:moveTo>
                    <a:pt x="588" y="563"/>
                  </a:moveTo>
                  <a:cubicBezTo>
                    <a:pt x="501" y="376"/>
                    <a:pt x="376" y="201"/>
                    <a:pt x="213" y="63"/>
                  </a:cubicBezTo>
                  <a:cubicBezTo>
                    <a:pt x="138" y="1"/>
                    <a:pt x="1" y="88"/>
                    <a:pt x="63" y="176"/>
                  </a:cubicBezTo>
                  <a:cubicBezTo>
                    <a:pt x="176" y="351"/>
                    <a:pt x="288" y="501"/>
                    <a:pt x="401" y="663"/>
                  </a:cubicBezTo>
                  <a:cubicBezTo>
                    <a:pt x="476" y="788"/>
                    <a:pt x="651" y="688"/>
                    <a:pt x="588" y="5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5" name="Google Shape;4765;p106"/>
            <p:cNvSpPr/>
            <p:nvPr/>
          </p:nvSpPr>
          <p:spPr>
            <a:xfrm>
              <a:off x="917300" y="1513300"/>
              <a:ext cx="17225" cy="6900"/>
            </a:xfrm>
            <a:custGeom>
              <a:rect b="b" l="l" r="r" t="t"/>
              <a:pathLst>
                <a:path extrusionOk="0" h="276" w="689">
                  <a:moveTo>
                    <a:pt x="126" y="225"/>
                  </a:moveTo>
                  <a:cubicBezTo>
                    <a:pt x="288" y="275"/>
                    <a:pt x="463" y="250"/>
                    <a:pt x="613" y="163"/>
                  </a:cubicBezTo>
                  <a:cubicBezTo>
                    <a:pt x="688" y="113"/>
                    <a:pt x="626" y="0"/>
                    <a:pt x="551" y="25"/>
                  </a:cubicBezTo>
                  <a:lnTo>
                    <a:pt x="176" y="38"/>
                  </a:lnTo>
                  <a:cubicBezTo>
                    <a:pt x="51" y="13"/>
                    <a:pt x="1" y="188"/>
                    <a:pt x="126" y="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6" name="Google Shape;4766;p106"/>
            <p:cNvSpPr/>
            <p:nvPr/>
          </p:nvSpPr>
          <p:spPr>
            <a:xfrm>
              <a:off x="926050" y="1528925"/>
              <a:ext cx="28775" cy="23450"/>
            </a:xfrm>
            <a:custGeom>
              <a:rect b="b" l="l" r="r" t="t"/>
              <a:pathLst>
                <a:path extrusionOk="0" h="938" w="1151">
                  <a:moveTo>
                    <a:pt x="501" y="163"/>
                  </a:moveTo>
                  <a:cubicBezTo>
                    <a:pt x="1" y="263"/>
                    <a:pt x="276" y="937"/>
                    <a:pt x="713" y="838"/>
                  </a:cubicBezTo>
                  <a:cubicBezTo>
                    <a:pt x="1150" y="750"/>
                    <a:pt x="1013" y="0"/>
                    <a:pt x="513" y="150"/>
                  </a:cubicBezTo>
                  <a:cubicBezTo>
                    <a:pt x="401" y="188"/>
                    <a:pt x="426" y="350"/>
                    <a:pt x="538" y="350"/>
                  </a:cubicBezTo>
                  <a:cubicBezTo>
                    <a:pt x="538" y="350"/>
                    <a:pt x="538" y="325"/>
                    <a:pt x="551" y="325"/>
                  </a:cubicBezTo>
                  <a:cubicBezTo>
                    <a:pt x="663" y="288"/>
                    <a:pt x="613" y="125"/>
                    <a:pt x="501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7" name="Google Shape;4767;p106"/>
            <p:cNvSpPr/>
            <p:nvPr/>
          </p:nvSpPr>
          <p:spPr>
            <a:xfrm>
              <a:off x="6209675" y="1202450"/>
              <a:ext cx="551125" cy="190275"/>
            </a:xfrm>
            <a:custGeom>
              <a:rect b="b" l="l" r="r" t="t"/>
              <a:pathLst>
                <a:path extrusionOk="0" h="7611" w="22045">
                  <a:moveTo>
                    <a:pt x="225" y="2949"/>
                  </a:moveTo>
                  <a:cubicBezTo>
                    <a:pt x="5049" y="7611"/>
                    <a:pt x="11447" y="0"/>
                    <a:pt x="17096" y="1300"/>
                  </a:cubicBezTo>
                  <a:cubicBezTo>
                    <a:pt x="20083" y="2000"/>
                    <a:pt x="22045" y="4312"/>
                    <a:pt x="21945" y="7373"/>
                  </a:cubicBezTo>
                  <a:cubicBezTo>
                    <a:pt x="21932" y="7461"/>
                    <a:pt x="21820" y="7461"/>
                    <a:pt x="21807" y="7373"/>
                  </a:cubicBezTo>
                  <a:cubicBezTo>
                    <a:pt x="21532" y="1100"/>
                    <a:pt x="14534" y="887"/>
                    <a:pt x="10173" y="2724"/>
                  </a:cubicBezTo>
                  <a:cubicBezTo>
                    <a:pt x="8448" y="3449"/>
                    <a:pt x="6736" y="4437"/>
                    <a:pt x="4837" y="4661"/>
                  </a:cubicBezTo>
                  <a:cubicBezTo>
                    <a:pt x="2937" y="4886"/>
                    <a:pt x="1425" y="4387"/>
                    <a:pt x="88" y="3087"/>
                  </a:cubicBezTo>
                  <a:cubicBezTo>
                    <a:pt x="0" y="2999"/>
                    <a:pt x="125" y="2874"/>
                    <a:pt x="213" y="294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8" name="Google Shape;4768;p106"/>
            <p:cNvSpPr/>
            <p:nvPr/>
          </p:nvSpPr>
          <p:spPr>
            <a:xfrm>
              <a:off x="6575200" y="1369575"/>
              <a:ext cx="180925" cy="121575"/>
            </a:xfrm>
            <a:custGeom>
              <a:rect b="b" l="l" r="r" t="t"/>
              <a:pathLst>
                <a:path extrusionOk="0" h="4863" w="7237">
                  <a:moveTo>
                    <a:pt x="7224" y="1688"/>
                  </a:moveTo>
                  <a:cubicBezTo>
                    <a:pt x="7086" y="3700"/>
                    <a:pt x="4624" y="4862"/>
                    <a:pt x="2825" y="4325"/>
                  </a:cubicBezTo>
                  <a:cubicBezTo>
                    <a:pt x="1313" y="3875"/>
                    <a:pt x="0" y="1338"/>
                    <a:pt x="1388" y="88"/>
                  </a:cubicBezTo>
                  <a:cubicBezTo>
                    <a:pt x="1463" y="1"/>
                    <a:pt x="1588" y="126"/>
                    <a:pt x="1500" y="201"/>
                  </a:cubicBezTo>
                  <a:cubicBezTo>
                    <a:pt x="113" y="1725"/>
                    <a:pt x="1775" y="4025"/>
                    <a:pt x="3400" y="4225"/>
                  </a:cubicBezTo>
                  <a:cubicBezTo>
                    <a:pt x="4949" y="4425"/>
                    <a:pt x="6911" y="3413"/>
                    <a:pt x="7024" y="1688"/>
                  </a:cubicBezTo>
                  <a:cubicBezTo>
                    <a:pt x="7036" y="1563"/>
                    <a:pt x="7236" y="1563"/>
                    <a:pt x="7224" y="16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9" name="Google Shape;4769;p106"/>
            <p:cNvSpPr/>
            <p:nvPr/>
          </p:nvSpPr>
          <p:spPr>
            <a:xfrm>
              <a:off x="6628300" y="1348025"/>
              <a:ext cx="73450" cy="77200"/>
            </a:xfrm>
            <a:custGeom>
              <a:rect b="b" l="l" r="r" t="t"/>
              <a:pathLst>
                <a:path extrusionOk="0" h="3088" w="2938">
                  <a:moveTo>
                    <a:pt x="88" y="488"/>
                  </a:moveTo>
                  <a:cubicBezTo>
                    <a:pt x="913" y="1"/>
                    <a:pt x="2138" y="351"/>
                    <a:pt x="2550" y="1238"/>
                  </a:cubicBezTo>
                  <a:cubicBezTo>
                    <a:pt x="2938" y="2063"/>
                    <a:pt x="2325" y="2987"/>
                    <a:pt x="1451" y="3075"/>
                  </a:cubicBezTo>
                  <a:cubicBezTo>
                    <a:pt x="1338" y="3087"/>
                    <a:pt x="1313" y="2900"/>
                    <a:pt x="1426" y="2887"/>
                  </a:cubicBezTo>
                  <a:cubicBezTo>
                    <a:pt x="2238" y="2737"/>
                    <a:pt x="2738" y="1913"/>
                    <a:pt x="2275" y="1163"/>
                  </a:cubicBezTo>
                  <a:cubicBezTo>
                    <a:pt x="1800" y="476"/>
                    <a:pt x="901" y="251"/>
                    <a:pt x="163" y="625"/>
                  </a:cubicBezTo>
                  <a:cubicBezTo>
                    <a:pt x="76" y="675"/>
                    <a:pt x="1" y="538"/>
                    <a:pt x="88" y="4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0" name="Google Shape;4770;p106"/>
            <p:cNvSpPr/>
            <p:nvPr/>
          </p:nvSpPr>
          <p:spPr>
            <a:xfrm>
              <a:off x="6655500" y="1418950"/>
              <a:ext cx="25" cy="325"/>
            </a:xfrm>
            <a:custGeom>
              <a:rect b="b" l="l" r="r" t="t"/>
              <a:pathLst>
                <a:path extrusionOk="0" h="13" w="1">
                  <a:moveTo>
                    <a:pt x="0" y="1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1" name="Google Shape;4771;p106"/>
            <p:cNvSpPr/>
            <p:nvPr/>
          </p:nvSpPr>
          <p:spPr>
            <a:xfrm>
              <a:off x="6641425" y="1240875"/>
              <a:ext cx="206550" cy="104050"/>
            </a:xfrm>
            <a:custGeom>
              <a:rect b="b" l="l" r="r" t="t"/>
              <a:pathLst>
                <a:path extrusionOk="0" h="4162" w="8262">
                  <a:moveTo>
                    <a:pt x="138" y="25"/>
                  </a:moveTo>
                  <a:cubicBezTo>
                    <a:pt x="1263" y="263"/>
                    <a:pt x="2325" y="725"/>
                    <a:pt x="3275" y="1375"/>
                  </a:cubicBezTo>
                  <a:cubicBezTo>
                    <a:pt x="4725" y="2387"/>
                    <a:pt x="6199" y="4162"/>
                    <a:pt x="8086" y="2875"/>
                  </a:cubicBezTo>
                  <a:cubicBezTo>
                    <a:pt x="8161" y="2825"/>
                    <a:pt x="8261" y="2950"/>
                    <a:pt x="8186" y="3012"/>
                  </a:cubicBezTo>
                  <a:cubicBezTo>
                    <a:pt x="7436" y="3699"/>
                    <a:pt x="6487" y="3699"/>
                    <a:pt x="5562" y="3299"/>
                  </a:cubicBezTo>
                  <a:cubicBezTo>
                    <a:pt x="4887" y="2999"/>
                    <a:pt x="4362" y="2475"/>
                    <a:pt x="3787" y="2025"/>
                  </a:cubicBezTo>
                  <a:cubicBezTo>
                    <a:pt x="2713" y="1137"/>
                    <a:pt x="1450" y="500"/>
                    <a:pt x="88" y="175"/>
                  </a:cubicBezTo>
                  <a:cubicBezTo>
                    <a:pt x="1" y="150"/>
                    <a:pt x="38" y="0"/>
                    <a:pt x="138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2" name="Google Shape;4772;p106"/>
            <p:cNvSpPr/>
            <p:nvPr/>
          </p:nvSpPr>
          <p:spPr>
            <a:xfrm>
              <a:off x="6499275" y="1245875"/>
              <a:ext cx="88450" cy="80000"/>
            </a:xfrm>
            <a:custGeom>
              <a:rect b="b" l="l" r="r" t="t"/>
              <a:pathLst>
                <a:path extrusionOk="0" h="3200" w="3538">
                  <a:moveTo>
                    <a:pt x="101" y="313"/>
                  </a:moveTo>
                  <a:cubicBezTo>
                    <a:pt x="988" y="113"/>
                    <a:pt x="1838" y="0"/>
                    <a:pt x="2638" y="488"/>
                  </a:cubicBezTo>
                  <a:cubicBezTo>
                    <a:pt x="3175" y="813"/>
                    <a:pt x="3537" y="1325"/>
                    <a:pt x="3437" y="1975"/>
                  </a:cubicBezTo>
                  <a:cubicBezTo>
                    <a:pt x="3337" y="2587"/>
                    <a:pt x="2838" y="3062"/>
                    <a:pt x="2225" y="3137"/>
                  </a:cubicBezTo>
                  <a:cubicBezTo>
                    <a:pt x="1750" y="3187"/>
                    <a:pt x="1075" y="3024"/>
                    <a:pt x="1026" y="2475"/>
                  </a:cubicBezTo>
                  <a:cubicBezTo>
                    <a:pt x="1013" y="2387"/>
                    <a:pt x="1150" y="2387"/>
                    <a:pt x="1150" y="2475"/>
                  </a:cubicBezTo>
                  <a:cubicBezTo>
                    <a:pt x="1225" y="3199"/>
                    <a:pt x="2438" y="2937"/>
                    <a:pt x="2750" y="2712"/>
                  </a:cubicBezTo>
                  <a:cubicBezTo>
                    <a:pt x="3237" y="2362"/>
                    <a:pt x="3387" y="1700"/>
                    <a:pt x="3087" y="1175"/>
                  </a:cubicBezTo>
                  <a:cubicBezTo>
                    <a:pt x="2475" y="163"/>
                    <a:pt x="1125" y="263"/>
                    <a:pt x="151" y="488"/>
                  </a:cubicBezTo>
                  <a:cubicBezTo>
                    <a:pt x="38" y="513"/>
                    <a:pt x="1" y="338"/>
                    <a:pt x="101" y="3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3" name="Google Shape;4773;p106"/>
            <p:cNvSpPr/>
            <p:nvPr/>
          </p:nvSpPr>
          <p:spPr>
            <a:xfrm>
              <a:off x="6443675" y="1272100"/>
              <a:ext cx="33125" cy="43775"/>
            </a:xfrm>
            <a:custGeom>
              <a:rect b="b" l="l" r="r" t="t"/>
              <a:pathLst>
                <a:path extrusionOk="0" h="1751" w="1325">
                  <a:moveTo>
                    <a:pt x="88" y="188"/>
                  </a:moveTo>
                  <a:cubicBezTo>
                    <a:pt x="638" y="1"/>
                    <a:pt x="1325" y="326"/>
                    <a:pt x="1250" y="976"/>
                  </a:cubicBezTo>
                  <a:cubicBezTo>
                    <a:pt x="1200" y="1413"/>
                    <a:pt x="500" y="1750"/>
                    <a:pt x="238" y="1326"/>
                  </a:cubicBezTo>
                  <a:cubicBezTo>
                    <a:pt x="175" y="1213"/>
                    <a:pt x="350" y="1101"/>
                    <a:pt x="425" y="1213"/>
                  </a:cubicBezTo>
                  <a:cubicBezTo>
                    <a:pt x="538" y="1288"/>
                    <a:pt x="675" y="1301"/>
                    <a:pt x="800" y="1263"/>
                  </a:cubicBezTo>
                  <a:cubicBezTo>
                    <a:pt x="1075" y="1026"/>
                    <a:pt x="1125" y="813"/>
                    <a:pt x="950" y="613"/>
                  </a:cubicBezTo>
                  <a:cubicBezTo>
                    <a:pt x="788" y="301"/>
                    <a:pt x="450" y="263"/>
                    <a:pt x="138" y="351"/>
                  </a:cubicBezTo>
                  <a:cubicBezTo>
                    <a:pt x="38" y="376"/>
                    <a:pt x="0" y="226"/>
                    <a:pt x="100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4" name="Google Shape;4774;p106"/>
            <p:cNvSpPr/>
            <p:nvPr/>
          </p:nvSpPr>
          <p:spPr>
            <a:xfrm>
              <a:off x="6835450" y="1292100"/>
              <a:ext cx="31875" cy="31900"/>
            </a:xfrm>
            <a:custGeom>
              <a:rect b="b" l="l" r="r" t="t"/>
              <a:pathLst>
                <a:path extrusionOk="0" h="1276" w="1275">
                  <a:moveTo>
                    <a:pt x="325" y="925"/>
                  </a:moveTo>
                  <a:cubicBezTo>
                    <a:pt x="0" y="563"/>
                    <a:pt x="450" y="1"/>
                    <a:pt x="863" y="326"/>
                  </a:cubicBezTo>
                  <a:cubicBezTo>
                    <a:pt x="1275" y="651"/>
                    <a:pt x="800" y="1275"/>
                    <a:pt x="388" y="975"/>
                  </a:cubicBezTo>
                  <a:cubicBezTo>
                    <a:pt x="325" y="925"/>
                    <a:pt x="375" y="813"/>
                    <a:pt x="463" y="826"/>
                  </a:cubicBezTo>
                  <a:lnTo>
                    <a:pt x="463" y="826"/>
                  </a:lnTo>
                  <a:cubicBezTo>
                    <a:pt x="500" y="901"/>
                    <a:pt x="400" y="1000"/>
                    <a:pt x="338" y="9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5" name="Google Shape;4775;p106"/>
            <p:cNvSpPr/>
            <p:nvPr/>
          </p:nvSpPr>
          <p:spPr>
            <a:xfrm>
              <a:off x="6713600" y="1274925"/>
              <a:ext cx="77825" cy="113125"/>
            </a:xfrm>
            <a:custGeom>
              <a:rect b="b" l="l" r="r" t="t"/>
              <a:pathLst>
                <a:path extrusionOk="0" h="4525" w="3113">
                  <a:moveTo>
                    <a:pt x="163" y="63"/>
                  </a:moveTo>
                  <a:cubicBezTo>
                    <a:pt x="1550" y="1163"/>
                    <a:pt x="2575" y="2675"/>
                    <a:pt x="3087" y="4374"/>
                  </a:cubicBezTo>
                  <a:cubicBezTo>
                    <a:pt x="3112" y="4462"/>
                    <a:pt x="2975" y="4524"/>
                    <a:pt x="2925" y="4437"/>
                  </a:cubicBezTo>
                  <a:cubicBezTo>
                    <a:pt x="2175" y="2825"/>
                    <a:pt x="1413" y="1338"/>
                    <a:pt x="63" y="150"/>
                  </a:cubicBezTo>
                  <a:cubicBezTo>
                    <a:pt x="1" y="100"/>
                    <a:pt x="88" y="0"/>
                    <a:pt x="150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6" name="Google Shape;4776;p106"/>
            <p:cNvSpPr/>
            <p:nvPr/>
          </p:nvSpPr>
          <p:spPr>
            <a:xfrm>
              <a:off x="6777025" y="1376150"/>
              <a:ext cx="30650" cy="32525"/>
            </a:xfrm>
            <a:custGeom>
              <a:rect b="b" l="l" r="r" t="t"/>
              <a:pathLst>
                <a:path extrusionOk="0" h="1301" w="1226">
                  <a:moveTo>
                    <a:pt x="500" y="500"/>
                  </a:moveTo>
                  <a:lnTo>
                    <a:pt x="500" y="563"/>
                  </a:lnTo>
                  <a:cubicBezTo>
                    <a:pt x="425" y="638"/>
                    <a:pt x="313" y="550"/>
                    <a:pt x="350" y="450"/>
                  </a:cubicBezTo>
                  <a:cubicBezTo>
                    <a:pt x="600" y="0"/>
                    <a:pt x="1225" y="550"/>
                    <a:pt x="888" y="925"/>
                  </a:cubicBezTo>
                  <a:cubicBezTo>
                    <a:pt x="550" y="1300"/>
                    <a:pt x="0" y="750"/>
                    <a:pt x="388" y="388"/>
                  </a:cubicBezTo>
                  <a:cubicBezTo>
                    <a:pt x="463" y="325"/>
                    <a:pt x="563" y="425"/>
                    <a:pt x="500" y="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7" name="Google Shape;4777;p106"/>
            <p:cNvSpPr/>
            <p:nvPr/>
          </p:nvSpPr>
          <p:spPr>
            <a:xfrm>
              <a:off x="6753275" y="1393325"/>
              <a:ext cx="5650" cy="9725"/>
            </a:xfrm>
            <a:custGeom>
              <a:rect b="b" l="l" r="r" t="t"/>
              <a:pathLst>
                <a:path extrusionOk="0" h="389" w="226">
                  <a:moveTo>
                    <a:pt x="213" y="126"/>
                  </a:moveTo>
                  <a:cubicBezTo>
                    <a:pt x="226" y="201"/>
                    <a:pt x="213" y="276"/>
                    <a:pt x="163" y="326"/>
                  </a:cubicBezTo>
                  <a:cubicBezTo>
                    <a:pt x="126" y="388"/>
                    <a:pt x="1" y="376"/>
                    <a:pt x="1" y="288"/>
                  </a:cubicBezTo>
                  <a:cubicBezTo>
                    <a:pt x="13" y="238"/>
                    <a:pt x="13" y="176"/>
                    <a:pt x="26" y="126"/>
                  </a:cubicBezTo>
                  <a:cubicBezTo>
                    <a:pt x="26" y="1"/>
                    <a:pt x="213" y="1"/>
                    <a:pt x="213" y="1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8" name="Google Shape;4778;p106"/>
            <p:cNvSpPr/>
            <p:nvPr/>
          </p:nvSpPr>
          <p:spPr>
            <a:xfrm>
              <a:off x="6617075" y="1363650"/>
              <a:ext cx="10000" cy="6900"/>
            </a:xfrm>
            <a:custGeom>
              <a:rect b="b" l="l" r="r" t="t"/>
              <a:pathLst>
                <a:path extrusionOk="0" h="276" w="400">
                  <a:moveTo>
                    <a:pt x="312" y="188"/>
                  </a:moveTo>
                  <a:cubicBezTo>
                    <a:pt x="250" y="225"/>
                    <a:pt x="175" y="250"/>
                    <a:pt x="100" y="263"/>
                  </a:cubicBezTo>
                  <a:cubicBezTo>
                    <a:pt x="38" y="275"/>
                    <a:pt x="0" y="213"/>
                    <a:pt x="38" y="163"/>
                  </a:cubicBezTo>
                  <a:cubicBezTo>
                    <a:pt x="88" y="100"/>
                    <a:pt x="163" y="50"/>
                    <a:pt x="250" y="25"/>
                  </a:cubicBezTo>
                  <a:cubicBezTo>
                    <a:pt x="337" y="0"/>
                    <a:pt x="400" y="138"/>
                    <a:pt x="312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9" name="Google Shape;4779;p106"/>
            <p:cNvSpPr/>
            <p:nvPr/>
          </p:nvSpPr>
          <p:spPr>
            <a:xfrm>
              <a:off x="6611450" y="1234000"/>
              <a:ext cx="156850" cy="27525"/>
            </a:xfrm>
            <a:custGeom>
              <a:rect b="b" l="l" r="r" t="t"/>
              <a:pathLst>
                <a:path extrusionOk="0" h="1101" w="6274">
                  <a:moveTo>
                    <a:pt x="100" y="13"/>
                  </a:moveTo>
                  <a:cubicBezTo>
                    <a:pt x="950" y="0"/>
                    <a:pt x="1812" y="75"/>
                    <a:pt x="2649" y="250"/>
                  </a:cubicBezTo>
                  <a:cubicBezTo>
                    <a:pt x="3812" y="488"/>
                    <a:pt x="4924" y="925"/>
                    <a:pt x="6111" y="613"/>
                  </a:cubicBezTo>
                  <a:cubicBezTo>
                    <a:pt x="6223" y="575"/>
                    <a:pt x="6273" y="763"/>
                    <a:pt x="6161" y="788"/>
                  </a:cubicBezTo>
                  <a:cubicBezTo>
                    <a:pt x="5361" y="1100"/>
                    <a:pt x="4636" y="950"/>
                    <a:pt x="3824" y="775"/>
                  </a:cubicBezTo>
                  <a:cubicBezTo>
                    <a:pt x="2587" y="500"/>
                    <a:pt x="1375" y="250"/>
                    <a:pt x="100" y="188"/>
                  </a:cubicBezTo>
                  <a:cubicBezTo>
                    <a:pt x="0" y="175"/>
                    <a:pt x="0" y="25"/>
                    <a:pt x="100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0" name="Google Shape;4780;p106"/>
            <p:cNvSpPr/>
            <p:nvPr/>
          </p:nvSpPr>
          <p:spPr>
            <a:xfrm>
              <a:off x="6756400" y="1233675"/>
              <a:ext cx="33150" cy="30975"/>
            </a:xfrm>
            <a:custGeom>
              <a:rect b="b" l="l" r="r" t="t"/>
              <a:pathLst>
                <a:path extrusionOk="0" h="1239" w="1326">
                  <a:moveTo>
                    <a:pt x="450" y="688"/>
                  </a:moveTo>
                  <a:lnTo>
                    <a:pt x="563" y="651"/>
                  </a:lnTo>
                  <a:cubicBezTo>
                    <a:pt x="625" y="726"/>
                    <a:pt x="563" y="826"/>
                    <a:pt x="475" y="813"/>
                  </a:cubicBezTo>
                  <a:cubicBezTo>
                    <a:pt x="1" y="651"/>
                    <a:pt x="475" y="1"/>
                    <a:pt x="863" y="226"/>
                  </a:cubicBezTo>
                  <a:cubicBezTo>
                    <a:pt x="1325" y="526"/>
                    <a:pt x="788" y="1238"/>
                    <a:pt x="350" y="801"/>
                  </a:cubicBezTo>
                  <a:cubicBezTo>
                    <a:pt x="301" y="738"/>
                    <a:pt x="375" y="638"/>
                    <a:pt x="450" y="6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1" name="Google Shape;4781;p106"/>
            <p:cNvSpPr/>
            <p:nvPr/>
          </p:nvSpPr>
          <p:spPr>
            <a:xfrm>
              <a:off x="6761100" y="1291175"/>
              <a:ext cx="72800" cy="22525"/>
            </a:xfrm>
            <a:custGeom>
              <a:rect b="b" l="l" r="r" t="t"/>
              <a:pathLst>
                <a:path extrusionOk="0" h="901" w="2912">
                  <a:moveTo>
                    <a:pt x="100" y="638"/>
                  </a:moveTo>
                  <a:cubicBezTo>
                    <a:pt x="412" y="338"/>
                    <a:pt x="800" y="150"/>
                    <a:pt x="1225" y="100"/>
                  </a:cubicBezTo>
                  <a:cubicBezTo>
                    <a:pt x="1700" y="38"/>
                    <a:pt x="2387" y="0"/>
                    <a:pt x="2799" y="263"/>
                  </a:cubicBezTo>
                  <a:cubicBezTo>
                    <a:pt x="2912" y="325"/>
                    <a:pt x="2837" y="488"/>
                    <a:pt x="2724" y="463"/>
                  </a:cubicBezTo>
                  <a:cubicBezTo>
                    <a:pt x="1937" y="263"/>
                    <a:pt x="900" y="213"/>
                    <a:pt x="262" y="800"/>
                  </a:cubicBezTo>
                  <a:cubicBezTo>
                    <a:pt x="150" y="900"/>
                    <a:pt x="0" y="738"/>
                    <a:pt x="113" y="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2" name="Google Shape;4782;p106"/>
            <p:cNvSpPr/>
            <p:nvPr/>
          </p:nvSpPr>
          <p:spPr>
            <a:xfrm>
              <a:off x="6762650" y="1296800"/>
              <a:ext cx="70325" cy="23450"/>
            </a:xfrm>
            <a:custGeom>
              <a:rect b="b" l="l" r="r" t="t"/>
              <a:pathLst>
                <a:path extrusionOk="0" h="938" w="2813">
                  <a:moveTo>
                    <a:pt x="2750" y="200"/>
                  </a:moveTo>
                  <a:cubicBezTo>
                    <a:pt x="2237" y="887"/>
                    <a:pt x="800" y="937"/>
                    <a:pt x="100" y="575"/>
                  </a:cubicBezTo>
                  <a:cubicBezTo>
                    <a:pt x="1" y="513"/>
                    <a:pt x="75" y="375"/>
                    <a:pt x="175" y="388"/>
                  </a:cubicBezTo>
                  <a:cubicBezTo>
                    <a:pt x="888" y="500"/>
                    <a:pt x="2050" y="762"/>
                    <a:pt x="2600" y="88"/>
                  </a:cubicBezTo>
                  <a:cubicBezTo>
                    <a:pt x="2675" y="0"/>
                    <a:pt x="2812" y="113"/>
                    <a:pt x="2762" y="2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3" name="Google Shape;4783;p106"/>
            <p:cNvSpPr/>
            <p:nvPr/>
          </p:nvSpPr>
          <p:spPr>
            <a:xfrm>
              <a:off x="6662675" y="1249000"/>
              <a:ext cx="18150" cy="56875"/>
            </a:xfrm>
            <a:custGeom>
              <a:rect b="b" l="l" r="r" t="t"/>
              <a:pathLst>
                <a:path extrusionOk="0" h="2275" w="726">
                  <a:moveTo>
                    <a:pt x="413" y="163"/>
                  </a:moveTo>
                  <a:cubicBezTo>
                    <a:pt x="238" y="800"/>
                    <a:pt x="325" y="1475"/>
                    <a:pt x="650" y="2037"/>
                  </a:cubicBezTo>
                  <a:cubicBezTo>
                    <a:pt x="725" y="2162"/>
                    <a:pt x="538" y="2275"/>
                    <a:pt x="463" y="2150"/>
                  </a:cubicBezTo>
                  <a:cubicBezTo>
                    <a:pt x="88" y="1537"/>
                    <a:pt x="1" y="800"/>
                    <a:pt x="226" y="113"/>
                  </a:cubicBezTo>
                  <a:cubicBezTo>
                    <a:pt x="263" y="0"/>
                    <a:pt x="438" y="50"/>
                    <a:pt x="413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4" name="Google Shape;4784;p106"/>
            <p:cNvSpPr/>
            <p:nvPr/>
          </p:nvSpPr>
          <p:spPr>
            <a:xfrm>
              <a:off x="6669850" y="1250875"/>
              <a:ext cx="15975" cy="54375"/>
            </a:xfrm>
            <a:custGeom>
              <a:rect b="b" l="l" r="r" t="t"/>
              <a:pathLst>
                <a:path extrusionOk="0" h="2175" w="639">
                  <a:moveTo>
                    <a:pt x="176" y="1987"/>
                  </a:moveTo>
                  <a:cubicBezTo>
                    <a:pt x="313" y="1625"/>
                    <a:pt x="351" y="1225"/>
                    <a:pt x="301" y="850"/>
                  </a:cubicBezTo>
                  <a:cubicBezTo>
                    <a:pt x="251" y="563"/>
                    <a:pt x="101" y="388"/>
                    <a:pt x="13" y="150"/>
                  </a:cubicBezTo>
                  <a:cubicBezTo>
                    <a:pt x="1" y="100"/>
                    <a:pt x="26" y="63"/>
                    <a:pt x="63" y="50"/>
                  </a:cubicBezTo>
                  <a:cubicBezTo>
                    <a:pt x="363" y="0"/>
                    <a:pt x="463" y="325"/>
                    <a:pt x="526" y="563"/>
                  </a:cubicBezTo>
                  <a:cubicBezTo>
                    <a:pt x="638" y="1062"/>
                    <a:pt x="588" y="1575"/>
                    <a:pt x="401" y="2050"/>
                  </a:cubicBezTo>
                  <a:cubicBezTo>
                    <a:pt x="351" y="2175"/>
                    <a:pt x="138" y="2125"/>
                    <a:pt x="188" y="19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5" name="Google Shape;4785;p106"/>
            <p:cNvSpPr/>
            <p:nvPr/>
          </p:nvSpPr>
          <p:spPr>
            <a:xfrm>
              <a:off x="6330275" y="1310225"/>
              <a:ext cx="82800" cy="26900"/>
            </a:xfrm>
            <a:custGeom>
              <a:rect b="b" l="l" r="r" t="t"/>
              <a:pathLst>
                <a:path extrusionOk="0" h="1076" w="3312">
                  <a:moveTo>
                    <a:pt x="138" y="151"/>
                  </a:moveTo>
                  <a:cubicBezTo>
                    <a:pt x="1150" y="1"/>
                    <a:pt x="2512" y="151"/>
                    <a:pt x="3262" y="913"/>
                  </a:cubicBezTo>
                  <a:cubicBezTo>
                    <a:pt x="3312" y="963"/>
                    <a:pt x="3262" y="1075"/>
                    <a:pt x="3174" y="1050"/>
                  </a:cubicBezTo>
                  <a:cubicBezTo>
                    <a:pt x="2712" y="888"/>
                    <a:pt x="2299" y="600"/>
                    <a:pt x="1812" y="475"/>
                  </a:cubicBezTo>
                  <a:cubicBezTo>
                    <a:pt x="1275" y="338"/>
                    <a:pt x="712" y="300"/>
                    <a:pt x="150" y="363"/>
                  </a:cubicBezTo>
                  <a:cubicBezTo>
                    <a:pt x="38" y="375"/>
                    <a:pt x="0" y="163"/>
                    <a:pt x="125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6" name="Google Shape;4786;p106"/>
            <p:cNvSpPr/>
            <p:nvPr/>
          </p:nvSpPr>
          <p:spPr>
            <a:xfrm>
              <a:off x="6312450" y="1314900"/>
              <a:ext cx="100625" cy="30975"/>
            </a:xfrm>
            <a:custGeom>
              <a:rect b="b" l="l" r="r" t="t"/>
              <a:pathLst>
                <a:path extrusionOk="0" h="1239" w="4025">
                  <a:moveTo>
                    <a:pt x="3900" y="1001"/>
                  </a:moveTo>
                  <a:cubicBezTo>
                    <a:pt x="3275" y="1113"/>
                    <a:pt x="2613" y="1238"/>
                    <a:pt x="1975" y="1151"/>
                  </a:cubicBezTo>
                  <a:cubicBezTo>
                    <a:pt x="1300" y="1038"/>
                    <a:pt x="713" y="688"/>
                    <a:pt x="151" y="313"/>
                  </a:cubicBezTo>
                  <a:cubicBezTo>
                    <a:pt x="1" y="226"/>
                    <a:pt x="138" y="1"/>
                    <a:pt x="276" y="88"/>
                  </a:cubicBezTo>
                  <a:cubicBezTo>
                    <a:pt x="751" y="401"/>
                    <a:pt x="1238" y="713"/>
                    <a:pt x="1788" y="851"/>
                  </a:cubicBezTo>
                  <a:cubicBezTo>
                    <a:pt x="2463" y="1013"/>
                    <a:pt x="3175" y="901"/>
                    <a:pt x="3837" y="788"/>
                  </a:cubicBezTo>
                  <a:cubicBezTo>
                    <a:pt x="3975" y="776"/>
                    <a:pt x="4025" y="976"/>
                    <a:pt x="3900" y="10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7" name="Google Shape;4787;p106"/>
            <p:cNvSpPr/>
            <p:nvPr/>
          </p:nvSpPr>
          <p:spPr>
            <a:xfrm>
              <a:off x="6814825" y="1460800"/>
              <a:ext cx="199975" cy="551150"/>
            </a:xfrm>
            <a:custGeom>
              <a:rect b="b" l="l" r="r" t="t"/>
              <a:pathLst>
                <a:path extrusionOk="0" h="22046" w="7999">
                  <a:moveTo>
                    <a:pt x="4512" y="21958"/>
                  </a:moveTo>
                  <a:cubicBezTo>
                    <a:pt x="3200" y="20621"/>
                    <a:pt x="2700" y="19108"/>
                    <a:pt x="2925" y="17209"/>
                  </a:cubicBezTo>
                  <a:cubicBezTo>
                    <a:pt x="3087" y="15809"/>
                    <a:pt x="3712" y="14560"/>
                    <a:pt x="4249" y="13285"/>
                  </a:cubicBezTo>
                  <a:cubicBezTo>
                    <a:pt x="6124" y="8811"/>
                    <a:pt x="7998" y="576"/>
                    <a:pt x="213" y="238"/>
                  </a:cubicBezTo>
                  <a:cubicBezTo>
                    <a:pt x="138" y="238"/>
                    <a:pt x="138" y="113"/>
                    <a:pt x="213" y="101"/>
                  </a:cubicBezTo>
                  <a:cubicBezTo>
                    <a:pt x="3262" y="1"/>
                    <a:pt x="5599" y="1975"/>
                    <a:pt x="6286" y="4962"/>
                  </a:cubicBezTo>
                  <a:cubicBezTo>
                    <a:pt x="7598" y="10611"/>
                    <a:pt x="0" y="17034"/>
                    <a:pt x="4637" y="21833"/>
                  </a:cubicBezTo>
                  <a:cubicBezTo>
                    <a:pt x="4724" y="21908"/>
                    <a:pt x="4599" y="22045"/>
                    <a:pt x="4512" y="219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8" name="Google Shape;4788;p106"/>
            <p:cNvSpPr/>
            <p:nvPr/>
          </p:nvSpPr>
          <p:spPr>
            <a:xfrm>
              <a:off x="6715800" y="1465800"/>
              <a:ext cx="121550" cy="180925"/>
            </a:xfrm>
            <a:custGeom>
              <a:rect b="b" l="l" r="r" t="t"/>
              <a:pathLst>
                <a:path extrusionOk="0" h="7237" w="4862">
                  <a:moveTo>
                    <a:pt x="3187" y="201"/>
                  </a:moveTo>
                  <a:cubicBezTo>
                    <a:pt x="1450" y="326"/>
                    <a:pt x="450" y="2288"/>
                    <a:pt x="637" y="3837"/>
                  </a:cubicBezTo>
                  <a:cubicBezTo>
                    <a:pt x="850" y="5462"/>
                    <a:pt x="3137" y="7124"/>
                    <a:pt x="4661" y="5724"/>
                  </a:cubicBezTo>
                  <a:cubicBezTo>
                    <a:pt x="4736" y="5649"/>
                    <a:pt x="4861" y="5774"/>
                    <a:pt x="4786" y="5849"/>
                  </a:cubicBezTo>
                  <a:cubicBezTo>
                    <a:pt x="3537" y="7237"/>
                    <a:pt x="987" y="5924"/>
                    <a:pt x="537" y="4412"/>
                  </a:cubicBezTo>
                  <a:cubicBezTo>
                    <a:pt x="0" y="2600"/>
                    <a:pt x="1162" y="151"/>
                    <a:pt x="3187" y="13"/>
                  </a:cubicBezTo>
                  <a:cubicBezTo>
                    <a:pt x="3312" y="1"/>
                    <a:pt x="3312" y="201"/>
                    <a:pt x="3187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9" name="Google Shape;4789;p106"/>
            <p:cNvSpPr/>
            <p:nvPr/>
          </p:nvSpPr>
          <p:spPr>
            <a:xfrm>
              <a:off x="6781700" y="1520175"/>
              <a:ext cx="77200" cy="73125"/>
            </a:xfrm>
            <a:custGeom>
              <a:rect b="b" l="l" r="r" t="t"/>
              <a:pathLst>
                <a:path extrusionOk="0" h="2925" w="3088">
                  <a:moveTo>
                    <a:pt x="2463" y="2775"/>
                  </a:moveTo>
                  <a:cubicBezTo>
                    <a:pt x="2838" y="2037"/>
                    <a:pt x="2613" y="1138"/>
                    <a:pt x="1925" y="675"/>
                  </a:cubicBezTo>
                  <a:cubicBezTo>
                    <a:pt x="1188" y="188"/>
                    <a:pt x="351" y="713"/>
                    <a:pt x="213" y="1512"/>
                  </a:cubicBezTo>
                  <a:cubicBezTo>
                    <a:pt x="188" y="1625"/>
                    <a:pt x="1" y="1600"/>
                    <a:pt x="13" y="1487"/>
                  </a:cubicBezTo>
                  <a:cubicBezTo>
                    <a:pt x="101" y="613"/>
                    <a:pt x="1026" y="0"/>
                    <a:pt x="1850" y="388"/>
                  </a:cubicBezTo>
                  <a:cubicBezTo>
                    <a:pt x="2738" y="800"/>
                    <a:pt x="3088" y="2025"/>
                    <a:pt x="2600" y="2850"/>
                  </a:cubicBezTo>
                  <a:cubicBezTo>
                    <a:pt x="2550" y="2925"/>
                    <a:pt x="2425" y="2862"/>
                    <a:pt x="2463" y="27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0" name="Google Shape;4790;p106"/>
            <p:cNvSpPr/>
            <p:nvPr/>
          </p:nvSpPr>
          <p:spPr>
            <a:xfrm>
              <a:off x="6787950" y="1566400"/>
              <a:ext cx="25" cy="350"/>
            </a:xfrm>
            <a:custGeom>
              <a:rect b="b" l="l" r="r" t="t"/>
              <a:pathLst>
                <a:path extrusionOk="0" h="14" w="1">
                  <a:moveTo>
                    <a:pt x="1" y="13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1" name="Google Shape;4791;p106"/>
            <p:cNvSpPr/>
            <p:nvPr/>
          </p:nvSpPr>
          <p:spPr>
            <a:xfrm>
              <a:off x="6862300" y="1373950"/>
              <a:ext cx="104075" cy="206550"/>
            </a:xfrm>
            <a:custGeom>
              <a:rect b="b" l="l" r="r" t="t"/>
              <a:pathLst>
                <a:path extrusionOk="0" h="8262" w="4163">
                  <a:moveTo>
                    <a:pt x="3987" y="8174"/>
                  </a:moveTo>
                  <a:cubicBezTo>
                    <a:pt x="3700" y="6974"/>
                    <a:pt x="3175" y="5862"/>
                    <a:pt x="2438" y="4887"/>
                  </a:cubicBezTo>
                  <a:cubicBezTo>
                    <a:pt x="1913" y="4187"/>
                    <a:pt x="1226" y="3525"/>
                    <a:pt x="851" y="2700"/>
                  </a:cubicBezTo>
                  <a:cubicBezTo>
                    <a:pt x="451" y="1788"/>
                    <a:pt x="463" y="826"/>
                    <a:pt x="1138" y="76"/>
                  </a:cubicBezTo>
                  <a:cubicBezTo>
                    <a:pt x="1201" y="1"/>
                    <a:pt x="1338" y="88"/>
                    <a:pt x="1276" y="176"/>
                  </a:cubicBezTo>
                  <a:cubicBezTo>
                    <a:pt x="1" y="2050"/>
                    <a:pt x="1763" y="3537"/>
                    <a:pt x="2775" y="4987"/>
                  </a:cubicBezTo>
                  <a:cubicBezTo>
                    <a:pt x="3425" y="5937"/>
                    <a:pt x="3887" y="6999"/>
                    <a:pt x="4137" y="8124"/>
                  </a:cubicBezTo>
                  <a:cubicBezTo>
                    <a:pt x="4162" y="8224"/>
                    <a:pt x="4012" y="8261"/>
                    <a:pt x="3975" y="8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2" name="Google Shape;4792;p106"/>
            <p:cNvSpPr/>
            <p:nvPr/>
          </p:nvSpPr>
          <p:spPr>
            <a:xfrm>
              <a:off x="6879800" y="1634200"/>
              <a:ext cx="81575" cy="88450"/>
            </a:xfrm>
            <a:custGeom>
              <a:rect b="b" l="l" r="r" t="t"/>
              <a:pathLst>
                <a:path extrusionOk="0" h="3538" w="3263">
                  <a:moveTo>
                    <a:pt x="2775" y="3387"/>
                  </a:moveTo>
                  <a:cubicBezTo>
                    <a:pt x="2988" y="2413"/>
                    <a:pt x="3087" y="1050"/>
                    <a:pt x="2088" y="438"/>
                  </a:cubicBezTo>
                  <a:cubicBezTo>
                    <a:pt x="1613" y="176"/>
                    <a:pt x="1013" y="263"/>
                    <a:pt x="638" y="650"/>
                  </a:cubicBezTo>
                  <a:cubicBezTo>
                    <a:pt x="338" y="975"/>
                    <a:pt x="1" y="2300"/>
                    <a:pt x="788" y="2388"/>
                  </a:cubicBezTo>
                  <a:cubicBezTo>
                    <a:pt x="876" y="2388"/>
                    <a:pt x="876" y="2525"/>
                    <a:pt x="788" y="2512"/>
                  </a:cubicBezTo>
                  <a:cubicBezTo>
                    <a:pt x="251" y="2462"/>
                    <a:pt x="76" y="1788"/>
                    <a:pt x="126" y="1313"/>
                  </a:cubicBezTo>
                  <a:cubicBezTo>
                    <a:pt x="201" y="700"/>
                    <a:pt x="676" y="201"/>
                    <a:pt x="1288" y="101"/>
                  </a:cubicBezTo>
                  <a:cubicBezTo>
                    <a:pt x="1938" y="1"/>
                    <a:pt x="2450" y="363"/>
                    <a:pt x="2775" y="900"/>
                  </a:cubicBezTo>
                  <a:cubicBezTo>
                    <a:pt x="3262" y="1700"/>
                    <a:pt x="3150" y="2562"/>
                    <a:pt x="2950" y="3425"/>
                  </a:cubicBezTo>
                  <a:cubicBezTo>
                    <a:pt x="2925" y="3537"/>
                    <a:pt x="2750" y="3500"/>
                    <a:pt x="2775" y="33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3" name="Google Shape;4793;p106"/>
            <p:cNvSpPr/>
            <p:nvPr/>
          </p:nvSpPr>
          <p:spPr>
            <a:xfrm>
              <a:off x="6891050" y="1745425"/>
              <a:ext cx="44075" cy="33150"/>
            </a:xfrm>
            <a:custGeom>
              <a:rect b="b" l="l" r="r" t="t"/>
              <a:pathLst>
                <a:path extrusionOk="0" h="1326" w="1763">
                  <a:moveTo>
                    <a:pt x="1413" y="1175"/>
                  </a:moveTo>
                  <a:cubicBezTo>
                    <a:pt x="1500" y="863"/>
                    <a:pt x="1450" y="538"/>
                    <a:pt x="1150" y="363"/>
                  </a:cubicBezTo>
                  <a:cubicBezTo>
                    <a:pt x="938" y="188"/>
                    <a:pt x="725" y="238"/>
                    <a:pt x="501" y="525"/>
                  </a:cubicBezTo>
                  <a:cubicBezTo>
                    <a:pt x="451" y="650"/>
                    <a:pt x="463" y="788"/>
                    <a:pt x="538" y="900"/>
                  </a:cubicBezTo>
                  <a:cubicBezTo>
                    <a:pt x="650" y="975"/>
                    <a:pt x="551" y="1150"/>
                    <a:pt x="438" y="1075"/>
                  </a:cubicBezTo>
                  <a:cubicBezTo>
                    <a:pt x="1" y="813"/>
                    <a:pt x="351" y="113"/>
                    <a:pt x="775" y="63"/>
                  </a:cubicBezTo>
                  <a:cubicBezTo>
                    <a:pt x="1438" y="0"/>
                    <a:pt x="1763" y="688"/>
                    <a:pt x="1563" y="1225"/>
                  </a:cubicBezTo>
                  <a:cubicBezTo>
                    <a:pt x="1525" y="1325"/>
                    <a:pt x="1375" y="1288"/>
                    <a:pt x="1400" y="1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4" name="Google Shape;4794;p106"/>
            <p:cNvSpPr/>
            <p:nvPr/>
          </p:nvSpPr>
          <p:spPr>
            <a:xfrm>
              <a:off x="6882925" y="1354600"/>
              <a:ext cx="32200" cy="31875"/>
            </a:xfrm>
            <a:custGeom>
              <a:rect b="b" l="l" r="r" t="t"/>
              <a:pathLst>
                <a:path extrusionOk="0" h="1275" w="1288">
                  <a:moveTo>
                    <a:pt x="463" y="825"/>
                  </a:moveTo>
                  <a:lnTo>
                    <a:pt x="463" y="825"/>
                  </a:lnTo>
                  <a:cubicBezTo>
                    <a:pt x="463" y="900"/>
                    <a:pt x="363" y="950"/>
                    <a:pt x="301" y="887"/>
                  </a:cubicBezTo>
                  <a:cubicBezTo>
                    <a:pt x="1" y="475"/>
                    <a:pt x="638" y="0"/>
                    <a:pt x="963" y="412"/>
                  </a:cubicBezTo>
                  <a:cubicBezTo>
                    <a:pt x="1288" y="825"/>
                    <a:pt x="726" y="1275"/>
                    <a:pt x="363" y="950"/>
                  </a:cubicBezTo>
                  <a:cubicBezTo>
                    <a:pt x="288" y="887"/>
                    <a:pt x="376" y="775"/>
                    <a:pt x="463" y="8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5" name="Google Shape;4795;p106"/>
            <p:cNvSpPr/>
            <p:nvPr/>
          </p:nvSpPr>
          <p:spPr>
            <a:xfrm>
              <a:off x="6819200" y="1430500"/>
              <a:ext cx="113125" cy="77500"/>
            </a:xfrm>
            <a:custGeom>
              <a:rect b="b" l="l" r="r" t="t"/>
              <a:pathLst>
                <a:path extrusionOk="0" h="3100" w="4525">
                  <a:moveTo>
                    <a:pt x="4374" y="3050"/>
                  </a:moveTo>
                  <a:cubicBezTo>
                    <a:pt x="3187" y="1688"/>
                    <a:pt x="1700" y="926"/>
                    <a:pt x="88" y="176"/>
                  </a:cubicBezTo>
                  <a:cubicBezTo>
                    <a:pt x="0" y="138"/>
                    <a:pt x="63" y="1"/>
                    <a:pt x="150" y="26"/>
                  </a:cubicBezTo>
                  <a:cubicBezTo>
                    <a:pt x="1850" y="538"/>
                    <a:pt x="3362" y="1550"/>
                    <a:pt x="4462" y="2950"/>
                  </a:cubicBezTo>
                  <a:cubicBezTo>
                    <a:pt x="4524" y="3012"/>
                    <a:pt x="4424" y="3100"/>
                    <a:pt x="4374" y="30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6" name="Google Shape;4796;p106"/>
            <p:cNvSpPr/>
            <p:nvPr/>
          </p:nvSpPr>
          <p:spPr>
            <a:xfrm>
              <a:off x="6798275" y="1413950"/>
              <a:ext cx="32500" cy="30950"/>
            </a:xfrm>
            <a:custGeom>
              <a:rect b="b" l="l" r="r" t="t"/>
              <a:pathLst>
                <a:path extrusionOk="0" h="1238" w="1300">
                  <a:moveTo>
                    <a:pt x="912" y="850"/>
                  </a:moveTo>
                  <a:cubicBezTo>
                    <a:pt x="550" y="1238"/>
                    <a:pt x="0" y="700"/>
                    <a:pt x="375" y="350"/>
                  </a:cubicBezTo>
                  <a:cubicBezTo>
                    <a:pt x="750" y="0"/>
                    <a:pt x="1300" y="638"/>
                    <a:pt x="850" y="888"/>
                  </a:cubicBezTo>
                  <a:cubicBezTo>
                    <a:pt x="762" y="925"/>
                    <a:pt x="675" y="813"/>
                    <a:pt x="737" y="738"/>
                  </a:cubicBezTo>
                  <a:lnTo>
                    <a:pt x="800" y="738"/>
                  </a:lnTo>
                  <a:cubicBezTo>
                    <a:pt x="875" y="675"/>
                    <a:pt x="975" y="775"/>
                    <a:pt x="912" y="8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7" name="Google Shape;4797;p106"/>
            <p:cNvSpPr/>
            <p:nvPr/>
          </p:nvSpPr>
          <p:spPr>
            <a:xfrm>
              <a:off x="6803900" y="1462675"/>
              <a:ext cx="10000" cy="5975"/>
            </a:xfrm>
            <a:custGeom>
              <a:rect b="b" l="l" r="r" t="t"/>
              <a:pathLst>
                <a:path extrusionOk="0" h="239" w="400">
                  <a:moveTo>
                    <a:pt x="275" y="213"/>
                  </a:moveTo>
                  <a:cubicBezTo>
                    <a:pt x="213" y="213"/>
                    <a:pt x="163" y="213"/>
                    <a:pt x="100" y="226"/>
                  </a:cubicBezTo>
                  <a:cubicBezTo>
                    <a:pt x="25" y="238"/>
                    <a:pt x="0" y="113"/>
                    <a:pt x="63" y="76"/>
                  </a:cubicBezTo>
                  <a:cubicBezTo>
                    <a:pt x="125" y="26"/>
                    <a:pt x="200" y="1"/>
                    <a:pt x="275" y="13"/>
                  </a:cubicBezTo>
                  <a:cubicBezTo>
                    <a:pt x="400" y="13"/>
                    <a:pt x="400" y="201"/>
                    <a:pt x="275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8" name="Google Shape;4798;p106"/>
            <p:cNvSpPr/>
            <p:nvPr/>
          </p:nvSpPr>
          <p:spPr>
            <a:xfrm>
              <a:off x="6836375" y="1594850"/>
              <a:ext cx="7225" cy="10000"/>
            </a:xfrm>
            <a:custGeom>
              <a:rect b="b" l="l" r="r" t="t"/>
              <a:pathLst>
                <a:path extrusionOk="0" h="400" w="289">
                  <a:moveTo>
                    <a:pt x="251" y="150"/>
                  </a:moveTo>
                  <a:cubicBezTo>
                    <a:pt x="226" y="237"/>
                    <a:pt x="176" y="312"/>
                    <a:pt x="113" y="362"/>
                  </a:cubicBezTo>
                  <a:cubicBezTo>
                    <a:pt x="76" y="400"/>
                    <a:pt x="1" y="362"/>
                    <a:pt x="13" y="300"/>
                  </a:cubicBezTo>
                  <a:cubicBezTo>
                    <a:pt x="26" y="225"/>
                    <a:pt x="51" y="150"/>
                    <a:pt x="101" y="88"/>
                  </a:cubicBezTo>
                  <a:cubicBezTo>
                    <a:pt x="138" y="0"/>
                    <a:pt x="288" y="63"/>
                    <a:pt x="251" y="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9" name="Google Shape;4799;p106"/>
            <p:cNvSpPr/>
            <p:nvPr/>
          </p:nvSpPr>
          <p:spPr>
            <a:xfrm>
              <a:off x="6945425" y="1453625"/>
              <a:ext cx="27825" cy="156850"/>
            </a:xfrm>
            <a:custGeom>
              <a:rect b="b" l="l" r="r" t="t"/>
              <a:pathLst>
                <a:path extrusionOk="0" h="6274" w="1113">
                  <a:moveTo>
                    <a:pt x="925" y="6174"/>
                  </a:moveTo>
                  <a:cubicBezTo>
                    <a:pt x="862" y="4899"/>
                    <a:pt x="612" y="3675"/>
                    <a:pt x="338" y="2437"/>
                  </a:cubicBezTo>
                  <a:cubicBezTo>
                    <a:pt x="163" y="1625"/>
                    <a:pt x="0" y="913"/>
                    <a:pt x="325" y="113"/>
                  </a:cubicBezTo>
                  <a:cubicBezTo>
                    <a:pt x="350" y="1"/>
                    <a:pt x="537" y="51"/>
                    <a:pt x="500" y="163"/>
                  </a:cubicBezTo>
                  <a:cubicBezTo>
                    <a:pt x="188" y="1338"/>
                    <a:pt x="637" y="2462"/>
                    <a:pt x="862" y="3625"/>
                  </a:cubicBezTo>
                  <a:cubicBezTo>
                    <a:pt x="1037" y="4462"/>
                    <a:pt x="1112" y="5312"/>
                    <a:pt x="1112" y="6174"/>
                  </a:cubicBezTo>
                  <a:cubicBezTo>
                    <a:pt x="1087" y="6274"/>
                    <a:pt x="937" y="6274"/>
                    <a:pt x="925" y="6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0" name="Google Shape;4800;p106"/>
            <p:cNvSpPr/>
            <p:nvPr/>
          </p:nvSpPr>
          <p:spPr>
            <a:xfrm>
              <a:off x="6942300" y="1432375"/>
              <a:ext cx="30950" cy="33150"/>
            </a:xfrm>
            <a:custGeom>
              <a:rect b="b" l="l" r="r" t="t"/>
              <a:pathLst>
                <a:path extrusionOk="0" h="1326" w="1238">
                  <a:moveTo>
                    <a:pt x="438" y="976"/>
                  </a:moveTo>
                  <a:cubicBezTo>
                    <a:pt x="0" y="551"/>
                    <a:pt x="725" y="1"/>
                    <a:pt x="1012" y="476"/>
                  </a:cubicBezTo>
                  <a:cubicBezTo>
                    <a:pt x="1237" y="851"/>
                    <a:pt x="575" y="1325"/>
                    <a:pt x="425" y="851"/>
                  </a:cubicBezTo>
                  <a:cubicBezTo>
                    <a:pt x="413" y="763"/>
                    <a:pt x="512" y="701"/>
                    <a:pt x="587" y="763"/>
                  </a:cubicBezTo>
                  <a:cubicBezTo>
                    <a:pt x="575" y="801"/>
                    <a:pt x="562" y="838"/>
                    <a:pt x="550" y="876"/>
                  </a:cubicBezTo>
                  <a:cubicBezTo>
                    <a:pt x="600" y="963"/>
                    <a:pt x="500" y="1038"/>
                    <a:pt x="425" y="9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1" name="Google Shape;4801;p106"/>
            <p:cNvSpPr/>
            <p:nvPr/>
          </p:nvSpPr>
          <p:spPr>
            <a:xfrm>
              <a:off x="6893250" y="1388025"/>
              <a:ext cx="22500" cy="72800"/>
            </a:xfrm>
            <a:custGeom>
              <a:rect b="b" l="l" r="r" t="t"/>
              <a:pathLst>
                <a:path extrusionOk="0" h="2912" w="900">
                  <a:moveTo>
                    <a:pt x="100" y="2650"/>
                  </a:moveTo>
                  <a:cubicBezTo>
                    <a:pt x="687" y="2012"/>
                    <a:pt x="637" y="975"/>
                    <a:pt x="450" y="188"/>
                  </a:cubicBezTo>
                  <a:cubicBezTo>
                    <a:pt x="413" y="63"/>
                    <a:pt x="575" y="0"/>
                    <a:pt x="650" y="113"/>
                  </a:cubicBezTo>
                  <a:cubicBezTo>
                    <a:pt x="900" y="525"/>
                    <a:pt x="875" y="1225"/>
                    <a:pt x="800" y="1687"/>
                  </a:cubicBezTo>
                  <a:cubicBezTo>
                    <a:pt x="750" y="2112"/>
                    <a:pt x="562" y="2500"/>
                    <a:pt x="263" y="2812"/>
                  </a:cubicBezTo>
                  <a:cubicBezTo>
                    <a:pt x="163" y="2912"/>
                    <a:pt x="0" y="2750"/>
                    <a:pt x="113" y="2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2" name="Google Shape;4802;p106"/>
            <p:cNvSpPr/>
            <p:nvPr/>
          </p:nvSpPr>
          <p:spPr>
            <a:xfrm>
              <a:off x="6886375" y="1388950"/>
              <a:ext cx="23450" cy="70625"/>
            </a:xfrm>
            <a:custGeom>
              <a:rect b="b" l="l" r="r" t="t"/>
              <a:pathLst>
                <a:path extrusionOk="0" h="2825" w="938">
                  <a:moveTo>
                    <a:pt x="875" y="213"/>
                  </a:moveTo>
                  <a:cubicBezTo>
                    <a:pt x="188" y="763"/>
                    <a:pt x="450" y="1938"/>
                    <a:pt x="563" y="2650"/>
                  </a:cubicBezTo>
                  <a:cubicBezTo>
                    <a:pt x="575" y="2750"/>
                    <a:pt x="438" y="2825"/>
                    <a:pt x="375" y="2725"/>
                  </a:cubicBezTo>
                  <a:cubicBezTo>
                    <a:pt x="0" y="2013"/>
                    <a:pt x="63" y="588"/>
                    <a:pt x="750" y="63"/>
                  </a:cubicBezTo>
                  <a:cubicBezTo>
                    <a:pt x="825" y="1"/>
                    <a:pt x="937" y="138"/>
                    <a:pt x="862" y="2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3" name="Google Shape;4803;p106"/>
            <p:cNvSpPr/>
            <p:nvPr/>
          </p:nvSpPr>
          <p:spPr>
            <a:xfrm>
              <a:off x="6901375" y="1541100"/>
              <a:ext cx="56875" cy="18150"/>
            </a:xfrm>
            <a:custGeom>
              <a:rect b="b" l="l" r="r" t="t"/>
              <a:pathLst>
                <a:path extrusionOk="0" h="726" w="2275">
                  <a:moveTo>
                    <a:pt x="2149" y="500"/>
                  </a:moveTo>
                  <a:cubicBezTo>
                    <a:pt x="1475" y="725"/>
                    <a:pt x="725" y="638"/>
                    <a:pt x="125" y="251"/>
                  </a:cubicBezTo>
                  <a:cubicBezTo>
                    <a:pt x="0" y="188"/>
                    <a:pt x="113" y="1"/>
                    <a:pt x="237" y="63"/>
                  </a:cubicBezTo>
                  <a:cubicBezTo>
                    <a:pt x="800" y="401"/>
                    <a:pt x="1475" y="488"/>
                    <a:pt x="2112" y="313"/>
                  </a:cubicBezTo>
                  <a:cubicBezTo>
                    <a:pt x="2224" y="288"/>
                    <a:pt x="2274" y="463"/>
                    <a:pt x="2149" y="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4" name="Google Shape;4804;p106"/>
            <p:cNvSpPr/>
            <p:nvPr/>
          </p:nvSpPr>
          <p:spPr>
            <a:xfrm>
              <a:off x="6901675" y="1530800"/>
              <a:ext cx="56250" cy="21250"/>
            </a:xfrm>
            <a:custGeom>
              <a:rect b="b" l="l" r="r" t="t"/>
              <a:pathLst>
                <a:path extrusionOk="0" h="850" w="2250">
                  <a:moveTo>
                    <a:pt x="138" y="450"/>
                  </a:moveTo>
                  <a:cubicBezTo>
                    <a:pt x="488" y="313"/>
                    <a:pt x="2250" y="0"/>
                    <a:pt x="2137" y="788"/>
                  </a:cubicBezTo>
                  <a:cubicBezTo>
                    <a:pt x="2125" y="825"/>
                    <a:pt x="2075" y="850"/>
                    <a:pt x="2038" y="838"/>
                  </a:cubicBezTo>
                  <a:cubicBezTo>
                    <a:pt x="1788" y="738"/>
                    <a:pt x="1613" y="600"/>
                    <a:pt x="1338" y="550"/>
                  </a:cubicBezTo>
                  <a:cubicBezTo>
                    <a:pt x="950" y="488"/>
                    <a:pt x="563" y="538"/>
                    <a:pt x="188" y="663"/>
                  </a:cubicBezTo>
                  <a:cubicBezTo>
                    <a:pt x="63" y="713"/>
                    <a:pt x="1" y="513"/>
                    <a:pt x="138" y="4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5" name="Google Shape;4805;p106"/>
            <p:cNvSpPr/>
            <p:nvPr/>
          </p:nvSpPr>
          <p:spPr>
            <a:xfrm>
              <a:off x="6869800" y="1808525"/>
              <a:ext cx="26900" cy="82825"/>
            </a:xfrm>
            <a:custGeom>
              <a:rect b="b" l="l" r="r" t="t"/>
              <a:pathLst>
                <a:path extrusionOk="0" h="3313" w="1076">
                  <a:moveTo>
                    <a:pt x="726" y="3162"/>
                  </a:moveTo>
                  <a:cubicBezTo>
                    <a:pt x="788" y="2600"/>
                    <a:pt x="751" y="2038"/>
                    <a:pt x="613" y="1500"/>
                  </a:cubicBezTo>
                  <a:cubicBezTo>
                    <a:pt x="476" y="1013"/>
                    <a:pt x="188" y="613"/>
                    <a:pt x="38" y="138"/>
                  </a:cubicBezTo>
                  <a:cubicBezTo>
                    <a:pt x="1" y="63"/>
                    <a:pt x="113" y="1"/>
                    <a:pt x="176" y="63"/>
                  </a:cubicBezTo>
                  <a:cubicBezTo>
                    <a:pt x="951" y="813"/>
                    <a:pt x="1076" y="2175"/>
                    <a:pt x="938" y="3187"/>
                  </a:cubicBezTo>
                  <a:cubicBezTo>
                    <a:pt x="913" y="3312"/>
                    <a:pt x="713" y="3287"/>
                    <a:pt x="726" y="3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6" name="Google Shape;4806;p106"/>
            <p:cNvSpPr/>
            <p:nvPr/>
          </p:nvSpPr>
          <p:spPr>
            <a:xfrm>
              <a:off x="6861050" y="1808525"/>
              <a:ext cx="30975" cy="100950"/>
            </a:xfrm>
            <a:custGeom>
              <a:rect b="b" l="l" r="r" t="t"/>
              <a:pathLst>
                <a:path extrusionOk="0" h="4038" w="1239">
                  <a:moveTo>
                    <a:pt x="451" y="201"/>
                  </a:moveTo>
                  <a:cubicBezTo>
                    <a:pt x="351" y="876"/>
                    <a:pt x="238" y="1575"/>
                    <a:pt x="401" y="2250"/>
                  </a:cubicBezTo>
                  <a:cubicBezTo>
                    <a:pt x="526" y="2800"/>
                    <a:pt x="838" y="3287"/>
                    <a:pt x="1151" y="3762"/>
                  </a:cubicBezTo>
                  <a:cubicBezTo>
                    <a:pt x="1238" y="3900"/>
                    <a:pt x="1013" y="4037"/>
                    <a:pt x="926" y="3887"/>
                  </a:cubicBezTo>
                  <a:cubicBezTo>
                    <a:pt x="551" y="3325"/>
                    <a:pt x="201" y="2738"/>
                    <a:pt x="101" y="2050"/>
                  </a:cubicBezTo>
                  <a:cubicBezTo>
                    <a:pt x="1" y="1425"/>
                    <a:pt x="126" y="763"/>
                    <a:pt x="251" y="138"/>
                  </a:cubicBezTo>
                  <a:cubicBezTo>
                    <a:pt x="276" y="1"/>
                    <a:pt x="476" y="63"/>
                    <a:pt x="451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7" name="Google Shape;4807;p106"/>
            <p:cNvSpPr/>
            <p:nvPr/>
          </p:nvSpPr>
          <p:spPr>
            <a:xfrm>
              <a:off x="6704850" y="1496125"/>
              <a:ext cx="8475" cy="8125"/>
            </a:xfrm>
            <a:custGeom>
              <a:rect b="b" l="l" r="r" t="t"/>
              <a:pathLst>
                <a:path extrusionOk="0" h="325" w="339">
                  <a:moveTo>
                    <a:pt x="88" y="13"/>
                  </a:moveTo>
                  <a:cubicBezTo>
                    <a:pt x="176" y="0"/>
                    <a:pt x="263" y="38"/>
                    <a:pt x="301" y="113"/>
                  </a:cubicBezTo>
                  <a:cubicBezTo>
                    <a:pt x="326" y="125"/>
                    <a:pt x="338" y="163"/>
                    <a:pt x="326" y="188"/>
                  </a:cubicBezTo>
                  <a:lnTo>
                    <a:pt x="301" y="275"/>
                  </a:lnTo>
                  <a:cubicBezTo>
                    <a:pt x="288" y="313"/>
                    <a:pt x="226" y="325"/>
                    <a:pt x="213" y="288"/>
                  </a:cubicBezTo>
                  <a:lnTo>
                    <a:pt x="76" y="150"/>
                  </a:lnTo>
                  <a:cubicBezTo>
                    <a:pt x="1" y="125"/>
                    <a:pt x="13" y="0"/>
                    <a:pt x="88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8" name="Google Shape;4808;p106"/>
            <p:cNvSpPr/>
            <p:nvPr/>
          </p:nvSpPr>
          <p:spPr>
            <a:xfrm>
              <a:off x="6648000" y="1496125"/>
              <a:ext cx="59075" cy="15000"/>
            </a:xfrm>
            <a:custGeom>
              <a:rect b="b" l="l" r="r" t="t"/>
              <a:pathLst>
                <a:path extrusionOk="0" h="600" w="2363">
                  <a:moveTo>
                    <a:pt x="2300" y="125"/>
                  </a:moveTo>
                  <a:cubicBezTo>
                    <a:pt x="1625" y="462"/>
                    <a:pt x="825" y="600"/>
                    <a:pt x="100" y="375"/>
                  </a:cubicBezTo>
                  <a:cubicBezTo>
                    <a:pt x="0" y="350"/>
                    <a:pt x="13" y="188"/>
                    <a:pt x="125" y="200"/>
                  </a:cubicBezTo>
                  <a:cubicBezTo>
                    <a:pt x="862" y="288"/>
                    <a:pt x="1537" y="288"/>
                    <a:pt x="2262" y="25"/>
                  </a:cubicBezTo>
                  <a:cubicBezTo>
                    <a:pt x="2325" y="0"/>
                    <a:pt x="2362" y="88"/>
                    <a:pt x="2300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9" name="Google Shape;4809;p106"/>
            <p:cNvSpPr/>
            <p:nvPr/>
          </p:nvSpPr>
          <p:spPr>
            <a:xfrm>
              <a:off x="6648000" y="1501125"/>
              <a:ext cx="25325" cy="17200"/>
            </a:xfrm>
            <a:custGeom>
              <a:rect b="b" l="l" r="r" t="t"/>
              <a:pathLst>
                <a:path extrusionOk="0" h="688" w="1013">
                  <a:moveTo>
                    <a:pt x="188" y="75"/>
                  </a:moveTo>
                  <a:cubicBezTo>
                    <a:pt x="400" y="337"/>
                    <a:pt x="638" y="412"/>
                    <a:pt x="937" y="525"/>
                  </a:cubicBezTo>
                  <a:cubicBezTo>
                    <a:pt x="1012" y="562"/>
                    <a:pt x="1012" y="687"/>
                    <a:pt x="925" y="675"/>
                  </a:cubicBezTo>
                  <a:cubicBezTo>
                    <a:pt x="563" y="662"/>
                    <a:pt x="250" y="475"/>
                    <a:pt x="63" y="187"/>
                  </a:cubicBezTo>
                  <a:cubicBezTo>
                    <a:pt x="0" y="100"/>
                    <a:pt x="125" y="0"/>
                    <a:pt x="188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0" name="Google Shape;4810;p106"/>
            <p:cNvSpPr/>
            <p:nvPr/>
          </p:nvSpPr>
          <p:spPr>
            <a:xfrm>
              <a:off x="6687050" y="1501125"/>
              <a:ext cx="26575" cy="55300"/>
            </a:xfrm>
            <a:custGeom>
              <a:rect b="b" l="l" r="r" t="t"/>
              <a:pathLst>
                <a:path extrusionOk="0" h="2212" w="1063">
                  <a:moveTo>
                    <a:pt x="1025" y="138"/>
                  </a:moveTo>
                  <a:cubicBezTo>
                    <a:pt x="850" y="437"/>
                    <a:pt x="700" y="750"/>
                    <a:pt x="575" y="1087"/>
                  </a:cubicBezTo>
                  <a:cubicBezTo>
                    <a:pt x="475" y="1437"/>
                    <a:pt x="538" y="1737"/>
                    <a:pt x="575" y="2099"/>
                  </a:cubicBezTo>
                  <a:cubicBezTo>
                    <a:pt x="588" y="2187"/>
                    <a:pt x="463" y="2212"/>
                    <a:pt x="425" y="2137"/>
                  </a:cubicBezTo>
                  <a:cubicBezTo>
                    <a:pt x="0" y="1437"/>
                    <a:pt x="475" y="600"/>
                    <a:pt x="938" y="50"/>
                  </a:cubicBezTo>
                  <a:cubicBezTo>
                    <a:pt x="988" y="0"/>
                    <a:pt x="1063" y="75"/>
                    <a:pt x="1038" y="1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1" name="Google Shape;4811;p106"/>
            <p:cNvSpPr/>
            <p:nvPr/>
          </p:nvSpPr>
          <p:spPr>
            <a:xfrm>
              <a:off x="6686100" y="1522975"/>
              <a:ext cx="17225" cy="34700"/>
            </a:xfrm>
            <a:custGeom>
              <a:rect b="b" l="l" r="r" t="t"/>
              <a:pathLst>
                <a:path extrusionOk="0" h="1388" w="689">
                  <a:moveTo>
                    <a:pt x="388" y="1263"/>
                  </a:moveTo>
                  <a:cubicBezTo>
                    <a:pt x="126" y="938"/>
                    <a:pt x="1" y="513"/>
                    <a:pt x="63" y="101"/>
                  </a:cubicBezTo>
                  <a:cubicBezTo>
                    <a:pt x="76" y="1"/>
                    <a:pt x="226" y="38"/>
                    <a:pt x="226" y="126"/>
                  </a:cubicBezTo>
                  <a:cubicBezTo>
                    <a:pt x="251" y="513"/>
                    <a:pt x="313" y="813"/>
                    <a:pt x="576" y="1101"/>
                  </a:cubicBezTo>
                  <a:cubicBezTo>
                    <a:pt x="688" y="1238"/>
                    <a:pt x="488" y="1388"/>
                    <a:pt x="388" y="1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2" name="Google Shape;4812;p106"/>
            <p:cNvSpPr/>
            <p:nvPr/>
          </p:nvSpPr>
          <p:spPr>
            <a:xfrm>
              <a:off x="6669850" y="1521425"/>
              <a:ext cx="22525" cy="11275"/>
            </a:xfrm>
            <a:custGeom>
              <a:rect b="b" l="l" r="r" t="t"/>
              <a:pathLst>
                <a:path extrusionOk="0" h="451" w="901">
                  <a:moveTo>
                    <a:pt x="776" y="213"/>
                  </a:moveTo>
                  <a:cubicBezTo>
                    <a:pt x="563" y="275"/>
                    <a:pt x="351" y="388"/>
                    <a:pt x="126" y="425"/>
                  </a:cubicBezTo>
                  <a:cubicBezTo>
                    <a:pt x="51" y="450"/>
                    <a:pt x="1" y="338"/>
                    <a:pt x="63" y="288"/>
                  </a:cubicBezTo>
                  <a:cubicBezTo>
                    <a:pt x="263" y="163"/>
                    <a:pt x="488" y="75"/>
                    <a:pt x="726" y="38"/>
                  </a:cubicBezTo>
                  <a:cubicBezTo>
                    <a:pt x="851" y="0"/>
                    <a:pt x="901" y="175"/>
                    <a:pt x="776" y="2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3" name="Google Shape;4813;p106"/>
            <p:cNvSpPr/>
            <p:nvPr/>
          </p:nvSpPr>
          <p:spPr>
            <a:xfrm>
              <a:off x="6668925" y="1512975"/>
              <a:ext cx="15650" cy="19100"/>
            </a:xfrm>
            <a:custGeom>
              <a:rect b="b" l="l" r="r" t="t"/>
              <a:pathLst>
                <a:path extrusionOk="0" h="764" w="626">
                  <a:moveTo>
                    <a:pt x="50" y="563"/>
                  </a:moveTo>
                  <a:cubicBezTo>
                    <a:pt x="138" y="376"/>
                    <a:pt x="263" y="201"/>
                    <a:pt x="425" y="63"/>
                  </a:cubicBezTo>
                  <a:cubicBezTo>
                    <a:pt x="500" y="1"/>
                    <a:pt x="625" y="88"/>
                    <a:pt x="575" y="176"/>
                  </a:cubicBezTo>
                  <a:cubicBezTo>
                    <a:pt x="463" y="351"/>
                    <a:pt x="338" y="501"/>
                    <a:pt x="238" y="663"/>
                  </a:cubicBezTo>
                  <a:cubicBezTo>
                    <a:pt x="163" y="763"/>
                    <a:pt x="1" y="676"/>
                    <a:pt x="50" y="5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4" name="Google Shape;4814;p106"/>
            <p:cNvSpPr/>
            <p:nvPr/>
          </p:nvSpPr>
          <p:spPr>
            <a:xfrm>
              <a:off x="6665800" y="1513300"/>
              <a:ext cx="17525" cy="6900"/>
            </a:xfrm>
            <a:custGeom>
              <a:rect b="b" l="l" r="r" t="t"/>
              <a:pathLst>
                <a:path extrusionOk="0" h="276" w="701">
                  <a:moveTo>
                    <a:pt x="575" y="225"/>
                  </a:moveTo>
                  <a:cubicBezTo>
                    <a:pt x="400" y="275"/>
                    <a:pt x="225" y="250"/>
                    <a:pt x="76" y="163"/>
                  </a:cubicBezTo>
                  <a:cubicBezTo>
                    <a:pt x="1" y="113"/>
                    <a:pt x="63" y="0"/>
                    <a:pt x="138" y="25"/>
                  </a:cubicBezTo>
                  <a:lnTo>
                    <a:pt x="513" y="38"/>
                  </a:lnTo>
                  <a:cubicBezTo>
                    <a:pt x="638" y="13"/>
                    <a:pt x="700" y="188"/>
                    <a:pt x="575" y="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5" name="Google Shape;4815;p106"/>
            <p:cNvSpPr/>
            <p:nvPr/>
          </p:nvSpPr>
          <p:spPr>
            <a:xfrm>
              <a:off x="6645800" y="1528925"/>
              <a:ext cx="28775" cy="23450"/>
            </a:xfrm>
            <a:custGeom>
              <a:rect b="b" l="l" r="r" t="t"/>
              <a:pathLst>
                <a:path extrusionOk="0" h="938" w="1151">
                  <a:moveTo>
                    <a:pt x="638" y="163"/>
                  </a:moveTo>
                  <a:cubicBezTo>
                    <a:pt x="1150" y="263"/>
                    <a:pt x="863" y="937"/>
                    <a:pt x="426" y="838"/>
                  </a:cubicBezTo>
                  <a:cubicBezTo>
                    <a:pt x="1" y="750"/>
                    <a:pt x="126" y="0"/>
                    <a:pt x="626" y="150"/>
                  </a:cubicBezTo>
                  <a:cubicBezTo>
                    <a:pt x="738" y="188"/>
                    <a:pt x="713" y="350"/>
                    <a:pt x="601" y="350"/>
                  </a:cubicBezTo>
                  <a:lnTo>
                    <a:pt x="601" y="325"/>
                  </a:lnTo>
                  <a:cubicBezTo>
                    <a:pt x="501" y="288"/>
                    <a:pt x="538" y="138"/>
                    <a:pt x="651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6" name="Google Shape;4816;p106"/>
            <p:cNvSpPr/>
            <p:nvPr/>
          </p:nvSpPr>
          <p:spPr>
            <a:xfrm>
              <a:off x="6217175" y="4309125"/>
              <a:ext cx="551125" cy="190600"/>
            </a:xfrm>
            <a:custGeom>
              <a:rect b="b" l="l" r="r" t="t"/>
              <a:pathLst>
                <a:path extrusionOk="0" h="7624" w="22045">
                  <a:moveTo>
                    <a:pt x="213" y="4662"/>
                  </a:moveTo>
                  <a:cubicBezTo>
                    <a:pt x="5036" y="0"/>
                    <a:pt x="11447" y="7623"/>
                    <a:pt x="17083" y="6311"/>
                  </a:cubicBezTo>
                  <a:cubicBezTo>
                    <a:pt x="20070" y="5611"/>
                    <a:pt x="22044" y="3300"/>
                    <a:pt x="21932" y="238"/>
                  </a:cubicBezTo>
                  <a:cubicBezTo>
                    <a:pt x="21932" y="150"/>
                    <a:pt x="21795" y="150"/>
                    <a:pt x="21795" y="238"/>
                  </a:cubicBezTo>
                  <a:cubicBezTo>
                    <a:pt x="21532" y="6511"/>
                    <a:pt x="14521" y="6724"/>
                    <a:pt x="10160" y="4887"/>
                  </a:cubicBezTo>
                  <a:cubicBezTo>
                    <a:pt x="8448" y="4162"/>
                    <a:pt x="6723" y="3175"/>
                    <a:pt x="4824" y="2950"/>
                  </a:cubicBezTo>
                  <a:cubicBezTo>
                    <a:pt x="2924" y="2725"/>
                    <a:pt x="1425" y="3225"/>
                    <a:pt x="88" y="4537"/>
                  </a:cubicBezTo>
                  <a:cubicBezTo>
                    <a:pt x="0" y="4612"/>
                    <a:pt x="125" y="4737"/>
                    <a:pt x="213" y="46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7" name="Google Shape;4817;p106"/>
            <p:cNvSpPr/>
            <p:nvPr/>
          </p:nvSpPr>
          <p:spPr>
            <a:xfrm>
              <a:off x="6582375" y="4210725"/>
              <a:ext cx="180925" cy="121225"/>
            </a:xfrm>
            <a:custGeom>
              <a:rect b="b" l="l" r="r" t="t"/>
              <a:pathLst>
                <a:path extrusionOk="0" h="4849" w="7237">
                  <a:moveTo>
                    <a:pt x="7224" y="3174"/>
                  </a:moveTo>
                  <a:cubicBezTo>
                    <a:pt x="7087" y="1162"/>
                    <a:pt x="4637" y="0"/>
                    <a:pt x="2825" y="537"/>
                  </a:cubicBezTo>
                  <a:cubicBezTo>
                    <a:pt x="1326" y="987"/>
                    <a:pt x="1" y="3524"/>
                    <a:pt x="1388" y="4774"/>
                  </a:cubicBezTo>
                  <a:cubicBezTo>
                    <a:pt x="1463" y="4849"/>
                    <a:pt x="1575" y="4736"/>
                    <a:pt x="1513" y="4661"/>
                  </a:cubicBezTo>
                  <a:cubicBezTo>
                    <a:pt x="113" y="3137"/>
                    <a:pt x="1775" y="837"/>
                    <a:pt x="3400" y="637"/>
                  </a:cubicBezTo>
                  <a:cubicBezTo>
                    <a:pt x="4950" y="437"/>
                    <a:pt x="6912" y="1450"/>
                    <a:pt x="7037" y="3174"/>
                  </a:cubicBezTo>
                  <a:cubicBezTo>
                    <a:pt x="7037" y="3299"/>
                    <a:pt x="7237" y="3299"/>
                    <a:pt x="7224" y="3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8" name="Google Shape;4818;p106"/>
            <p:cNvSpPr/>
            <p:nvPr/>
          </p:nvSpPr>
          <p:spPr>
            <a:xfrm>
              <a:off x="6636125" y="4276625"/>
              <a:ext cx="72825" cy="77200"/>
            </a:xfrm>
            <a:custGeom>
              <a:rect b="b" l="l" r="r" t="t"/>
              <a:pathLst>
                <a:path extrusionOk="0" h="3088" w="2913">
                  <a:moveTo>
                    <a:pt x="63" y="2600"/>
                  </a:moveTo>
                  <a:cubicBezTo>
                    <a:pt x="888" y="3087"/>
                    <a:pt x="2112" y="2738"/>
                    <a:pt x="2537" y="1850"/>
                  </a:cubicBezTo>
                  <a:cubicBezTo>
                    <a:pt x="2912" y="1026"/>
                    <a:pt x="2300" y="101"/>
                    <a:pt x="1437" y="13"/>
                  </a:cubicBezTo>
                  <a:cubicBezTo>
                    <a:pt x="1325" y="1"/>
                    <a:pt x="1300" y="188"/>
                    <a:pt x="1412" y="213"/>
                  </a:cubicBezTo>
                  <a:cubicBezTo>
                    <a:pt x="2225" y="351"/>
                    <a:pt x="2725" y="1176"/>
                    <a:pt x="2250" y="1925"/>
                  </a:cubicBezTo>
                  <a:cubicBezTo>
                    <a:pt x="1787" y="2613"/>
                    <a:pt x="888" y="2838"/>
                    <a:pt x="150" y="2463"/>
                  </a:cubicBezTo>
                  <a:cubicBezTo>
                    <a:pt x="63" y="2425"/>
                    <a:pt x="0" y="2538"/>
                    <a:pt x="75" y="26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9" name="Google Shape;4819;p106"/>
            <p:cNvSpPr/>
            <p:nvPr/>
          </p:nvSpPr>
          <p:spPr>
            <a:xfrm>
              <a:off x="6662675" y="4282575"/>
              <a:ext cx="25" cy="325"/>
            </a:xfrm>
            <a:custGeom>
              <a:rect b="b" l="l" r="r" t="t"/>
              <a:pathLst>
                <a:path extrusionOk="0" h="13" w="1">
                  <a:moveTo>
                    <a:pt x="1" y="0"/>
                  </a:moveTo>
                  <a:lnTo>
                    <a:pt x="1" y="1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0" name="Google Shape;4820;p106"/>
            <p:cNvSpPr/>
            <p:nvPr/>
          </p:nvSpPr>
          <p:spPr>
            <a:xfrm>
              <a:off x="6648925" y="4357225"/>
              <a:ext cx="206550" cy="103750"/>
            </a:xfrm>
            <a:custGeom>
              <a:rect b="b" l="l" r="r" t="t"/>
              <a:pathLst>
                <a:path extrusionOk="0" h="4150" w="8262">
                  <a:moveTo>
                    <a:pt x="126" y="4137"/>
                  </a:moveTo>
                  <a:cubicBezTo>
                    <a:pt x="1250" y="3887"/>
                    <a:pt x="2325" y="3425"/>
                    <a:pt x="3275" y="2775"/>
                  </a:cubicBezTo>
                  <a:cubicBezTo>
                    <a:pt x="4724" y="1763"/>
                    <a:pt x="6199" y="1"/>
                    <a:pt x="8074" y="1276"/>
                  </a:cubicBezTo>
                  <a:cubicBezTo>
                    <a:pt x="8161" y="1326"/>
                    <a:pt x="8261" y="1201"/>
                    <a:pt x="8186" y="1138"/>
                  </a:cubicBezTo>
                  <a:cubicBezTo>
                    <a:pt x="7424" y="451"/>
                    <a:pt x="6474" y="451"/>
                    <a:pt x="5549" y="851"/>
                  </a:cubicBezTo>
                  <a:cubicBezTo>
                    <a:pt x="4887" y="1151"/>
                    <a:pt x="4350" y="1676"/>
                    <a:pt x="3787" y="2125"/>
                  </a:cubicBezTo>
                  <a:cubicBezTo>
                    <a:pt x="2700" y="3013"/>
                    <a:pt x="1450" y="3650"/>
                    <a:pt x="88" y="3987"/>
                  </a:cubicBezTo>
                  <a:cubicBezTo>
                    <a:pt x="1" y="4000"/>
                    <a:pt x="38" y="4150"/>
                    <a:pt x="138" y="41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1" name="Google Shape;4821;p106"/>
            <p:cNvSpPr/>
            <p:nvPr/>
          </p:nvSpPr>
          <p:spPr>
            <a:xfrm>
              <a:off x="6506475" y="4375975"/>
              <a:ext cx="88425" cy="80000"/>
            </a:xfrm>
            <a:custGeom>
              <a:rect b="b" l="l" r="r" t="t"/>
              <a:pathLst>
                <a:path extrusionOk="0" h="3200" w="3537">
                  <a:moveTo>
                    <a:pt x="113" y="2888"/>
                  </a:moveTo>
                  <a:cubicBezTo>
                    <a:pt x="987" y="3087"/>
                    <a:pt x="1837" y="3200"/>
                    <a:pt x="2650" y="2713"/>
                  </a:cubicBezTo>
                  <a:cubicBezTo>
                    <a:pt x="3174" y="2388"/>
                    <a:pt x="3537" y="1875"/>
                    <a:pt x="3437" y="1225"/>
                  </a:cubicBezTo>
                  <a:cubicBezTo>
                    <a:pt x="3349" y="613"/>
                    <a:pt x="2849" y="138"/>
                    <a:pt x="2225" y="63"/>
                  </a:cubicBezTo>
                  <a:cubicBezTo>
                    <a:pt x="1750" y="13"/>
                    <a:pt x="1075" y="176"/>
                    <a:pt x="1025" y="726"/>
                  </a:cubicBezTo>
                  <a:cubicBezTo>
                    <a:pt x="1025" y="813"/>
                    <a:pt x="1150" y="813"/>
                    <a:pt x="1150" y="726"/>
                  </a:cubicBezTo>
                  <a:cubicBezTo>
                    <a:pt x="1225" y="1"/>
                    <a:pt x="2437" y="263"/>
                    <a:pt x="2762" y="488"/>
                  </a:cubicBezTo>
                  <a:cubicBezTo>
                    <a:pt x="3249" y="838"/>
                    <a:pt x="3387" y="1500"/>
                    <a:pt x="3099" y="2025"/>
                  </a:cubicBezTo>
                  <a:cubicBezTo>
                    <a:pt x="2475" y="3037"/>
                    <a:pt x="1125" y="2937"/>
                    <a:pt x="150" y="2713"/>
                  </a:cubicBezTo>
                  <a:cubicBezTo>
                    <a:pt x="38" y="2688"/>
                    <a:pt x="0" y="2863"/>
                    <a:pt x="113" y="28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2" name="Google Shape;4822;p106"/>
            <p:cNvSpPr/>
            <p:nvPr/>
          </p:nvSpPr>
          <p:spPr>
            <a:xfrm>
              <a:off x="6450850" y="4386300"/>
              <a:ext cx="33150" cy="43450"/>
            </a:xfrm>
            <a:custGeom>
              <a:rect b="b" l="l" r="r" t="t"/>
              <a:pathLst>
                <a:path extrusionOk="0" h="1738" w="1326">
                  <a:moveTo>
                    <a:pt x="101" y="1550"/>
                  </a:moveTo>
                  <a:cubicBezTo>
                    <a:pt x="638" y="1737"/>
                    <a:pt x="1325" y="1412"/>
                    <a:pt x="1263" y="762"/>
                  </a:cubicBezTo>
                  <a:cubicBezTo>
                    <a:pt x="1213" y="338"/>
                    <a:pt x="513" y="0"/>
                    <a:pt x="251" y="425"/>
                  </a:cubicBezTo>
                  <a:cubicBezTo>
                    <a:pt x="176" y="538"/>
                    <a:pt x="351" y="637"/>
                    <a:pt x="426" y="525"/>
                  </a:cubicBezTo>
                  <a:cubicBezTo>
                    <a:pt x="538" y="463"/>
                    <a:pt x="676" y="438"/>
                    <a:pt x="801" y="488"/>
                  </a:cubicBezTo>
                  <a:cubicBezTo>
                    <a:pt x="1076" y="712"/>
                    <a:pt x="1125" y="937"/>
                    <a:pt x="951" y="1137"/>
                  </a:cubicBezTo>
                  <a:cubicBezTo>
                    <a:pt x="776" y="1450"/>
                    <a:pt x="451" y="1487"/>
                    <a:pt x="138" y="1400"/>
                  </a:cubicBezTo>
                  <a:cubicBezTo>
                    <a:pt x="38" y="1362"/>
                    <a:pt x="1" y="1525"/>
                    <a:pt x="101" y="15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3" name="Google Shape;4823;p106"/>
            <p:cNvSpPr/>
            <p:nvPr/>
          </p:nvSpPr>
          <p:spPr>
            <a:xfrm>
              <a:off x="6842625" y="4377850"/>
              <a:ext cx="31900" cy="31900"/>
            </a:xfrm>
            <a:custGeom>
              <a:rect b="b" l="l" r="r" t="t"/>
              <a:pathLst>
                <a:path extrusionOk="0" h="1276" w="1276">
                  <a:moveTo>
                    <a:pt x="326" y="351"/>
                  </a:moveTo>
                  <a:cubicBezTo>
                    <a:pt x="1" y="713"/>
                    <a:pt x="451" y="1275"/>
                    <a:pt x="863" y="950"/>
                  </a:cubicBezTo>
                  <a:cubicBezTo>
                    <a:pt x="1275" y="626"/>
                    <a:pt x="800" y="1"/>
                    <a:pt x="401" y="301"/>
                  </a:cubicBezTo>
                  <a:cubicBezTo>
                    <a:pt x="326" y="351"/>
                    <a:pt x="376" y="463"/>
                    <a:pt x="463" y="451"/>
                  </a:cubicBezTo>
                  <a:lnTo>
                    <a:pt x="463" y="451"/>
                  </a:lnTo>
                  <a:cubicBezTo>
                    <a:pt x="501" y="376"/>
                    <a:pt x="401" y="276"/>
                    <a:pt x="338" y="3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4" name="Google Shape;4824;p106"/>
            <p:cNvSpPr/>
            <p:nvPr/>
          </p:nvSpPr>
          <p:spPr>
            <a:xfrm>
              <a:off x="6720775" y="4313800"/>
              <a:ext cx="77825" cy="113125"/>
            </a:xfrm>
            <a:custGeom>
              <a:rect b="b" l="l" r="r" t="t"/>
              <a:pathLst>
                <a:path extrusionOk="0" h="4525" w="3113">
                  <a:moveTo>
                    <a:pt x="163" y="4462"/>
                  </a:moveTo>
                  <a:cubicBezTo>
                    <a:pt x="1551" y="3363"/>
                    <a:pt x="2575" y="1850"/>
                    <a:pt x="3088" y="151"/>
                  </a:cubicBezTo>
                  <a:cubicBezTo>
                    <a:pt x="3113" y="63"/>
                    <a:pt x="2975" y="1"/>
                    <a:pt x="2925" y="88"/>
                  </a:cubicBezTo>
                  <a:cubicBezTo>
                    <a:pt x="2188" y="1700"/>
                    <a:pt x="1413" y="3188"/>
                    <a:pt x="63" y="4375"/>
                  </a:cubicBezTo>
                  <a:cubicBezTo>
                    <a:pt x="1" y="4437"/>
                    <a:pt x="88" y="4525"/>
                    <a:pt x="163" y="44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5" name="Google Shape;4825;p106"/>
            <p:cNvSpPr/>
            <p:nvPr/>
          </p:nvSpPr>
          <p:spPr>
            <a:xfrm>
              <a:off x="6784200" y="4293200"/>
              <a:ext cx="30650" cy="32500"/>
            </a:xfrm>
            <a:custGeom>
              <a:rect b="b" l="l" r="r" t="t"/>
              <a:pathLst>
                <a:path extrusionOk="0" h="1300" w="1226">
                  <a:moveTo>
                    <a:pt x="501" y="800"/>
                  </a:moveTo>
                  <a:lnTo>
                    <a:pt x="501" y="737"/>
                  </a:lnTo>
                  <a:cubicBezTo>
                    <a:pt x="426" y="662"/>
                    <a:pt x="313" y="750"/>
                    <a:pt x="363" y="850"/>
                  </a:cubicBezTo>
                  <a:cubicBezTo>
                    <a:pt x="601" y="1300"/>
                    <a:pt x="1225" y="750"/>
                    <a:pt x="888" y="375"/>
                  </a:cubicBezTo>
                  <a:cubicBezTo>
                    <a:pt x="551" y="0"/>
                    <a:pt x="1" y="550"/>
                    <a:pt x="388" y="912"/>
                  </a:cubicBezTo>
                  <a:cubicBezTo>
                    <a:pt x="463" y="975"/>
                    <a:pt x="563" y="875"/>
                    <a:pt x="501" y="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6" name="Google Shape;4826;p106"/>
            <p:cNvSpPr/>
            <p:nvPr/>
          </p:nvSpPr>
          <p:spPr>
            <a:xfrm>
              <a:off x="6760775" y="4298825"/>
              <a:ext cx="5650" cy="9375"/>
            </a:xfrm>
            <a:custGeom>
              <a:rect b="b" l="l" r="r" t="t"/>
              <a:pathLst>
                <a:path extrusionOk="0" h="375" w="226">
                  <a:moveTo>
                    <a:pt x="213" y="263"/>
                  </a:moveTo>
                  <a:cubicBezTo>
                    <a:pt x="225" y="188"/>
                    <a:pt x="200" y="113"/>
                    <a:pt x="150" y="63"/>
                  </a:cubicBezTo>
                  <a:cubicBezTo>
                    <a:pt x="113" y="0"/>
                    <a:pt x="1" y="13"/>
                    <a:pt x="1" y="100"/>
                  </a:cubicBezTo>
                  <a:cubicBezTo>
                    <a:pt x="1" y="150"/>
                    <a:pt x="13" y="213"/>
                    <a:pt x="13" y="263"/>
                  </a:cubicBezTo>
                  <a:cubicBezTo>
                    <a:pt x="26" y="375"/>
                    <a:pt x="188" y="375"/>
                    <a:pt x="200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7" name="Google Shape;4827;p106"/>
            <p:cNvSpPr/>
            <p:nvPr/>
          </p:nvSpPr>
          <p:spPr>
            <a:xfrm>
              <a:off x="6624250" y="4331300"/>
              <a:ext cx="10025" cy="6900"/>
            </a:xfrm>
            <a:custGeom>
              <a:rect b="b" l="l" r="r" t="t"/>
              <a:pathLst>
                <a:path extrusionOk="0" h="276" w="401">
                  <a:moveTo>
                    <a:pt x="313" y="88"/>
                  </a:moveTo>
                  <a:cubicBezTo>
                    <a:pt x="250" y="51"/>
                    <a:pt x="175" y="26"/>
                    <a:pt x="100" y="13"/>
                  </a:cubicBezTo>
                  <a:cubicBezTo>
                    <a:pt x="38" y="1"/>
                    <a:pt x="0" y="63"/>
                    <a:pt x="50" y="113"/>
                  </a:cubicBezTo>
                  <a:cubicBezTo>
                    <a:pt x="100" y="176"/>
                    <a:pt x="163" y="226"/>
                    <a:pt x="250" y="251"/>
                  </a:cubicBezTo>
                  <a:cubicBezTo>
                    <a:pt x="338" y="276"/>
                    <a:pt x="400" y="138"/>
                    <a:pt x="313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8" name="Google Shape;4828;p106"/>
            <p:cNvSpPr/>
            <p:nvPr/>
          </p:nvSpPr>
          <p:spPr>
            <a:xfrm>
              <a:off x="6618625" y="4440350"/>
              <a:ext cx="156850" cy="27825"/>
            </a:xfrm>
            <a:custGeom>
              <a:rect b="b" l="l" r="r" t="t"/>
              <a:pathLst>
                <a:path extrusionOk="0" h="1113" w="6274">
                  <a:moveTo>
                    <a:pt x="101" y="1100"/>
                  </a:moveTo>
                  <a:cubicBezTo>
                    <a:pt x="963" y="1112"/>
                    <a:pt x="1813" y="1025"/>
                    <a:pt x="2662" y="850"/>
                  </a:cubicBezTo>
                  <a:cubicBezTo>
                    <a:pt x="3812" y="625"/>
                    <a:pt x="4937" y="175"/>
                    <a:pt x="6111" y="500"/>
                  </a:cubicBezTo>
                  <a:cubicBezTo>
                    <a:pt x="6224" y="525"/>
                    <a:pt x="6274" y="362"/>
                    <a:pt x="6161" y="313"/>
                  </a:cubicBezTo>
                  <a:cubicBezTo>
                    <a:pt x="5362" y="0"/>
                    <a:pt x="4649" y="163"/>
                    <a:pt x="3837" y="337"/>
                  </a:cubicBezTo>
                  <a:cubicBezTo>
                    <a:pt x="2587" y="612"/>
                    <a:pt x="1375" y="862"/>
                    <a:pt x="101" y="925"/>
                  </a:cubicBezTo>
                  <a:cubicBezTo>
                    <a:pt x="1" y="937"/>
                    <a:pt x="1" y="1087"/>
                    <a:pt x="101" y="1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9" name="Google Shape;4829;p106"/>
            <p:cNvSpPr/>
            <p:nvPr/>
          </p:nvSpPr>
          <p:spPr>
            <a:xfrm>
              <a:off x="6763900" y="4437225"/>
              <a:ext cx="32825" cy="31250"/>
            </a:xfrm>
            <a:custGeom>
              <a:rect b="b" l="l" r="r" t="t"/>
              <a:pathLst>
                <a:path extrusionOk="0" h="1250" w="1313">
                  <a:moveTo>
                    <a:pt x="450" y="550"/>
                  </a:moveTo>
                  <a:lnTo>
                    <a:pt x="563" y="587"/>
                  </a:lnTo>
                  <a:cubicBezTo>
                    <a:pt x="613" y="512"/>
                    <a:pt x="550" y="413"/>
                    <a:pt x="463" y="425"/>
                  </a:cubicBezTo>
                  <a:cubicBezTo>
                    <a:pt x="1" y="587"/>
                    <a:pt x="463" y="1250"/>
                    <a:pt x="850" y="1012"/>
                  </a:cubicBezTo>
                  <a:cubicBezTo>
                    <a:pt x="1313" y="712"/>
                    <a:pt x="775" y="0"/>
                    <a:pt x="350" y="438"/>
                  </a:cubicBezTo>
                  <a:cubicBezTo>
                    <a:pt x="288" y="500"/>
                    <a:pt x="363" y="600"/>
                    <a:pt x="450" y="5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0" name="Google Shape;4830;p106"/>
            <p:cNvSpPr/>
            <p:nvPr/>
          </p:nvSpPr>
          <p:spPr>
            <a:xfrm>
              <a:off x="6768275" y="4388175"/>
              <a:ext cx="72825" cy="22500"/>
            </a:xfrm>
            <a:custGeom>
              <a:rect b="b" l="l" r="r" t="t"/>
              <a:pathLst>
                <a:path extrusionOk="0" h="900" w="2913">
                  <a:moveTo>
                    <a:pt x="100" y="263"/>
                  </a:moveTo>
                  <a:cubicBezTo>
                    <a:pt x="413" y="562"/>
                    <a:pt x="813" y="750"/>
                    <a:pt x="1225" y="800"/>
                  </a:cubicBezTo>
                  <a:cubicBezTo>
                    <a:pt x="1700" y="862"/>
                    <a:pt x="2400" y="900"/>
                    <a:pt x="2812" y="637"/>
                  </a:cubicBezTo>
                  <a:cubicBezTo>
                    <a:pt x="2912" y="575"/>
                    <a:pt x="2850" y="413"/>
                    <a:pt x="2725" y="438"/>
                  </a:cubicBezTo>
                  <a:cubicBezTo>
                    <a:pt x="1937" y="637"/>
                    <a:pt x="900" y="687"/>
                    <a:pt x="263" y="100"/>
                  </a:cubicBezTo>
                  <a:cubicBezTo>
                    <a:pt x="163" y="0"/>
                    <a:pt x="0" y="163"/>
                    <a:pt x="113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1" name="Google Shape;4831;p106"/>
            <p:cNvSpPr/>
            <p:nvPr/>
          </p:nvSpPr>
          <p:spPr>
            <a:xfrm>
              <a:off x="6769525" y="4381600"/>
              <a:ext cx="70625" cy="23450"/>
            </a:xfrm>
            <a:custGeom>
              <a:rect b="b" l="l" r="r" t="t"/>
              <a:pathLst>
                <a:path extrusionOk="0" h="938" w="2825">
                  <a:moveTo>
                    <a:pt x="2762" y="738"/>
                  </a:moveTo>
                  <a:cubicBezTo>
                    <a:pt x="2250" y="51"/>
                    <a:pt x="813" y="1"/>
                    <a:pt x="113" y="376"/>
                  </a:cubicBezTo>
                  <a:cubicBezTo>
                    <a:pt x="0" y="426"/>
                    <a:pt x="88" y="563"/>
                    <a:pt x="188" y="551"/>
                  </a:cubicBezTo>
                  <a:cubicBezTo>
                    <a:pt x="900" y="438"/>
                    <a:pt x="2062" y="176"/>
                    <a:pt x="2612" y="850"/>
                  </a:cubicBezTo>
                  <a:cubicBezTo>
                    <a:pt x="2687" y="938"/>
                    <a:pt x="2825" y="825"/>
                    <a:pt x="2775" y="7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2" name="Google Shape;4832;p106"/>
            <p:cNvSpPr/>
            <p:nvPr/>
          </p:nvSpPr>
          <p:spPr>
            <a:xfrm>
              <a:off x="6669850" y="4396600"/>
              <a:ext cx="17850" cy="55950"/>
            </a:xfrm>
            <a:custGeom>
              <a:rect b="b" l="l" r="r" t="t"/>
              <a:pathLst>
                <a:path extrusionOk="0" h="2238" w="714">
                  <a:moveTo>
                    <a:pt x="413" y="2087"/>
                  </a:moveTo>
                  <a:cubicBezTo>
                    <a:pt x="238" y="1450"/>
                    <a:pt x="326" y="775"/>
                    <a:pt x="663" y="213"/>
                  </a:cubicBezTo>
                  <a:cubicBezTo>
                    <a:pt x="713" y="101"/>
                    <a:pt x="551" y="1"/>
                    <a:pt x="476" y="101"/>
                  </a:cubicBezTo>
                  <a:cubicBezTo>
                    <a:pt x="88" y="713"/>
                    <a:pt x="1" y="1450"/>
                    <a:pt x="238" y="2137"/>
                  </a:cubicBezTo>
                  <a:cubicBezTo>
                    <a:pt x="276" y="2237"/>
                    <a:pt x="426" y="2200"/>
                    <a:pt x="413" y="20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3" name="Google Shape;4833;p106"/>
            <p:cNvSpPr/>
            <p:nvPr/>
          </p:nvSpPr>
          <p:spPr>
            <a:xfrm>
              <a:off x="6677050" y="4396600"/>
              <a:ext cx="16275" cy="54375"/>
            </a:xfrm>
            <a:custGeom>
              <a:rect b="b" l="l" r="r" t="t"/>
              <a:pathLst>
                <a:path extrusionOk="0" h="2175" w="651">
                  <a:moveTo>
                    <a:pt x="188" y="188"/>
                  </a:moveTo>
                  <a:cubicBezTo>
                    <a:pt x="313" y="550"/>
                    <a:pt x="363" y="950"/>
                    <a:pt x="300" y="1338"/>
                  </a:cubicBezTo>
                  <a:cubicBezTo>
                    <a:pt x="250" y="1613"/>
                    <a:pt x="113" y="1788"/>
                    <a:pt x="13" y="2038"/>
                  </a:cubicBezTo>
                  <a:cubicBezTo>
                    <a:pt x="0" y="2075"/>
                    <a:pt x="25" y="2112"/>
                    <a:pt x="63" y="2125"/>
                  </a:cubicBezTo>
                  <a:cubicBezTo>
                    <a:pt x="363" y="2175"/>
                    <a:pt x="463" y="1850"/>
                    <a:pt x="538" y="1613"/>
                  </a:cubicBezTo>
                  <a:cubicBezTo>
                    <a:pt x="650" y="1113"/>
                    <a:pt x="600" y="600"/>
                    <a:pt x="400" y="126"/>
                  </a:cubicBezTo>
                  <a:cubicBezTo>
                    <a:pt x="350" y="1"/>
                    <a:pt x="150" y="51"/>
                    <a:pt x="188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4" name="Google Shape;4834;p106"/>
            <p:cNvSpPr/>
            <p:nvPr/>
          </p:nvSpPr>
          <p:spPr>
            <a:xfrm>
              <a:off x="6337750" y="4364725"/>
              <a:ext cx="82825" cy="26900"/>
            </a:xfrm>
            <a:custGeom>
              <a:rect b="b" l="l" r="r" t="t"/>
              <a:pathLst>
                <a:path extrusionOk="0" h="1076" w="3313">
                  <a:moveTo>
                    <a:pt x="126" y="926"/>
                  </a:moveTo>
                  <a:cubicBezTo>
                    <a:pt x="1138" y="1076"/>
                    <a:pt x="2500" y="926"/>
                    <a:pt x="3263" y="163"/>
                  </a:cubicBezTo>
                  <a:cubicBezTo>
                    <a:pt x="3313" y="113"/>
                    <a:pt x="3263" y="1"/>
                    <a:pt x="3175" y="26"/>
                  </a:cubicBezTo>
                  <a:cubicBezTo>
                    <a:pt x="2713" y="188"/>
                    <a:pt x="2300" y="476"/>
                    <a:pt x="1813" y="601"/>
                  </a:cubicBezTo>
                  <a:cubicBezTo>
                    <a:pt x="1276" y="738"/>
                    <a:pt x="713" y="776"/>
                    <a:pt x="151" y="713"/>
                  </a:cubicBezTo>
                  <a:cubicBezTo>
                    <a:pt x="38" y="701"/>
                    <a:pt x="1" y="913"/>
                    <a:pt x="126" y="9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5" name="Google Shape;4835;p106"/>
            <p:cNvSpPr/>
            <p:nvPr/>
          </p:nvSpPr>
          <p:spPr>
            <a:xfrm>
              <a:off x="6319650" y="4355975"/>
              <a:ext cx="100625" cy="30975"/>
            </a:xfrm>
            <a:custGeom>
              <a:rect b="b" l="l" r="r" t="t"/>
              <a:pathLst>
                <a:path extrusionOk="0" h="1239" w="4025">
                  <a:moveTo>
                    <a:pt x="3887" y="238"/>
                  </a:moveTo>
                  <a:cubicBezTo>
                    <a:pt x="3262" y="126"/>
                    <a:pt x="2612" y="1"/>
                    <a:pt x="1975" y="101"/>
                  </a:cubicBezTo>
                  <a:cubicBezTo>
                    <a:pt x="1300" y="201"/>
                    <a:pt x="712" y="551"/>
                    <a:pt x="138" y="926"/>
                  </a:cubicBezTo>
                  <a:cubicBezTo>
                    <a:pt x="0" y="1013"/>
                    <a:pt x="138" y="1238"/>
                    <a:pt x="275" y="1151"/>
                  </a:cubicBezTo>
                  <a:cubicBezTo>
                    <a:pt x="737" y="838"/>
                    <a:pt x="1225" y="526"/>
                    <a:pt x="1787" y="388"/>
                  </a:cubicBezTo>
                  <a:cubicBezTo>
                    <a:pt x="2450" y="226"/>
                    <a:pt x="3162" y="338"/>
                    <a:pt x="3837" y="451"/>
                  </a:cubicBezTo>
                  <a:cubicBezTo>
                    <a:pt x="3962" y="463"/>
                    <a:pt x="4024" y="263"/>
                    <a:pt x="3887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6" name="Google Shape;4836;p106"/>
            <p:cNvSpPr/>
            <p:nvPr/>
          </p:nvSpPr>
          <p:spPr>
            <a:xfrm>
              <a:off x="6822325" y="3689900"/>
              <a:ext cx="199650" cy="551150"/>
            </a:xfrm>
            <a:custGeom>
              <a:rect b="b" l="l" r="r" t="t"/>
              <a:pathLst>
                <a:path extrusionOk="0" h="22046" w="7986">
                  <a:moveTo>
                    <a:pt x="4499" y="88"/>
                  </a:moveTo>
                  <a:cubicBezTo>
                    <a:pt x="3187" y="1426"/>
                    <a:pt x="2700" y="2938"/>
                    <a:pt x="2912" y="4837"/>
                  </a:cubicBezTo>
                  <a:cubicBezTo>
                    <a:pt x="3087" y="6237"/>
                    <a:pt x="3699" y="7487"/>
                    <a:pt x="4237" y="8761"/>
                  </a:cubicBezTo>
                  <a:cubicBezTo>
                    <a:pt x="6111" y="13235"/>
                    <a:pt x="7986" y="21470"/>
                    <a:pt x="213" y="21808"/>
                  </a:cubicBezTo>
                  <a:cubicBezTo>
                    <a:pt x="125" y="21808"/>
                    <a:pt x="125" y="21933"/>
                    <a:pt x="213" y="21945"/>
                  </a:cubicBezTo>
                  <a:cubicBezTo>
                    <a:pt x="3250" y="22045"/>
                    <a:pt x="5586" y="20071"/>
                    <a:pt x="6274" y="17084"/>
                  </a:cubicBezTo>
                  <a:cubicBezTo>
                    <a:pt x="7598" y="11435"/>
                    <a:pt x="0" y="5012"/>
                    <a:pt x="4637" y="213"/>
                  </a:cubicBezTo>
                  <a:cubicBezTo>
                    <a:pt x="4712" y="138"/>
                    <a:pt x="4587" y="1"/>
                    <a:pt x="4499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7" name="Google Shape;4837;p106"/>
            <p:cNvSpPr/>
            <p:nvPr/>
          </p:nvSpPr>
          <p:spPr>
            <a:xfrm>
              <a:off x="6723275" y="4055125"/>
              <a:ext cx="121250" cy="180925"/>
            </a:xfrm>
            <a:custGeom>
              <a:rect b="b" l="l" r="r" t="t"/>
              <a:pathLst>
                <a:path extrusionOk="0" h="7237" w="4850">
                  <a:moveTo>
                    <a:pt x="3175" y="7036"/>
                  </a:moveTo>
                  <a:cubicBezTo>
                    <a:pt x="1438" y="6911"/>
                    <a:pt x="438" y="4949"/>
                    <a:pt x="626" y="3400"/>
                  </a:cubicBezTo>
                  <a:cubicBezTo>
                    <a:pt x="838" y="1775"/>
                    <a:pt x="3138" y="113"/>
                    <a:pt x="4650" y="1513"/>
                  </a:cubicBezTo>
                  <a:cubicBezTo>
                    <a:pt x="4737" y="1588"/>
                    <a:pt x="4850" y="1463"/>
                    <a:pt x="4775" y="1388"/>
                  </a:cubicBezTo>
                  <a:cubicBezTo>
                    <a:pt x="3525" y="1"/>
                    <a:pt x="988" y="1313"/>
                    <a:pt x="538" y="2825"/>
                  </a:cubicBezTo>
                  <a:cubicBezTo>
                    <a:pt x="1" y="4637"/>
                    <a:pt x="1163" y="7086"/>
                    <a:pt x="3175" y="7224"/>
                  </a:cubicBezTo>
                  <a:cubicBezTo>
                    <a:pt x="3300" y="7236"/>
                    <a:pt x="3300" y="7049"/>
                    <a:pt x="3175" y="70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8" name="Google Shape;4838;p106"/>
            <p:cNvSpPr/>
            <p:nvPr/>
          </p:nvSpPr>
          <p:spPr>
            <a:xfrm>
              <a:off x="6789200" y="4108250"/>
              <a:ext cx="77200" cy="73425"/>
            </a:xfrm>
            <a:custGeom>
              <a:rect b="b" l="l" r="r" t="t"/>
              <a:pathLst>
                <a:path extrusionOk="0" h="2937" w="3088">
                  <a:moveTo>
                    <a:pt x="2463" y="163"/>
                  </a:moveTo>
                  <a:cubicBezTo>
                    <a:pt x="2837" y="900"/>
                    <a:pt x="2600" y="1800"/>
                    <a:pt x="1925" y="2274"/>
                  </a:cubicBezTo>
                  <a:cubicBezTo>
                    <a:pt x="1175" y="2749"/>
                    <a:pt x="338" y="2237"/>
                    <a:pt x="201" y="1425"/>
                  </a:cubicBezTo>
                  <a:cubicBezTo>
                    <a:pt x="188" y="1312"/>
                    <a:pt x="1" y="1337"/>
                    <a:pt x="13" y="1450"/>
                  </a:cubicBezTo>
                  <a:cubicBezTo>
                    <a:pt x="88" y="2324"/>
                    <a:pt x="1013" y="2937"/>
                    <a:pt x="1838" y="2549"/>
                  </a:cubicBezTo>
                  <a:cubicBezTo>
                    <a:pt x="2738" y="2137"/>
                    <a:pt x="3087" y="900"/>
                    <a:pt x="2588" y="75"/>
                  </a:cubicBezTo>
                  <a:cubicBezTo>
                    <a:pt x="2538" y="0"/>
                    <a:pt x="2425" y="75"/>
                    <a:pt x="2463" y="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9" name="Google Shape;4839;p106"/>
            <p:cNvSpPr/>
            <p:nvPr/>
          </p:nvSpPr>
          <p:spPr>
            <a:xfrm>
              <a:off x="6795150" y="4135100"/>
              <a:ext cx="325" cy="350"/>
            </a:xfrm>
            <a:custGeom>
              <a:rect b="b" l="l" r="r" t="t"/>
              <a:pathLst>
                <a:path extrusionOk="0" h="14" w="13">
                  <a:moveTo>
                    <a:pt x="0" y="1"/>
                  </a:moveTo>
                  <a:lnTo>
                    <a:pt x="0" y="13"/>
                  </a:lnTo>
                  <a:cubicBezTo>
                    <a:pt x="0" y="13"/>
                    <a:pt x="13" y="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0" name="Google Shape;4840;p106"/>
            <p:cNvSpPr/>
            <p:nvPr/>
          </p:nvSpPr>
          <p:spPr>
            <a:xfrm>
              <a:off x="6869500" y="4121350"/>
              <a:ext cx="104050" cy="206550"/>
            </a:xfrm>
            <a:custGeom>
              <a:rect b="b" l="l" r="r" t="t"/>
              <a:pathLst>
                <a:path extrusionOk="0" h="8262" w="4162">
                  <a:moveTo>
                    <a:pt x="3987" y="101"/>
                  </a:moveTo>
                  <a:cubicBezTo>
                    <a:pt x="3712" y="1288"/>
                    <a:pt x="3175" y="2400"/>
                    <a:pt x="2450" y="3375"/>
                  </a:cubicBezTo>
                  <a:cubicBezTo>
                    <a:pt x="1925" y="4087"/>
                    <a:pt x="1225" y="4737"/>
                    <a:pt x="863" y="5562"/>
                  </a:cubicBezTo>
                  <a:cubicBezTo>
                    <a:pt x="450" y="6474"/>
                    <a:pt x="463" y="7436"/>
                    <a:pt x="1150" y="8199"/>
                  </a:cubicBezTo>
                  <a:cubicBezTo>
                    <a:pt x="1213" y="8261"/>
                    <a:pt x="1338" y="8174"/>
                    <a:pt x="1275" y="8086"/>
                  </a:cubicBezTo>
                  <a:cubicBezTo>
                    <a:pt x="0" y="6212"/>
                    <a:pt x="1762" y="4725"/>
                    <a:pt x="2775" y="3275"/>
                  </a:cubicBezTo>
                  <a:cubicBezTo>
                    <a:pt x="3437" y="2325"/>
                    <a:pt x="3899" y="1263"/>
                    <a:pt x="4137" y="138"/>
                  </a:cubicBezTo>
                  <a:cubicBezTo>
                    <a:pt x="4162" y="38"/>
                    <a:pt x="4012" y="1"/>
                    <a:pt x="3987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1" name="Google Shape;4841;p106"/>
            <p:cNvSpPr/>
            <p:nvPr/>
          </p:nvSpPr>
          <p:spPr>
            <a:xfrm>
              <a:off x="6887000" y="3978900"/>
              <a:ext cx="81875" cy="88750"/>
            </a:xfrm>
            <a:custGeom>
              <a:rect b="b" l="l" r="r" t="t"/>
              <a:pathLst>
                <a:path extrusionOk="0" h="3550" w="3275">
                  <a:moveTo>
                    <a:pt x="2774" y="163"/>
                  </a:moveTo>
                  <a:cubicBezTo>
                    <a:pt x="2987" y="1138"/>
                    <a:pt x="3099" y="2500"/>
                    <a:pt x="2087" y="3112"/>
                  </a:cubicBezTo>
                  <a:cubicBezTo>
                    <a:pt x="1612" y="3375"/>
                    <a:pt x="1025" y="3287"/>
                    <a:pt x="638" y="2900"/>
                  </a:cubicBezTo>
                  <a:cubicBezTo>
                    <a:pt x="338" y="2575"/>
                    <a:pt x="0" y="1250"/>
                    <a:pt x="800" y="1163"/>
                  </a:cubicBezTo>
                  <a:cubicBezTo>
                    <a:pt x="875" y="1163"/>
                    <a:pt x="875" y="1025"/>
                    <a:pt x="800" y="1038"/>
                  </a:cubicBezTo>
                  <a:cubicBezTo>
                    <a:pt x="250" y="1088"/>
                    <a:pt x="75" y="1762"/>
                    <a:pt x="138" y="2237"/>
                  </a:cubicBezTo>
                  <a:cubicBezTo>
                    <a:pt x="200" y="2850"/>
                    <a:pt x="675" y="3350"/>
                    <a:pt x="1300" y="3450"/>
                  </a:cubicBezTo>
                  <a:cubicBezTo>
                    <a:pt x="1937" y="3550"/>
                    <a:pt x="2450" y="3187"/>
                    <a:pt x="2774" y="2650"/>
                  </a:cubicBezTo>
                  <a:cubicBezTo>
                    <a:pt x="3274" y="1850"/>
                    <a:pt x="3149" y="988"/>
                    <a:pt x="2949" y="113"/>
                  </a:cubicBezTo>
                  <a:cubicBezTo>
                    <a:pt x="2924" y="0"/>
                    <a:pt x="2762" y="50"/>
                    <a:pt x="2787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2" name="Google Shape;4842;p106"/>
            <p:cNvSpPr/>
            <p:nvPr/>
          </p:nvSpPr>
          <p:spPr>
            <a:xfrm>
              <a:off x="6898550" y="3923300"/>
              <a:ext cx="43775" cy="33450"/>
            </a:xfrm>
            <a:custGeom>
              <a:rect b="b" l="l" r="r" t="t"/>
              <a:pathLst>
                <a:path extrusionOk="0" h="1338" w="1751">
                  <a:moveTo>
                    <a:pt x="1400" y="150"/>
                  </a:moveTo>
                  <a:cubicBezTo>
                    <a:pt x="1488" y="462"/>
                    <a:pt x="1450" y="787"/>
                    <a:pt x="1138" y="962"/>
                  </a:cubicBezTo>
                  <a:cubicBezTo>
                    <a:pt x="938" y="1137"/>
                    <a:pt x="713" y="1087"/>
                    <a:pt x="488" y="800"/>
                  </a:cubicBezTo>
                  <a:cubicBezTo>
                    <a:pt x="438" y="675"/>
                    <a:pt x="463" y="537"/>
                    <a:pt x="525" y="425"/>
                  </a:cubicBezTo>
                  <a:cubicBezTo>
                    <a:pt x="638" y="350"/>
                    <a:pt x="538" y="175"/>
                    <a:pt x="425" y="250"/>
                  </a:cubicBezTo>
                  <a:cubicBezTo>
                    <a:pt x="1" y="512"/>
                    <a:pt x="338" y="1212"/>
                    <a:pt x="763" y="1262"/>
                  </a:cubicBezTo>
                  <a:cubicBezTo>
                    <a:pt x="1425" y="1337"/>
                    <a:pt x="1750" y="637"/>
                    <a:pt x="1550" y="100"/>
                  </a:cubicBezTo>
                  <a:cubicBezTo>
                    <a:pt x="1513" y="0"/>
                    <a:pt x="1375" y="38"/>
                    <a:pt x="1388" y="1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3" name="Google Shape;4843;p106"/>
            <p:cNvSpPr/>
            <p:nvPr/>
          </p:nvSpPr>
          <p:spPr>
            <a:xfrm>
              <a:off x="6890425" y="4315375"/>
              <a:ext cx="31900" cy="31900"/>
            </a:xfrm>
            <a:custGeom>
              <a:rect b="b" l="l" r="r" t="t"/>
              <a:pathLst>
                <a:path extrusionOk="0" h="1276" w="1276">
                  <a:moveTo>
                    <a:pt x="451" y="463"/>
                  </a:moveTo>
                  <a:lnTo>
                    <a:pt x="451" y="463"/>
                  </a:lnTo>
                  <a:cubicBezTo>
                    <a:pt x="463" y="375"/>
                    <a:pt x="351" y="325"/>
                    <a:pt x="288" y="388"/>
                  </a:cubicBezTo>
                  <a:cubicBezTo>
                    <a:pt x="1" y="800"/>
                    <a:pt x="626" y="1275"/>
                    <a:pt x="950" y="863"/>
                  </a:cubicBezTo>
                  <a:cubicBezTo>
                    <a:pt x="1275" y="438"/>
                    <a:pt x="713" y="0"/>
                    <a:pt x="351" y="325"/>
                  </a:cubicBezTo>
                  <a:cubicBezTo>
                    <a:pt x="276" y="388"/>
                    <a:pt x="376" y="488"/>
                    <a:pt x="451" y="4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4" name="Google Shape;4844;p106"/>
            <p:cNvSpPr/>
            <p:nvPr/>
          </p:nvSpPr>
          <p:spPr>
            <a:xfrm>
              <a:off x="6826375" y="4193850"/>
              <a:ext cx="112825" cy="77500"/>
            </a:xfrm>
            <a:custGeom>
              <a:rect b="b" l="l" r="r" t="t"/>
              <a:pathLst>
                <a:path extrusionOk="0" h="3100" w="4513">
                  <a:moveTo>
                    <a:pt x="4375" y="50"/>
                  </a:moveTo>
                  <a:cubicBezTo>
                    <a:pt x="3175" y="1412"/>
                    <a:pt x="1700" y="2175"/>
                    <a:pt x="88" y="2924"/>
                  </a:cubicBezTo>
                  <a:cubicBezTo>
                    <a:pt x="1" y="2962"/>
                    <a:pt x="63" y="3099"/>
                    <a:pt x="151" y="3074"/>
                  </a:cubicBezTo>
                  <a:cubicBezTo>
                    <a:pt x="1850" y="2562"/>
                    <a:pt x="3362" y="1550"/>
                    <a:pt x="4462" y="150"/>
                  </a:cubicBezTo>
                  <a:cubicBezTo>
                    <a:pt x="4512" y="88"/>
                    <a:pt x="4425" y="0"/>
                    <a:pt x="4375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5" name="Google Shape;4845;p106"/>
            <p:cNvSpPr/>
            <p:nvPr/>
          </p:nvSpPr>
          <p:spPr>
            <a:xfrm>
              <a:off x="6805775" y="4256950"/>
              <a:ext cx="32500" cy="30950"/>
            </a:xfrm>
            <a:custGeom>
              <a:rect b="b" l="l" r="r" t="t"/>
              <a:pathLst>
                <a:path extrusionOk="0" h="1238" w="1300">
                  <a:moveTo>
                    <a:pt x="912" y="388"/>
                  </a:moveTo>
                  <a:cubicBezTo>
                    <a:pt x="550" y="1"/>
                    <a:pt x="0" y="538"/>
                    <a:pt x="375" y="888"/>
                  </a:cubicBezTo>
                  <a:cubicBezTo>
                    <a:pt x="750" y="1238"/>
                    <a:pt x="1300" y="600"/>
                    <a:pt x="837" y="350"/>
                  </a:cubicBezTo>
                  <a:cubicBezTo>
                    <a:pt x="750" y="313"/>
                    <a:pt x="662" y="425"/>
                    <a:pt x="725" y="500"/>
                  </a:cubicBezTo>
                  <a:lnTo>
                    <a:pt x="800" y="500"/>
                  </a:lnTo>
                  <a:cubicBezTo>
                    <a:pt x="875" y="563"/>
                    <a:pt x="962" y="463"/>
                    <a:pt x="912" y="3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6" name="Google Shape;4846;p106"/>
            <p:cNvSpPr/>
            <p:nvPr/>
          </p:nvSpPr>
          <p:spPr>
            <a:xfrm>
              <a:off x="6811400" y="4233200"/>
              <a:ext cx="9700" cy="5975"/>
            </a:xfrm>
            <a:custGeom>
              <a:rect b="b" l="l" r="r" t="t"/>
              <a:pathLst>
                <a:path extrusionOk="0" h="239" w="388">
                  <a:moveTo>
                    <a:pt x="262" y="26"/>
                  </a:moveTo>
                  <a:cubicBezTo>
                    <a:pt x="212" y="26"/>
                    <a:pt x="150" y="26"/>
                    <a:pt x="100" y="13"/>
                  </a:cubicBezTo>
                  <a:cubicBezTo>
                    <a:pt x="13" y="1"/>
                    <a:pt x="0" y="126"/>
                    <a:pt x="50" y="176"/>
                  </a:cubicBezTo>
                  <a:cubicBezTo>
                    <a:pt x="112" y="213"/>
                    <a:pt x="187" y="238"/>
                    <a:pt x="262" y="226"/>
                  </a:cubicBezTo>
                  <a:cubicBezTo>
                    <a:pt x="387" y="226"/>
                    <a:pt x="387" y="38"/>
                    <a:pt x="262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7" name="Google Shape;4847;p106"/>
            <p:cNvSpPr/>
            <p:nvPr/>
          </p:nvSpPr>
          <p:spPr>
            <a:xfrm>
              <a:off x="6843875" y="4097000"/>
              <a:ext cx="6900" cy="10025"/>
            </a:xfrm>
            <a:custGeom>
              <a:rect b="b" l="l" r="r" t="t"/>
              <a:pathLst>
                <a:path extrusionOk="0" h="401" w="276">
                  <a:moveTo>
                    <a:pt x="238" y="250"/>
                  </a:moveTo>
                  <a:cubicBezTo>
                    <a:pt x="226" y="163"/>
                    <a:pt x="176" y="88"/>
                    <a:pt x="101" y="38"/>
                  </a:cubicBezTo>
                  <a:cubicBezTo>
                    <a:pt x="63" y="0"/>
                    <a:pt x="1" y="38"/>
                    <a:pt x="13" y="100"/>
                  </a:cubicBezTo>
                  <a:cubicBezTo>
                    <a:pt x="26" y="175"/>
                    <a:pt x="51" y="250"/>
                    <a:pt x="88" y="313"/>
                  </a:cubicBezTo>
                  <a:cubicBezTo>
                    <a:pt x="138" y="400"/>
                    <a:pt x="276" y="338"/>
                    <a:pt x="251" y="2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8" name="Google Shape;4848;p106"/>
            <p:cNvSpPr/>
            <p:nvPr/>
          </p:nvSpPr>
          <p:spPr>
            <a:xfrm>
              <a:off x="6952925" y="4091375"/>
              <a:ext cx="27500" cy="156850"/>
            </a:xfrm>
            <a:custGeom>
              <a:rect b="b" l="l" r="r" t="t"/>
              <a:pathLst>
                <a:path extrusionOk="0" h="6274" w="1100">
                  <a:moveTo>
                    <a:pt x="925" y="100"/>
                  </a:moveTo>
                  <a:cubicBezTo>
                    <a:pt x="850" y="1375"/>
                    <a:pt x="612" y="2600"/>
                    <a:pt x="337" y="3837"/>
                  </a:cubicBezTo>
                  <a:cubicBezTo>
                    <a:pt x="150" y="4649"/>
                    <a:pt x="0" y="5361"/>
                    <a:pt x="312" y="6161"/>
                  </a:cubicBezTo>
                  <a:cubicBezTo>
                    <a:pt x="362" y="6274"/>
                    <a:pt x="525" y="6236"/>
                    <a:pt x="487" y="6111"/>
                  </a:cubicBezTo>
                  <a:cubicBezTo>
                    <a:pt x="175" y="4936"/>
                    <a:pt x="625" y="3812"/>
                    <a:pt x="850" y="2650"/>
                  </a:cubicBezTo>
                  <a:cubicBezTo>
                    <a:pt x="1025" y="1812"/>
                    <a:pt x="1100" y="963"/>
                    <a:pt x="1100" y="100"/>
                  </a:cubicBezTo>
                  <a:cubicBezTo>
                    <a:pt x="1087" y="0"/>
                    <a:pt x="937" y="0"/>
                    <a:pt x="925" y="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9" name="Google Shape;4849;p106"/>
            <p:cNvSpPr/>
            <p:nvPr/>
          </p:nvSpPr>
          <p:spPr>
            <a:xfrm>
              <a:off x="6949475" y="4236325"/>
              <a:ext cx="31275" cy="33150"/>
            </a:xfrm>
            <a:custGeom>
              <a:rect b="b" l="l" r="r" t="t"/>
              <a:pathLst>
                <a:path extrusionOk="0" h="1326" w="1251">
                  <a:moveTo>
                    <a:pt x="438" y="351"/>
                  </a:moveTo>
                  <a:cubicBezTo>
                    <a:pt x="1" y="776"/>
                    <a:pt x="725" y="1325"/>
                    <a:pt x="1013" y="851"/>
                  </a:cubicBezTo>
                  <a:cubicBezTo>
                    <a:pt x="1250" y="476"/>
                    <a:pt x="588" y="1"/>
                    <a:pt x="438" y="476"/>
                  </a:cubicBezTo>
                  <a:cubicBezTo>
                    <a:pt x="413" y="563"/>
                    <a:pt x="525" y="626"/>
                    <a:pt x="588" y="563"/>
                  </a:cubicBezTo>
                  <a:lnTo>
                    <a:pt x="563" y="451"/>
                  </a:lnTo>
                  <a:cubicBezTo>
                    <a:pt x="613" y="363"/>
                    <a:pt x="500" y="276"/>
                    <a:pt x="438" y="3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0" name="Google Shape;4850;p106"/>
            <p:cNvSpPr/>
            <p:nvPr/>
          </p:nvSpPr>
          <p:spPr>
            <a:xfrm>
              <a:off x="6900425" y="4241025"/>
              <a:ext cx="22525" cy="72800"/>
            </a:xfrm>
            <a:custGeom>
              <a:rect b="b" l="l" r="r" t="t"/>
              <a:pathLst>
                <a:path extrusionOk="0" h="2912" w="901">
                  <a:moveTo>
                    <a:pt x="113" y="263"/>
                  </a:moveTo>
                  <a:cubicBezTo>
                    <a:pt x="688" y="900"/>
                    <a:pt x="650" y="1937"/>
                    <a:pt x="450" y="2724"/>
                  </a:cubicBezTo>
                  <a:cubicBezTo>
                    <a:pt x="425" y="2837"/>
                    <a:pt x="588" y="2912"/>
                    <a:pt x="650" y="2812"/>
                  </a:cubicBezTo>
                  <a:cubicBezTo>
                    <a:pt x="900" y="2387"/>
                    <a:pt x="875" y="1687"/>
                    <a:pt x="800" y="1225"/>
                  </a:cubicBezTo>
                  <a:cubicBezTo>
                    <a:pt x="750" y="800"/>
                    <a:pt x="563" y="413"/>
                    <a:pt x="263" y="100"/>
                  </a:cubicBezTo>
                  <a:cubicBezTo>
                    <a:pt x="163" y="0"/>
                    <a:pt x="1" y="163"/>
                    <a:pt x="113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1" name="Google Shape;4851;p106"/>
            <p:cNvSpPr/>
            <p:nvPr/>
          </p:nvSpPr>
          <p:spPr>
            <a:xfrm>
              <a:off x="6893875" y="4242575"/>
              <a:ext cx="23450" cy="70625"/>
            </a:xfrm>
            <a:custGeom>
              <a:rect b="b" l="l" r="r" t="t"/>
              <a:pathLst>
                <a:path extrusionOk="0" h="2825" w="938">
                  <a:moveTo>
                    <a:pt x="862" y="2612"/>
                  </a:moveTo>
                  <a:cubicBezTo>
                    <a:pt x="188" y="2063"/>
                    <a:pt x="450" y="888"/>
                    <a:pt x="550" y="176"/>
                  </a:cubicBezTo>
                  <a:cubicBezTo>
                    <a:pt x="562" y="76"/>
                    <a:pt x="425" y="1"/>
                    <a:pt x="375" y="101"/>
                  </a:cubicBezTo>
                  <a:cubicBezTo>
                    <a:pt x="0" y="800"/>
                    <a:pt x="63" y="2238"/>
                    <a:pt x="737" y="2750"/>
                  </a:cubicBezTo>
                  <a:cubicBezTo>
                    <a:pt x="825" y="2825"/>
                    <a:pt x="937" y="2675"/>
                    <a:pt x="850" y="26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2" name="Google Shape;4852;p106"/>
            <p:cNvSpPr/>
            <p:nvPr/>
          </p:nvSpPr>
          <p:spPr>
            <a:xfrm>
              <a:off x="6908850" y="4142600"/>
              <a:ext cx="56575" cy="17850"/>
            </a:xfrm>
            <a:custGeom>
              <a:rect b="b" l="l" r="r" t="t"/>
              <a:pathLst>
                <a:path extrusionOk="0" h="714" w="2263">
                  <a:moveTo>
                    <a:pt x="2150" y="238"/>
                  </a:moveTo>
                  <a:cubicBezTo>
                    <a:pt x="1463" y="1"/>
                    <a:pt x="726" y="88"/>
                    <a:pt x="113" y="476"/>
                  </a:cubicBezTo>
                  <a:cubicBezTo>
                    <a:pt x="1" y="551"/>
                    <a:pt x="101" y="713"/>
                    <a:pt x="226" y="663"/>
                  </a:cubicBezTo>
                  <a:cubicBezTo>
                    <a:pt x="788" y="326"/>
                    <a:pt x="1463" y="238"/>
                    <a:pt x="2100" y="413"/>
                  </a:cubicBezTo>
                  <a:cubicBezTo>
                    <a:pt x="2213" y="438"/>
                    <a:pt x="2263" y="263"/>
                    <a:pt x="2150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3" name="Google Shape;4853;p106"/>
            <p:cNvSpPr/>
            <p:nvPr/>
          </p:nvSpPr>
          <p:spPr>
            <a:xfrm>
              <a:off x="6909175" y="4149800"/>
              <a:ext cx="56250" cy="21250"/>
            </a:xfrm>
            <a:custGeom>
              <a:rect b="b" l="l" r="r" t="t"/>
              <a:pathLst>
                <a:path extrusionOk="0" h="850" w="2250">
                  <a:moveTo>
                    <a:pt x="125" y="400"/>
                  </a:moveTo>
                  <a:cubicBezTo>
                    <a:pt x="475" y="538"/>
                    <a:pt x="2250" y="850"/>
                    <a:pt x="2125" y="63"/>
                  </a:cubicBezTo>
                  <a:cubicBezTo>
                    <a:pt x="2112" y="25"/>
                    <a:pt x="2075" y="0"/>
                    <a:pt x="2037" y="13"/>
                  </a:cubicBezTo>
                  <a:cubicBezTo>
                    <a:pt x="1788" y="113"/>
                    <a:pt x="1613" y="250"/>
                    <a:pt x="1338" y="300"/>
                  </a:cubicBezTo>
                  <a:cubicBezTo>
                    <a:pt x="950" y="363"/>
                    <a:pt x="550" y="313"/>
                    <a:pt x="188" y="188"/>
                  </a:cubicBezTo>
                  <a:cubicBezTo>
                    <a:pt x="50" y="138"/>
                    <a:pt x="0" y="338"/>
                    <a:pt x="125" y="4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4" name="Google Shape;4854;p106"/>
            <p:cNvSpPr/>
            <p:nvPr/>
          </p:nvSpPr>
          <p:spPr>
            <a:xfrm>
              <a:off x="6877300" y="3810500"/>
              <a:ext cx="26600" cy="82825"/>
            </a:xfrm>
            <a:custGeom>
              <a:rect b="b" l="l" r="r" t="t"/>
              <a:pathLst>
                <a:path extrusionOk="0" h="3313" w="1064">
                  <a:moveTo>
                    <a:pt x="713" y="151"/>
                  </a:moveTo>
                  <a:cubicBezTo>
                    <a:pt x="776" y="713"/>
                    <a:pt x="738" y="1275"/>
                    <a:pt x="601" y="1813"/>
                  </a:cubicBezTo>
                  <a:cubicBezTo>
                    <a:pt x="463" y="2300"/>
                    <a:pt x="188" y="2713"/>
                    <a:pt x="26" y="3175"/>
                  </a:cubicBezTo>
                  <a:cubicBezTo>
                    <a:pt x="1" y="3262"/>
                    <a:pt x="101" y="3312"/>
                    <a:pt x="163" y="3262"/>
                  </a:cubicBezTo>
                  <a:cubicBezTo>
                    <a:pt x="938" y="2500"/>
                    <a:pt x="1063" y="1138"/>
                    <a:pt x="926" y="126"/>
                  </a:cubicBezTo>
                  <a:cubicBezTo>
                    <a:pt x="913" y="1"/>
                    <a:pt x="701" y="26"/>
                    <a:pt x="713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5" name="Google Shape;4855;p106"/>
            <p:cNvSpPr/>
            <p:nvPr/>
          </p:nvSpPr>
          <p:spPr>
            <a:xfrm>
              <a:off x="6868550" y="3792700"/>
              <a:ext cx="30975" cy="100625"/>
            </a:xfrm>
            <a:custGeom>
              <a:rect b="b" l="l" r="r" t="t"/>
              <a:pathLst>
                <a:path extrusionOk="0" h="4025" w="1239">
                  <a:moveTo>
                    <a:pt x="438" y="3824"/>
                  </a:moveTo>
                  <a:cubicBezTo>
                    <a:pt x="338" y="3150"/>
                    <a:pt x="226" y="2450"/>
                    <a:pt x="388" y="1775"/>
                  </a:cubicBezTo>
                  <a:cubicBezTo>
                    <a:pt x="513" y="1225"/>
                    <a:pt x="838" y="738"/>
                    <a:pt x="1138" y="263"/>
                  </a:cubicBezTo>
                  <a:cubicBezTo>
                    <a:pt x="1238" y="125"/>
                    <a:pt x="1013" y="0"/>
                    <a:pt x="913" y="138"/>
                  </a:cubicBezTo>
                  <a:cubicBezTo>
                    <a:pt x="551" y="700"/>
                    <a:pt x="201" y="1288"/>
                    <a:pt x="88" y="1975"/>
                  </a:cubicBezTo>
                  <a:cubicBezTo>
                    <a:pt x="1" y="2612"/>
                    <a:pt x="126" y="3262"/>
                    <a:pt x="238" y="3887"/>
                  </a:cubicBezTo>
                  <a:cubicBezTo>
                    <a:pt x="263" y="4024"/>
                    <a:pt x="463" y="3962"/>
                    <a:pt x="438" y="38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6" name="Google Shape;4856;p106"/>
            <p:cNvSpPr/>
            <p:nvPr/>
          </p:nvSpPr>
          <p:spPr>
            <a:xfrm>
              <a:off x="6712050" y="4197600"/>
              <a:ext cx="8450" cy="8150"/>
            </a:xfrm>
            <a:custGeom>
              <a:rect b="b" l="l" r="r" t="t"/>
              <a:pathLst>
                <a:path extrusionOk="0" h="326" w="338">
                  <a:moveTo>
                    <a:pt x="88" y="313"/>
                  </a:moveTo>
                  <a:cubicBezTo>
                    <a:pt x="175" y="325"/>
                    <a:pt x="262" y="288"/>
                    <a:pt x="312" y="213"/>
                  </a:cubicBezTo>
                  <a:cubicBezTo>
                    <a:pt x="325" y="200"/>
                    <a:pt x="337" y="163"/>
                    <a:pt x="325" y="138"/>
                  </a:cubicBezTo>
                  <a:lnTo>
                    <a:pt x="300" y="50"/>
                  </a:lnTo>
                  <a:cubicBezTo>
                    <a:pt x="287" y="13"/>
                    <a:pt x="225" y="0"/>
                    <a:pt x="212" y="38"/>
                  </a:cubicBezTo>
                  <a:lnTo>
                    <a:pt x="75" y="175"/>
                  </a:lnTo>
                  <a:cubicBezTo>
                    <a:pt x="0" y="200"/>
                    <a:pt x="13" y="325"/>
                    <a:pt x="88" y="3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7" name="Google Shape;4857;p106"/>
            <p:cNvSpPr/>
            <p:nvPr/>
          </p:nvSpPr>
          <p:spPr>
            <a:xfrm>
              <a:off x="6655500" y="4190725"/>
              <a:ext cx="58750" cy="15025"/>
            </a:xfrm>
            <a:custGeom>
              <a:rect b="b" l="l" r="r" t="t"/>
              <a:pathLst>
                <a:path extrusionOk="0" h="601" w="2350">
                  <a:moveTo>
                    <a:pt x="2300" y="475"/>
                  </a:moveTo>
                  <a:cubicBezTo>
                    <a:pt x="1625" y="138"/>
                    <a:pt x="825" y="0"/>
                    <a:pt x="88" y="225"/>
                  </a:cubicBezTo>
                  <a:cubicBezTo>
                    <a:pt x="0" y="250"/>
                    <a:pt x="0" y="413"/>
                    <a:pt x="113" y="400"/>
                  </a:cubicBezTo>
                  <a:cubicBezTo>
                    <a:pt x="862" y="313"/>
                    <a:pt x="1537" y="313"/>
                    <a:pt x="2250" y="588"/>
                  </a:cubicBezTo>
                  <a:cubicBezTo>
                    <a:pt x="2312" y="600"/>
                    <a:pt x="2350" y="500"/>
                    <a:pt x="2300" y="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8" name="Google Shape;4858;p106"/>
            <p:cNvSpPr/>
            <p:nvPr/>
          </p:nvSpPr>
          <p:spPr>
            <a:xfrm>
              <a:off x="6655175" y="4183525"/>
              <a:ext cx="25325" cy="16900"/>
            </a:xfrm>
            <a:custGeom>
              <a:rect b="b" l="l" r="r" t="t"/>
              <a:pathLst>
                <a:path extrusionOk="0" h="676" w="1013">
                  <a:moveTo>
                    <a:pt x="201" y="613"/>
                  </a:moveTo>
                  <a:cubicBezTo>
                    <a:pt x="413" y="351"/>
                    <a:pt x="650" y="276"/>
                    <a:pt x="938" y="163"/>
                  </a:cubicBezTo>
                  <a:cubicBezTo>
                    <a:pt x="1013" y="126"/>
                    <a:pt x="1013" y="1"/>
                    <a:pt x="925" y="1"/>
                  </a:cubicBezTo>
                  <a:cubicBezTo>
                    <a:pt x="575" y="26"/>
                    <a:pt x="251" y="201"/>
                    <a:pt x="63" y="501"/>
                  </a:cubicBezTo>
                  <a:cubicBezTo>
                    <a:pt x="1" y="576"/>
                    <a:pt x="138" y="676"/>
                    <a:pt x="201" y="6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9" name="Google Shape;4859;p106"/>
            <p:cNvSpPr/>
            <p:nvPr/>
          </p:nvSpPr>
          <p:spPr>
            <a:xfrm>
              <a:off x="6694550" y="4145425"/>
              <a:ext cx="26575" cy="55325"/>
            </a:xfrm>
            <a:custGeom>
              <a:rect b="b" l="l" r="r" t="t"/>
              <a:pathLst>
                <a:path extrusionOk="0" h="2213" w="1063">
                  <a:moveTo>
                    <a:pt x="1012" y="2075"/>
                  </a:moveTo>
                  <a:cubicBezTo>
                    <a:pt x="838" y="1775"/>
                    <a:pt x="700" y="1462"/>
                    <a:pt x="575" y="1125"/>
                  </a:cubicBezTo>
                  <a:cubicBezTo>
                    <a:pt x="463" y="775"/>
                    <a:pt x="525" y="475"/>
                    <a:pt x="575" y="125"/>
                  </a:cubicBezTo>
                  <a:cubicBezTo>
                    <a:pt x="588" y="25"/>
                    <a:pt x="450" y="0"/>
                    <a:pt x="413" y="75"/>
                  </a:cubicBezTo>
                  <a:cubicBezTo>
                    <a:pt x="0" y="775"/>
                    <a:pt x="463" y="1612"/>
                    <a:pt x="925" y="2162"/>
                  </a:cubicBezTo>
                  <a:cubicBezTo>
                    <a:pt x="975" y="2212"/>
                    <a:pt x="1062" y="2137"/>
                    <a:pt x="1025" y="20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0" name="Google Shape;4860;p106"/>
            <p:cNvSpPr/>
            <p:nvPr/>
          </p:nvSpPr>
          <p:spPr>
            <a:xfrm>
              <a:off x="6693600" y="4144175"/>
              <a:ext cx="16900" cy="34700"/>
            </a:xfrm>
            <a:custGeom>
              <a:rect b="b" l="l" r="r" t="t"/>
              <a:pathLst>
                <a:path extrusionOk="0" h="1388" w="676">
                  <a:moveTo>
                    <a:pt x="376" y="138"/>
                  </a:moveTo>
                  <a:cubicBezTo>
                    <a:pt x="113" y="450"/>
                    <a:pt x="1" y="875"/>
                    <a:pt x="51" y="1287"/>
                  </a:cubicBezTo>
                  <a:cubicBezTo>
                    <a:pt x="63" y="1387"/>
                    <a:pt x="201" y="1350"/>
                    <a:pt x="226" y="1262"/>
                  </a:cubicBezTo>
                  <a:cubicBezTo>
                    <a:pt x="238" y="875"/>
                    <a:pt x="301" y="575"/>
                    <a:pt x="576" y="288"/>
                  </a:cubicBezTo>
                  <a:cubicBezTo>
                    <a:pt x="676" y="150"/>
                    <a:pt x="476" y="0"/>
                    <a:pt x="376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1" name="Google Shape;4861;p106"/>
            <p:cNvSpPr/>
            <p:nvPr/>
          </p:nvSpPr>
          <p:spPr>
            <a:xfrm>
              <a:off x="6676725" y="4169150"/>
              <a:ext cx="22850" cy="11275"/>
            </a:xfrm>
            <a:custGeom>
              <a:rect b="b" l="l" r="r" t="t"/>
              <a:pathLst>
                <a:path extrusionOk="0" h="451" w="914">
                  <a:moveTo>
                    <a:pt x="788" y="238"/>
                  </a:moveTo>
                  <a:cubicBezTo>
                    <a:pt x="576" y="176"/>
                    <a:pt x="363" y="76"/>
                    <a:pt x="138" y="26"/>
                  </a:cubicBezTo>
                  <a:cubicBezTo>
                    <a:pt x="51" y="1"/>
                    <a:pt x="1" y="113"/>
                    <a:pt x="88" y="163"/>
                  </a:cubicBezTo>
                  <a:cubicBezTo>
                    <a:pt x="288" y="288"/>
                    <a:pt x="513" y="376"/>
                    <a:pt x="738" y="426"/>
                  </a:cubicBezTo>
                  <a:cubicBezTo>
                    <a:pt x="863" y="451"/>
                    <a:pt x="913" y="276"/>
                    <a:pt x="788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2" name="Google Shape;4862;p106"/>
            <p:cNvSpPr/>
            <p:nvPr/>
          </p:nvSpPr>
          <p:spPr>
            <a:xfrm>
              <a:off x="6675800" y="4169150"/>
              <a:ext cx="16275" cy="19725"/>
            </a:xfrm>
            <a:custGeom>
              <a:rect b="b" l="l" r="r" t="t"/>
              <a:pathLst>
                <a:path extrusionOk="0" h="789" w="651">
                  <a:moveTo>
                    <a:pt x="63" y="226"/>
                  </a:moveTo>
                  <a:cubicBezTo>
                    <a:pt x="150" y="413"/>
                    <a:pt x="275" y="588"/>
                    <a:pt x="438" y="726"/>
                  </a:cubicBezTo>
                  <a:cubicBezTo>
                    <a:pt x="513" y="788"/>
                    <a:pt x="650" y="701"/>
                    <a:pt x="588" y="613"/>
                  </a:cubicBezTo>
                  <a:cubicBezTo>
                    <a:pt x="488" y="438"/>
                    <a:pt x="363" y="288"/>
                    <a:pt x="250" y="126"/>
                  </a:cubicBezTo>
                  <a:cubicBezTo>
                    <a:pt x="175" y="1"/>
                    <a:pt x="0" y="101"/>
                    <a:pt x="75" y="2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3" name="Google Shape;4863;p106"/>
            <p:cNvSpPr/>
            <p:nvPr/>
          </p:nvSpPr>
          <p:spPr>
            <a:xfrm>
              <a:off x="6672975" y="4181650"/>
              <a:ext cx="17525" cy="6900"/>
            </a:xfrm>
            <a:custGeom>
              <a:rect b="b" l="l" r="r" t="t"/>
              <a:pathLst>
                <a:path extrusionOk="0" h="276" w="701">
                  <a:moveTo>
                    <a:pt x="576" y="51"/>
                  </a:moveTo>
                  <a:cubicBezTo>
                    <a:pt x="413" y="1"/>
                    <a:pt x="226" y="26"/>
                    <a:pt x="88" y="113"/>
                  </a:cubicBezTo>
                  <a:cubicBezTo>
                    <a:pt x="1" y="163"/>
                    <a:pt x="63" y="276"/>
                    <a:pt x="138" y="251"/>
                  </a:cubicBezTo>
                  <a:lnTo>
                    <a:pt x="526" y="238"/>
                  </a:lnTo>
                  <a:cubicBezTo>
                    <a:pt x="638" y="263"/>
                    <a:pt x="701" y="88"/>
                    <a:pt x="576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4" name="Google Shape;4864;p106"/>
            <p:cNvSpPr/>
            <p:nvPr/>
          </p:nvSpPr>
          <p:spPr>
            <a:xfrm>
              <a:off x="6653000" y="4149475"/>
              <a:ext cx="28750" cy="23450"/>
            </a:xfrm>
            <a:custGeom>
              <a:rect b="b" l="l" r="r" t="t"/>
              <a:pathLst>
                <a:path extrusionOk="0" h="938" w="1150">
                  <a:moveTo>
                    <a:pt x="638" y="788"/>
                  </a:moveTo>
                  <a:cubicBezTo>
                    <a:pt x="1150" y="675"/>
                    <a:pt x="862" y="1"/>
                    <a:pt x="425" y="101"/>
                  </a:cubicBezTo>
                  <a:cubicBezTo>
                    <a:pt x="0" y="201"/>
                    <a:pt x="113" y="938"/>
                    <a:pt x="625" y="788"/>
                  </a:cubicBezTo>
                  <a:cubicBezTo>
                    <a:pt x="737" y="750"/>
                    <a:pt x="712" y="588"/>
                    <a:pt x="600" y="600"/>
                  </a:cubicBezTo>
                  <a:lnTo>
                    <a:pt x="600" y="613"/>
                  </a:lnTo>
                  <a:cubicBezTo>
                    <a:pt x="488" y="650"/>
                    <a:pt x="538" y="813"/>
                    <a:pt x="650" y="7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5" name="Google Shape;4865;p106"/>
            <p:cNvSpPr/>
            <p:nvPr/>
          </p:nvSpPr>
          <p:spPr>
            <a:xfrm>
              <a:off x="846700" y="4309125"/>
              <a:ext cx="551125" cy="190600"/>
            </a:xfrm>
            <a:custGeom>
              <a:rect b="b" l="l" r="r" t="t"/>
              <a:pathLst>
                <a:path extrusionOk="0" h="7624" w="22045">
                  <a:moveTo>
                    <a:pt x="21832" y="4662"/>
                  </a:moveTo>
                  <a:cubicBezTo>
                    <a:pt x="17009" y="0"/>
                    <a:pt x="10598" y="7623"/>
                    <a:pt x="4962" y="6311"/>
                  </a:cubicBezTo>
                  <a:cubicBezTo>
                    <a:pt x="1963" y="5611"/>
                    <a:pt x="1" y="3300"/>
                    <a:pt x="101" y="238"/>
                  </a:cubicBezTo>
                  <a:cubicBezTo>
                    <a:pt x="101" y="150"/>
                    <a:pt x="251" y="150"/>
                    <a:pt x="251" y="238"/>
                  </a:cubicBezTo>
                  <a:cubicBezTo>
                    <a:pt x="513" y="6511"/>
                    <a:pt x="7511" y="6724"/>
                    <a:pt x="11885" y="4887"/>
                  </a:cubicBezTo>
                  <a:cubicBezTo>
                    <a:pt x="13597" y="4162"/>
                    <a:pt x="15322" y="3175"/>
                    <a:pt x="17209" y="2950"/>
                  </a:cubicBezTo>
                  <a:cubicBezTo>
                    <a:pt x="19108" y="2725"/>
                    <a:pt x="20620" y="3225"/>
                    <a:pt x="21970" y="4524"/>
                  </a:cubicBezTo>
                  <a:cubicBezTo>
                    <a:pt x="22045" y="4612"/>
                    <a:pt x="21920" y="4737"/>
                    <a:pt x="21832" y="46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6" name="Google Shape;4866;p106"/>
            <p:cNvSpPr/>
            <p:nvPr/>
          </p:nvSpPr>
          <p:spPr>
            <a:xfrm>
              <a:off x="851700" y="4210725"/>
              <a:ext cx="180925" cy="121225"/>
            </a:xfrm>
            <a:custGeom>
              <a:rect b="b" l="l" r="r" t="t"/>
              <a:pathLst>
                <a:path extrusionOk="0" h="4849" w="7237">
                  <a:moveTo>
                    <a:pt x="13" y="3174"/>
                  </a:moveTo>
                  <a:cubicBezTo>
                    <a:pt x="151" y="1162"/>
                    <a:pt x="2612" y="0"/>
                    <a:pt x="4412" y="537"/>
                  </a:cubicBezTo>
                  <a:cubicBezTo>
                    <a:pt x="5924" y="987"/>
                    <a:pt x="7236" y="3524"/>
                    <a:pt x="5849" y="4774"/>
                  </a:cubicBezTo>
                  <a:cubicBezTo>
                    <a:pt x="5774" y="4849"/>
                    <a:pt x="5662" y="4736"/>
                    <a:pt x="5724" y="4661"/>
                  </a:cubicBezTo>
                  <a:cubicBezTo>
                    <a:pt x="7124" y="3137"/>
                    <a:pt x="5462" y="837"/>
                    <a:pt x="3837" y="637"/>
                  </a:cubicBezTo>
                  <a:cubicBezTo>
                    <a:pt x="2287" y="437"/>
                    <a:pt x="325" y="1450"/>
                    <a:pt x="201" y="3174"/>
                  </a:cubicBezTo>
                  <a:cubicBezTo>
                    <a:pt x="201" y="3299"/>
                    <a:pt x="1" y="3299"/>
                    <a:pt x="13" y="3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7" name="Google Shape;4867;p106"/>
            <p:cNvSpPr/>
            <p:nvPr/>
          </p:nvSpPr>
          <p:spPr>
            <a:xfrm>
              <a:off x="905750" y="4276625"/>
              <a:ext cx="73125" cy="77200"/>
            </a:xfrm>
            <a:custGeom>
              <a:rect b="b" l="l" r="r" t="t"/>
              <a:pathLst>
                <a:path extrusionOk="0" h="3088" w="2925">
                  <a:moveTo>
                    <a:pt x="2862" y="2600"/>
                  </a:moveTo>
                  <a:cubicBezTo>
                    <a:pt x="2025" y="3087"/>
                    <a:pt x="800" y="2738"/>
                    <a:pt x="388" y="1850"/>
                  </a:cubicBezTo>
                  <a:cubicBezTo>
                    <a:pt x="0" y="1026"/>
                    <a:pt x="613" y="101"/>
                    <a:pt x="1488" y="13"/>
                  </a:cubicBezTo>
                  <a:cubicBezTo>
                    <a:pt x="1588" y="1"/>
                    <a:pt x="1625" y="188"/>
                    <a:pt x="1513" y="213"/>
                  </a:cubicBezTo>
                  <a:cubicBezTo>
                    <a:pt x="700" y="351"/>
                    <a:pt x="200" y="1176"/>
                    <a:pt x="663" y="1925"/>
                  </a:cubicBezTo>
                  <a:cubicBezTo>
                    <a:pt x="1138" y="2613"/>
                    <a:pt x="2037" y="2838"/>
                    <a:pt x="2775" y="2463"/>
                  </a:cubicBezTo>
                  <a:cubicBezTo>
                    <a:pt x="2850" y="2425"/>
                    <a:pt x="2925" y="2538"/>
                    <a:pt x="2850" y="26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8" name="Google Shape;4868;p106"/>
            <p:cNvSpPr/>
            <p:nvPr/>
          </p:nvSpPr>
          <p:spPr>
            <a:xfrm>
              <a:off x="952300" y="4282575"/>
              <a:ext cx="25" cy="325"/>
            </a:xfrm>
            <a:custGeom>
              <a:rect b="b" l="l" r="r" t="t"/>
              <a:pathLst>
                <a:path extrusionOk="0" h="13" w="1">
                  <a:moveTo>
                    <a:pt x="1" y="0"/>
                  </a:moveTo>
                  <a:lnTo>
                    <a:pt x="1" y="1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9" name="Google Shape;4869;p106"/>
            <p:cNvSpPr/>
            <p:nvPr/>
          </p:nvSpPr>
          <p:spPr>
            <a:xfrm>
              <a:off x="759550" y="4357225"/>
              <a:ext cx="206825" cy="103750"/>
            </a:xfrm>
            <a:custGeom>
              <a:rect b="b" l="l" r="r" t="t"/>
              <a:pathLst>
                <a:path extrusionOk="0" h="4150" w="8273">
                  <a:moveTo>
                    <a:pt x="8135" y="4137"/>
                  </a:moveTo>
                  <a:cubicBezTo>
                    <a:pt x="6998" y="3887"/>
                    <a:pt x="5936" y="3425"/>
                    <a:pt x="4986" y="2775"/>
                  </a:cubicBezTo>
                  <a:cubicBezTo>
                    <a:pt x="3537" y="1763"/>
                    <a:pt x="2062" y="1"/>
                    <a:pt x="175" y="1276"/>
                  </a:cubicBezTo>
                  <a:cubicBezTo>
                    <a:pt x="100" y="1326"/>
                    <a:pt x="0" y="1201"/>
                    <a:pt x="75" y="1138"/>
                  </a:cubicBezTo>
                  <a:cubicBezTo>
                    <a:pt x="837" y="451"/>
                    <a:pt x="1787" y="451"/>
                    <a:pt x="2699" y="851"/>
                  </a:cubicBezTo>
                  <a:cubicBezTo>
                    <a:pt x="3374" y="1151"/>
                    <a:pt x="3912" y="1676"/>
                    <a:pt x="4474" y="2125"/>
                  </a:cubicBezTo>
                  <a:cubicBezTo>
                    <a:pt x="5549" y="3013"/>
                    <a:pt x="6811" y="3650"/>
                    <a:pt x="8173" y="3975"/>
                  </a:cubicBezTo>
                  <a:cubicBezTo>
                    <a:pt x="8273" y="4000"/>
                    <a:pt x="8235" y="4150"/>
                    <a:pt x="8135" y="41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0" name="Google Shape;4870;p106"/>
            <p:cNvSpPr/>
            <p:nvPr/>
          </p:nvSpPr>
          <p:spPr>
            <a:xfrm>
              <a:off x="1020100" y="4375975"/>
              <a:ext cx="88425" cy="80000"/>
            </a:xfrm>
            <a:custGeom>
              <a:rect b="b" l="l" r="r" t="t"/>
              <a:pathLst>
                <a:path extrusionOk="0" h="3200" w="3537">
                  <a:moveTo>
                    <a:pt x="3424" y="2888"/>
                  </a:moveTo>
                  <a:cubicBezTo>
                    <a:pt x="2550" y="3087"/>
                    <a:pt x="1700" y="3200"/>
                    <a:pt x="888" y="2713"/>
                  </a:cubicBezTo>
                  <a:cubicBezTo>
                    <a:pt x="363" y="2388"/>
                    <a:pt x="0" y="1875"/>
                    <a:pt x="100" y="1225"/>
                  </a:cubicBezTo>
                  <a:cubicBezTo>
                    <a:pt x="188" y="613"/>
                    <a:pt x="688" y="138"/>
                    <a:pt x="1312" y="63"/>
                  </a:cubicBezTo>
                  <a:cubicBezTo>
                    <a:pt x="1787" y="13"/>
                    <a:pt x="2462" y="176"/>
                    <a:pt x="2512" y="726"/>
                  </a:cubicBezTo>
                  <a:cubicBezTo>
                    <a:pt x="2525" y="813"/>
                    <a:pt x="2387" y="813"/>
                    <a:pt x="2375" y="726"/>
                  </a:cubicBezTo>
                  <a:cubicBezTo>
                    <a:pt x="2312" y="1"/>
                    <a:pt x="1100" y="263"/>
                    <a:pt x="775" y="488"/>
                  </a:cubicBezTo>
                  <a:cubicBezTo>
                    <a:pt x="288" y="838"/>
                    <a:pt x="138" y="1500"/>
                    <a:pt x="438" y="2025"/>
                  </a:cubicBezTo>
                  <a:cubicBezTo>
                    <a:pt x="1050" y="3037"/>
                    <a:pt x="2400" y="2937"/>
                    <a:pt x="3374" y="2713"/>
                  </a:cubicBezTo>
                  <a:cubicBezTo>
                    <a:pt x="3487" y="2688"/>
                    <a:pt x="3537" y="2863"/>
                    <a:pt x="3424" y="28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1" name="Google Shape;4871;p106"/>
            <p:cNvSpPr/>
            <p:nvPr/>
          </p:nvSpPr>
          <p:spPr>
            <a:xfrm>
              <a:off x="1130700" y="4386300"/>
              <a:ext cx="33450" cy="43450"/>
            </a:xfrm>
            <a:custGeom>
              <a:rect b="b" l="l" r="r" t="t"/>
              <a:pathLst>
                <a:path extrusionOk="0" h="1738" w="1338">
                  <a:moveTo>
                    <a:pt x="1237" y="1550"/>
                  </a:moveTo>
                  <a:cubicBezTo>
                    <a:pt x="700" y="1737"/>
                    <a:pt x="0" y="1412"/>
                    <a:pt x="75" y="762"/>
                  </a:cubicBezTo>
                  <a:cubicBezTo>
                    <a:pt x="125" y="338"/>
                    <a:pt x="825" y="0"/>
                    <a:pt x="1087" y="425"/>
                  </a:cubicBezTo>
                  <a:cubicBezTo>
                    <a:pt x="1162" y="538"/>
                    <a:pt x="987" y="637"/>
                    <a:pt x="912" y="525"/>
                  </a:cubicBezTo>
                  <a:cubicBezTo>
                    <a:pt x="800" y="463"/>
                    <a:pt x="662" y="438"/>
                    <a:pt x="537" y="488"/>
                  </a:cubicBezTo>
                  <a:cubicBezTo>
                    <a:pt x="263" y="712"/>
                    <a:pt x="213" y="937"/>
                    <a:pt x="388" y="1137"/>
                  </a:cubicBezTo>
                  <a:cubicBezTo>
                    <a:pt x="550" y="1450"/>
                    <a:pt x="887" y="1487"/>
                    <a:pt x="1200" y="1400"/>
                  </a:cubicBezTo>
                  <a:cubicBezTo>
                    <a:pt x="1300" y="1362"/>
                    <a:pt x="1337" y="1525"/>
                    <a:pt x="1237" y="15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2" name="Google Shape;4872;p106"/>
            <p:cNvSpPr/>
            <p:nvPr/>
          </p:nvSpPr>
          <p:spPr>
            <a:xfrm>
              <a:off x="740475" y="4377850"/>
              <a:ext cx="31900" cy="31900"/>
            </a:xfrm>
            <a:custGeom>
              <a:rect b="b" l="l" r="r" t="t"/>
              <a:pathLst>
                <a:path extrusionOk="0" h="1276" w="1276">
                  <a:moveTo>
                    <a:pt x="938" y="351"/>
                  </a:moveTo>
                  <a:cubicBezTo>
                    <a:pt x="1275" y="713"/>
                    <a:pt x="813" y="1275"/>
                    <a:pt x="413" y="950"/>
                  </a:cubicBezTo>
                  <a:cubicBezTo>
                    <a:pt x="1" y="626"/>
                    <a:pt x="476" y="1"/>
                    <a:pt x="888" y="301"/>
                  </a:cubicBezTo>
                  <a:cubicBezTo>
                    <a:pt x="950" y="351"/>
                    <a:pt x="900" y="463"/>
                    <a:pt x="813" y="451"/>
                  </a:cubicBezTo>
                  <a:lnTo>
                    <a:pt x="813" y="451"/>
                  </a:lnTo>
                  <a:cubicBezTo>
                    <a:pt x="776" y="376"/>
                    <a:pt x="875" y="276"/>
                    <a:pt x="950" y="3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3" name="Google Shape;4873;p106"/>
            <p:cNvSpPr/>
            <p:nvPr/>
          </p:nvSpPr>
          <p:spPr>
            <a:xfrm>
              <a:off x="816075" y="4313800"/>
              <a:ext cx="77825" cy="113125"/>
            </a:xfrm>
            <a:custGeom>
              <a:rect b="b" l="l" r="r" t="t"/>
              <a:pathLst>
                <a:path extrusionOk="0" h="4525" w="3113">
                  <a:moveTo>
                    <a:pt x="2963" y="4462"/>
                  </a:moveTo>
                  <a:cubicBezTo>
                    <a:pt x="1563" y="3363"/>
                    <a:pt x="538" y="1850"/>
                    <a:pt x="26" y="151"/>
                  </a:cubicBezTo>
                  <a:cubicBezTo>
                    <a:pt x="1" y="63"/>
                    <a:pt x="138" y="1"/>
                    <a:pt x="188" y="88"/>
                  </a:cubicBezTo>
                  <a:cubicBezTo>
                    <a:pt x="926" y="1700"/>
                    <a:pt x="1700" y="3188"/>
                    <a:pt x="3050" y="4375"/>
                  </a:cubicBezTo>
                  <a:cubicBezTo>
                    <a:pt x="3113" y="4437"/>
                    <a:pt x="3025" y="4525"/>
                    <a:pt x="2963" y="44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4" name="Google Shape;4874;p106"/>
            <p:cNvSpPr/>
            <p:nvPr/>
          </p:nvSpPr>
          <p:spPr>
            <a:xfrm>
              <a:off x="799850" y="4293200"/>
              <a:ext cx="30950" cy="32500"/>
            </a:xfrm>
            <a:custGeom>
              <a:rect b="b" l="l" r="r" t="t"/>
              <a:pathLst>
                <a:path extrusionOk="0" h="1300" w="1238">
                  <a:moveTo>
                    <a:pt x="737" y="800"/>
                  </a:moveTo>
                  <a:lnTo>
                    <a:pt x="737" y="737"/>
                  </a:lnTo>
                  <a:cubicBezTo>
                    <a:pt x="812" y="662"/>
                    <a:pt x="925" y="750"/>
                    <a:pt x="875" y="850"/>
                  </a:cubicBezTo>
                  <a:cubicBezTo>
                    <a:pt x="637" y="1300"/>
                    <a:pt x="0" y="750"/>
                    <a:pt x="350" y="375"/>
                  </a:cubicBezTo>
                  <a:cubicBezTo>
                    <a:pt x="687" y="0"/>
                    <a:pt x="1237" y="550"/>
                    <a:pt x="850" y="912"/>
                  </a:cubicBezTo>
                  <a:cubicBezTo>
                    <a:pt x="762" y="975"/>
                    <a:pt x="675" y="875"/>
                    <a:pt x="725" y="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5" name="Google Shape;4875;p106"/>
            <p:cNvSpPr/>
            <p:nvPr/>
          </p:nvSpPr>
          <p:spPr>
            <a:xfrm>
              <a:off x="848575" y="4298825"/>
              <a:ext cx="5650" cy="9375"/>
            </a:xfrm>
            <a:custGeom>
              <a:rect b="b" l="l" r="r" t="t"/>
              <a:pathLst>
                <a:path extrusionOk="0" h="375" w="226">
                  <a:moveTo>
                    <a:pt x="13" y="263"/>
                  </a:moveTo>
                  <a:cubicBezTo>
                    <a:pt x="1" y="188"/>
                    <a:pt x="26" y="113"/>
                    <a:pt x="76" y="63"/>
                  </a:cubicBezTo>
                  <a:cubicBezTo>
                    <a:pt x="113" y="0"/>
                    <a:pt x="226" y="13"/>
                    <a:pt x="226" y="100"/>
                  </a:cubicBezTo>
                  <a:cubicBezTo>
                    <a:pt x="213" y="150"/>
                    <a:pt x="213" y="213"/>
                    <a:pt x="213" y="263"/>
                  </a:cubicBezTo>
                  <a:cubicBezTo>
                    <a:pt x="201" y="375"/>
                    <a:pt x="38" y="375"/>
                    <a:pt x="13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6" name="Google Shape;4876;p106"/>
            <p:cNvSpPr/>
            <p:nvPr/>
          </p:nvSpPr>
          <p:spPr>
            <a:xfrm>
              <a:off x="980725" y="4331300"/>
              <a:ext cx="10025" cy="6900"/>
            </a:xfrm>
            <a:custGeom>
              <a:rect b="b" l="l" r="r" t="t"/>
              <a:pathLst>
                <a:path extrusionOk="0" h="276" w="401">
                  <a:moveTo>
                    <a:pt x="88" y="88"/>
                  </a:moveTo>
                  <a:cubicBezTo>
                    <a:pt x="151" y="51"/>
                    <a:pt x="226" y="26"/>
                    <a:pt x="301" y="13"/>
                  </a:cubicBezTo>
                  <a:cubicBezTo>
                    <a:pt x="351" y="1"/>
                    <a:pt x="401" y="63"/>
                    <a:pt x="351" y="113"/>
                  </a:cubicBezTo>
                  <a:cubicBezTo>
                    <a:pt x="301" y="176"/>
                    <a:pt x="226" y="226"/>
                    <a:pt x="151" y="251"/>
                  </a:cubicBezTo>
                  <a:cubicBezTo>
                    <a:pt x="63" y="276"/>
                    <a:pt x="1" y="138"/>
                    <a:pt x="88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7" name="Google Shape;4877;p106"/>
            <p:cNvSpPr/>
            <p:nvPr/>
          </p:nvSpPr>
          <p:spPr>
            <a:xfrm>
              <a:off x="839525" y="4440350"/>
              <a:ext cx="156850" cy="27825"/>
            </a:xfrm>
            <a:custGeom>
              <a:rect b="b" l="l" r="r" t="t"/>
              <a:pathLst>
                <a:path extrusionOk="0" h="1113" w="6274">
                  <a:moveTo>
                    <a:pt x="6174" y="1100"/>
                  </a:moveTo>
                  <a:cubicBezTo>
                    <a:pt x="5311" y="1112"/>
                    <a:pt x="4449" y="1025"/>
                    <a:pt x="3612" y="850"/>
                  </a:cubicBezTo>
                  <a:cubicBezTo>
                    <a:pt x="2462" y="625"/>
                    <a:pt x="1337" y="175"/>
                    <a:pt x="163" y="500"/>
                  </a:cubicBezTo>
                  <a:cubicBezTo>
                    <a:pt x="38" y="525"/>
                    <a:pt x="0" y="362"/>
                    <a:pt x="113" y="313"/>
                  </a:cubicBezTo>
                  <a:cubicBezTo>
                    <a:pt x="900" y="0"/>
                    <a:pt x="1625" y="163"/>
                    <a:pt x="2437" y="337"/>
                  </a:cubicBezTo>
                  <a:cubicBezTo>
                    <a:pt x="3674" y="612"/>
                    <a:pt x="4899" y="862"/>
                    <a:pt x="6174" y="925"/>
                  </a:cubicBezTo>
                  <a:cubicBezTo>
                    <a:pt x="6274" y="937"/>
                    <a:pt x="6274" y="1087"/>
                    <a:pt x="6174" y="1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8" name="Google Shape;4878;p106"/>
            <p:cNvSpPr/>
            <p:nvPr/>
          </p:nvSpPr>
          <p:spPr>
            <a:xfrm>
              <a:off x="817950" y="4437225"/>
              <a:ext cx="33150" cy="31250"/>
            </a:xfrm>
            <a:custGeom>
              <a:rect b="b" l="l" r="r" t="t"/>
              <a:pathLst>
                <a:path extrusionOk="0" h="1250" w="1326">
                  <a:moveTo>
                    <a:pt x="876" y="550"/>
                  </a:moveTo>
                  <a:lnTo>
                    <a:pt x="763" y="587"/>
                  </a:lnTo>
                  <a:cubicBezTo>
                    <a:pt x="713" y="512"/>
                    <a:pt x="763" y="413"/>
                    <a:pt x="851" y="425"/>
                  </a:cubicBezTo>
                  <a:cubicBezTo>
                    <a:pt x="1326" y="587"/>
                    <a:pt x="851" y="1250"/>
                    <a:pt x="476" y="1012"/>
                  </a:cubicBezTo>
                  <a:cubicBezTo>
                    <a:pt x="1" y="712"/>
                    <a:pt x="551" y="0"/>
                    <a:pt x="976" y="438"/>
                  </a:cubicBezTo>
                  <a:cubicBezTo>
                    <a:pt x="1038" y="500"/>
                    <a:pt x="963" y="600"/>
                    <a:pt x="876" y="5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9" name="Google Shape;4879;p106"/>
            <p:cNvSpPr/>
            <p:nvPr/>
          </p:nvSpPr>
          <p:spPr>
            <a:xfrm>
              <a:off x="773900" y="4388175"/>
              <a:ext cx="72825" cy="22500"/>
            </a:xfrm>
            <a:custGeom>
              <a:rect b="b" l="l" r="r" t="t"/>
              <a:pathLst>
                <a:path extrusionOk="0" h="900" w="2913">
                  <a:moveTo>
                    <a:pt x="2813" y="263"/>
                  </a:moveTo>
                  <a:cubicBezTo>
                    <a:pt x="2500" y="562"/>
                    <a:pt x="2113" y="750"/>
                    <a:pt x="1688" y="800"/>
                  </a:cubicBezTo>
                  <a:cubicBezTo>
                    <a:pt x="1226" y="862"/>
                    <a:pt x="526" y="900"/>
                    <a:pt x="113" y="637"/>
                  </a:cubicBezTo>
                  <a:cubicBezTo>
                    <a:pt x="1" y="575"/>
                    <a:pt x="63" y="413"/>
                    <a:pt x="188" y="438"/>
                  </a:cubicBezTo>
                  <a:cubicBezTo>
                    <a:pt x="976" y="637"/>
                    <a:pt x="2013" y="687"/>
                    <a:pt x="2650" y="100"/>
                  </a:cubicBezTo>
                  <a:cubicBezTo>
                    <a:pt x="2763" y="0"/>
                    <a:pt x="2913" y="163"/>
                    <a:pt x="2800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0" name="Google Shape;4880;p106"/>
            <p:cNvSpPr/>
            <p:nvPr/>
          </p:nvSpPr>
          <p:spPr>
            <a:xfrm>
              <a:off x="774525" y="4381600"/>
              <a:ext cx="70650" cy="23450"/>
            </a:xfrm>
            <a:custGeom>
              <a:rect b="b" l="l" r="r" t="t"/>
              <a:pathLst>
                <a:path extrusionOk="0" h="938" w="2826">
                  <a:moveTo>
                    <a:pt x="63" y="738"/>
                  </a:moveTo>
                  <a:cubicBezTo>
                    <a:pt x="588" y="51"/>
                    <a:pt x="2013" y="1"/>
                    <a:pt x="2725" y="376"/>
                  </a:cubicBezTo>
                  <a:cubicBezTo>
                    <a:pt x="2825" y="426"/>
                    <a:pt x="2750" y="563"/>
                    <a:pt x="2650" y="551"/>
                  </a:cubicBezTo>
                  <a:cubicBezTo>
                    <a:pt x="1938" y="438"/>
                    <a:pt x="776" y="176"/>
                    <a:pt x="213" y="850"/>
                  </a:cubicBezTo>
                  <a:cubicBezTo>
                    <a:pt x="151" y="938"/>
                    <a:pt x="1" y="825"/>
                    <a:pt x="63" y="7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1" name="Google Shape;4881;p106"/>
            <p:cNvSpPr/>
            <p:nvPr/>
          </p:nvSpPr>
          <p:spPr>
            <a:xfrm>
              <a:off x="927300" y="4396600"/>
              <a:ext cx="17850" cy="55950"/>
            </a:xfrm>
            <a:custGeom>
              <a:rect b="b" l="l" r="r" t="t"/>
              <a:pathLst>
                <a:path extrusionOk="0" h="2238" w="714">
                  <a:moveTo>
                    <a:pt x="301" y="2087"/>
                  </a:moveTo>
                  <a:cubicBezTo>
                    <a:pt x="476" y="1450"/>
                    <a:pt x="376" y="775"/>
                    <a:pt x="51" y="213"/>
                  </a:cubicBezTo>
                  <a:cubicBezTo>
                    <a:pt x="1" y="101"/>
                    <a:pt x="163" y="1"/>
                    <a:pt x="238" y="101"/>
                  </a:cubicBezTo>
                  <a:cubicBezTo>
                    <a:pt x="626" y="713"/>
                    <a:pt x="713" y="1450"/>
                    <a:pt x="476" y="2137"/>
                  </a:cubicBezTo>
                  <a:cubicBezTo>
                    <a:pt x="438" y="2237"/>
                    <a:pt x="288" y="2200"/>
                    <a:pt x="301" y="20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2" name="Google Shape;4882;p106"/>
            <p:cNvSpPr/>
            <p:nvPr/>
          </p:nvSpPr>
          <p:spPr>
            <a:xfrm>
              <a:off x="922000" y="4396600"/>
              <a:ext cx="15950" cy="54375"/>
            </a:xfrm>
            <a:custGeom>
              <a:rect b="b" l="l" r="r" t="t"/>
              <a:pathLst>
                <a:path extrusionOk="0" h="2175" w="638">
                  <a:moveTo>
                    <a:pt x="450" y="188"/>
                  </a:moveTo>
                  <a:cubicBezTo>
                    <a:pt x="313" y="550"/>
                    <a:pt x="275" y="950"/>
                    <a:pt x="338" y="1338"/>
                  </a:cubicBezTo>
                  <a:cubicBezTo>
                    <a:pt x="375" y="1613"/>
                    <a:pt x="525" y="1788"/>
                    <a:pt x="625" y="2038"/>
                  </a:cubicBezTo>
                  <a:cubicBezTo>
                    <a:pt x="638" y="2075"/>
                    <a:pt x="613" y="2112"/>
                    <a:pt x="563" y="2125"/>
                  </a:cubicBezTo>
                  <a:cubicBezTo>
                    <a:pt x="275" y="2175"/>
                    <a:pt x="163" y="1850"/>
                    <a:pt x="113" y="1613"/>
                  </a:cubicBezTo>
                  <a:cubicBezTo>
                    <a:pt x="0" y="1113"/>
                    <a:pt x="38" y="600"/>
                    <a:pt x="238" y="126"/>
                  </a:cubicBezTo>
                  <a:cubicBezTo>
                    <a:pt x="288" y="1"/>
                    <a:pt x="500" y="51"/>
                    <a:pt x="450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3" name="Google Shape;4883;p106"/>
            <p:cNvSpPr/>
            <p:nvPr/>
          </p:nvSpPr>
          <p:spPr>
            <a:xfrm>
              <a:off x="1194425" y="4364725"/>
              <a:ext cx="82825" cy="26900"/>
            </a:xfrm>
            <a:custGeom>
              <a:rect b="b" l="l" r="r" t="t"/>
              <a:pathLst>
                <a:path extrusionOk="0" h="1076" w="3313">
                  <a:moveTo>
                    <a:pt x="3187" y="926"/>
                  </a:moveTo>
                  <a:cubicBezTo>
                    <a:pt x="2175" y="1076"/>
                    <a:pt x="800" y="926"/>
                    <a:pt x="50" y="163"/>
                  </a:cubicBezTo>
                  <a:cubicBezTo>
                    <a:pt x="0" y="113"/>
                    <a:pt x="50" y="1"/>
                    <a:pt x="125" y="26"/>
                  </a:cubicBezTo>
                  <a:cubicBezTo>
                    <a:pt x="600" y="188"/>
                    <a:pt x="1013" y="476"/>
                    <a:pt x="1500" y="601"/>
                  </a:cubicBezTo>
                  <a:cubicBezTo>
                    <a:pt x="2037" y="738"/>
                    <a:pt x="2600" y="776"/>
                    <a:pt x="3150" y="713"/>
                  </a:cubicBezTo>
                  <a:cubicBezTo>
                    <a:pt x="3275" y="701"/>
                    <a:pt x="3312" y="913"/>
                    <a:pt x="3187" y="9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4" name="Google Shape;4884;p106"/>
            <p:cNvSpPr/>
            <p:nvPr/>
          </p:nvSpPr>
          <p:spPr>
            <a:xfrm>
              <a:off x="1194425" y="4355975"/>
              <a:ext cx="100625" cy="30975"/>
            </a:xfrm>
            <a:custGeom>
              <a:rect b="b" l="l" r="r" t="t"/>
              <a:pathLst>
                <a:path extrusionOk="0" h="1239" w="4025">
                  <a:moveTo>
                    <a:pt x="138" y="238"/>
                  </a:moveTo>
                  <a:cubicBezTo>
                    <a:pt x="763" y="126"/>
                    <a:pt x="1413" y="1"/>
                    <a:pt x="2050" y="101"/>
                  </a:cubicBezTo>
                  <a:cubicBezTo>
                    <a:pt x="2737" y="201"/>
                    <a:pt x="3312" y="551"/>
                    <a:pt x="3887" y="926"/>
                  </a:cubicBezTo>
                  <a:cubicBezTo>
                    <a:pt x="4024" y="1013"/>
                    <a:pt x="3899" y="1238"/>
                    <a:pt x="3749" y="1151"/>
                  </a:cubicBezTo>
                  <a:cubicBezTo>
                    <a:pt x="3287" y="838"/>
                    <a:pt x="2800" y="526"/>
                    <a:pt x="2237" y="388"/>
                  </a:cubicBezTo>
                  <a:cubicBezTo>
                    <a:pt x="1575" y="226"/>
                    <a:pt x="863" y="338"/>
                    <a:pt x="200" y="451"/>
                  </a:cubicBezTo>
                  <a:cubicBezTo>
                    <a:pt x="63" y="463"/>
                    <a:pt x="0" y="263"/>
                    <a:pt x="138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5" name="Google Shape;4885;p106"/>
            <p:cNvSpPr/>
            <p:nvPr/>
          </p:nvSpPr>
          <p:spPr>
            <a:xfrm>
              <a:off x="593025" y="3689900"/>
              <a:ext cx="199650" cy="551150"/>
            </a:xfrm>
            <a:custGeom>
              <a:rect b="b" l="l" r="r" t="t"/>
              <a:pathLst>
                <a:path extrusionOk="0" h="22046" w="7986">
                  <a:moveTo>
                    <a:pt x="3487" y="88"/>
                  </a:moveTo>
                  <a:cubicBezTo>
                    <a:pt x="4799" y="1426"/>
                    <a:pt x="5286" y="2938"/>
                    <a:pt x="5074" y="4837"/>
                  </a:cubicBezTo>
                  <a:cubicBezTo>
                    <a:pt x="4899" y="6237"/>
                    <a:pt x="4287" y="7487"/>
                    <a:pt x="3749" y="8761"/>
                  </a:cubicBezTo>
                  <a:cubicBezTo>
                    <a:pt x="1875" y="13235"/>
                    <a:pt x="0" y="21470"/>
                    <a:pt x="7773" y="21808"/>
                  </a:cubicBezTo>
                  <a:cubicBezTo>
                    <a:pt x="7861" y="21808"/>
                    <a:pt x="7861" y="21933"/>
                    <a:pt x="7773" y="21945"/>
                  </a:cubicBezTo>
                  <a:cubicBezTo>
                    <a:pt x="4737" y="22045"/>
                    <a:pt x="2400" y="20071"/>
                    <a:pt x="1700" y="17084"/>
                  </a:cubicBezTo>
                  <a:cubicBezTo>
                    <a:pt x="388" y="11435"/>
                    <a:pt x="7986" y="5012"/>
                    <a:pt x="3349" y="213"/>
                  </a:cubicBezTo>
                  <a:cubicBezTo>
                    <a:pt x="3274" y="138"/>
                    <a:pt x="3399" y="1"/>
                    <a:pt x="3487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6" name="Google Shape;4886;p106"/>
            <p:cNvSpPr/>
            <p:nvPr/>
          </p:nvSpPr>
          <p:spPr>
            <a:xfrm>
              <a:off x="770150" y="4055125"/>
              <a:ext cx="121575" cy="180925"/>
            </a:xfrm>
            <a:custGeom>
              <a:rect b="b" l="l" r="r" t="t"/>
              <a:pathLst>
                <a:path extrusionOk="0" h="7237" w="4863">
                  <a:moveTo>
                    <a:pt x="1688" y="7036"/>
                  </a:moveTo>
                  <a:cubicBezTo>
                    <a:pt x="3413" y="6911"/>
                    <a:pt x="4425" y="4949"/>
                    <a:pt x="4225" y="3400"/>
                  </a:cubicBezTo>
                  <a:cubicBezTo>
                    <a:pt x="4025" y="1775"/>
                    <a:pt x="1725" y="113"/>
                    <a:pt x="201" y="1513"/>
                  </a:cubicBezTo>
                  <a:cubicBezTo>
                    <a:pt x="126" y="1588"/>
                    <a:pt x="1" y="1463"/>
                    <a:pt x="88" y="1388"/>
                  </a:cubicBezTo>
                  <a:cubicBezTo>
                    <a:pt x="1338" y="1"/>
                    <a:pt x="3875" y="1313"/>
                    <a:pt x="4325" y="2825"/>
                  </a:cubicBezTo>
                  <a:cubicBezTo>
                    <a:pt x="4862" y="4637"/>
                    <a:pt x="3700" y="7086"/>
                    <a:pt x="1688" y="7224"/>
                  </a:cubicBezTo>
                  <a:cubicBezTo>
                    <a:pt x="1563" y="7236"/>
                    <a:pt x="1563" y="7049"/>
                    <a:pt x="1688" y="70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7" name="Google Shape;4887;p106"/>
            <p:cNvSpPr/>
            <p:nvPr/>
          </p:nvSpPr>
          <p:spPr>
            <a:xfrm>
              <a:off x="748600" y="4108250"/>
              <a:ext cx="77200" cy="73425"/>
            </a:xfrm>
            <a:custGeom>
              <a:rect b="b" l="l" r="r" t="t"/>
              <a:pathLst>
                <a:path extrusionOk="0" h="2937" w="3088">
                  <a:moveTo>
                    <a:pt x="625" y="163"/>
                  </a:moveTo>
                  <a:cubicBezTo>
                    <a:pt x="251" y="900"/>
                    <a:pt x="476" y="1800"/>
                    <a:pt x="1163" y="2274"/>
                  </a:cubicBezTo>
                  <a:cubicBezTo>
                    <a:pt x="1913" y="2749"/>
                    <a:pt x="2750" y="2237"/>
                    <a:pt x="2887" y="1425"/>
                  </a:cubicBezTo>
                  <a:cubicBezTo>
                    <a:pt x="2900" y="1325"/>
                    <a:pt x="3087" y="1337"/>
                    <a:pt x="3075" y="1450"/>
                  </a:cubicBezTo>
                  <a:cubicBezTo>
                    <a:pt x="3000" y="2324"/>
                    <a:pt x="2075" y="2937"/>
                    <a:pt x="1250" y="2549"/>
                  </a:cubicBezTo>
                  <a:cubicBezTo>
                    <a:pt x="351" y="2137"/>
                    <a:pt x="1" y="912"/>
                    <a:pt x="501" y="75"/>
                  </a:cubicBezTo>
                  <a:cubicBezTo>
                    <a:pt x="550" y="0"/>
                    <a:pt x="663" y="75"/>
                    <a:pt x="625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8" name="Google Shape;4888;p106"/>
            <p:cNvSpPr/>
            <p:nvPr/>
          </p:nvSpPr>
          <p:spPr>
            <a:xfrm>
              <a:off x="819525" y="4135100"/>
              <a:ext cx="325" cy="350"/>
            </a:xfrm>
            <a:custGeom>
              <a:rect b="b" l="l" r="r" t="t"/>
              <a:pathLst>
                <a:path extrusionOk="0" h="14" w="13">
                  <a:moveTo>
                    <a:pt x="13" y="1"/>
                  </a:moveTo>
                  <a:lnTo>
                    <a:pt x="13" y="13"/>
                  </a:lnTo>
                  <a:cubicBezTo>
                    <a:pt x="13" y="13"/>
                    <a:pt x="0" y="1"/>
                    <a:pt x="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9" name="Google Shape;4889;p106"/>
            <p:cNvSpPr/>
            <p:nvPr/>
          </p:nvSpPr>
          <p:spPr>
            <a:xfrm>
              <a:off x="641450" y="4121350"/>
              <a:ext cx="103750" cy="206550"/>
            </a:xfrm>
            <a:custGeom>
              <a:rect b="b" l="l" r="r" t="t"/>
              <a:pathLst>
                <a:path extrusionOk="0" h="8262" w="4150">
                  <a:moveTo>
                    <a:pt x="163" y="101"/>
                  </a:moveTo>
                  <a:cubicBezTo>
                    <a:pt x="450" y="1288"/>
                    <a:pt x="975" y="2400"/>
                    <a:pt x="1712" y="3375"/>
                  </a:cubicBezTo>
                  <a:cubicBezTo>
                    <a:pt x="2237" y="4087"/>
                    <a:pt x="2937" y="4737"/>
                    <a:pt x="3299" y="5562"/>
                  </a:cubicBezTo>
                  <a:cubicBezTo>
                    <a:pt x="3699" y="6474"/>
                    <a:pt x="3699" y="7436"/>
                    <a:pt x="3012" y="8199"/>
                  </a:cubicBezTo>
                  <a:cubicBezTo>
                    <a:pt x="2949" y="8261"/>
                    <a:pt x="2825" y="8174"/>
                    <a:pt x="2875" y="8086"/>
                  </a:cubicBezTo>
                  <a:cubicBezTo>
                    <a:pt x="4149" y="6212"/>
                    <a:pt x="2387" y="4725"/>
                    <a:pt x="1375" y="3275"/>
                  </a:cubicBezTo>
                  <a:cubicBezTo>
                    <a:pt x="725" y="2325"/>
                    <a:pt x="263" y="1263"/>
                    <a:pt x="13" y="138"/>
                  </a:cubicBezTo>
                  <a:cubicBezTo>
                    <a:pt x="0" y="38"/>
                    <a:pt x="138" y="1"/>
                    <a:pt x="175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0" name="Google Shape;4890;p106"/>
            <p:cNvSpPr/>
            <p:nvPr/>
          </p:nvSpPr>
          <p:spPr>
            <a:xfrm>
              <a:off x="646450" y="3978900"/>
              <a:ext cx="81250" cy="88750"/>
            </a:xfrm>
            <a:custGeom>
              <a:rect b="b" l="l" r="r" t="t"/>
              <a:pathLst>
                <a:path extrusionOk="0" h="3550" w="3250">
                  <a:moveTo>
                    <a:pt x="488" y="163"/>
                  </a:moveTo>
                  <a:cubicBezTo>
                    <a:pt x="263" y="1138"/>
                    <a:pt x="163" y="2500"/>
                    <a:pt x="1175" y="3112"/>
                  </a:cubicBezTo>
                  <a:cubicBezTo>
                    <a:pt x="1650" y="3375"/>
                    <a:pt x="2237" y="3287"/>
                    <a:pt x="2625" y="2900"/>
                  </a:cubicBezTo>
                  <a:cubicBezTo>
                    <a:pt x="2924" y="2575"/>
                    <a:pt x="3249" y="1250"/>
                    <a:pt x="2475" y="1163"/>
                  </a:cubicBezTo>
                  <a:cubicBezTo>
                    <a:pt x="2387" y="1163"/>
                    <a:pt x="2387" y="1025"/>
                    <a:pt x="2475" y="1038"/>
                  </a:cubicBezTo>
                  <a:cubicBezTo>
                    <a:pt x="3012" y="1088"/>
                    <a:pt x="3187" y="1762"/>
                    <a:pt x="3137" y="2237"/>
                  </a:cubicBezTo>
                  <a:cubicBezTo>
                    <a:pt x="3062" y="2850"/>
                    <a:pt x="2587" y="3350"/>
                    <a:pt x="1975" y="3450"/>
                  </a:cubicBezTo>
                  <a:cubicBezTo>
                    <a:pt x="1325" y="3550"/>
                    <a:pt x="813" y="3187"/>
                    <a:pt x="488" y="2650"/>
                  </a:cubicBezTo>
                  <a:cubicBezTo>
                    <a:pt x="0" y="1850"/>
                    <a:pt x="113" y="988"/>
                    <a:pt x="313" y="113"/>
                  </a:cubicBezTo>
                  <a:cubicBezTo>
                    <a:pt x="338" y="0"/>
                    <a:pt x="513" y="50"/>
                    <a:pt x="488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1" name="Google Shape;4891;p106"/>
            <p:cNvSpPr/>
            <p:nvPr/>
          </p:nvSpPr>
          <p:spPr>
            <a:xfrm>
              <a:off x="672675" y="3923300"/>
              <a:ext cx="43775" cy="33450"/>
            </a:xfrm>
            <a:custGeom>
              <a:rect b="b" l="l" r="r" t="t"/>
              <a:pathLst>
                <a:path extrusionOk="0" h="1338" w="1751">
                  <a:moveTo>
                    <a:pt x="351" y="150"/>
                  </a:moveTo>
                  <a:cubicBezTo>
                    <a:pt x="263" y="462"/>
                    <a:pt x="301" y="787"/>
                    <a:pt x="613" y="962"/>
                  </a:cubicBezTo>
                  <a:cubicBezTo>
                    <a:pt x="813" y="1137"/>
                    <a:pt x="1026" y="1087"/>
                    <a:pt x="1263" y="800"/>
                  </a:cubicBezTo>
                  <a:cubicBezTo>
                    <a:pt x="1301" y="675"/>
                    <a:pt x="1288" y="537"/>
                    <a:pt x="1213" y="425"/>
                  </a:cubicBezTo>
                  <a:cubicBezTo>
                    <a:pt x="1101" y="350"/>
                    <a:pt x="1201" y="175"/>
                    <a:pt x="1326" y="250"/>
                  </a:cubicBezTo>
                  <a:cubicBezTo>
                    <a:pt x="1750" y="512"/>
                    <a:pt x="1413" y="1212"/>
                    <a:pt x="976" y="1262"/>
                  </a:cubicBezTo>
                  <a:cubicBezTo>
                    <a:pt x="326" y="1337"/>
                    <a:pt x="1" y="637"/>
                    <a:pt x="201" y="100"/>
                  </a:cubicBezTo>
                  <a:cubicBezTo>
                    <a:pt x="226" y="0"/>
                    <a:pt x="376" y="38"/>
                    <a:pt x="351" y="1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2" name="Google Shape;4892;p106"/>
            <p:cNvSpPr/>
            <p:nvPr/>
          </p:nvSpPr>
          <p:spPr>
            <a:xfrm>
              <a:off x="692375" y="4315375"/>
              <a:ext cx="32200" cy="31900"/>
            </a:xfrm>
            <a:custGeom>
              <a:rect b="b" l="l" r="r" t="t"/>
              <a:pathLst>
                <a:path extrusionOk="0" h="1276" w="1288">
                  <a:moveTo>
                    <a:pt x="838" y="463"/>
                  </a:moveTo>
                  <a:lnTo>
                    <a:pt x="838" y="463"/>
                  </a:lnTo>
                  <a:cubicBezTo>
                    <a:pt x="825" y="375"/>
                    <a:pt x="937" y="325"/>
                    <a:pt x="987" y="388"/>
                  </a:cubicBezTo>
                  <a:cubicBezTo>
                    <a:pt x="1287" y="800"/>
                    <a:pt x="663" y="1275"/>
                    <a:pt x="338" y="863"/>
                  </a:cubicBezTo>
                  <a:cubicBezTo>
                    <a:pt x="0" y="438"/>
                    <a:pt x="575" y="0"/>
                    <a:pt x="937" y="325"/>
                  </a:cubicBezTo>
                  <a:cubicBezTo>
                    <a:pt x="1012" y="388"/>
                    <a:pt x="912" y="488"/>
                    <a:pt x="838" y="4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3" name="Google Shape;4893;p106"/>
            <p:cNvSpPr/>
            <p:nvPr/>
          </p:nvSpPr>
          <p:spPr>
            <a:xfrm>
              <a:off x="675500" y="4193850"/>
              <a:ext cx="113125" cy="77500"/>
            </a:xfrm>
            <a:custGeom>
              <a:rect b="b" l="l" r="r" t="t"/>
              <a:pathLst>
                <a:path extrusionOk="0" h="3100" w="4525">
                  <a:moveTo>
                    <a:pt x="150" y="50"/>
                  </a:moveTo>
                  <a:cubicBezTo>
                    <a:pt x="1338" y="1412"/>
                    <a:pt x="2825" y="2175"/>
                    <a:pt x="4437" y="2924"/>
                  </a:cubicBezTo>
                  <a:cubicBezTo>
                    <a:pt x="4524" y="2962"/>
                    <a:pt x="4462" y="3099"/>
                    <a:pt x="4374" y="3074"/>
                  </a:cubicBezTo>
                  <a:cubicBezTo>
                    <a:pt x="2675" y="2562"/>
                    <a:pt x="1163" y="1550"/>
                    <a:pt x="63" y="150"/>
                  </a:cubicBezTo>
                  <a:cubicBezTo>
                    <a:pt x="0" y="88"/>
                    <a:pt x="100" y="0"/>
                    <a:pt x="150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4" name="Google Shape;4894;p106"/>
            <p:cNvSpPr/>
            <p:nvPr/>
          </p:nvSpPr>
          <p:spPr>
            <a:xfrm>
              <a:off x="776725" y="4256950"/>
              <a:ext cx="32525" cy="30950"/>
            </a:xfrm>
            <a:custGeom>
              <a:rect b="b" l="l" r="r" t="t"/>
              <a:pathLst>
                <a:path extrusionOk="0" h="1238" w="1301">
                  <a:moveTo>
                    <a:pt x="388" y="388"/>
                  </a:moveTo>
                  <a:cubicBezTo>
                    <a:pt x="750" y="1"/>
                    <a:pt x="1300" y="538"/>
                    <a:pt x="925" y="888"/>
                  </a:cubicBezTo>
                  <a:cubicBezTo>
                    <a:pt x="550" y="1238"/>
                    <a:pt x="0" y="600"/>
                    <a:pt x="450" y="350"/>
                  </a:cubicBezTo>
                  <a:cubicBezTo>
                    <a:pt x="550" y="313"/>
                    <a:pt x="638" y="425"/>
                    <a:pt x="563" y="500"/>
                  </a:cubicBezTo>
                  <a:lnTo>
                    <a:pt x="500" y="500"/>
                  </a:lnTo>
                  <a:cubicBezTo>
                    <a:pt x="425" y="563"/>
                    <a:pt x="325" y="463"/>
                    <a:pt x="388" y="3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5" name="Google Shape;4895;p106"/>
            <p:cNvSpPr/>
            <p:nvPr/>
          </p:nvSpPr>
          <p:spPr>
            <a:xfrm>
              <a:off x="793900" y="4233200"/>
              <a:ext cx="9725" cy="5975"/>
            </a:xfrm>
            <a:custGeom>
              <a:rect b="b" l="l" r="r" t="t"/>
              <a:pathLst>
                <a:path extrusionOk="0" h="239" w="389">
                  <a:moveTo>
                    <a:pt x="126" y="26"/>
                  </a:moveTo>
                  <a:cubicBezTo>
                    <a:pt x="176" y="26"/>
                    <a:pt x="238" y="13"/>
                    <a:pt x="288" y="13"/>
                  </a:cubicBezTo>
                  <a:cubicBezTo>
                    <a:pt x="376" y="1"/>
                    <a:pt x="388" y="113"/>
                    <a:pt x="338" y="163"/>
                  </a:cubicBezTo>
                  <a:cubicBezTo>
                    <a:pt x="276" y="213"/>
                    <a:pt x="201" y="238"/>
                    <a:pt x="126" y="226"/>
                  </a:cubicBezTo>
                  <a:cubicBezTo>
                    <a:pt x="1" y="226"/>
                    <a:pt x="1" y="26"/>
                    <a:pt x="126" y="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6" name="Google Shape;4896;p106"/>
            <p:cNvSpPr/>
            <p:nvPr/>
          </p:nvSpPr>
          <p:spPr>
            <a:xfrm>
              <a:off x="764225" y="4097000"/>
              <a:ext cx="6900" cy="10025"/>
            </a:xfrm>
            <a:custGeom>
              <a:rect b="b" l="l" r="r" t="t"/>
              <a:pathLst>
                <a:path extrusionOk="0" h="401" w="276">
                  <a:moveTo>
                    <a:pt x="25" y="250"/>
                  </a:moveTo>
                  <a:cubicBezTo>
                    <a:pt x="50" y="163"/>
                    <a:pt x="100" y="88"/>
                    <a:pt x="163" y="38"/>
                  </a:cubicBezTo>
                  <a:cubicBezTo>
                    <a:pt x="213" y="0"/>
                    <a:pt x="275" y="38"/>
                    <a:pt x="263" y="100"/>
                  </a:cubicBezTo>
                  <a:cubicBezTo>
                    <a:pt x="250" y="175"/>
                    <a:pt x="225" y="250"/>
                    <a:pt x="188" y="313"/>
                  </a:cubicBezTo>
                  <a:cubicBezTo>
                    <a:pt x="138" y="400"/>
                    <a:pt x="0" y="338"/>
                    <a:pt x="25" y="2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7" name="Google Shape;4897;p106"/>
            <p:cNvSpPr/>
            <p:nvPr/>
          </p:nvSpPr>
          <p:spPr>
            <a:xfrm>
              <a:off x="634250" y="4091375"/>
              <a:ext cx="27850" cy="156850"/>
            </a:xfrm>
            <a:custGeom>
              <a:rect b="b" l="l" r="r" t="t"/>
              <a:pathLst>
                <a:path extrusionOk="0" h="6274" w="1114">
                  <a:moveTo>
                    <a:pt x="188" y="100"/>
                  </a:moveTo>
                  <a:cubicBezTo>
                    <a:pt x="251" y="1375"/>
                    <a:pt x="501" y="2600"/>
                    <a:pt x="776" y="3837"/>
                  </a:cubicBezTo>
                  <a:cubicBezTo>
                    <a:pt x="963" y="4649"/>
                    <a:pt x="1113" y="5361"/>
                    <a:pt x="801" y="6161"/>
                  </a:cubicBezTo>
                  <a:cubicBezTo>
                    <a:pt x="751" y="6274"/>
                    <a:pt x="588" y="6236"/>
                    <a:pt x="613" y="6111"/>
                  </a:cubicBezTo>
                  <a:cubicBezTo>
                    <a:pt x="926" y="4936"/>
                    <a:pt x="488" y="3812"/>
                    <a:pt x="263" y="2650"/>
                  </a:cubicBezTo>
                  <a:cubicBezTo>
                    <a:pt x="88" y="1812"/>
                    <a:pt x="1" y="963"/>
                    <a:pt x="13" y="100"/>
                  </a:cubicBezTo>
                  <a:cubicBezTo>
                    <a:pt x="26" y="0"/>
                    <a:pt x="176" y="0"/>
                    <a:pt x="188" y="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8" name="Google Shape;4898;p106"/>
            <p:cNvSpPr/>
            <p:nvPr/>
          </p:nvSpPr>
          <p:spPr>
            <a:xfrm>
              <a:off x="634250" y="4236325"/>
              <a:ext cx="31275" cy="33150"/>
            </a:xfrm>
            <a:custGeom>
              <a:rect b="b" l="l" r="r" t="t"/>
              <a:pathLst>
                <a:path extrusionOk="0" h="1326" w="1251">
                  <a:moveTo>
                    <a:pt x="813" y="351"/>
                  </a:moveTo>
                  <a:cubicBezTo>
                    <a:pt x="1251" y="776"/>
                    <a:pt x="526" y="1325"/>
                    <a:pt x="238" y="851"/>
                  </a:cubicBezTo>
                  <a:cubicBezTo>
                    <a:pt x="1" y="476"/>
                    <a:pt x="663" y="1"/>
                    <a:pt x="813" y="476"/>
                  </a:cubicBezTo>
                  <a:cubicBezTo>
                    <a:pt x="826" y="563"/>
                    <a:pt x="726" y="626"/>
                    <a:pt x="663" y="563"/>
                  </a:cubicBezTo>
                  <a:lnTo>
                    <a:pt x="688" y="451"/>
                  </a:lnTo>
                  <a:cubicBezTo>
                    <a:pt x="638" y="363"/>
                    <a:pt x="751" y="276"/>
                    <a:pt x="813" y="3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9" name="Google Shape;4899;p106"/>
            <p:cNvSpPr/>
            <p:nvPr/>
          </p:nvSpPr>
          <p:spPr>
            <a:xfrm>
              <a:off x="691750" y="4241025"/>
              <a:ext cx="22525" cy="72800"/>
            </a:xfrm>
            <a:custGeom>
              <a:rect b="b" l="l" r="r" t="t"/>
              <a:pathLst>
                <a:path extrusionOk="0" h="2912" w="901">
                  <a:moveTo>
                    <a:pt x="800" y="263"/>
                  </a:moveTo>
                  <a:cubicBezTo>
                    <a:pt x="213" y="900"/>
                    <a:pt x="263" y="1937"/>
                    <a:pt x="463" y="2724"/>
                  </a:cubicBezTo>
                  <a:cubicBezTo>
                    <a:pt x="488" y="2837"/>
                    <a:pt x="325" y="2912"/>
                    <a:pt x="263" y="2812"/>
                  </a:cubicBezTo>
                  <a:cubicBezTo>
                    <a:pt x="0" y="2387"/>
                    <a:pt x="38" y="1687"/>
                    <a:pt x="100" y="1225"/>
                  </a:cubicBezTo>
                  <a:cubicBezTo>
                    <a:pt x="150" y="800"/>
                    <a:pt x="350" y="413"/>
                    <a:pt x="638" y="100"/>
                  </a:cubicBezTo>
                  <a:cubicBezTo>
                    <a:pt x="750" y="0"/>
                    <a:pt x="900" y="163"/>
                    <a:pt x="800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0" name="Google Shape;4900;p106"/>
            <p:cNvSpPr/>
            <p:nvPr/>
          </p:nvSpPr>
          <p:spPr>
            <a:xfrm>
              <a:off x="697675" y="4242575"/>
              <a:ext cx="23450" cy="70625"/>
            </a:xfrm>
            <a:custGeom>
              <a:rect b="b" l="l" r="r" t="t"/>
              <a:pathLst>
                <a:path extrusionOk="0" h="2825" w="938">
                  <a:moveTo>
                    <a:pt x="76" y="2612"/>
                  </a:moveTo>
                  <a:cubicBezTo>
                    <a:pt x="763" y="2063"/>
                    <a:pt x="501" y="888"/>
                    <a:pt x="388" y="176"/>
                  </a:cubicBezTo>
                  <a:cubicBezTo>
                    <a:pt x="376" y="76"/>
                    <a:pt x="501" y="1"/>
                    <a:pt x="563" y="101"/>
                  </a:cubicBezTo>
                  <a:cubicBezTo>
                    <a:pt x="938" y="800"/>
                    <a:pt x="875" y="2238"/>
                    <a:pt x="188" y="2750"/>
                  </a:cubicBezTo>
                  <a:cubicBezTo>
                    <a:pt x="113" y="2825"/>
                    <a:pt x="1" y="2675"/>
                    <a:pt x="76" y="26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1" name="Google Shape;4901;p106"/>
            <p:cNvSpPr/>
            <p:nvPr/>
          </p:nvSpPr>
          <p:spPr>
            <a:xfrm>
              <a:off x="649250" y="4142600"/>
              <a:ext cx="56900" cy="18150"/>
            </a:xfrm>
            <a:custGeom>
              <a:rect b="b" l="l" r="r" t="t"/>
              <a:pathLst>
                <a:path extrusionOk="0" h="726" w="2276">
                  <a:moveTo>
                    <a:pt x="126" y="238"/>
                  </a:moveTo>
                  <a:cubicBezTo>
                    <a:pt x="800" y="1"/>
                    <a:pt x="1550" y="88"/>
                    <a:pt x="2163" y="476"/>
                  </a:cubicBezTo>
                  <a:cubicBezTo>
                    <a:pt x="2275" y="538"/>
                    <a:pt x="2175" y="726"/>
                    <a:pt x="2050" y="663"/>
                  </a:cubicBezTo>
                  <a:cubicBezTo>
                    <a:pt x="1475" y="326"/>
                    <a:pt x="800" y="238"/>
                    <a:pt x="176" y="413"/>
                  </a:cubicBezTo>
                  <a:cubicBezTo>
                    <a:pt x="51" y="438"/>
                    <a:pt x="1" y="263"/>
                    <a:pt x="126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2" name="Google Shape;4902;p106"/>
            <p:cNvSpPr/>
            <p:nvPr/>
          </p:nvSpPr>
          <p:spPr>
            <a:xfrm>
              <a:off x="649575" y="4149800"/>
              <a:ext cx="56250" cy="21250"/>
            </a:xfrm>
            <a:custGeom>
              <a:rect b="b" l="l" r="r" t="t"/>
              <a:pathLst>
                <a:path extrusionOk="0" h="850" w="2250">
                  <a:moveTo>
                    <a:pt x="2112" y="400"/>
                  </a:moveTo>
                  <a:cubicBezTo>
                    <a:pt x="1762" y="538"/>
                    <a:pt x="0" y="850"/>
                    <a:pt x="125" y="63"/>
                  </a:cubicBezTo>
                  <a:cubicBezTo>
                    <a:pt x="125" y="25"/>
                    <a:pt x="175" y="0"/>
                    <a:pt x="213" y="13"/>
                  </a:cubicBezTo>
                  <a:cubicBezTo>
                    <a:pt x="463" y="113"/>
                    <a:pt x="638" y="250"/>
                    <a:pt x="912" y="300"/>
                  </a:cubicBezTo>
                  <a:cubicBezTo>
                    <a:pt x="1300" y="363"/>
                    <a:pt x="1687" y="313"/>
                    <a:pt x="2062" y="188"/>
                  </a:cubicBezTo>
                  <a:cubicBezTo>
                    <a:pt x="2200" y="138"/>
                    <a:pt x="2250" y="338"/>
                    <a:pt x="2112" y="4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3" name="Google Shape;4903;p106"/>
            <p:cNvSpPr/>
            <p:nvPr/>
          </p:nvSpPr>
          <p:spPr>
            <a:xfrm>
              <a:off x="710800" y="3810500"/>
              <a:ext cx="26575" cy="82825"/>
            </a:xfrm>
            <a:custGeom>
              <a:rect b="b" l="l" r="r" t="t"/>
              <a:pathLst>
                <a:path extrusionOk="0" h="3313" w="1063">
                  <a:moveTo>
                    <a:pt x="363" y="151"/>
                  </a:moveTo>
                  <a:cubicBezTo>
                    <a:pt x="300" y="713"/>
                    <a:pt x="338" y="1275"/>
                    <a:pt x="475" y="1813"/>
                  </a:cubicBezTo>
                  <a:cubicBezTo>
                    <a:pt x="600" y="2300"/>
                    <a:pt x="888" y="2713"/>
                    <a:pt x="1050" y="3175"/>
                  </a:cubicBezTo>
                  <a:cubicBezTo>
                    <a:pt x="1063" y="3262"/>
                    <a:pt x="975" y="3312"/>
                    <a:pt x="913" y="3262"/>
                  </a:cubicBezTo>
                  <a:cubicBezTo>
                    <a:pt x="138" y="2500"/>
                    <a:pt x="1" y="1138"/>
                    <a:pt x="150" y="126"/>
                  </a:cubicBezTo>
                  <a:cubicBezTo>
                    <a:pt x="163" y="1"/>
                    <a:pt x="375" y="26"/>
                    <a:pt x="363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4" name="Google Shape;4904;p106"/>
            <p:cNvSpPr/>
            <p:nvPr/>
          </p:nvSpPr>
          <p:spPr>
            <a:xfrm>
              <a:off x="715475" y="3792700"/>
              <a:ext cx="30975" cy="100625"/>
            </a:xfrm>
            <a:custGeom>
              <a:rect b="b" l="l" r="r" t="t"/>
              <a:pathLst>
                <a:path extrusionOk="0" h="4025" w="1239">
                  <a:moveTo>
                    <a:pt x="788" y="3824"/>
                  </a:moveTo>
                  <a:cubicBezTo>
                    <a:pt x="901" y="3150"/>
                    <a:pt x="1013" y="2450"/>
                    <a:pt x="851" y="1775"/>
                  </a:cubicBezTo>
                  <a:cubicBezTo>
                    <a:pt x="713" y="1225"/>
                    <a:pt x="401" y="738"/>
                    <a:pt x="88" y="263"/>
                  </a:cubicBezTo>
                  <a:cubicBezTo>
                    <a:pt x="1" y="125"/>
                    <a:pt x="226" y="0"/>
                    <a:pt x="313" y="138"/>
                  </a:cubicBezTo>
                  <a:cubicBezTo>
                    <a:pt x="688" y="700"/>
                    <a:pt x="1038" y="1288"/>
                    <a:pt x="1138" y="1975"/>
                  </a:cubicBezTo>
                  <a:cubicBezTo>
                    <a:pt x="1238" y="2612"/>
                    <a:pt x="1113" y="3262"/>
                    <a:pt x="1001" y="3887"/>
                  </a:cubicBezTo>
                  <a:cubicBezTo>
                    <a:pt x="976" y="4024"/>
                    <a:pt x="776" y="3962"/>
                    <a:pt x="788" y="38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5" name="Google Shape;4905;p106"/>
            <p:cNvSpPr/>
            <p:nvPr/>
          </p:nvSpPr>
          <p:spPr>
            <a:xfrm>
              <a:off x="894500" y="4197600"/>
              <a:ext cx="8475" cy="8150"/>
            </a:xfrm>
            <a:custGeom>
              <a:rect b="b" l="l" r="r" t="t"/>
              <a:pathLst>
                <a:path extrusionOk="0" h="326" w="339">
                  <a:moveTo>
                    <a:pt x="238" y="313"/>
                  </a:moveTo>
                  <a:cubicBezTo>
                    <a:pt x="151" y="325"/>
                    <a:pt x="76" y="288"/>
                    <a:pt x="26" y="213"/>
                  </a:cubicBezTo>
                  <a:cubicBezTo>
                    <a:pt x="1" y="200"/>
                    <a:pt x="1" y="163"/>
                    <a:pt x="1" y="138"/>
                  </a:cubicBezTo>
                  <a:lnTo>
                    <a:pt x="38" y="50"/>
                  </a:lnTo>
                  <a:cubicBezTo>
                    <a:pt x="38" y="13"/>
                    <a:pt x="101" y="0"/>
                    <a:pt x="126" y="38"/>
                  </a:cubicBezTo>
                  <a:lnTo>
                    <a:pt x="263" y="175"/>
                  </a:lnTo>
                  <a:cubicBezTo>
                    <a:pt x="338" y="200"/>
                    <a:pt x="326" y="325"/>
                    <a:pt x="238" y="3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6" name="Google Shape;4906;p106"/>
            <p:cNvSpPr/>
            <p:nvPr/>
          </p:nvSpPr>
          <p:spPr>
            <a:xfrm>
              <a:off x="900450" y="4190725"/>
              <a:ext cx="59050" cy="15025"/>
            </a:xfrm>
            <a:custGeom>
              <a:rect b="b" l="l" r="r" t="t"/>
              <a:pathLst>
                <a:path extrusionOk="0" h="601" w="2362">
                  <a:moveTo>
                    <a:pt x="63" y="475"/>
                  </a:moveTo>
                  <a:cubicBezTo>
                    <a:pt x="737" y="138"/>
                    <a:pt x="1537" y="0"/>
                    <a:pt x="2274" y="225"/>
                  </a:cubicBezTo>
                  <a:cubicBezTo>
                    <a:pt x="2362" y="250"/>
                    <a:pt x="2349" y="413"/>
                    <a:pt x="2249" y="400"/>
                  </a:cubicBezTo>
                  <a:cubicBezTo>
                    <a:pt x="1500" y="313"/>
                    <a:pt x="825" y="313"/>
                    <a:pt x="113" y="588"/>
                  </a:cubicBezTo>
                  <a:cubicBezTo>
                    <a:pt x="50" y="600"/>
                    <a:pt x="0" y="500"/>
                    <a:pt x="63" y="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7" name="Google Shape;4907;p106"/>
            <p:cNvSpPr/>
            <p:nvPr/>
          </p:nvSpPr>
          <p:spPr>
            <a:xfrm>
              <a:off x="934175" y="4183525"/>
              <a:ext cx="25325" cy="16900"/>
            </a:xfrm>
            <a:custGeom>
              <a:rect b="b" l="l" r="r" t="t"/>
              <a:pathLst>
                <a:path extrusionOk="0" h="676" w="1013">
                  <a:moveTo>
                    <a:pt x="825" y="613"/>
                  </a:moveTo>
                  <a:cubicBezTo>
                    <a:pt x="613" y="351"/>
                    <a:pt x="376" y="276"/>
                    <a:pt x="76" y="163"/>
                  </a:cubicBezTo>
                  <a:cubicBezTo>
                    <a:pt x="1" y="126"/>
                    <a:pt x="13" y="1"/>
                    <a:pt x="101" y="1"/>
                  </a:cubicBezTo>
                  <a:cubicBezTo>
                    <a:pt x="451" y="26"/>
                    <a:pt x="763" y="201"/>
                    <a:pt x="963" y="501"/>
                  </a:cubicBezTo>
                  <a:cubicBezTo>
                    <a:pt x="1013" y="576"/>
                    <a:pt x="888" y="676"/>
                    <a:pt x="825" y="6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8" name="Google Shape;4908;p106"/>
            <p:cNvSpPr/>
            <p:nvPr/>
          </p:nvSpPr>
          <p:spPr>
            <a:xfrm>
              <a:off x="893875" y="4145425"/>
              <a:ext cx="26575" cy="55325"/>
            </a:xfrm>
            <a:custGeom>
              <a:rect b="b" l="l" r="r" t="t"/>
              <a:pathLst>
                <a:path extrusionOk="0" h="2213" w="1063">
                  <a:moveTo>
                    <a:pt x="38" y="2075"/>
                  </a:moveTo>
                  <a:cubicBezTo>
                    <a:pt x="213" y="1775"/>
                    <a:pt x="363" y="1462"/>
                    <a:pt x="488" y="1125"/>
                  </a:cubicBezTo>
                  <a:cubicBezTo>
                    <a:pt x="600" y="775"/>
                    <a:pt x="538" y="475"/>
                    <a:pt x="488" y="125"/>
                  </a:cubicBezTo>
                  <a:cubicBezTo>
                    <a:pt x="475" y="25"/>
                    <a:pt x="613" y="0"/>
                    <a:pt x="638" y="75"/>
                  </a:cubicBezTo>
                  <a:cubicBezTo>
                    <a:pt x="1063" y="775"/>
                    <a:pt x="600" y="1612"/>
                    <a:pt x="126" y="2162"/>
                  </a:cubicBezTo>
                  <a:cubicBezTo>
                    <a:pt x="76" y="2212"/>
                    <a:pt x="1" y="2137"/>
                    <a:pt x="26" y="20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9" name="Google Shape;4909;p106"/>
            <p:cNvSpPr/>
            <p:nvPr/>
          </p:nvSpPr>
          <p:spPr>
            <a:xfrm>
              <a:off x="904500" y="4144175"/>
              <a:ext cx="16900" cy="34700"/>
            </a:xfrm>
            <a:custGeom>
              <a:rect b="b" l="l" r="r" t="t"/>
              <a:pathLst>
                <a:path extrusionOk="0" h="1388" w="676">
                  <a:moveTo>
                    <a:pt x="300" y="138"/>
                  </a:moveTo>
                  <a:cubicBezTo>
                    <a:pt x="563" y="450"/>
                    <a:pt x="675" y="875"/>
                    <a:pt x="625" y="1287"/>
                  </a:cubicBezTo>
                  <a:cubicBezTo>
                    <a:pt x="600" y="1387"/>
                    <a:pt x="463" y="1350"/>
                    <a:pt x="450" y="1262"/>
                  </a:cubicBezTo>
                  <a:cubicBezTo>
                    <a:pt x="425" y="875"/>
                    <a:pt x="375" y="575"/>
                    <a:pt x="100" y="288"/>
                  </a:cubicBezTo>
                  <a:cubicBezTo>
                    <a:pt x="1" y="150"/>
                    <a:pt x="188" y="0"/>
                    <a:pt x="300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0" name="Google Shape;4910;p106"/>
            <p:cNvSpPr/>
            <p:nvPr/>
          </p:nvSpPr>
          <p:spPr>
            <a:xfrm>
              <a:off x="915425" y="4169150"/>
              <a:ext cx="22525" cy="11275"/>
            </a:xfrm>
            <a:custGeom>
              <a:rect b="b" l="l" r="r" t="t"/>
              <a:pathLst>
                <a:path extrusionOk="0" h="451" w="901">
                  <a:moveTo>
                    <a:pt x="113" y="238"/>
                  </a:moveTo>
                  <a:cubicBezTo>
                    <a:pt x="338" y="176"/>
                    <a:pt x="538" y="76"/>
                    <a:pt x="763" y="26"/>
                  </a:cubicBezTo>
                  <a:cubicBezTo>
                    <a:pt x="851" y="1"/>
                    <a:pt x="901" y="113"/>
                    <a:pt x="826" y="163"/>
                  </a:cubicBezTo>
                  <a:cubicBezTo>
                    <a:pt x="626" y="288"/>
                    <a:pt x="401" y="376"/>
                    <a:pt x="163" y="426"/>
                  </a:cubicBezTo>
                  <a:cubicBezTo>
                    <a:pt x="51" y="451"/>
                    <a:pt x="1" y="276"/>
                    <a:pt x="113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1" name="Google Shape;4911;p106"/>
            <p:cNvSpPr/>
            <p:nvPr/>
          </p:nvSpPr>
          <p:spPr>
            <a:xfrm>
              <a:off x="922925" y="4169150"/>
              <a:ext cx="15975" cy="19725"/>
            </a:xfrm>
            <a:custGeom>
              <a:rect b="b" l="l" r="r" t="t"/>
              <a:pathLst>
                <a:path extrusionOk="0" h="789" w="639">
                  <a:moveTo>
                    <a:pt x="588" y="226"/>
                  </a:moveTo>
                  <a:cubicBezTo>
                    <a:pt x="488" y="413"/>
                    <a:pt x="363" y="588"/>
                    <a:pt x="213" y="726"/>
                  </a:cubicBezTo>
                  <a:cubicBezTo>
                    <a:pt x="138" y="788"/>
                    <a:pt x="1" y="701"/>
                    <a:pt x="51" y="613"/>
                  </a:cubicBezTo>
                  <a:cubicBezTo>
                    <a:pt x="163" y="438"/>
                    <a:pt x="288" y="288"/>
                    <a:pt x="401" y="126"/>
                  </a:cubicBezTo>
                  <a:cubicBezTo>
                    <a:pt x="463" y="1"/>
                    <a:pt x="638" y="101"/>
                    <a:pt x="576" y="2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2" name="Google Shape;4912;p106"/>
            <p:cNvSpPr/>
            <p:nvPr/>
          </p:nvSpPr>
          <p:spPr>
            <a:xfrm>
              <a:off x="924500" y="4181650"/>
              <a:ext cx="17525" cy="6900"/>
            </a:xfrm>
            <a:custGeom>
              <a:rect b="b" l="l" r="r" t="t"/>
              <a:pathLst>
                <a:path extrusionOk="0" h="276" w="701">
                  <a:moveTo>
                    <a:pt x="125" y="51"/>
                  </a:moveTo>
                  <a:cubicBezTo>
                    <a:pt x="288" y="1"/>
                    <a:pt x="463" y="26"/>
                    <a:pt x="613" y="113"/>
                  </a:cubicBezTo>
                  <a:cubicBezTo>
                    <a:pt x="700" y="163"/>
                    <a:pt x="638" y="276"/>
                    <a:pt x="550" y="251"/>
                  </a:cubicBezTo>
                  <a:lnTo>
                    <a:pt x="175" y="238"/>
                  </a:lnTo>
                  <a:cubicBezTo>
                    <a:pt x="50" y="263"/>
                    <a:pt x="0" y="88"/>
                    <a:pt x="125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3" name="Google Shape;4913;p106"/>
            <p:cNvSpPr/>
            <p:nvPr/>
          </p:nvSpPr>
          <p:spPr>
            <a:xfrm>
              <a:off x="933250" y="4149475"/>
              <a:ext cx="28750" cy="23450"/>
            </a:xfrm>
            <a:custGeom>
              <a:rect b="b" l="l" r="r" t="t"/>
              <a:pathLst>
                <a:path extrusionOk="0" h="938" w="1150">
                  <a:moveTo>
                    <a:pt x="513" y="788"/>
                  </a:moveTo>
                  <a:cubicBezTo>
                    <a:pt x="0" y="675"/>
                    <a:pt x="288" y="1"/>
                    <a:pt x="713" y="101"/>
                  </a:cubicBezTo>
                  <a:cubicBezTo>
                    <a:pt x="1150" y="201"/>
                    <a:pt x="1025" y="938"/>
                    <a:pt x="525" y="788"/>
                  </a:cubicBezTo>
                  <a:cubicBezTo>
                    <a:pt x="413" y="750"/>
                    <a:pt x="425" y="588"/>
                    <a:pt x="550" y="600"/>
                  </a:cubicBezTo>
                  <a:lnTo>
                    <a:pt x="550" y="613"/>
                  </a:lnTo>
                  <a:cubicBezTo>
                    <a:pt x="663" y="650"/>
                    <a:pt x="613" y="813"/>
                    <a:pt x="500" y="7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4" name="Google Shape;4914;p106"/>
            <p:cNvSpPr/>
            <p:nvPr/>
          </p:nvSpPr>
          <p:spPr>
            <a:xfrm>
              <a:off x="3701275" y="1305225"/>
              <a:ext cx="111550" cy="104375"/>
            </a:xfrm>
            <a:custGeom>
              <a:rect b="b" l="l" r="r" t="t"/>
              <a:pathLst>
                <a:path extrusionOk="0" h="4175" w="4462">
                  <a:moveTo>
                    <a:pt x="1812" y="288"/>
                  </a:moveTo>
                  <a:cubicBezTo>
                    <a:pt x="3374" y="101"/>
                    <a:pt x="4461" y="1900"/>
                    <a:pt x="3337" y="3125"/>
                  </a:cubicBezTo>
                  <a:cubicBezTo>
                    <a:pt x="2450" y="4062"/>
                    <a:pt x="987" y="3612"/>
                    <a:pt x="88" y="2962"/>
                  </a:cubicBezTo>
                  <a:cubicBezTo>
                    <a:pt x="50" y="2937"/>
                    <a:pt x="0" y="3000"/>
                    <a:pt x="38" y="3025"/>
                  </a:cubicBezTo>
                  <a:cubicBezTo>
                    <a:pt x="1050" y="3962"/>
                    <a:pt x="2987" y="4175"/>
                    <a:pt x="3712" y="2787"/>
                  </a:cubicBezTo>
                  <a:cubicBezTo>
                    <a:pt x="4424" y="1438"/>
                    <a:pt x="3249" y="1"/>
                    <a:pt x="1812" y="176"/>
                  </a:cubicBezTo>
                  <a:cubicBezTo>
                    <a:pt x="1737" y="188"/>
                    <a:pt x="1737" y="288"/>
                    <a:pt x="1812" y="2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5" name="Google Shape;4915;p106"/>
            <p:cNvSpPr/>
            <p:nvPr/>
          </p:nvSpPr>
          <p:spPr>
            <a:xfrm>
              <a:off x="3442900" y="1237425"/>
              <a:ext cx="263700" cy="147175"/>
            </a:xfrm>
            <a:custGeom>
              <a:rect b="b" l="l" r="r" t="t"/>
              <a:pathLst>
                <a:path extrusionOk="0" h="5887" w="10548">
                  <a:moveTo>
                    <a:pt x="10523" y="5812"/>
                  </a:moveTo>
                  <a:cubicBezTo>
                    <a:pt x="9198" y="3937"/>
                    <a:pt x="7998" y="1513"/>
                    <a:pt x="5686" y="738"/>
                  </a:cubicBezTo>
                  <a:cubicBezTo>
                    <a:pt x="3949" y="151"/>
                    <a:pt x="1475" y="1"/>
                    <a:pt x="25" y="1263"/>
                  </a:cubicBezTo>
                  <a:cubicBezTo>
                    <a:pt x="0" y="1288"/>
                    <a:pt x="38" y="1338"/>
                    <a:pt x="75" y="1313"/>
                  </a:cubicBezTo>
                  <a:cubicBezTo>
                    <a:pt x="1700" y="113"/>
                    <a:pt x="4462" y="288"/>
                    <a:pt x="6224" y="1138"/>
                  </a:cubicBezTo>
                  <a:cubicBezTo>
                    <a:pt x="8136" y="2063"/>
                    <a:pt x="9248" y="4175"/>
                    <a:pt x="10448" y="5849"/>
                  </a:cubicBezTo>
                  <a:cubicBezTo>
                    <a:pt x="10485" y="5887"/>
                    <a:pt x="10548" y="5849"/>
                    <a:pt x="10523" y="58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6" name="Google Shape;4916;p106"/>
            <p:cNvSpPr/>
            <p:nvPr/>
          </p:nvSpPr>
          <p:spPr>
            <a:xfrm>
              <a:off x="3410100" y="1277100"/>
              <a:ext cx="100300" cy="85325"/>
            </a:xfrm>
            <a:custGeom>
              <a:rect b="b" l="l" r="r" t="t"/>
              <a:pathLst>
                <a:path extrusionOk="0" h="3413" w="4012">
                  <a:moveTo>
                    <a:pt x="1087" y="51"/>
                  </a:moveTo>
                  <a:cubicBezTo>
                    <a:pt x="575" y="913"/>
                    <a:pt x="388" y="2100"/>
                    <a:pt x="1225" y="2838"/>
                  </a:cubicBezTo>
                  <a:cubicBezTo>
                    <a:pt x="1700" y="3263"/>
                    <a:pt x="2837" y="3412"/>
                    <a:pt x="3387" y="2988"/>
                  </a:cubicBezTo>
                  <a:cubicBezTo>
                    <a:pt x="4012" y="2513"/>
                    <a:pt x="3924" y="1363"/>
                    <a:pt x="3187" y="1026"/>
                  </a:cubicBezTo>
                  <a:cubicBezTo>
                    <a:pt x="2749" y="826"/>
                    <a:pt x="2237" y="851"/>
                    <a:pt x="1812" y="1101"/>
                  </a:cubicBezTo>
                  <a:cubicBezTo>
                    <a:pt x="1175" y="1463"/>
                    <a:pt x="775" y="2425"/>
                    <a:pt x="25" y="2538"/>
                  </a:cubicBezTo>
                  <a:cubicBezTo>
                    <a:pt x="0" y="2538"/>
                    <a:pt x="0" y="2588"/>
                    <a:pt x="25" y="2588"/>
                  </a:cubicBezTo>
                  <a:cubicBezTo>
                    <a:pt x="438" y="2575"/>
                    <a:pt x="675" y="2300"/>
                    <a:pt x="950" y="2013"/>
                  </a:cubicBezTo>
                  <a:cubicBezTo>
                    <a:pt x="1225" y="1725"/>
                    <a:pt x="1512" y="1351"/>
                    <a:pt x="1862" y="1201"/>
                  </a:cubicBezTo>
                  <a:cubicBezTo>
                    <a:pt x="2724" y="838"/>
                    <a:pt x="3724" y="1088"/>
                    <a:pt x="3587" y="2200"/>
                  </a:cubicBezTo>
                  <a:cubicBezTo>
                    <a:pt x="3662" y="2550"/>
                    <a:pt x="3524" y="2775"/>
                    <a:pt x="3174" y="2850"/>
                  </a:cubicBezTo>
                  <a:cubicBezTo>
                    <a:pt x="3087" y="2975"/>
                    <a:pt x="2949" y="3063"/>
                    <a:pt x="2799" y="3063"/>
                  </a:cubicBezTo>
                  <a:cubicBezTo>
                    <a:pt x="2737" y="3063"/>
                    <a:pt x="2675" y="3063"/>
                    <a:pt x="2612" y="3063"/>
                  </a:cubicBezTo>
                  <a:cubicBezTo>
                    <a:pt x="2362" y="3100"/>
                    <a:pt x="2100" y="3088"/>
                    <a:pt x="1850" y="3038"/>
                  </a:cubicBezTo>
                  <a:cubicBezTo>
                    <a:pt x="488" y="2688"/>
                    <a:pt x="613" y="1038"/>
                    <a:pt x="1150" y="88"/>
                  </a:cubicBezTo>
                  <a:cubicBezTo>
                    <a:pt x="1175" y="38"/>
                    <a:pt x="1112" y="1"/>
                    <a:pt x="1087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7" name="Google Shape;4917;p106"/>
            <p:cNvSpPr/>
            <p:nvPr/>
          </p:nvSpPr>
          <p:spPr>
            <a:xfrm>
              <a:off x="3347925" y="1331775"/>
              <a:ext cx="55325" cy="13775"/>
            </a:xfrm>
            <a:custGeom>
              <a:rect b="b" l="l" r="r" t="t"/>
              <a:pathLst>
                <a:path extrusionOk="0" h="551" w="2213">
                  <a:moveTo>
                    <a:pt x="2162" y="401"/>
                  </a:moveTo>
                  <a:cubicBezTo>
                    <a:pt x="1387" y="476"/>
                    <a:pt x="775" y="251"/>
                    <a:pt x="50" y="13"/>
                  </a:cubicBezTo>
                  <a:cubicBezTo>
                    <a:pt x="13" y="1"/>
                    <a:pt x="0" y="63"/>
                    <a:pt x="25" y="76"/>
                  </a:cubicBezTo>
                  <a:cubicBezTo>
                    <a:pt x="625" y="501"/>
                    <a:pt x="1475" y="551"/>
                    <a:pt x="2162" y="476"/>
                  </a:cubicBezTo>
                  <a:cubicBezTo>
                    <a:pt x="2212" y="476"/>
                    <a:pt x="2212" y="401"/>
                    <a:pt x="2162" y="4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8" name="Google Shape;4918;p106"/>
            <p:cNvSpPr/>
            <p:nvPr/>
          </p:nvSpPr>
          <p:spPr>
            <a:xfrm>
              <a:off x="3593475" y="1301475"/>
              <a:ext cx="82500" cy="96575"/>
            </a:xfrm>
            <a:custGeom>
              <a:rect b="b" l="l" r="r" t="t"/>
              <a:pathLst>
                <a:path extrusionOk="0" h="3863" w="3300">
                  <a:moveTo>
                    <a:pt x="2200" y="76"/>
                  </a:moveTo>
                  <a:cubicBezTo>
                    <a:pt x="2725" y="738"/>
                    <a:pt x="3187" y="1563"/>
                    <a:pt x="2938" y="2450"/>
                  </a:cubicBezTo>
                  <a:cubicBezTo>
                    <a:pt x="2813" y="2912"/>
                    <a:pt x="2488" y="3287"/>
                    <a:pt x="2050" y="3500"/>
                  </a:cubicBezTo>
                  <a:cubicBezTo>
                    <a:pt x="1775" y="3662"/>
                    <a:pt x="1463" y="3737"/>
                    <a:pt x="1138" y="3737"/>
                  </a:cubicBezTo>
                  <a:cubicBezTo>
                    <a:pt x="413" y="3725"/>
                    <a:pt x="263" y="3300"/>
                    <a:pt x="688" y="2475"/>
                  </a:cubicBezTo>
                  <a:cubicBezTo>
                    <a:pt x="726" y="2512"/>
                    <a:pt x="788" y="2475"/>
                    <a:pt x="763" y="2425"/>
                  </a:cubicBezTo>
                  <a:cubicBezTo>
                    <a:pt x="476" y="2063"/>
                    <a:pt x="138" y="2475"/>
                    <a:pt x="88" y="2812"/>
                  </a:cubicBezTo>
                  <a:cubicBezTo>
                    <a:pt x="1" y="3487"/>
                    <a:pt x="676" y="3862"/>
                    <a:pt x="1263" y="3837"/>
                  </a:cubicBezTo>
                  <a:cubicBezTo>
                    <a:pt x="2063" y="3812"/>
                    <a:pt x="2838" y="3250"/>
                    <a:pt x="3050" y="2475"/>
                  </a:cubicBezTo>
                  <a:cubicBezTo>
                    <a:pt x="3300" y="1563"/>
                    <a:pt x="2825" y="700"/>
                    <a:pt x="2238" y="26"/>
                  </a:cubicBezTo>
                  <a:cubicBezTo>
                    <a:pt x="2213" y="1"/>
                    <a:pt x="2175" y="38"/>
                    <a:pt x="2200" y="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9" name="Google Shape;4919;p106"/>
            <p:cNvSpPr/>
            <p:nvPr/>
          </p:nvSpPr>
          <p:spPr>
            <a:xfrm>
              <a:off x="3666275" y="1329600"/>
              <a:ext cx="22825" cy="110925"/>
            </a:xfrm>
            <a:custGeom>
              <a:rect b="b" l="l" r="r" t="t"/>
              <a:pathLst>
                <a:path extrusionOk="0" h="4437" w="913">
                  <a:moveTo>
                    <a:pt x="38" y="113"/>
                  </a:moveTo>
                  <a:cubicBezTo>
                    <a:pt x="888" y="1113"/>
                    <a:pt x="913" y="3249"/>
                    <a:pt x="338" y="4374"/>
                  </a:cubicBezTo>
                  <a:cubicBezTo>
                    <a:pt x="325" y="4412"/>
                    <a:pt x="363" y="4437"/>
                    <a:pt x="388" y="4399"/>
                  </a:cubicBezTo>
                  <a:cubicBezTo>
                    <a:pt x="913" y="3712"/>
                    <a:pt x="825" y="2725"/>
                    <a:pt x="738" y="1925"/>
                  </a:cubicBezTo>
                  <a:cubicBezTo>
                    <a:pt x="663" y="1250"/>
                    <a:pt x="550" y="563"/>
                    <a:pt x="100" y="50"/>
                  </a:cubicBezTo>
                  <a:cubicBezTo>
                    <a:pt x="63" y="0"/>
                    <a:pt x="1" y="63"/>
                    <a:pt x="38" y="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0" name="Google Shape;4920;p106"/>
            <p:cNvSpPr/>
            <p:nvPr/>
          </p:nvSpPr>
          <p:spPr>
            <a:xfrm>
              <a:off x="3666600" y="1439875"/>
              <a:ext cx="12200" cy="12225"/>
            </a:xfrm>
            <a:custGeom>
              <a:rect b="b" l="l" r="r" t="t"/>
              <a:pathLst>
                <a:path extrusionOk="0" h="489" w="488">
                  <a:moveTo>
                    <a:pt x="350" y="38"/>
                  </a:moveTo>
                  <a:cubicBezTo>
                    <a:pt x="262" y="1"/>
                    <a:pt x="162" y="13"/>
                    <a:pt x="87" y="88"/>
                  </a:cubicBezTo>
                  <a:cubicBezTo>
                    <a:pt x="25" y="151"/>
                    <a:pt x="0" y="238"/>
                    <a:pt x="25" y="326"/>
                  </a:cubicBezTo>
                  <a:cubicBezTo>
                    <a:pt x="25" y="363"/>
                    <a:pt x="38" y="388"/>
                    <a:pt x="50" y="413"/>
                  </a:cubicBezTo>
                  <a:cubicBezTo>
                    <a:pt x="87" y="438"/>
                    <a:pt x="125" y="451"/>
                    <a:pt x="162" y="463"/>
                  </a:cubicBezTo>
                  <a:cubicBezTo>
                    <a:pt x="287" y="488"/>
                    <a:pt x="412" y="413"/>
                    <a:pt x="462" y="288"/>
                  </a:cubicBezTo>
                  <a:cubicBezTo>
                    <a:pt x="487" y="163"/>
                    <a:pt x="375" y="38"/>
                    <a:pt x="250" y="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1" name="Google Shape;4921;p106"/>
            <p:cNvSpPr/>
            <p:nvPr/>
          </p:nvSpPr>
          <p:spPr>
            <a:xfrm>
              <a:off x="3665025" y="1437700"/>
              <a:ext cx="17825" cy="16275"/>
            </a:xfrm>
            <a:custGeom>
              <a:rect b="b" l="l" r="r" t="t"/>
              <a:pathLst>
                <a:path extrusionOk="0" h="651" w="713">
                  <a:moveTo>
                    <a:pt x="438" y="63"/>
                  </a:moveTo>
                  <a:cubicBezTo>
                    <a:pt x="263" y="0"/>
                    <a:pt x="88" y="100"/>
                    <a:pt x="38" y="263"/>
                  </a:cubicBezTo>
                  <a:cubicBezTo>
                    <a:pt x="1" y="425"/>
                    <a:pt x="51" y="575"/>
                    <a:pt x="225" y="600"/>
                  </a:cubicBezTo>
                  <a:cubicBezTo>
                    <a:pt x="625" y="650"/>
                    <a:pt x="713" y="88"/>
                    <a:pt x="313" y="88"/>
                  </a:cubicBezTo>
                  <a:cubicBezTo>
                    <a:pt x="263" y="88"/>
                    <a:pt x="250" y="163"/>
                    <a:pt x="300" y="175"/>
                  </a:cubicBezTo>
                  <a:cubicBezTo>
                    <a:pt x="413" y="500"/>
                    <a:pt x="400" y="575"/>
                    <a:pt x="250" y="388"/>
                  </a:cubicBezTo>
                  <a:cubicBezTo>
                    <a:pt x="76" y="288"/>
                    <a:pt x="125" y="213"/>
                    <a:pt x="400" y="188"/>
                  </a:cubicBezTo>
                  <a:cubicBezTo>
                    <a:pt x="475" y="213"/>
                    <a:pt x="513" y="88"/>
                    <a:pt x="438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2" name="Google Shape;4922;p106"/>
            <p:cNvSpPr/>
            <p:nvPr/>
          </p:nvSpPr>
          <p:spPr>
            <a:xfrm>
              <a:off x="3437900" y="1271800"/>
              <a:ext cx="2825" cy="3150"/>
            </a:xfrm>
            <a:custGeom>
              <a:rect b="b" l="l" r="r" t="t"/>
              <a:pathLst>
                <a:path extrusionOk="0" h="126" w="113">
                  <a:moveTo>
                    <a:pt x="25" y="63"/>
                  </a:moveTo>
                  <a:lnTo>
                    <a:pt x="25" y="100"/>
                  </a:lnTo>
                  <a:cubicBezTo>
                    <a:pt x="38" y="125"/>
                    <a:pt x="75" y="125"/>
                    <a:pt x="88" y="100"/>
                  </a:cubicBezTo>
                  <a:lnTo>
                    <a:pt x="88" y="63"/>
                  </a:lnTo>
                  <a:cubicBezTo>
                    <a:pt x="113" y="0"/>
                    <a:pt x="0" y="0"/>
                    <a:pt x="13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3" name="Google Shape;4923;p106"/>
            <p:cNvSpPr/>
            <p:nvPr/>
          </p:nvSpPr>
          <p:spPr>
            <a:xfrm>
              <a:off x="3308550" y="1315225"/>
              <a:ext cx="42200" cy="17825"/>
            </a:xfrm>
            <a:custGeom>
              <a:rect b="b" l="l" r="r" t="t"/>
              <a:pathLst>
                <a:path extrusionOk="0" h="713" w="1688">
                  <a:moveTo>
                    <a:pt x="1650" y="613"/>
                  </a:moveTo>
                  <a:cubicBezTo>
                    <a:pt x="1463" y="88"/>
                    <a:pt x="501" y="0"/>
                    <a:pt x="51" y="150"/>
                  </a:cubicBezTo>
                  <a:cubicBezTo>
                    <a:pt x="1" y="163"/>
                    <a:pt x="1" y="250"/>
                    <a:pt x="63" y="250"/>
                  </a:cubicBezTo>
                  <a:cubicBezTo>
                    <a:pt x="301" y="200"/>
                    <a:pt x="551" y="200"/>
                    <a:pt x="801" y="238"/>
                  </a:cubicBezTo>
                  <a:cubicBezTo>
                    <a:pt x="1038" y="275"/>
                    <a:pt x="1450" y="388"/>
                    <a:pt x="1550" y="650"/>
                  </a:cubicBezTo>
                  <a:cubicBezTo>
                    <a:pt x="1575" y="713"/>
                    <a:pt x="1688" y="688"/>
                    <a:pt x="1663" y="6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4" name="Google Shape;4924;p106"/>
            <p:cNvSpPr/>
            <p:nvPr/>
          </p:nvSpPr>
          <p:spPr>
            <a:xfrm>
              <a:off x="3308250" y="1317725"/>
              <a:ext cx="42200" cy="19700"/>
            </a:xfrm>
            <a:custGeom>
              <a:rect b="b" l="l" r="r" t="t"/>
              <a:pathLst>
                <a:path extrusionOk="0" h="788" w="1688">
                  <a:moveTo>
                    <a:pt x="38" y="113"/>
                  </a:moveTo>
                  <a:cubicBezTo>
                    <a:pt x="400" y="475"/>
                    <a:pt x="1112" y="788"/>
                    <a:pt x="1625" y="650"/>
                  </a:cubicBezTo>
                  <a:cubicBezTo>
                    <a:pt x="1687" y="625"/>
                    <a:pt x="1662" y="550"/>
                    <a:pt x="1600" y="550"/>
                  </a:cubicBezTo>
                  <a:cubicBezTo>
                    <a:pt x="1050" y="600"/>
                    <a:pt x="513" y="425"/>
                    <a:pt x="113" y="50"/>
                  </a:cubicBezTo>
                  <a:cubicBezTo>
                    <a:pt x="63" y="0"/>
                    <a:pt x="0" y="75"/>
                    <a:pt x="38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5" name="Google Shape;4925;p106"/>
            <p:cNvSpPr/>
            <p:nvPr/>
          </p:nvSpPr>
          <p:spPr>
            <a:xfrm>
              <a:off x="3377600" y="1341475"/>
              <a:ext cx="33150" cy="30000"/>
            </a:xfrm>
            <a:custGeom>
              <a:rect b="b" l="l" r="r" t="t"/>
              <a:pathLst>
                <a:path extrusionOk="0" h="1200" w="1326">
                  <a:moveTo>
                    <a:pt x="1275" y="25"/>
                  </a:moveTo>
                  <a:cubicBezTo>
                    <a:pt x="938" y="0"/>
                    <a:pt x="663" y="188"/>
                    <a:pt x="400" y="388"/>
                  </a:cubicBezTo>
                  <a:cubicBezTo>
                    <a:pt x="163" y="563"/>
                    <a:pt x="1" y="850"/>
                    <a:pt x="1" y="1162"/>
                  </a:cubicBezTo>
                  <a:cubicBezTo>
                    <a:pt x="1" y="1200"/>
                    <a:pt x="63" y="1200"/>
                    <a:pt x="76" y="1162"/>
                  </a:cubicBezTo>
                  <a:cubicBezTo>
                    <a:pt x="88" y="887"/>
                    <a:pt x="238" y="625"/>
                    <a:pt x="463" y="450"/>
                  </a:cubicBezTo>
                  <a:cubicBezTo>
                    <a:pt x="700" y="263"/>
                    <a:pt x="950" y="88"/>
                    <a:pt x="1275" y="100"/>
                  </a:cubicBezTo>
                  <a:cubicBezTo>
                    <a:pt x="1325" y="100"/>
                    <a:pt x="1325" y="25"/>
                    <a:pt x="1275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6" name="Google Shape;4926;p106"/>
            <p:cNvSpPr/>
            <p:nvPr/>
          </p:nvSpPr>
          <p:spPr>
            <a:xfrm>
              <a:off x="3376975" y="1342100"/>
              <a:ext cx="33150" cy="29375"/>
            </a:xfrm>
            <a:custGeom>
              <a:rect b="b" l="l" r="r" t="t"/>
              <a:pathLst>
                <a:path extrusionOk="0" h="1175" w="1326">
                  <a:moveTo>
                    <a:pt x="63" y="1175"/>
                  </a:moveTo>
                  <a:cubicBezTo>
                    <a:pt x="625" y="1087"/>
                    <a:pt x="1200" y="688"/>
                    <a:pt x="1313" y="100"/>
                  </a:cubicBezTo>
                  <a:cubicBezTo>
                    <a:pt x="1325" y="38"/>
                    <a:pt x="1250" y="0"/>
                    <a:pt x="1213" y="63"/>
                  </a:cubicBezTo>
                  <a:cubicBezTo>
                    <a:pt x="1075" y="300"/>
                    <a:pt x="1013" y="525"/>
                    <a:pt x="775" y="713"/>
                  </a:cubicBezTo>
                  <a:cubicBezTo>
                    <a:pt x="563" y="875"/>
                    <a:pt x="313" y="1012"/>
                    <a:pt x="38" y="1100"/>
                  </a:cubicBezTo>
                  <a:cubicBezTo>
                    <a:pt x="1" y="1112"/>
                    <a:pt x="13" y="1175"/>
                    <a:pt x="63" y="11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7" name="Google Shape;4927;p106"/>
            <p:cNvSpPr/>
            <p:nvPr/>
          </p:nvSpPr>
          <p:spPr>
            <a:xfrm>
              <a:off x="3680025" y="1349275"/>
              <a:ext cx="38450" cy="86875"/>
            </a:xfrm>
            <a:custGeom>
              <a:rect b="b" l="l" r="r" t="t"/>
              <a:pathLst>
                <a:path extrusionOk="0" h="3475" w="1538">
                  <a:moveTo>
                    <a:pt x="38" y="88"/>
                  </a:moveTo>
                  <a:cubicBezTo>
                    <a:pt x="738" y="1075"/>
                    <a:pt x="1213" y="2213"/>
                    <a:pt x="1437" y="3412"/>
                  </a:cubicBezTo>
                  <a:cubicBezTo>
                    <a:pt x="1450" y="3475"/>
                    <a:pt x="1537" y="3450"/>
                    <a:pt x="1537" y="3387"/>
                  </a:cubicBezTo>
                  <a:cubicBezTo>
                    <a:pt x="1313" y="2175"/>
                    <a:pt x="825" y="1038"/>
                    <a:pt x="88" y="38"/>
                  </a:cubicBezTo>
                  <a:cubicBezTo>
                    <a:pt x="63" y="1"/>
                    <a:pt x="0" y="38"/>
                    <a:pt x="25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8" name="Google Shape;4928;p106"/>
            <p:cNvSpPr/>
            <p:nvPr/>
          </p:nvSpPr>
          <p:spPr>
            <a:xfrm>
              <a:off x="3711275" y="1433625"/>
              <a:ext cx="17500" cy="16275"/>
            </a:xfrm>
            <a:custGeom>
              <a:rect b="b" l="l" r="r" t="t"/>
              <a:pathLst>
                <a:path extrusionOk="0" h="651" w="700">
                  <a:moveTo>
                    <a:pt x="187" y="88"/>
                  </a:moveTo>
                  <a:cubicBezTo>
                    <a:pt x="0" y="301"/>
                    <a:pt x="225" y="651"/>
                    <a:pt x="462" y="451"/>
                  </a:cubicBezTo>
                  <a:cubicBezTo>
                    <a:pt x="700" y="251"/>
                    <a:pt x="362" y="1"/>
                    <a:pt x="150" y="101"/>
                  </a:cubicBezTo>
                  <a:cubicBezTo>
                    <a:pt x="113" y="113"/>
                    <a:pt x="138" y="176"/>
                    <a:pt x="175" y="176"/>
                  </a:cubicBezTo>
                  <a:cubicBezTo>
                    <a:pt x="212" y="176"/>
                    <a:pt x="250" y="176"/>
                    <a:pt x="287" y="176"/>
                  </a:cubicBezTo>
                  <a:cubicBezTo>
                    <a:pt x="375" y="188"/>
                    <a:pt x="362" y="176"/>
                    <a:pt x="250" y="151"/>
                  </a:cubicBezTo>
                  <a:cubicBezTo>
                    <a:pt x="287" y="101"/>
                    <a:pt x="225" y="38"/>
                    <a:pt x="187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9" name="Google Shape;4929;p106"/>
            <p:cNvSpPr/>
            <p:nvPr/>
          </p:nvSpPr>
          <p:spPr>
            <a:xfrm>
              <a:off x="3642850" y="1338025"/>
              <a:ext cx="30325" cy="81875"/>
            </a:xfrm>
            <a:custGeom>
              <a:rect b="b" l="l" r="r" t="t"/>
              <a:pathLst>
                <a:path extrusionOk="0" h="3275" w="1213">
                  <a:moveTo>
                    <a:pt x="988" y="63"/>
                  </a:moveTo>
                  <a:cubicBezTo>
                    <a:pt x="1125" y="1275"/>
                    <a:pt x="800" y="2288"/>
                    <a:pt x="13" y="3212"/>
                  </a:cubicBezTo>
                  <a:cubicBezTo>
                    <a:pt x="0" y="3250"/>
                    <a:pt x="38" y="3275"/>
                    <a:pt x="63" y="3262"/>
                  </a:cubicBezTo>
                  <a:cubicBezTo>
                    <a:pt x="1000" y="2538"/>
                    <a:pt x="1212" y="1163"/>
                    <a:pt x="1087" y="63"/>
                  </a:cubicBezTo>
                  <a:cubicBezTo>
                    <a:pt x="1087" y="1"/>
                    <a:pt x="988" y="1"/>
                    <a:pt x="988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0" name="Google Shape;4930;p106"/>
            <p:cNvSpPr/>
            <p:nvPr/>
          </p:nvSpPr>
          <p:spPr>
            <a:xfrm>
              <a:off x="3633475" y="1414575"/>
              <a:ext cx="12825" cy="15025"/>
            </a:xfrm>
            <a:custGeom>
              <a:rect b="b" l="l" r="r" t="t"/>
              <a:pathLst>
                <a:path extrusionOk="0" h="601" w="513">
                  <a:moveTo>
                    <a:pt x="25" y="263"/>
                  </a:moveTo>
                  <a:cubicBezTo>
                    <a:pt x="0" y="563"/>
                    <a:pt x="450" y="600"/>
                    <a:pt x="475" y="300"/>
                  </a:cubicBezTo>
                  <a:cubicBezTo>
                    <a:pt x="513" y="0"/>
                    <a:pt x="75" y="25"/>
                    <a:pt x="75" y="313"/>
                  </a:cubicBezTo>
                  <a:cubicBezTo>
                    <a:pt x="88" y="350"/>
                    <a:pt x="125" y="363"/>
                    <a:pt x="150" y="338"/>
                  </a:cubicBezTo>
                  <a:cubicBezTo>
                    <a:pt x="200" y="275"/>
                    <a:pt x="188" y="250"/>
                    <a:pt x="100" y="263"/>
                  </a:cubicBezTo>
                  <a:cubicBezTo>
                    <a:pt x="100" y="213"/>
                    <a:pt x="25" y="213"/>
                    <a:pt x="25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1" name="Google Shape;4931;p106"/>
            <p:cNvSpPr/>
            <p:nvPr/>
          </p:nvSpPr>
          <p:spPr>
            <a:xfrm>
              <a:off x="3232325" y="1254625"/>
              <a:ext cx="237475" cy="60300"/>
            </a:xfrm>
            <a:custGeom>
              <a:rect b="b" l="l" r="r" t="t"/>
              <a:pathLst>
                <a:path extrusionOk="0" h="2412" w="9499">
                  <a:moveTo>
                    <a:pt x="9448" y="13"/>
                  </a:moveTo>
                  <a:cubicBezTo>
                    <a:pt x="6136" y="1262"/>
                    <a:pt x="3437" y="2412"/>
                    <a:pt x="113" y="375"/>
                  </a:cubicBezTo>
                  <a:cubicBezTo>
                    <a:pt x="51" y="338"/>
                    <a:pt x="1" y="438"/>
                    <a:pt x="63" y="475"/>
                  </a:cubicBezTo>
                  <a:cubicBezTo>
                    <a:pt x="1475" y="1425"/>
                    <a:pt x="2737" y="1825"/>
                    <a:pt x="4449" y="1662"/>
                  </a:cubicBezTo>
                  <a:cubicBezTo>
                    <a:pt x="6374" y="1475"/>
                    <a:pt x="7686" y="762"/>
                    <a:pt x="9461" y="75"/>
                  </a:cubicBezTo>
                  <a:cubicBezTo>
                    <a:pt x="9498" y="63"/>
                    <a:pt x="9486" y="0"/>
                    <a:pt x="9448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2" name="Google Shape;4932;p106"/>
            <p:cNvSpPr/>
            <p:nvPr/>
          </p:nvSpPr>
          <p:spPr>
            <a:xfrm>
              <a:off x="3717200" y="1309300"/>
              <a:ext cx="31900" cy="49700"/>
            </a:xfrm>
            <a:custGeom>
              <a:rect b="b" l="l" r="r" t="t"/>
              <a:pathLst>
                <a:path extrusionOk="0" h="1988" w="1276">
                  <a:moveTo>
                    <a:pt x="1213" y="13"/>
                  </a:moveTo>
                  <a:cubicBezTo>
                    <a:pt x="650" y="113"/>
                    <a:pt x="113" y="450"/>
                    <a:pt x="50" y="1062"/>
                  </a:cubicBezTo>
                  <a:cubicBezTo>
                    <a:pt x="0" y="1550"/>
                    <a:pt x="375" y="1975"/>
                    <a:pt x="863" y="1987"/>
                  </a:cubicBezTo>
                  <a:cubicBezTo>
                    <a:pt x="938" y="1975"/>
                    <a:pt x="938" y="1862"/>
                    <a:pt x="863" y="1875"/>
                  </a:cubicBezTo>
                  <a:cubicBezTo>
                    <a:pt x="288" y="1850"/>
                    <a:pt x="13" y="1275"/>
                    <a:pt x="238" y="775"/>
                  </a:cubicBezTo>
                  <a:cubicBezTo>
                    <a:pt x="425" y="362"/>
                    <a:pt x="813" y="163"/>
                    <a:pt x="1238" y="75"/>
                  </a:cubicBezTo>
                  <a:cubicBezTo>
                    <a:pt x="1275" y="63"/>
                    <a:pt x="1250" y="0"/>
                    <a:pt x="1213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3" name="Google Shape;4933;p106"/>
            <p:cNvSpPr/>
            <p:nvPr/>
          </p:nvSpPr>
          <p:spPr>
            <a:xfrm>
              <a:off x="3471650" y="1283975"/>
              <a:ext cx="62800" cy="31575"/>
            </a:xfrm>
            <a:custGeom>
              <a:rect b="b" l="l" r="r" t="t"/>
              <a:pathLst>
                <a:path extrusionOk="0" h="1263" w="2512">
                  <a:moveTo>
                    <a:pt x="63" y="738"/>
                  </a:moveTo>
                  <a:cubicBezTo>
                    <a:pt x="687" y="713"/>
                    <a:pt x="1187" y="1263"/>
                    <a:pt x="1825" y="1051"/>
                  </a:cubicBezTo>
                  <a:cubicBezTo>
                    <a:pt x="2237" y="901"/>
                    <a:pt x="2512" y="501"/>
                    <a:pt x="2499" y="51"/>
                  </a:cubicBezTo>
                  <a:cubicBezTo>
                    <a:pt x="2499" y="13"/>
                    <a:pt x="2437" y="1"/>
                    <a:pt x="2424" y="51"/>
                  </a:cubicBezTo>
                  <a:cubicBezTo>
                    <a:pt x="2312" y="838"/>
                    <a:pt x="1637" y="1151"/>
                    <a:pt x="937" y="851"/>
                  </a:cubicBezTo>
                  <a:cubicBezTo>
                    <a:pt x="662" y="701"/>
                    <a:pt x="362" y="638"/>
                    <a:pt x="63" y="651"/>
                  </a:cubicBezTo>
                  <a:cubicBezTo>
                    <a:pt x="13" y="651"/>
                    <a:pt x="0" y="738"/>
                    <a:pt x="63" y="7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4" name="Google Shape;4934;p106"/>
            <p:cNvSpPr/>
            <p:nvPr/>
          </p:nvSpPr>
          <p:spPr>
            <a:xfrm>
              <a:off x="3504750" y="1268675"/>
              <a:ext cx="30950" cy="21275"/>
            </a:xfrm>
            <a:custGeom>
              <a:rect b="b" l="l" r="r" t="t"/>
              <a:pathLst>
                <a:path extrusionOk="0" h="851" w="1238">
                  <a:moveTo>
                    <a:pt x="1125" y="813"/>
                  </a:moveTo>
                  <a:cubicBezTo>
                    <a:pt x="1238" y="525"/>
                    <a:pt x="1063" y="275"/>
                    <a:pt x="788" y="163"/>
                  </a:cubicBezTo>
                  <a:cubicBezTo>
                    <a:pt x="563" y="63"/>
                    <a:pt x="163" y="0"/>
                    <a:pt x="26" y="238"/>
                  </a:cubicBezTo>
                  <a:cubicBezTo>
                    <a:pt x="1" y="263"/>
                    <a:pt x="38" y="313"/>
                    <a:pt x="63" y="288"/>
                  </a:cubicBezTo>
                  <a:cubicBezTo>
                    <a:pt x="388" y="38"/>
                    <a:pt x="1238" y="275"/>
                    <a:pt x="1050" y="800"/>
                  </a:cubicBezTo>
                  <a:cubicBezTo>
                    <a:pt x="1038" y="838"/>
                    <a:pt x="1100" y="850"/>
                    <a:pt x="1125" y="8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5" name="Google Shape;4935;p106"/>
            <p:cNvSpPr/>
            <p:nvPr/>
          </p:nvSpPr>
          <p:spPr>
            <a:xfrm>
              <a:off x="3694400" y="1371450"/>
              <a:ext cx="81250" cy="56275"/>
            </a:xfrm>
            <a:custGeom>
              <a:rect b="b" l="l" r="r" t="t"/>
              <a:pathLst>
                <a:path extrusionOk="0" h="2251" w="3250">
                  <a:moveTo>
                    <a:pt x="25" y="88"/>
                  </a:moveTo>
                  <a:cubicBezTo>
                    <a:pt x="825" y="1051"/>
                    <a:pt x="1787" y="2250"/>
                    <a:pt x="3187" y="1963"/>
                  </a:cubicBezTo>
                  <a:cubicBezTo>
                    <a:pt x="3249" y="1950"/>
                    <a:pt x="3224" y="1863"/>
                    <a:pt x="3162" y="1863"/>
                  </a:cubicBezTo>
                  <a:cubicBezTo>
                    <a:pt x="1775" y="2050"/>
                    <a:pt x="887" y="988"/>
                    <a:pt x="88" y="38"/>
                  </a:cubicBezTo>
                  <a:cubicBezTo>
                    <a:pt x="50" y="1"/>
                    <a:pt x="0" y="51"/>
                    <a:pt x="25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6" name="Google Shape;4936;p106"/>
            <p:cNvSpPr/>
            <p:nvPr/>
          </p:nvSpPr>
          <p:spPr>
            <a:xfrm>
              <a:off x="3515075" y="1320225"/>
              <a:ext cx="30950" cy="15325"/>
            </a:xfrm>
            <a:custGeom>
              <a:rect b="b" l="l" r="r" t="t"/>
              <a:pathLst>
                <a:path extrusionOk="0" h="613" w="1238">
                  <a:moveTo>
                    <a:pt x="63" y="113"/>
                  </a:moveTo>
                  <a:cubicBezTo>
                    <a:pt x="475" y="125"/>
                    <a:pt x="862" y="288"/>
                    <a:pt x="1150" y="575"/>
                  </a:cubicBezTo>
                  <a:cubicBezTo>
                    <a:pt x="1187" y="613"/>
                    <a:pt x="1237" y="563"/>
                    <a:pt x="1212" y="525"/>
                  </a:cubicBezTo>
                  <a:cubicBezTo>
                    <a:pt x="1087" y="363"/>
                    <a:pt x="912" y="238"/>
                    <a:pt x="712" y="163"/>
                  </a:cubicBezTo>
                  <a:cubicBezTo>
                    <a:pt x="512" y="50"/>
                    <a:pt x="288" y="0"/>
                    <a:pt x="63" y="25"/>
                  </a:cubicBezTo>
                  <a:cubicBezTo>
                    <a:pt x="13" y="25"/>
                    <a:pt x="0" y="113"/>
                    <a:pt x="63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7" name="Google Shape;4937;p106"/>
            <p:cNvSpPr/>
            <p:nvPr/>
          </p:nvSpPr>
          <p:spPr>
            <a:xfrm>
              <a:off x="3512250" y="1319900"/>
              <a:ext cx="34075" cy="21900"/>
            </a:xfrm>
            <a:custGeom>
              <a:rect b="b" l="l" r="r" t="t"/>
              <a:pathLst>
                <a:path extrusionOk="0" h="876" w="1363">
                  <a:moveTo>
                    <a:pt x="1263" y="551"/>
                  </a:moveTo>
                  <a:cubicBezTo>
                    <a:pt x="825" y="751"/>
                    <a:pt x="313" y="463"/>
                    <a:pt x="126" y="51"/>
                  </a:cubicBezTo>
                  <a:cubicBezTo>
                    <a:pt x="101" y="1"/>
                    <a:pt x="1" y="38"/>
                    <a:pt x="26" y="88"/>
                  </a:cubicBezTo>
                  <a:cubicBezTo>
                    <a:pt x="226" y="576"/>
                    <a:pt x="825" y="876"/>
                    <a:pt x="1313" y="626"/>
                  </a:cubicBezTo>
                  <a:cubicBezTo>
                    <a:pt x="1363" y="601"/>
                    <a:pt x="1313" y="526"/>
                    <a:pt x="1263" y="5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8" name="Google Shape;4938;p106"/>
            <p:cNvSpPr/>
            <p:nvPr/>
          </p:nvSpPr>
          <p:spPr>
            <a:xfrm>
              <a:off x="3177975" y="1278975"/>
              <a:ext cx="132175" cy="60025"/>
            </a:xfrm>
            <a:custGeom>
              <a:rect b="b" l="l" r="r" t="t"/>
              <a:pathLst>
                <a:path extrusionOk="0" h="2401" w="5287">
                  <a:moveTo>
                    <a:pt x="5236" y="576"/>
                  </a:moveTo>
                  <a:cubicBezTo>
                    <a:pt x="3649" y="263"/>
                    <a:pt x="213" y="1"/>
                    <a:pt x="0" y="2350"/>
                  </a:cubicBezTo>
                  <a:cubicBezTo>
                    <a:pt x="0" y="2400"/>
                    <a:pt x="63" y="2388"/>
                    <a:pt x="63" y="2350"/>
                  </a:cubicBezTo>
                  <a:cubicBezTo>
                    <a:pt x="363" y="63"/>
                    <a:pt x="3674" y="363"/>
                    <a:pt x="5211" y="651"/>
                  </a:cubicBezTo>
                  <a:cubicBezTo>
                    <a:pt x="5261" y="663"/>
                    <a:pt x="5286" y="588"/>
                    <a:pt x="5236" y="5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9" name="Google Shape;4939;p106"/>
            <p:cNvSpPr/>
            <p:nvPr/>
          </p:nvSpPr>
          <p:spPr>
            <a:xfrm>
              <a:off x="3184525" y="1311175"/>
              <a:ext cx="61575" cy="65000"/>
            </a:xfrm>
            <a:custGeom>
              <a:rect b="b" l="l" r="r" t="t"/>
              <a:pathLst>
                <a:path extrusionOk="0" h="2600" w="2463">
                  <a:moveTo>
                    <a:pt x="950" y="25"/>
                  </a:moveTo>
                  <a:cubicBezTo>
                    <a:pt x="275" y="350"/>
                    <a:pt x="1" y="1187"/>
                    <a:pt x="450" y="1825"/>
                  </a:cubicBezTo>
                  <a:cubicBezTo>
                    <a:pt x="850" y="2412"/>
                    <a:pt x="1913" y="2599"/>
                    <a:pt x="2412" y="2025"/>
                  </a:cubicBezTo>
                  <a:cubicBezTo>
                    <a:pt x="2462" y="1975"/>
                    <a:pt x="2387" y="1900"/>
                    <a:pt x="2337" y="1950"/>
                  </a:cubicBezTo>
                  <a:cubicBezTo>
                    <a:pt x="1875" y="2474"/>
                    <a:pt x="900" y="2312"/>
                    <a:pt x="525" y="1762"/>
                  </a:cubicBezTo>
                  <a:cubicBezTo>
                    <a:pt x="126" y="1175"/>
                    <a:pt x="338" y="375"/>
                    <a:pt x="988" y="75"/>
                  </a:cubicBezTo>
                  <a:cubicBezTo>
                    <a:pt x="1025" y="63"/>
                    <a:pt x="988" y="0"/>
                    <a:pt x="963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0" name="Google Shape;4940;p106"/>
            <p:cNvSpPr/>
            <p:nvPr/>
          </p:nvSpPr>
          <p:spPr>
            <a:xfrm>
              <a:off x="3219825" y="1318975"/>
              <a:ext cx="35950" cy="46575"/>
            </a:xfrm>
            <a:custGeom>
              <a:rect b="b" l="l" r="r" t="t"/>
              <a:pathLst>
                <a:path extrusionOk="0" h="1863" w="1438">
                  <a:moveTo>
                    <a:pt x="751" y="1850"/>
                  </a:moveTo>
                  <a:cubicBezTo>
                    <a:pt x="1213" y="1663"/>
                    <a:pt x="1438" y="1138"/>
                    <a:pt x="1238" y="675"/>
                  </a:cubicBezTo>
                  <a:cubicBezTo>
                    <a:pt x="1050" y="213"/>
                    <a:pt x="513" y="0"/>
                    <a:pt x="51" y="200"/>
                  </a:cubicBezTo>
                  <a:cubicBezTo>
                    <a:pt x="1" y="225"/>
                    <a:pt x="38" y="300"/>
                    <a:pt x="88" y="288"/>
                  </a:cubicBezTo>
                  <a:cubicBezTo>
                    <a:pt x="513" y="163"/>
                    <a:pt x="963" y="288"/>
                    <a:pt x="1138" y="713"/>
                  </a:cubicBezTo>
                  <a:cubicBezTo>
                    <a:pt x="1300" y="1138"/>
                    <a:pt x="1113" y="1600"/>
                    <a:pt x="713" y="1787"/>
                  </a:cubicBezTo>
                  <a:cubicBezTo>
                    <a:pt x="676" y="1812"/>
                    <a:pt x="713" y="1862"/>
                    <a:pt x="751" y="18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1" name="Google Shape;4941;p106"/>
            <p:cNvSpPr/>
            <p:nvPr/>
          </p:nvSpPr>
          <p:spPr>
            <a:xfrm>
              <a:off x="3208275" y="1322725"/>
              <a:ext cx="17200" cy="30650"/>
            </a:xfrm>
            <a:custGeom>
              <a:rect b="b" l="l" r="r" t="t"/>
              <a:pathLst>
                <a:path extrusionOk="0" h="1226" w="688">
                  <a:moveTo>
                    <a:pt x="650" y="38"/>
                  </a:moveTo>
                  <a:cubicBezTo>
                    <a:pt x="300" y="0"/>
                    <a:pt x="63" y="375"/>
                    <a:pt x="63" y="688"/>
                  </a:cubicBezTo>
                  <a:cubicBezTo>
                    <a:pt x="50" y="988"/>
                    <a:pt x="350" y="1213"/>
                    <a:pt x="638" y="1125"/>
                  </a:cubicBezTo>
                  <a:cubicBezTo>
                    <a:pt x="688" y="1100"/>
                    <a:pt x="663" y="1013"/>
                    <a:pt x="613" y="1038"/>
                  </a:cubicBezTo>
                  <a:cubicBezTo>
                    <a:pt x="0" y="1225"/>
                    <a:pt x="63" y="75"/>
                    <a:pt x="650" y="113"/>
                  </a:cubicBezTo>
                  <a:cubicBezTo>
                    <a:pt x="688" y="113"/>
                    <a:pt x="688" y="38"/>
                    <a:pt x="650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2" name="Google Shape;4942;p106"/>
            <p:cNvSpPr/>
            <p:nvPr/>
          </p:nvSpPr>
          <p:spPr>
            <a:xfrm>
              <a:off x="3454150" y="1312425"/>
              <a:ext cx="55325" cy="71550"/>
            </a:xfrm>
            <a:custGeom>
              <a:rect b="b" l="l" r="r" t="t"/>
              <a:pathLst>
                <a:path extrusionOk="0" h="2862" w="2213">
                  <a:moveTo>
                    <a:pt x="1750" y="75"/>
                  </a:moveTo>
                  <a:cubicBezTo>
                    <a:pt x="2112" y="1387"/>
                    <a:pt x="1300" y="2474"/>
                    <a:pt x="38" y="2799"/>
                  </a:cubicBezTo>
                  <a:cubicBezTo>
                    <a:pt x="0" y="2812"/>
                    <a:pt x="13" y="2862"/>
                    <a:pt x="38" y="2862"/>
                  </a:cubicBezTo>
                  <a:cubicBezTo>
                    <a:pt x="1425" y="2762"/>
                    <a:pt x="2212" y="1325"/>
                    <a:pt x="1825" y="50"/>
                  </a:cubicBezTo>
                  <a:cubicBezTo>
                    <a:pt x="1812" y="0"/>
                    <a:pt x="1725" y="13"/>
                    <a:pt x="1750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3" name="Google Shape;4943;p106"/>
            <p:cNvSpPr/>
            <p:nvPr/>
          </p:nvSpPr>
          <p:spPr>
            <a:xfrm>
              <a:off x="3796875" y="1305225"/>
              <a:ext cx="111550" cy="104375"/>
            </a:xfrm>
            <a:custGeom>
              <a:rect b="b" l="l" r="r" t="t"/>
              <a:pathLst>
                <a:path extrusionOk="0" h="4175" w="4462">
                  <a:moveTo>
                    <a:pt x="2662" y="176"/>
                  </a:moveTo>
                  <a:cubicBezTo>
                    <a:pt x="1212" y="1"/>
                    <a:pt x="38" y="1438"/>
                    <a:pt x="750" y="2787"/>
                  </a:cubicBezTo>
                  <a:cubicBezTo>
                    <a:pt x="1475" y="4175"/>
                    <a:pt x="3424" y="3950"/>
                    <a:pt x="4424" y="3025"/>
                  </a:cubicBezTo>
                  <a:cubicBezTo>
                    <a:pt x="4461" y="2987"/>
                    <a:pt x="4411" y="2937"/>
                    <a:pt x="4386" y="2962"/>
                  </a:cubicBezTo>
                  <a:cubicBezTo>
                    <a:pt x="3474" y="3612"/>
                    <a:pt x="2012" y="4062"/>
                    <a:pt x="1137" y="3125"/>
                  </a:cubicBezTo>
                  <a:cubicBezTo>
                    <a:pt x="0" y="1900"/>
                    <a:pt x="1075" y="88"/>
                    <a:pt x="2662" y="276"/>
                  </a:cubicBezTo>
                  <a:cubicBezTo>
                    <a:pt x="2724" y="288"/>
                    <a:pt x="2724" y="176"/>
                    <a:pt x="2662" y="1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4" name="Google Shape;4944;p106"/>
            <p:cNvSpPr/>
            <p:nvPr/>
          </p:nvSpPr>
          <p:spPr>
            <a:xfrm>
              <a:off x="3903100" y="1237750"/>
              <a:ext cx="263700" cy="146850"/>
            </a:xfrm>
            <a:custGeom>
              <a:rect b="b" l="l" r="r" t="t"/>
              <a:pathLst>
                <a:path extrusionOk="0" h="5874" w="10548">
                  <a:moveTo>
                    <a:pt x="100" y="5836"/>
                  </a:moveTo>
                  <a:cubicBezTo>
                    <a:pt x="1300" y="4162"/>
                    <a:pt x="2412" y="2062"/>
                    <a:pt x="4324" y="1138"/>
                  </a:cubicBezTo>
                  <a:cubicBezTo>
                    <a:pt x="6086" y="275"/>
                    <a:pt x="8848" y="100"/>
                    <a:pt x="10485" y="1312"/>
                  </a:cubicBezTo>
                  <a:cubicBezTo>
                    <a:pt x="10510" y="1325"/>
                    <a:pt x="10547" y="1275"/>
                    <a:pt x="10522" y="1262"/>
                  </a:cubicBezTo>
                  <a:cubicBezTo>
                    <a:pt x="9073" y="0"/>
                    <a:pt x="6586" y="138"/>
                    <a:pt x="4861" y="725"/>
                  </a:cubicBezTo>
                  <a:cubicBezTo>
                    <a:pt x="2549" y="1512"/>
                    <a:pt x="1350" y="3924"/>
                    <a:pt x="25" y="5799"/>
                  </a:cubicBezTo>
                  <a:cubicBezTo>
                    <a:pt x="0" y="5836"/>
                    <a:pt x="63" y="5874"/>
                    <a:pt x="88" y="58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5" name="Google Shape;4945;p106"/>
            <p:cNvSpPr/>
            <p:nvPr/>
          </p:nvSpPr>
          <p:spPr>
            <a:xfrm>
              <a:off x="4098975" y="1277425"/>
              <a:ext cx="100925" cy="84375"/>
            </a:xfrm>
            <a:custGeom>
              <a:rect b="b" l="l" r="r" t="t"/>
              <a:pathLst>
                <a:path extrusionOk="0" h="3375" w="4037">
                  <a:moveTo>
                    <a:pt x="2875" y="88"/>
                  </a:moveTo>
                  <a:cubicBezTo>
                    <a:pt x="3412" y="1025"/>
                    <a:pt x="3525" y="2400"/>
                    <a:pt x="2375" y="2950"/>
                  </a:cubicBezTo>
                  <a:cubicBezTo>
                    <a:pt x="2087" y="3062"/>
                    <a:pt x="1775" y="3100"/>
                    <a:pt x="1475" y="3062"/>
                  </a:cubicBezTo>
                  <a:cubicBezTo>
                    <a:pt x="1400" y="3050"/>
                    <a:pt x="1325" y="3075"/>
                    <a:pt x="1250" y="3062"/>
                  </a:cubicBezTo>
                  <a:cubicBezTo>
                    <a:pt x="488" y="2937"/>
                    <a:pt x="513" y="2737"/>
                    <a:pt x="438" y="2200"/>
                  </a:cubicBezTo>
                  <a:cubicBezTo>
                    <a:pt x="325" y="1300"/>
                    <a:pt x="938" y="963"/>
                    <a:pt x="1713" y="1113"/>
                  </a:cubicBezTo>
                  <a:cubicBezTo>
                    <a:pt x="2300" y="1225"/>
                    <a:pt x="2600" y="1512"/>
                    <a:pt x="3000" y="1925"/>
                  </a:cubicBezTo>
                  <a:cubicBezTo>
                    <a:pt x="3300" y="2237"/>
                    <a:pt x="3550" y="2562"/>
                    <a:pt x="3999" y="2575"/>
                  </a:cubicBezTo>
                  <a:cubicBezTo>
                    <a:pt x="4024" y="2575"/>
                    <a:pt x="4037" y="2537"/>
                    <a:pt x="3999" y="2537"/>
                  </a:cubicBezTo>
                  <a:cubicBezTo>
                    <a:pt x="3287" y="2425"/>
                    <a:pt x="2900" y="1525"/>
                    <a:pt x="2312" y="1150"/>
                  </a:cubicBezTo>
                  <a:cubicBezTo>
                    <a:pt x="1875" y="850"/>
                    <a:pt x="1325" y="800"/>
                    <a:pt x="838" y="1025"/>
                  </a:cubicBezTo>
                  <a:cubicBezTo>
                    <a:pt x="113" y="1350"/>
                    <a:pt x="0" y="2487"/>
                    <a:pt x="638" y="2987"/>
                  </a:cubicBezTo>
                  <a:cubicBezTo>
                    <a:pt x="1163" y="3375"/>
                    <a:pt x="2237" y="3250"/>
                    <a:pt x="2712" y="2887"/>
                  </a:cubicBezTo>
                  <a:cubicBezTo>
                    <a:pt x="3650" y="2187"/>
                    <a:pt x="3462" y="925"/>
                    <a:pt x="2937" y="38"/>
                  </a:cubicBezTo>
                  <a:cubicBezTo>
                    <a:pt x="2912" y="0"/>
                    <a:pt x="2837" y="38"/>
                    <a:pt x="2875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6" name="Google Shape;4946;p106"/>
            <p:cNvSpPr/>
            <p:nvPr/>
          </p:nvSpPr>
          <p:spPr>
            <a:xfrm>
              <a:off x="4206450" y="1331775"/>
              <a:ext cx="55625" cy="13775"/>
            </a:xfrm>
            <a:custGeom>
              <a:rect b="b" l="l" r="r" t="t"/>
              <a:pathLst>
                <a:path extrusionOk="0" h="551" w="2225">
                  <a:moveTo>
                    <a:pt x="50" y="476"/>
                  </a:moveTo>
                  <a:cubicBezTo>
                    <a:pt x="750" y="551"/>
                    <a:pt x="1600" y="501"/>
                    <a:pt x="2187" y="76"/>
                  </a:cubicBezTo>
                  <a:cubicBezTo>
                    <a:pt x="2225" y="63"/>
                    <a:pt x="2200" y="1"/>
                    <a:pt x="2162" y="13"/>
                  </a:cubicBezTo>
                  <a:cubicBezTo>
                    <a:pt x="1437" y="251"/>
                    <a:pt x="838" y="476"/>
                    <a:pt x="50" y="401"/>
                  </a:cubicBezTo>
                  <a:cubicBezTo>
                    <a:pt x="0" y="401"/>
                    <a:pt x="0" y="476"/>
                    <a:pt x="50" y="4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7" name="Google Shape;4947;p106"/>
            <p:cNvSpPr/>
            <p:nvPr/>
          </p:nvSpPr>
          <p:spPr>
            <a:xfrm>
              <a:off x="3934650" y="1301475"/>
              <a:ext cx="81250" cy="96575"/>
            </a:xfrm>
            <a:custGeom>
              <a:rect b="b" l="l" r="r" t="t"/>
              <a:pathLst>
                <a:path extrusionOk="0" h="3863" w="3250">
                  <a:moveTo>
                    <a:pt x="1025" y="26"/>
                  </a:moveTo>
                  <a:cubicBezTo>
                    <a:pt x="463" y="675"/>
                    <a:pt x="0" y="1488"/>
                    <a:pt x="188" y="2375"/>
                  </a:cubicBezTo>
                  <a:cubicBezTo>
                    <a:pt x="363" y="3200"/>
                    <a:pt x="1162" y="3800"/>
                    <a:pt x="2000" y="3837"/>
                  </a:cubicBezTo>
                  <a:cubicBezTo>
                    <a:pt x="2587" y="3862"/>
                    <a:pt x="3249" y="3475"/>
                    <a:pt x="3174" y="2812"/>
                  </a:cubicBezTo>
                  <a:cubicBezTo>
                    <a:pt x="3137" y="2475"/>
                    <a:pt x="2799" y="2050"/>
                    <a:pt x="2512" y="2425"/>
                  </a:cubicBezTo>
                  <a:cubicBezTo>
                    <a:pt x="2475" y="2462"/>
                    <a:pt x="2550" y="2500"/>
                    <a:pt x="2575" y="2462"/>
                  </a:cubicBezTo>
                  <a:cubicBezTo>
                    <a:pt x="3012" y="3300"/>
                    <a:pt x="2862" y="3725"/>
                    <a:pt x="2125" y="3737"/>
                  </a:cubicBezTo>
                  <a:cubicBezTo>
                    <a:pt x="1800" y="3737"/>
                    <a:pt x="1487" y="3650"/>
                    <a:pt x="1212" y="3500"/>
                  </a:cubicBezTo>
                  <a:cubicBezTo>
                    <a:pt x="775" y="3287"/>
                    <a:pt x="463" y="2900"/>
                    <a:pt x="325" y="2437"/>
                  </a:cubicBezTo>
                  <a:cubicBezTo>
                    <a:pt x="75" y="1563"/>
                    <a:pt x="538" y="738"/>
                    <a:pt x="1062" y="63"/>
                  </a:cubicBezTo>
                  <a:cubicBezTo>
                    <a:pt x="1087" y="38"/>
                    <a:pt x="1050" y="1"/>
                    <a:pt x="1025" y="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8" name="Google Shape;4948;p106"/>
            <p:cNvSpPr/>
            <p:nvPr/>
          </p:nvSpPr>
          <p:spPr>
            <a:xfrm>
              <a:off x="3920275" y="1329900"/>
              <a:ext cx="23150" cy="110625"/>
            </a:xfrm>
            <a:custGeom>
              <a:rect b="b" l="l" r="r" t="t"/>
              <a:pathLst>
                <a:path extrusionOk="0" h="4425" w="926">
                  <a:moveTo>
                    <a:pt x="825" y="38"/>
                  </a:moveTo>
                  <a:cubicBezTo>
                    <a:pt x="375" y="551"/>
                    <a:pt x="263" y="1238"/>
                    <a:pt x="188" y="1913"/>
                  </a:cubicBezTo>
                  <a:cubicBezTo>
                    <a:pt x="100" y="2725"/>
                    <a:pt x="13" y="3712"/>
                    <a:pt x="538" y="4400"/>
                  </a:cubicBezTo>
                  <a:cubicBezTo>
                    <a:pt x="563" y="4425"/>
                    <a:pt x="600" y="4400"/>
                    <a:pt x="588" y="4362"/>
                  </a:cubicBezTo>
                  <a:cubicBezTo>
                    <a:pt x="0" y="3250"/>
                    <a:pt x="38" y="1101"/>
                    <a:pt x="888" y="101"/>
                  </a:cubicBezTo>
                  <a:cubicBezTo>
                    <a:pt x="925" y="63"/>
                    <a:pt x="863" y="1"/>
                    <a:pt x="825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9" name="Google Shape;4949;p106"/>
            <p:cNvSpPr/>
            <p:nvPr/>
          </p:nvSpPr>
          <p:spPr>
            <a:xfrm>
              <a:off x="3931200" y="1439875"/>
              <a:ext cx="11900" cy="11900"/>
            </a:xfrm>
            <a:custGeom>
              <a:rect b="b" l="l" r="r" t="t"/>
              <a:pathLst>
                <a:path extrusionOk="0" h="476" w="476">
                  <a:moveTo>
                    <a:pt x="126" y="38"/>
                  </a:moveTo>
                  <a:cubicBezTo>
                    <a:pt x="213" y="1"/>
                    <a:pt x="313" y="13"/>
                    <a:pt x="388" y="88"/>
                  </a:cubicBezTo>
                  <a:cubicBezTo>
                    <a:pt x="451" y="151"/>
                    <a:pt x="476" y="238"/>
                    <a:pt x="451" y="326"/>
                  </a:cubicBezTo>
                  <a:cubicBezTo>
                    <a:pt x="451" y="363"/>
                    <a:pt x="438" y="388"/>
                    <a:pt x="413" y="413"/>
                  </a:cubicBezTo>
                  <a:cubicBezTo>
                    <a:pt x="388" y="438"/>
                    <a:pt x="351" y="451"/>
                    <a:pt x="313" y="463"/>
                  </a:cubicBezTo>
                  <a:cubicBezTo>
                    <a:pt x="188" y="476"/>
                    <a:pt x="63" y="413"/>
                    <a:pt x="13" y="288"/>
                  </a:cubicBezTo>
                  <a:cubicBezTo>
                    <a:pt x="1" y="163"/>
                    <a:pt x="101" y="51"/>
                    <a:pt x="238" y="51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0" name="Google Shape;4950;p106"/>
            <p:cNvSpPr/>
            <p:nvPr/>
          </p:nvSpPr>
          <p:spPr>
            <a:xfrm>
              <a:off x="3926825" y="1437075"/>
              <a:ext cx="22225" cy="17200"/>
            </a:xfrm>
            <a:custGeom>
              <a:rect b="b" l="l" r="r" t="t"/>
              <a:pathLst>
                <a:path extrusionOk="0" h="688" w="889">
                  <a:moveTo>
                    <a:pt x="313" y="213"/>
                  </a:moveTo>
                  <a:cubicBezTo>
                    <a:pt x="588" y="238"/>
                    <a:pt x="651" y="313"/>
                    <a:pt x="476" y="413"/>
                  </a:cubicBezTo>
                  <a:cubicBezTo>
                    <a:pt x="313" y="600"/>
                    <a:pt x="301" y="525"/>
                    <a:pt x="413" y="200"/>
                  </a:cubicBezTo>
                  <a:cubicBezTo>
                    <a:pt x="451" y="175"/>
                    <a:pt x="451" y="113"/>
                    <a:pt x="401" y="113"/>
                  </a:cubicBezTo>
                  <a:cubicBezTo>
                    <a:pt x="1" y="113"/>
                    <a:pt x="88" y="688"/>
                    <a:pt x="488" y="625"/>
                  </a:cubicBezTo>
                  <a:cubicBezTo>
                    <a:pt x="888" y="563"/>
                    <a:pt x="663" y="0"/>
                    <a:pt x="276" y="88"/>
                  </a:cubicBezTo>
                  <a:cubicBezTo>
                    <a:pt x="213" y="113"/>
                    <a:pt x="238" y="213"/>
                    <a:pt x="313" y="2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1" name="Google Shape;4951;p106"/>
            <p:cNvSpPr/>
            <p:nvPr/>
          </p:nvSpPr>
          <p:spPr>
            <a:xfrm>
              <a:off x="4168650" y="1271800"/>
              <a:ext cx="2825" cy="3150"/>
            </a:xfrm>
            <a:custGeom>
              <a:rect b="b" l="l" r="r" t="t"/>
              <a:pathLst>
                <a:path extrusionOk="0" h="126" w="113">
                  <a:moveTo>
                    <a:pt x="25" y="63"/>
                  </a:moveTo>
                  <a:lnTo>
                    <a:pt x="38" y="100"/>
                  </a:lnTo>
                  <a:cubicBezTo>
                    <a:pt x="50" y="125"/>
                    <a:pt x="88" y="125"/>
                    <a:pt x="100" y="100"/>
                  </a:cubicBezTo>
                  <a:lnTo>
                    <a:pt x="100" y="63"/>
                  </a:lnTo>
                  <a:cubicBezTo>
                    <a:pt x="113" y="0"/>
                    <a:pt x="0" y="0"/>
                    <a:pt x="13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2" name="Google Shape;4952;p106"/>
            <p:cNvSpPr/>
            <p:nvPr/>
          </p:nvSpPr>
          <p:spPr>
            <a:xfrm>
              <a:off x="4259250" y="1315225"/>
              <a:ext cx="41875" cy="17825"/>
            </a:xfrm>
            <a:custGeom>
              <a:rect b="b" l="l" r="r" t="t"/>
              <a:pathLst>
                <a:path extrusionOk="0" h="713" w="1675">
                  <a:moveTo>
                    <a:pt x="125" y="650"/>
                  </a:moveTo>
                  <a:cubicBezTo>
                    <a:pt x="225" y="388"/>
                    <a:pt x="650" y="275"/>
                    <a:pt x="875" y="238"/>
                  </a:cubicBezTo>
                  <a:cubicBezTo>
                    <a:pt x="1125" y="200"/>
                    <a:pt x="1375" y="200"/>
                    <a:pt x="1612" y="250"/>
                  </a:cubicBezTo>
                  <a:cubicBezTo>
                    <a:pt x="1675" y="250"/>
                    <a:pt x="1675" y="163"/>
                    <a:pt x="1625" y="150"/>
                  </a:cubicBezTo>
                  <a:cubicBezTo>
                    <a:pt x="1175" y="0"/>
                    <a:pt x="225" y="88"/>
                    <a:pt x="25" y="613"/>
                  </a:cubicBezTo>
                  <a:cubicBezTo>
                    <a:pt x="0" y="675"/>
                    <a:pt x="100" y="713"/>
                    <a:pt x="125" y="6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3" name="Google Shape;4953;p106"/>
            <p:cNvSpPr/>
            <p:nvPr/>
          </p:nvSpPr>
          <p:spPr>
            <a:xfrm>
              <a:off x="4259250" y="1317725"/>
              <a:ext cx="42200" cy="19700"/>
            </a:xfrm>
            <a:custGeom>
              <a:rect b="b" l="l" r="r" t="t"/>
              <a:pathLst>
                <a:path extrusionOk="0" h="788" w="1688">
                  <a:moveTo>
                    <a:pt x="1587" y="50"/>
                  </a:moveTo>
                  <a:cubicBezTo>
                    <a:pt x="1175" y="425"/>
                    <a:pt x="638" y="600"/>
                    <a:pt x="88" y="550"/>
                  </a:cubicBezTo>
                  <a:cubicBezTo>
                    <a:pt x="25" y="550"/>
                    <a:pt x="0" y="625"/>
                    <a:pt x="63" y="650"/>
                  </a:cubicBezTo>
                  <a:cubicBezTo>
                    <a:pt x="575" y="788"/>
                    <a:pt x="1287" y="475"/>
                    <a:pt x="1650" y="113"/>
                  </a:cubicBezTo>
                  <a:cubicBezTo>
                    <a:pt x="1687" y="75"/>
                    <a:pt x="1625" y="0"/>
                    <a:pt x="1587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4" name="Google Shape;4954;p106"/>
            <p:cNvSpPr/>
            <p:nvPr/>
          </p:nvSpPr>
          <p:spPr>
            <a:xfrm>
              <a:off x="4198950" y="1341475"/>
              <a:ext cx="33450" cy="30325"/>
            </a:xfrm>
            <a:custGeom>
              <a:rect b="b" l="l" r="r" t="t"/>
              <a:pathLst>
                <a:path extrusionOk="0" h="1213" w="1338">
                  <a:moveTo>
                    <a:pt x="50" y="100"/>
                  </a:moveTo>
                  <a:cubicBezTo>
                    <a:pt x="363" y="88"/>
                    <a:pt x="625" y="263"/>
                    <a:pt x="863" y="450"/>
                  </a:cubicBezTo>
                  <a:cubicBezTo>
                    <a:pt x="1088" y="625"/>
                    <a:pt x="1238" y="887"/>
                    <a:pt x="1250" y="1162"/>
                  </a:cubicBezTo>
                  <a:cubicBezTo>
                    <a:pt x="1250" y="1212"/>
                    <a:pt x="1338" y="1200"/>
                    <a:pt x="1325" y="1162"/>
                  </a:cubicBezTo>
                  <a:cubicBezTo>
                    <a:pt x="1325" y="850"/>
                    <a:pt x="1175" y="563"/>
                    <a:pt x="925" y="388"/>
                  </a:cubicBezTo>
                  <a:cubicBezTo>
                    <a:pt x="663" y="188"/>
                    <a:pt x="400" y="0"/>
                    <a:pt x="50" y="25"/>
                  </a:cubicBezTo>
                  <a:cubicBezTo>
                    <a:pt x="0" y="25"/>
                    <a:pt x="0" y="113"/>
                    <a:pt x="50" y="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5" name="Google Shape;4955;p106"/>
            <p:cNvSpPr/>
            <p:nvPr/>
          </p:nvSpPr>
          <p:spPr>
            <a:xfrm>
              <a:off x="4199250" y="1342100"/>
              <a:ext cx="33475" cy="29375"/>
            </a:xfrm>
            <a:custGeom>
              <a:rect b="b" l="l" r="r" t="t"/>
              <a:pathLst>
                <a:path extrusionOk="0" h="1175" w="1339">
                  <a:moveTo>
                    <a:pt x="1288" y="1100"/>
                  </a:moveTo>
                  <a:cubicBezTo>
                    <a:pt x="1026" y="1012"/>
                    <a:pt x="776" y="887"/>
                    <a:pt x="551" y="713"/>
                  </a:cubicBezTo>
                  <a:cubicBezTo>
                    <a:pt x="313" y="538"/>
                    <a:pt x="263" y="288"/>
                    <a:pt x="113" y="63"/>
                  </a:cubicBezTo>
                  <a:cubicBezTo>
                    <a:pt x="76" y="0"/>
                    <a:pt x="1" y="38"/>
                    <a:pt x="13" y="100"/>
                  </a:cubicBezTo>
                  <a:cubicBezTo>
                    <a:pt x="126" y="688"/>
                    <a:pt x="713" y="1087"/>
                    <a:pt x="1263" y="1175"/>
                  </a:cubicBezTo>
                  <a:cubicBezTo>
                    <a:pt x="1313" y="1175"/>
                    <a:pt x="1338" y="1112"/>
                    <a:pt x="1288" y="1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6" name="Google Shape;4956;p106"/>
            <p:cNvSpPr/>
            <p:nvPr/>
          </p:nvSpPr>
          <p:spPr>
            <a:xfrm>
              <a:off x="3890900" y="1349275"/>
              <a:ext cx="38775" cy="86875"/>
            </a:xfrm>
            <a:custGeom>
              <a:rect b="b" l="l" r="r" t="t"/>
              <a:pathLst>
                <a:path extrusionOk="0" h="3475" w="1551">
                  <a:moveTo>
                    <a:pt x="1450" y="51"/>
                  </a:moveTo>
                  <a:cubicBezTo>
                    <a:pt x="725" y="1038"/>
                    <a:pt x="238" y="2175"/>
                    <a:pt x="13" y="3387"/>
                  </a:cubicBezTo>
                  <a:cubicBezTo>
                    <a:pt x="1" y="3450"/>
                    <a:pt x="101" y="3475"/>
                    <a:pt x="113" y="3412"/>
                  </a:cubicBezTo>
                  <a:cubicBezTo>
                    <a:pt x="338" y="2213"/>
                    <a:pt x="813" y="1075"/>
                    <a:pt x="1513" y="88"/>
                  </a:cubicBezTo>
                  <a:cubicBezTo>
                    <a:pt x="1550" y="38"/>
                    <a:pt x="1475" y="1"/>
                    <a:pt x="1450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7" name="Google Shape;4957;p106"/>
            <p:cNvSpPr/>
            <p:nvPr/>
          </p:nvSpPr>
          <p:spPr>
            <a:xfrm>
              <a:off x="3880600" y="1433625"/>
              <a:ext cx="18150" cy="16600"/>
            </a:xfrm>
            <a:custGeom>
              <a:rect b="b" l="l" r="r" t="t"/>
              <a:pathLst>
                <a:path extrusionOk="0" h="664" w="726">
                  <a:moveTo>
                    <a:pt x="475" y="151"/>
                  </a:moveTo>
                  <a:cubicBezTo>
                    <a:pt x="363" y="176"/>
                    <a:pt x="350" y="188"/>
                    <a:pt x="438" y="176"/>
                  </a:cubicBezTo>
                  <a:cubicBezTo>
                    <a:pt x="475" y="163"/>
                    <a:pt x="513" y="163"/>
                    <a:pt x="550" y="176"/>
                  </a:cubicBezTo>
                  <a:cubicBezTo>
                    <a:pt x="588" y="176"/>
                    <a:pt x="600" y="113"/>
                    <a:pt x="563" y="101"/>
                  </a:cubicBezTo>
                  <a:cubicBezTo>
                    <a:pt x="350" y="1"/>
                    <a:pt x="0" y="238"/>
                    <a:pt x="250" y="451"/>
                  </a:cubicBezTo>
                  <a:cubicBezTo>
                    <a:pt x="513" y="663"/>
                    <a:pt x="725" y="288"/>
                    <a:pt x="538" y="88"/>
                  </a:cubicBezTo>
                  <a:cubicBezTo>
                    <a:pt x="500" y="38"/>
                    <a:pt x="450" y="101"/>
                    <a:pt x="475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8" name="Google Shape;4958;p106"/>
            <p:cNvSpPr/>
            <p:nvPr/>
          </p:nvSpPr>
          <p:spPr>
            <a:xfrm>
              <a:off x="3936525" y="1338025"/>
              <a:ext cx="30325" cy="81875"/>
            </a:xfrm>
            <a:custGeom>
              <a:rect b="b" l="l" r="r" t="t"/>
              <a:pathLst>
                <a:path extrusionOk="0" h="3275" w="1213">
                  <a:moveTo>
                    <a:pt x="125" y="63"/>
                  </a:moveTo>
                  <a:cubicBezTo>
                    <a:pt x="0" y="1163"/>
                    <a:pt x="213" y="2538"/>
                    <a:pt x="1150" y="3262"/>
                  </a:cubicBezTo>
                  <a:cubicBezTo>
                    <a:pt x="1175" y="3275"/>
                    <a:pt x="1212" y="3250"/>
                    <a:pt x="1187" y="3212"/>
                  </a:cubicBezTo>
                  <a:cubicBezTo>
                    <a:pt x="413" y="2275"/>
                    <a:pt x="88" y="1275"/>
                    <a:pt x="225" y="63"/>
                  </a:cubicBezTo>
                  <a:cubicBezTo>
                    <a:pt x="225" y="1"/>
                    <a:pt x="138" y="1"/>
                    <a:pt x="125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9" name="Google Shape;4959;p106"/>
            <p:cNvSpPr/>
            <p:nvPr/>
          </p:nvSpPr>
          <p:spPr>
            <a:xfrm>
              <a:off x="3963375" y="1414575"/>
              <a:ext cx="13475" cy="15650"/>
            </a:xfrm>
            <a:custGeom>
              <a:rect b="b" l="l" r="r" t="t"/>
              <a:pathLst>
                <a:path extrusionOk="0" h="626" w="539">
                  <a:moveTo>
                    <a:pt x="413" y="263"/>
                  </a:moveTo>
                  <a:cubicBezTo>
                    <a:pt x="326" y="263"/>
                    <a:pt x="313" y="275"/>
                    <a:pt x="363" y="338"/>
                  </a:cubicBezTo>
                  <a:cubicBezTo>
                    <a:pt x="388" y="363"/>
                    <a:pt x="426" y="350"/>
                    <a:pt x="438" y="313"/>
                  </a:cubicBezTo>
                  <a:cubicBezTo>
                    <a:pt x="438" y="25"/>
                    <a:pt x="1" y="0"/>
                    <a:pt x="38" y="300"/>
                  </a:cubicBezTo>
                  <a:cubicBezTo>
                    <a:pt x="38" y="625"/>
                    <a:pt x="538" y="575"/>
                    <a:pt x="488" y="263"/>
                  </a:cubicBezTo>
                  <a:cubicBezTo>
                    <a:pt x="476" y="225"/>
                    <a:pt x="426" y="225"/>
                    <a:pt x="413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0" name="Google Shape;4960;p106"/>
            <p:cNvSpPr/>
            <p:nvPr/>
          </p:nvSpPr>
          <p:spPr>
            <a:xfrm>
              <a:off x="4139900" y="1254625"/>
              <a:ext cx="237775" cy="60000"/>
            </a:xfrm>
            <a:custGeom>
              <a:rect b="b" l="l" r="r" t="t"/>
              <a:pathLst>
                <a:path extrusionOk="0" h="2400" w="9511">
                  <a:moveTo>
                    <a:pt x="38" y="75"/>
                  </a:moveTo>
                  <a:cubicBezTo>
                    <a:pt x="1813" y="762"/>
                    <a:pt x="3137" y="1475"/>
                    <a:pt x="5049" y="1662"/>
                  </a:cubicBezTo>
                  <a:cubicBezTo>
                    <a:pt x="6774" y="1837"/>
                    <a:pt x="8023" y="1437"/>
                    <a:pt x="9448" y="475"/>
                  </a:cubicBezTo>
                  <a:cubicBezTo>
                    <a:pt x="9511" y="438"/>
                    <a:pt x="9448" y="338"/>
                    <a:pt x="9386" y="375"/>
                  </a:cubicBezTo>
                  <a:cubicBezTo>
                    <a:pt x="6061" y="2400"/>
                    <a:pt x="3387" y="1262"/>
                    <a:pt x="63" y="13"/>
                  </a:cubicBezTo>
                  <a:cubicBezTo>
                    <a:pt x="26" y="0"/>
                    <a:pt x="1" y="50"/>
                    <a:pt x="38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1" name="Google Shape;4961;p106"/>
            <p:cNvSpPr/>
            <p:nvPr/>
          </p:nvSpPr>
          <p:spPr>
            <a:xfrm>
              <a:off x="3860900" y="1309600"/>
              <a:ext cx="31900" cy="49400"/>
            </a:xfrm>
            <a:custGeom>
              <a:rect b="b" l="l" r="r" t="t"/>
              <a:pathLst>
                <a:path extrusionOk="0" h="1976" w="1276">
                  <a:moveTo>
                    <a:pt x="38" y="63"/>
                  </a:moveTo>
                  <a:cubicBezTo>
                    <a:pt x="451" y="151"/>
                    <a:pt x="851" y="350"/>
                    <a:pt x="1026" y="763"/>
                  </a:cubicBezTo>
                  <a:cubicBezTo>
                    <a:pt x="1251" y="1263"/>
                    <a:pt x="976" y="1838"/>
                    <a:pt x="401" y="1863"/>
                  </a:cubicBezTo>
                  <a:cubicBezTo>
                    <a:pt x="326" y="1850"/>
                    <a:pt x="326" y="1963"/>
                    <a:pt x="401" y="1975"/>
                  </a:cubicBezTo>
                  <a:cubicBezTo>
                    <a:pt x="901" y="1963"/>
                    <a:pt x="1276" y="1538"/>
                    <a:pt x="1213" y="1050"/>
                  </a:cubicBezTo>
                  <a:cubicBezTo>
                    <a:pt x="1163" y="438"/>
                    <a:pt x="613" y="101"/>
                    <a:pt x="63" y="1"/>
                  </a:cubicBezTo>
                  <a:cubicBezTo>
                    <a:pt x="26" y="1"/>
                    <a:pt x="1" y="51"/>
                    <a:pt x="51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2" name="Google Shape;4962;p106"/>
            <p:cNvSpPr/>
            <p:nvPr/>
          </p:nvSpPr>
          <p:spPr>
            <a:xfrm>
              <a:off x="4075225" y="1283975"/>
              <a:ext cx="62825" cy="31575"/>
            </a:xfrm>
            <a:custGeom>
              <a:rect b="b" l="l" r="r" t="t"/>
              <a:pathLst>
                <a:path extrusionOk="0" h="1263" w="2513">
                  <a:moveTo>
                    <a:pt x="2450" y="651"/>
                  </a:moveTo>
                  <a:cubicBezTo>
                    <a:pt x="2150" y="638"/>
                    <a:pt x="1850" y="701"/>
                    <a:pt x="1588" y="851"/>
                  </a:cubicBezTo>
                  <a:cubicBezTo>
                    <a:pt x="888" y="1151"/>
                    <a:pt x="201" y="851"/>
                    <a:pt x="88" y="51"/>
                  </a:cubicBezTo>
                  <a:cubicBezTo>
                    <a:pt x="88" y="1"/>
                    <a:pt x="13" y="13"/>
                    <a:pt x="26" y="51"/>
                  </a:cubicBezTo>
                  <a:cubicBezTo>
                    <a:pt x="1" y="501"/>
                    <a:pt x="276" y="901"/>
                    <a:pt x="701" y="1051"/>
                  </a:cubicBezTo>
                  <a:cubicBezTo>
                    <a:pt x="1325" y="1263"/>
                    <a:pt x="1825" y="713"/>
                    <a:pt x="2450" y="738"/>
                  </a:cubicBezTo>
                  <a:cubicBezTo>
                    <a:pt x="2513" y="738"/>
                    <a:pt x="2513" y="651"/>
                    <a:pt x="2450" y="6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3" name="Google Shape;4963;p106"/>
            <p:cNvSpPr/>
            <p:nvPr/>
          </p:nvSpPr>
          <p:spPr>
            <a:xfrm>
              <a:off x="4073975" y="1268675"/>
              <a:ext cx="30950" cy="21275"/>
            </a:xfrm>
            <a:custGeom>
              <a:rect b="b" l="l" r="r" t="t"/>
              <a:pathLst>
                <a:path extrusionOk="0" h="851" w="1238">
                  <a:moveTo>
                    <a:pt x="188" y="800"/>
                  </a:moveTo>
                  <a:cubicBezTo>
                    <a:pt x="1" y="275"/>
                    <a:pt x="851" y="38"/>
                    <a:pt x="1175" y="288"/>
                  </a:cubicBezTo>
                  <a:cubicBezTo>
                    <a:pt x="1200" y="313"/>
                    <a:pt x="1238" y="263"/>
                    <a:pt x="1225" y="238"/>
                  </a:cubicBezTo>
                  <a:cubicBezTo>
                    <a:pt x="1063" y="0"/>
                    <a:pt x="676" y="63"/>
                    <a:pt x="451" y="163"/>
                  </a:cubicBezTo>
                  <a:cubicBezTo>
                    <a:pt x="176" y="275"/>
                    <a:pt x="1" y="525"/>
                    <a:pt x="113" y="813"/>
                  </a:cubicBezTo>
                  <a:cubicBezTo>
                    <a:pt x="138" y="850"/>
                    <a:pt x="201" y="838"/>
                    <a:pt x="188" y="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4" name="Google Shape;4964;p106"/>
            <p:cNvSpPr/>
            <p:nvPr/>
          </p:nvSpPr>
          <p:spPr>
            <a:xfrm>
              <a:off x="3834050" y="1371450"/>
              <a:ext cx="81250" cy="56275"/>
            </a:xfrm>
            <a:custGeom>
              <a:rect b="b" l="l" r="r" t="t"/>
              <a:pathLst>
                <a:path extrusionOk="0" h="2251" w="3250">
                  <a:moveTo>
                    <a:pt x="3162" y="38"/>
                  </a:moveTo>
                  <a:cubicBezTo>
                    <a:pt x="2362" y="988"/>
                    <a:pt x="1475" y="2063"/>
                    <a:pt x="88" y="1875"/>
                  </a:cubicBezTo>
                  <a:cubicBezTo>
                    <a:pt x="25" y="1863"/>
                    <a:pt x="0" y="1950"/>
                    <a:pt x="63" y="1963"/>
                  </a:cubicBezTo>
                  <a:cubicBezTo>
                    <a:pt x="1462" y="2250"/>
                    <a:pt x="2425" y="1051"/>
                    <a:pt x="3224" y="88"/>
                  </a:cubicBezTo>
                  <a:cubicBezTo>
                    <a:pt x="3249" y="51"/>
                    <a:pt x="3199" y="1"/>
                    <a:pt x="3162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5" name="Google Shape;4965;p106"/>
            <p:cNvSpPr/>
            <p:nvPr/>
          </p:nvSpPr>
          <p:spPr>
            <a:xfrm>
              <a:off x="4063675" y="1320225"/>
              <a:ext cx="30950" cy="15025"/>
            </a:xfrm>
            <a:custGeom>
              <a:rect b="b" l="l" r="r" t="t"/>
              <a:pathLst>
                <a:path extrusionOk="0" h="601" w="1238">
                  <a:moveTo>
                    <a:pt x="1175" y="13"/>
                  </a:moveTo>
                  <a:cubicBezTo>
                    <a:pt x="950" y="0"/>
                    <a:pt x="725" y="50"/>
                    <a:pt x="525" y="163"/>
                  </a:cubicBezTo>
                  <a:cubicBezTo>
                    <a:pt x="325" y="225"/>
                    <a:pt x="150" y="350"/>
                    <a:pt x="25" y="513"/>
                  </a:cubicBezTo>
                  <a:cubicBezTo>
                    <a:pt x="0" y="563"/>
                    <a:pt x="50" y="600"/>
                    <a:pt x="100" y="575"/>
                  </a:cubicBezTo>
                  <a:cubicBezTo>
                    <a:pt x="388" y="288"/>
                    <a:pt x="763" y="125"/>
                    <a:pt x="1175" y="100"/>
                  </a:cubicBezTo>
                  <a:cubicBezTo>
                    <a:pt x="1238" y="100"/>
                    <a:pt x="1225" y="13"/>
                    <a:pt x="1175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6" name="Google Shape;4966;p106"/>
            <p:cNvSpPr/>
            <p:nvPr/>
          </p:nvSpPr>
          <p:spPr>
            <a:xfrm>
              <a:off x="4063350" y="1319900"/>
              <a:ext cx="34075" cy="21900"/>
            </a:xfrm>
            <a:custGeom>
              <a:rect b="b" l="l" r="r" t="t"/>
              <a:pathLst>
                <a:path extrusionOk="0" h="876" w="1363">
                  <a:moveTo>
                    <a:pt x="51" y="638"/>
                  </a:moveTo>
                  <a:cubicBezTo>
                    <a:pt x="538" y="876"/>
                    <a:pt x="1151" y="576"/>
                    <a:pt x="1338" y="88"/>
                  </a:cubicBezTo>
                  <a:cubicBezTo>
                    <a:pt x="1363" y="38"/>
                    <a:pt x="1276" y="1"/>
                    <a:pt x="1251" y="51"/>
                  </a:cubicBezTo>
                  <a:cubicBezTo>
                    <a:pt x="1051" y="463"/>
                    <a:pt x="538" y="763"/>
                    <a:pt x="101" y="551"/>
                  </a:cubicBezTo>
                  <a:cubicBezTo>
                    <a:pt x="51" y="526"/>
                    <a:pt x="1" y="601"/>
                    <a:pt x="51" y="6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7" name="Google Shape;4967;p106"/>
            <p:cNvSpPr/>
            <p:nvPr/>
          </p:nvSpPr>
          <p:spPr>
            <a:xfrm>
              <a:off x="4299850" y="1278975"/>
              <a:ext cx="132500" cy="60025"/>
            </a:xfrm>
            <a:custGeom>
              <a:rect b="b" l="l" r="r" t="t"/>
              <a:pathLst>
                <a:path extrusionOk="0" h="2401" w="5300">
                  <a:moveTo>
                    <a:pt x="63" y="651"/>
                  </a:moveTo>
                  <a:cubicBezTo>
                    <a:pt x="1600" y="363"/>
                    <a:pt x="4912" y="51"/>
                    <a:pt x="5224" y="2350"/>
                  </a:cubicBezTo>
                  <a:cubicBezTo>
                    <a:pt x="5224" y="2388"/>
                    <a:pt x="5299" y="2400"/>
                    <a:pt x="5287" y="2350"/>
                  </a:cubicBezTo>
                  <a:cubicBezTo>
                    <a:pt x="5075" y="1"/>
                    <a:pt x="1638" y="276"/>
                    <a:pt x="51" y="576"/>
                  </a:cubicBezTo>
                  <a:cubicBezTo>
                    <a:pt x="1" y="588"/>
                    <a:pt x="26" y="663"/>
                    <a:pt x="76" y="6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8" name="Google Shape;4968;p106"/>
            <p:cNvSpPr/>
            <p:nvPr/>
          </p:nvSpPr>
          <p:spPr>
            <a:xfrm>
              <a:off x="4363900" y="1311175"/>
              <a:ext cx="60950" cy="65000"/>
            </a:xfrm>
            <a:custGeom>
              <a:rect b="b" l="l" r="r" t="t"/>
              <a:pathLst>
                <a:path extrusionOk="0" h="2600" w="2438">
                  <a:moveTo>
                    <a:pt x="1463" y="75"/>
                  </a:moveTo>
                  <a:cubicBezTo>
                    <a:pt x="2088" y="400"/>
                    <a:pt x="2350" y="1175"/>
                    <a:pt x="1938" y="1762"/>
                  </a:cubicBezTo>
                  <a:cubicBezTo>
                    <a:pt x="1550" y="2299"/>
                    <a:pt x="588" y="2474"/>
                    <a:pt x="113" y="1950"/>
                  </a:cubicBezTo>
                  <a:cubicBezTo>
                    <a:pt x="76" y="1900"/>
                    <a:pt x="1" y="1975"/>
                    <a:pt x="38" y="2025"/>
                  </a:cubicBezTo>
                  <a:cubicBezTo>
                    <a:pt x="538" y="2599"/>
                    <a:pt x="1600" y="2412"/>
                    <a:pt x="2013" y="1825"/>
                  </a:cubicBezTo>
                  <a:cubicBezTo>
                    <a:pt x="2438" y="1187"/>
                    <a:pt x="2200" y="325"/>
                    <a:pt x="1500" y="13"/>
                  </a:cubicBezTo>
                  <a:cubicBezTo>
                    <a:pt x="1463" y="0"/>
                    <a:pt x="1438" y="50"/>
                    <a:pt x="1475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9" name="Google Shape;4969;p106"/>
            <p:cNvSpPr/>
            <p:nvPr/>
          </p:nvSpPr>
          <p:spPr>
            <a:xfrm>
              <a:off x="4353900" y="1318975"/>
              <a:ext cx="35950" cy="46575"/>
            </a:xfrm>
            <a:custGeom>
              <a:rect b="b" l="l" r="r" t="t"/>
              <a:pathLst>
                <a:path extrusionOk="0" h="1863" w="1438">
                  <a:moveTo>
                    <a:pt x="726" y="1787"/>
                  </a:moveTo>
                  <a:cubicBezTo>
                    <a:pt x="326" y="1600"/>
                    <a:pt x="138" y="1138"/>
                    <a:pt x="301" y="725"/>
                  </a:cubicBezTo>
                  <a:cubicBezTo>
                    <a:pt x="476" y="275"/>
                    <a:pt x="926" y="163"/>
                    <a:pt x="1363" y="288"/>
                  </a:cubicBezTo>
                  <a:cubicBezTo>
                    <a:pt x="1400" y="300"/>
                    <a:pt x="1438" y="225"/>
                    <a:pt x="1388" y="200"/>
                  </a:cubicBezTo>
                  <a:cubicBezTo>
                    <a:pt x="938" y="0"/>
                    <a:pt x="401" y="213"/>
                    <a:pt x="201" y="675"/>
                  </a:cubicBezTo>
                  <a:cubicBezTo>
                    <a:pt x="1" y="1138"/>
                    <a:pt x="226" y="1675"/>
                    <a:pt x="688" y="1850"/>
                  </a:cubicBezTo>
                  <a:cubicBezTo>
                    <a:pt x="738" y="1862"/>
                    <a:pt x="763" y="1812"/>
                    <a:pt x="726" y="17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0" name="Google Shape;4970;p106"/>
            <p:cNvSpPr/>
            <p:nvPr/>
          </p:nvSpPr>
          <p:spPr>
            <a:xfrm>
              <a:off x="4384200" y="1322725"/>
              <a:ext cx="17225" cy="30650"/>
            </a:xfrm>
            <a:custGeom>
              <a:rect b="b" l="l" r="r" t="t"/>
              <a:pathLst>
                <a:path extrusionOk="0" h="1226" w="689">
                  <a:moveTo>
                    <a:pt x="51" y="113"/>
                  </a:moveTo>
                  <a:cubicBezTo>
                    <a:pt x="638" y="75"/>
                    <a:pt x="688" y="1225"/>
                    <a:pt x="76" y="1038"/>
                  </a:cubicBezTo>
                  <a:cubicBezTo>
                    <a:pt x="26" y="1013"/>
                    <a:pt x="1" y="1100"/>
                    <a:pt x="63" y="1125"/>
                  </a:cubicBezTo>
                  <a:cubicBezTo>
                    <a:pt x="351" y="1213"/>
                    <a:pt x="638" y="988"/>
                    <a:pt x="626" y="688"/>
                  </a:cubicBezTo>
                  <a:cubicBezTo>
                    <a:pt x="626" y="375"/>
                    <a:pt x="388" y="0"/>
                    <a:pt x="38" y="38"/>
                  </a:cubicBezTo>
                  <a:cubicBezTo>
                    <a:pt x="1" y="38"/>
                    <a:pt x="1" y="113"/>
                    <a:pt x="51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1" name="Google Shape;4971;p106"/>
            <p:cNvSpPr/>
            <p:nvPr/>
          </p:nvSpPr>
          <p:spPr>
            <a:xfrm>
              <a:off x="4100225" y="1312425"/>
              <a:ext cx="55325" cy="71550"/>
            </a:xfrm>
            <a:custGeom>
              <a:rect b="b" l="l" r="r" t="t"/>
              <a:pathLst>
                <a:path extrusionOk="0" h="2862" w="2213">
                  <a:moveTo>
                    <a:pt x="375" y="50"/>
                  </a:moveTo>
                  <a:cubicBezTo>
                    <a:pt x="0" y="1325"/>
                    <a:pt x="775" y="2762"/>
                    <a:pt x="2175" y="2862"/>
                  </a:cubicBezTo>
                  <a:cubicBezTo>
                    <a:pt x="2200" y="2862"/>
                    <a:pt x="2212" y="2812"/>
                    <a:pt x="2175" y="2812"/>
                  </a:cubicBezTo>
                  <a:cubicBezTo>
                    <a:pt x="913" y="2474"/>
                    <a:pt x="100" y="1400"/>
                    <a:pt x="450" y="75"/>
                  </a:cubicBezTo>
                  <a:cubicBezTo>
                    <a:pt x="463" y="25"/>
                    <a:pt x="388" y="0"/>
                    <a:pt x="375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2" name="Google Shape;4972;p106"/>
            <p:cNvSpPr/>
            <p:nvPr/>
          </p:nvSpPr>
          <p:spPr>
            <a:xfrm>
              <a:off x="3780925" y="1389575"/>
              <a:ext cx="20025" cy="15350"/>
            </a:xfrm>
            <a:custGeom>
              <a:rect b="b" l="l" r="r" t="t"/>
              <a:pathLst>
                <a:path extrusionOk="0" h="614" w="801">
                  <a:moveTo>
                    <a:pt x="676" y="51"/>
                  </a:moveTo>
                  <a:cubicBezTo>
                    <a:pt x="538" y="276"/>
                    <a:pt x="301" y="438"/>
                    <a:pt x="38" y="501"/>
                  </a:cubicBezTo>
                  <a:cubicBezTo>
                    <a:pt x="1" y="526"/>
                    <a:pt x="1" y="613"/>
                    <a:pt x="63" y="601"/>
                  </a:cubicBezTo>
                  <a:cubicBezTo>
                    <a:pt x="363" y="563"/>
                    <a:pt x="626" y="376"/>
                    <a:pt x="763" y="101"/>
                  </a:cubicBezTo>
                  <a:cubicBezTo>
                    <a:pt x="801" y="51"/>
                    <a:pt x="713" y="1"/>
                    <a:pt x="676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3" name="Google Shape;4973;p106"/>
            <p:cNvSpPr/>
            <p:nvPr/>
          </p:nvSpPr>
          <p:spPr>
            <a:xfrm>
              <a:off x="3780300" y="1402400"/>
              <a:ext cx="16900" cy="5950"/>
            </a:xfrm>
            <a:custGeom>
              <a:rect b="b" l="l" r="r" t="t"/>
              <a:pathLst>
                <a:path extrusionOk="0" h="238" w="676">
                  <a:moveTo>
                    <a:pt x="63" y="125"/>
                  </a:moveTo>
                  <a:cubicBezTo>
                    <a:pt x="238" y="213"/>
                    <a:pt x="426" y="238"/>
                    <a:pt x="613" y="213"/>
                  </a:cubicBezTo>
                  <a:cubicBezTo>
                    <a:pt x="676" y="200"/>
                    <a:pt x="651" y="100"/>
                    <a:pt x="601" y="100"/>
                  </a:cubicBezTo>
                  <a:cubicBezTo>
                    <a:pt x="426" y="100"/>
                    <a:pt x="263" y="75"/>
                    <a:pt x="101" y="25"/>
                  </a:cubicBezTo>
                  <a:cubicBezTo>
                    <a:pt x="26" y="0"/>
                    <a:pt x="1" y="100"/>
                    <a:pt x="63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4" name="Google Shape;4974;p106"/>
            <p:cNvSpPr/>
            <p:nvPr/>
          </p:nvSpPr>
          <p:spPr>
            <a:xfrm>
              <a:off x="3799050" y="1384900"/>
              <a:ext cx="9400" cy="7525"/>
            </a:xfrm>
            <a:custGeom>
              <a:rect b="b" l="l" r="r" t="t"/>
              <a:pathLst>
                <a:path extrusionOk="0" h="301" w="376">
                  <a:moveTo>
                    <a:pt x="113" y="225"/>
                  </a:moveTo>
                  <a:cubicBezTo>
                    <a:pt x="163" y="188"/>
                    <a:pt x="238" y="213"/>
                    <a:pt x="276" y="263"/>
                  </a:cubicBezTo>
                  <a:cubicBezTo>
                    <a:pt x="301" y="300"/>
                    <a:pt x="376" y="263"/>
                    <a:pt x="351" y="213"/>
                  </a:cubicBezTo>
                  <a:cubicBezTo>
                    <a:pt x="301" y="63"/>
                    <a:pt x="126" y="0"/>
                    <a:pt x="38" y="163"/>
                  </a:cubicBezTo>
                  <a:cubicBezTo>
                    <a:pt x="1" y="213"/>
                    <a:pt x="76" y="263"/>
                    <a:pt x="113" y="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5" name="Google Shape;4975;p106"/>
            <p:cNvSpPr/>
            <p:nvPr/>
          </p:nvSpPr>
          <p:spPr>
            <a:xfrm>
              <a:off x="3806550" y="1390200"/>
              <a:ext cx="20025" cy="15650"/>
            </a:xfrm>
            <a:custGeom>
              <a:rect b="b" l="l" r="r" t="t"/>
              <a:pathLst>
                <a:path extrusionOk="0" h="626" w="801">
                  <a:moveTo>
                    <a:pt x="26" y="88"/>
                  </a:moveTo>
                  <a:cubicBezTo>
                    <a:pt x="188" y="338"/>
                    <a:pt x="450" y="626"/>
                    <a:pt x="763" y="563"/>
                  </a:cubicBezTo>
                  <a:cubicBezTo>
                    <a:pt x="800" y="551"/>
                    <a:pt x="800" y="488"/>
                    <a:pt x="763" y="476"/>
                  </a:cubicBezTo>
                  <a:cubicBezTo>
                    <a:pt x="488" y="413"/>
                    <a:pt x="250" y="263"/>
                    <a:pt x="101" y="38"/>
                  </a:cubicBezTo>
                  <a:cubicBezTo>
                    <a:pt x="63" y="1"/>
                    <a:pt x="1" y="51"/>
                    <a:pt x="26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6" name="Google Shape;4976;p106"/>
            <p:cNvSpPr/>
            <p:nvPr/>
          </p:nvSpPr>
          <p:spPr>
            <a:xfrm>
              <a:off x="3801875" y="1399900"/>
              <a:ext cx="24375" cy="10325"/>
            </a:xfrm>
            <a:custGeom>
              <a:rect b="b" l="l" r="r" t="t"/>
              <a:pathLst>
                <a:path extrusionOk="0" h="413" w="975">
                  <a:moveTo>
                    <a:pt x="862" y="125"/>
                  </a:moveTo>
                  <a:cubicBezTo>
                    <a:pt x="612" y="288"/>
                    <a:pt x="362" y="225"/>
                    <a:pt x="138" y="50"/>
                  </a:cubicBezTo>
                  <a:cubicBezTo>
                    <a:pt x="88" y="0"/>
                    <a:pt x="0" y="88"/>
                    <a:pt x="63" y="138"/>
                  </a:cubicBezTo>
                  <a:cubicBezTo>
                    <a:pt x="288" y="375"/>
                    <a:pt x="662" y="412"/>
                    <a:pt x="925" y="200"/>
                  </a:cubicBezTo>
                  <a:cubicBezTo>
                    <a:pt x="975" y="163"/>
                    <a:pt x="912" y="88"/>
                    <a:pt x="862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7" name="Google Shape;4977;p106"/>
            <p:cNvSpPr/>
            <p:nvPr/>
          </p:nvSpPr>
          <p:spPr>
            <a:xfrm>
              <a:off x="3791550" y="1399900"/>
              <a:ext cx="13475" cy="7825"/>
            </a:xfrm>
            <a:custGeom>
              <a:rect b="b" l="l" r="r" t="t"/>
              <a:pathLst>
                <a:path extrusionOk="0" h="313" w="539">
                  <a:moveTo>
                    <a:pt x="413" y="50"/>
                  </a:moveTo>
                  <a:cubicBezTo>
                    <a:pt x="313" y="138"/>
                    <a:pt x="188" y="200"/>
                    <a:pt x="63" y="213"/>
                  </a:cubicBezTo>
                  <a:cubicBezTo>
                    <a:pt x="1" y="213"/>
                    <a:pt x="26" y="300"/>
                    <a:pt x="76" y="300"/>
                  </a:cubicBezTo>
                  <a:cubicBezTo>
                    <a:pt x="238" y="313"/>
                    <a:pt x="388" y="250"/>
                    <a:pt x="501" y="138"/>
                  </a:cubicBezTo>
                  <a:cubicBezTo>
                    <a:pt x="538" y="75"/>
                    <a:pt x="476" y="0"/>
                    <a:pt x="413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8" name="Google Shape;4978;p106"/>
            <p:cNvSpPr/>
            <p:nvPr/>
          </p:nvSpPr>
          <p:spPr>
            <a:xfrm>
              <a:off x="3796550" y="1409275"/>
              <a:ext cx="14400" cy="12500"/>
            </a:xfrm>
            <a:custGeom>
              <a:rect b="b" l="l" r="r" t="t"/>
              <a:pathLst>
                <a:path extrusionOk="0" h="500" w="576">
                  <a:moveTo>
                    <a:pt x="301" y="25"/>
                  </a:moveTo>
                  <a:cubicBezTo>
                    <a:pt x="176" y="37"/>
                    <a:pt x="38" y="75"/>
                    <a:pt x="26" y="212"/>
                  </a:cubicBezTo>
                  <a:cubicBezTo>
                    <a:pt x="1" y="337"/>
                    <a:pt x="101" y="437"/>
                    <a:pt x="213" y="437"/>
                  </a:cubicBezTo>
                  <a:cubicBezTo>
                    <a:pt x="513" y="500"/>
                    <a:pt x="575" y="37"/>
                    <a:pt x="276" y="13"/>
                  </a:cubicBezTo>
                  <a:cubicBezTo>
                    <a:pt x="201" y="0"/>
                    <a:pt x="188" y="125"/>
                    <a:pt x="263" y="137"/>
                  </a:cubicBezTo>
                  <a:lnTo>
                    <a:pt x="301" y="150"/>
                  </a:lnTo>
                  <a:cubicBezTo>
                    <a:pt x="376" y="150"/>
                    <a:pt x="376" y="25"/>
                    <a:pt x="301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9" name="Google Shape;4979;p106"/>
            <p:cNvSpPr/>
            <p:nvPr/>
          </p:nvSpPr>
          <p:spPr>
            <a:xfrm>
              <a:off x="3796550" y="4276950"/>
              <a:ext cx="111875" cy="104375"/>
            </a:xfrm>
            <a:custGeom>
              <a:rect b="b" l="l" r="r" t="t"/>
              <a:pathLst>
                <a:path extrusionOk="0" h="4175" w="4475">
                  <a:moveTo>
                    <a:pt x="2675" y="3887"/>
                  </a:moveTo>
                  <a:cubicBezTo>
                    <a:pt x="1100" y="4074"/>
                    <a:pt x="1" y="2275"/>
                    <a:pt x="1150" y="1050"/>
                  </a:cubicBezTo>
                  <a:cubicBezTo>
                    <a:pt x="2025" y="113"/>
                    <a:pt x="3487" y="563"/>
                    <a:pt x="4399" y="1212"/>
                  </a:cubicBezTo>
                  <a:cubicBezTo>
                    <a:pt x="4424" y="1237"/>
                    <a:pt x="4474" y="1175"/>
                    <a:pt x="4437" y="1150"/>
                  </a:cubicBezTo>
                  <a:cubicBezTo>
                    <a:pt x="3425" y="213"/>
                    <a:pt x="1488" y="0"/>
                    <a:pt x="763" y="1375"/>
                  </a:cubicBezTo>
                  <a:cubicBezTo>
                    <a:pt x="51" y="2725"/>
                    <a:pt x="1225" y="4174"/>
                    <a:pt x="2675" y="3999"/>
                  </a:cubicBezTo>
                  <a:cubicBezTo>
                    <a:pt x="2737" y="3999"/>
                    <a:pt x="2737" y="3874"/>
                    <a:pt x="2675" y="38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0" name="Google Shape;4980;p106"/>
            <p:cNvSpPr/>
            <p:nvPr/>
          </p:nvSpPr>
          <p:spPr>
            <a:xfrm>
              <a:off x="3903400" y="4301950"/>
              <a:ext cx="263400" cy="146850"/>
            </a:xfrm>
            <a:custGeom>
              <a:rect b="b" l="l" r="r" t="t"/>
              <a:pathLst>
                <a:path extrusionOk="0" h="5874" w="10536">
                  <a:moveTo>
                    <a:pt x="26" y="75"/>
                  </a:moveTo>
                  <a:cubicBezTo>
                    <a:pt x="1338" y="1950"/>
                    <a:pt x="2537" y="4361"/>
                    <a:pt x="4862" y="5136"/>
                  </a:cubicBezTo>
                  <a:cubicBezTo>
                    <a:pt x="6586" y="5724"/>
                    <a:pt x="9073" y="5873"/>
                    <a:pt x="10510" y="4611"/>
                  </a:cubicBezTo>
                  <a:cubicBezTo>
                    <a:pt x="10535" y="4586"/>
                    <a:pt x="10510" y="4536"/>
                    <a:pt x="10473" y="4561"/>
                  </a:cubicBezTo>
                  <a:cubicBezTo>
                    <a:pt x="8848" y="5761"/>
                    <a:pt x="6074" y="5586"/>
                    <a:pt x="4324" y="4736"/>
                  </a:cubicBezTo>
                  <a:cubicBezTo>
                    <a:pt x="2412" y="3812"/>
                    <a:pt x="1300" y="1700"/>
                    <a:pt x="88" y="38"/>
                  </a:cubicBezTo>
                  <a:cubicBezTo>
                    <a:pt x="63" y="0"/>
                    <a:pt x="1" y="38"/>
                    <a:pt x="26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1" name="Google Shape;4981;p106"/>
            <p:cNvSpPr/>
            <p:nvPr/>
          </p:nvSpPr>
          <p:spPr>
            <a:xfrm>
              <a:off x="4099600" y="4324125"/>
              <a:ext cx="100300" cy="85000"/>
            </a:xfrm>
            <a:custGeom>
              <a:rect b="b" l="l" r="r" t="t"/>
              <a:pathLst>
                <a:path extrusionOk="0" h="3400" w="4012">
                  <a:moveTo>
                    <a:pt x="2925" y="3362"/>
                  </a:moveTo>
                  <a:cubicBezTo>
                    <a:pt x="3425" y="2500"/>
                    <a:pt x="3612" y="1312"/>
                    <a:pt x="2787" y="575"/>
                  </a:cubicBezTo>
                  <a:cubicBezTo>
                    <a:pt x="2312" y="150"/>
                    <a:pt x="1175" y="0"/>
                    <a:pt x="625" y="413"/>
                  </a:cubicBezTo>
                  <a:cubicBezTo>
                    <a:pt x="0" y="900"/>
                    <a:pt x="88" y="2050"/>
                    <a:pt x="813" y="2375"/>
                  </a:cubicBezTo>
                  <a:cubicBezTo>
                    <a:pt x="1263" y="2575"/>
                    <a:pt x="1775" y="2550"/>
                    <a:pt x="2187" y="2300"/>
                  </a:cubicBezTo>
                  <a:cubicBezTo>
                    <a:pt x="2837" y="1937"/>
                    <a:pt x="3237" y="975"/>
                    <a:pt x="3987" y="863"/>
                  </a:cubicBezTo>
                  <a:cubicBezTo>
                    <a:pt x="4012" y="863"/>
                    <a:pt x="3999" y="825"/>
                    <a:pt x="3987" y="825"/>
                  </a:cubicBezTo>
                  <a:cubicBezTo>
                    <a:pt x="3575" y="838"/>
                    <a:pt x="3337" y="1100"/>
                    <a:pt x="3062" y="1387"/>
                  </a:cubicBezTo>
                  <a:cubicBezTo>
                    <a:pt x="2787" y="1675"/>
                    <a:pt x="2500" y="2050"/>
                    <a:pt x="2137" y="2200"/>
                  </a:cubicBezTo>
                  <a:cubicBezTo>
                    <a:pt x="1275" y="2575"/>
                    <a:pt x="288" y="2325"/>
                    <a:pt x="425" y="1200"/>
                  </a:cubicBezTo>
                  <a:cubicBezTo>
                    <a:pt x="350" y="850"/>
                    <a:pt x="488" y="638"/>
                    <a:pt x="838" y="550"/>
                  </a:cubicBezTo>
                  <a:cubicBezTo>
                    <a:pt x="913" y="425"/>
                    <a:pt x="1050" y="338"/>
                    <a:pt x="1213" y="338"/>
                  </a:cubicBezTo>
                  <a:cubicBezTo>
                    <a:pt x="1275" y="338"/>
                    <a:pt x="1325" y="338"/>
                    <a:pt x="1388" y="338"/>
                  </a:cubicBezTo>
                  <a:cubicBezTo>
                    <a:pt x="1650" y="313"/>
                    <a:pt x="1900" y="325"/>
                    <a:pt x="2150" y="375"/>
                  </a:cubicBezTo>
                  <a:cubicBezTo>
                    <a:pt x="3525" y="713"/>
                    <a:pt x="3387" y="2375"/>
                    <a:pt x="2850" y="3312"/>
                  </a:cubicBezTo>
                  <a:cubicBezTo>
                    <a:pt x="2825" y="3362"/>
                    <a:pt x="2900" y="3399"/>
                    <a:pt x="2925" y="33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2" name="Google Shape;4982;p106"/>
            <p:cNvSpPr/>
            <p:nvPr/>
          </p:nvSpPr>
          <p:spPr>
            <a:xfrm>
              <a:off x="4206450" y="4341000"/>
              <a:ext cx="55325" cy="13450"/>
            </a:xfrm>
            <a:custGeom>
              <a:rect b="b" l="l" r="r" t="t"/>
              <a:pathLst>
                <a:path extrusionOk="0" h="538" w="2213">
                  <a:moveTo>
                    <a:pt x="50" y="150"/>
                  </a:moveTo>
                  <a:cubicBezTo>
                    <a:pt x="838" y="75"/>
                    <a:pt x="1437" y="300"/>
                    <a:pt x="2162" y="525"/>
                  </a:cubicBezTo>
                  <a:cubicBezTo>
                    <a:pt x="2200" y="537"/>
                    <a:pt x="2212" y="488"/>
                    <a:pt x="2187" y="475"/>
                  </a:cubicBezTo>
                  <a:cubicBezTo>
                    <a:pt x="1600" y="50"/>
                    <a:pt x="750" y="0"/>
                    <a:pt x="50" y="75"/>
                  </a:cubicBezTo>
                  <a:cubicBezTo>
                    <a:pt x="0" y="75"/>
                    <a:pt x="0" y="150"/>
                    <a:pt x="50" y="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3" name="Google Shape;4983;p106"/>
            <p:cNvSpPr/>
            <p:nvPr/>
          </p:nvSpPr>
          <p:spPr>
            <a:xfrm>
              <a:off x="3933700" y="4288500"/>
              <a:ext cx="82500" cy="96575"/>
            </a:xfrm>
            <a:custGeom>
              <a:rect b="b" l="l" r="r" t="t"/>
              <a:pathLst>
                <a:path extrusionOk="0" h="3863" w="3300">
                  <a:moveTo>
                    <a:pt x="1100" y="3787"/>
                  </a:moveTo>
                  <a:cubicBezTo>
                    <a:pt x="576" y="3125"/>
                    <a:pt x="113" y="2300"/>
                    <a:pt x="363" y="1413"/>
                  </a:cubicBezTo>
                  <a:cubicBezTo>
                    <a:pt x="501" y="950"/>
                    <a:pt x="813" y="563"/>
                    <a:pt x="1250" y="363"/>
                  </a:cubicBezTo>
                  <a:cubicBezTo>
                    <a:pt x="1525" y="201"/>
                    <a:pt x="1838" y="126"/>
                    <a:pt x="2163" y="126"/>
                  </a:cubicBezTo>
                  <a:cubicBezTo>
                    <a:pt x="2887" y="138"/>
                    <a:pt x="3037" y="563"/>
                    <a:pt x="2613" y="1388"/>
                  </a:cubicBezTo>
                  <a:cubicBezTo>
                    <a:pt x="2588" y="1350"/>
                    <a:pt x="2513" y="1388"/>
                    <a:pt x="2550" y="1438"/>
                  </a:cubicBezTo>
                  <a:cubicBezTo>
                    <a:pt x="2837" y="1800"/>
                    <a:pt x="3175" y="1388"/>
                    <a:pt x="3212" y="1050"/>
                  </a:cubicBezTo>
                  <a:cubicBezTo>
                    <a:pt x="3300" y="376"/>
                    <a:pt x="2625" y="1"/>
                    <a:pt x="2038" y="26"/>
                  </a:cubicBezTo>
                  <a:cubicBezTo>
                    <a:pt x="1250" y="51"/>
                    <a:pt x="463" y="601"/>
                    <a:pt x="251" y="1388"/>
                  </a:cubicBezTo>
                  <a:cubicBezTo>
                    <a:pt x="1" y="2300"/>
                    <a:pt x="476" y="3162"/>
                    <a:pt x="1063" y="3837"/>
                  </a:cubicBezTo>
                  <a:cubicBezTo>
                    <a:pt x="1088" y="3862"/>
                    <a:pt x="1125" y="3825"/>
                    <a:pt x="1100" y="37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4" name="Google Shape;4984;p106"/>
            <p:cNvSpPr/>
            <p:nvPr/>
          </p:nvSpPr>
          <p:spPr>
            <a:xfrm>
              <a:off x="3920575" y="4246025"/>
              <a:ext cx="22850" cy="110925"/>
            </a:xfrm>
            <a:custGeom>
              <a:rect b="b" l="l" r="r" t="t"/>
              <a:pathLst>
                <a:path extrusionOk="0" h="4437" w="914">
                  <a:moveTo>
                    <a:pt x="876" y="4324"/>
                  </a:moveTo>
                  <a:cubicBezTo>
                    <a:pt x="26" y="3324"/>
                    <a:pt x="1" y="1187"/>
                    <a:pt x="588" y="63"/>
                  </a:cubicBezTo>
                  <a:cubicBezTo>
                    <a:pt x="588" y="25"/>
                    <a:pt x="551" y="0"/>
                    <a:pt x="526" y="25"/>
                  </a:cubicBezTo>
                  <a:cubicBezTo>
                    <a:pt x="1" y="712"/>
                    <a:pt x="88" y="1712"/>
                    <a:pt x="176" y="2512"/>
                  </a:cubicBezTo>
                  <a:cubicBezTo>
                    <a:pt x="251" y="3187"/>
                    <a:pt x="363" y="3862"/>
                    <a:pt x="826" y="4386"/>
                  </a:cubicBezTo>
                  <a:cubicBezTo>
                    <a:pt x="851" y="4436"/>
                    <a:pt x="913" y="4374"/>
                    <a:pt x="876" y="43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5" name="Google Shape;4985;p106"/>
            <p:cNvSpPr/>
            <p:nvPr/>
          </p:nvSpPr>
          <p:spPr>
            <a:xfrm>
              <a:off x="3930900" y="4234450"/>
              <a:ext cx="12200" cy="12225"/>
            </a:xfrm>
            <a:custGeom>
              <a:rect b="b" l="l" r="r" t="t"/>
              <a:pathLst>
                <a:path extrusionOk="0" h="489" w="488">
                  <a:moveTo>
                    <a:pt x="138" y="451"/>
                  </a:moveTo>
                  <a:cubicBezTo>
                    <a:pt x="225" y="488"/>
                    <a:pt x="325" y="476"/>
                    <a:pt x="400" y="401"/>
                  </a:cubicBezTo>
                  <a:cubicBezTo>
                    <a:pt x="463" y="338"/>
                    <a:pt x="488" y="251"/>
                    <a:pt x="463" y="163"/>
                  </a:cubicBezTo>
                  <a:cubicBezTo>
                    <a:pt x="463" y="126"/>
                    <a:pt x="450" y="101"/>
                    <a:pt x="425" y="76"/>
                  </a:cubicBezTo>
                  <a:cubicBezTo>
                    <a:pt x="400" y="51"/>
                    <a:pt x="363" y="26"/>
                    <a:pt x="325" y="26"/>
                  </a:cubicBezTo>
                  <a:cubicBezTo>
                    <a:pt x="200" y="1"/>
                    <a:pt x="75" y="76"/>
                    <a:pt x="25" y="188"/>
                  </a:cubicBezTo>
                  <a:cubicBezTo>
                    <a:pt x="0" y="313"/>
                    <a:pt x="113" y="438"/>
                    <a:pt x="238" y="4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6" name="Google Shape;4986;p106"/>
            <p:cNvSpPr/>
            <p:nvPr/>
          </p:nvSpPr>
          <p:spPr>
            <a:xfrm>
              <a:off x="3926825" y="4232575"/>
              <a:ext cx="18475" cy="15975"/>
            </a:xfrm>
            <a:custGeom>
              <a:rect b="b" l="l" r="r" t="t"/>
              <a:pathLst>
                <a:path extrusionOk="0" h="639" w="739">
                  <a:moveTo>
                    <a:pt x="276" y="588"/>
                  </a:moveTo>
                  <a:cubicBezTo>
                    <a:pt x="451" y="638"/>
                    <a:pt x="626" y="551"/>
                    <a:pt x="676" y="376"/>
                  </a:cubicBezTo>
                  <a:cubicBezTo>
                    <a:pt x="738" y="238"/>
                    <a:pt x="651" y="76"/>
                    <a:pt x="488" y="51"/>
                  </a:cubicBezTo>
                  <a:cubicBezTo>
                    <a:pt x="88" y="1"/>
                    <a:pt x="1" y="563"/>
                    <a:pt x="401" y="563"/>
                  </a:cubicBezTo>
                  <a:cubicBezTo>
                    <a:pt x="451" y="563"/>
                    <a:pt x="463" y="488"/>
                    <a:pt x="413" y="476"/>
                  </a:cubicBezTo>
                  <a:cubicBezTo>
                    <a:pt x="301" y="151"/>
                    <a:pt x="313" y="76"/>
                    <a:pt x="476" y="263"/>
                  </a:cubicBezTo>
                  <a:cubicBezTo>
                    <a:pt x="651" y="363"/>
                    <a:pt x="588" y="438"/>
                    <a:pt x="313" y="463"/>
                  </a:cubicBezTo>
                  <a:cubicBezTo>
                    <a:pt x="238" y="438"/>
                    <a:pt x="201" y="563"/>
                    <a:pt x="276" y="5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7" name="Google Shape;4987;p106"/>
            <p:cNvSpPr/>
            <p:nvPr/>
          </p:nvSpPr>
          <p:spPr>
            <a:xfrm>
              <a:off x="4169275" y="4411600"/>
              <a:ext cx="2825" cy="3150"/>
            </a:xfrm>
            <a:custGeom>
              <a:rect b="b" l="l" r="r" t="t"/>
              <a:pathLst>
                <a:path extrusionOk="0" h="126" w="113">
                  <a:moveTo>
                    <a:pt x="88" y="63"/>
                  </a:moveTo>
                  <a:cubicBezTo>
                    <a:pt x="88" y="50"/>
                    <a:pt x="88" y="38"/>
                    <a:pt x="88" y="25"/>
                  </a:cubicBezTo>
                  <a:cubicBezTo>
                    <a:pt x="75" y="0"/>
                    <a:pt x="38" y="0"/>
                    <a:pt x="25" y="25"/>
                  </a:cubicBezTo>
                  <a:lnTo>
                    <a:pt x="13" y="63"/>
                  </a:lnTo>
                  <a:cubicBezTo>
                    <a:pt x="0" y="125"/>
                    <a:pt x="113" y="125"/>
                    <a:pt x="88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8" name="Google Shape;4988;p106"/>
            <p:cNvSpPr/>
            <p:nvPr/>
          </p:nvSpPr>
          <p:spPr>
            <a:xfrm>
              <a:off x="4259250" y="4353500"/>
              <a:ext cx="41875" cy="17825"/>
            </a:xfrm>
            <a:custGeom>
              <a:rect b="b" l="l" r="r" t="t"/>
              <a:pathLst>
                <a:path extrusionOk="0" h="713" w="1675">
                  <a:moveTo>
                    <a:pt x="25" y="100"/>
                  </a:moveTo>
                  <a:cubicBezTo>
                    <a:pt x="213" y="625"/>
                    <a:pt x="1175" y="712"/>
                    <a:pt x="1625" y="562"/>
                  </a:cubicBezTo>
                  <a:cubicBezTo>
                    <a:pt x="1675" y="550"/>
                    <a:pt x="1675" y="462"/>
                    <a:pt x="1612" y="462"/>
                  </a:cubicBezTo>
                  <a:cubicBezTo>
                    <a:pt x="1375" y="512"/>
                    <a:pt x="1125" y="512"/>
                    <a:pt x="875" y="475"/>
                  </a:cubicBezTo>
                  <a:cubicBezTo>
                    <a:pt x="650" y="425"/>
                    <a:pt x="225" y="325"/>
                    <a:pt x="125" y="62"/>
                  </a:cubicBezTo>
                  <a:cubicBezTo>
                    <a:pt x="100" y="0"/>
                    <a:pt x="0" y="25"/>
                    <a:pt x="25" y="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9" name="Google Shape;4989;p106"/>
            <p:cNvSpPr/>
            <p:nvPr/>
          </p:nvSpPr>
          <p:spPr>
            <a:xfrm>
              <a:off x="4259250" y="4349125"/>
              <a:ext cx="42200" cy="19700"/>
            </a:xfrm>
            <a:custGeom>
              <a:rect b="b" l="l" r="r" t="t"/>
              <a:pathLst>
                <a:path extrusionOk="0" h="788" w="1688">
                  <a:moveTo>
                    <a:pt x="1650" y="675"/>
                  </a:moveTo>
                  <a:cubicBezTo>
                    <a:pt x="1287" y="312"/>
                    <a:pt x="575" y="0"/>
                    <a:pt x="63" y="138"/>
                  </a:cubicBezTo>
                  <a:cubicBezTo>
                    <a:pt x="0" y="163"/>
                    <a:pt x="25" y="237"/>
                    <a:pt x="88" y="237"/>
                  </a:cubicBezTo>
                  <a:cubicBezTo>
                    <a:pt x="638" y="175"/>
                    <a:pt x="1175" y="362"/>
                    <a:pt x="1587" y="737"/>
                  </a:cubicBezTo>
                  <a:cubicBezTo>
                    <a:pt x="1625" y="787"/>
                    <a:pt x="1687" y="712"/>
                    <a:pt x="1650" y="6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0" name="Google Shape;4990;p106"/>
            <p:cNvSpPr/>
            <p:nvPr/>
          </p:nvSpPr>
          <p:spPr>
            <a:xfrm>
              <a:off x="4198950" y="4314750"/>
              <a:ext cx="33150" cy="30025"/>
            </a:xfrm>
            <a:custGeom>
              <a:rect b="b" l="l" r="r" t="t"/>
              <a:pathLst>
                <a:path extrusionOk="0" h="1201" w="1326">
                  <a:moveTo>
                    <a:pt x="50" y="1188"/>
                  </a:moveTo>
                  <a:cubicBezTo>
                    <a:pt x="400" y="1200"/>
                    <a:pt x="663" y="1025"/>
                    <a:pt x="925" y="825"/>
                  </a:cubicBezTo>
                  <a:cubicBezTo>
                    <a:pt x="1175" y="638"/>
                    <a:pt x="1325" y="363"/>
                    <a:pt x="1325" y="50"/>
                  </a:cubicBezTo>
                  <a:cubicBezTo>
                    <a:pt x="1325" y="13"/>
                    <a:pt x="1263" y="0"/>
                    <a:pt x="1250" y="38"/>
                  </a:cubicBezTo>
                  <a:cubicBezTo>
                    <a:pt x="1238" y="325"/>
                    <a:pt x="1088" y="588"/>
                    <a:pt x="863" y="763"/>
                  </a:cubicBezTo>
                  <a:cubicBezTo>
                    <a:pt x="625" y="950"/>
                    <a:pt x="375" y="1125"/>
                    <a:pt x="50" y="1113"/>
                  </a:cubicBezTo>
                  <a:cubicBezTo>
                    <a:pt x="0" y="1113"/>
                    <a:pt x="0" y="1188"/>
                    <a:pt x="50" y="1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1" name="Google Shape;4991;p106"/>
            <p:cNvSpPr/>
            <p:nvPr/>
          </p:nvSpPr>
          <p:spPr>
            <a:xfrm>
              <a:off x="4199575" y="4315050"/>
              <a:ext cx="33150" cy="29100"/>
            </a:xfrm>
            <a:custGeom>
              <a:rect b="b" l="l" r="r" t="t"/>
              <a:pathLst>
                <a:path extrusionOk="0" h="1164" w="1326">
                  <a:moveTo>
                    <a:pt x="1250" y="1"/>
                  </a:moveTo>
                  <a:cubicBezTo>
                    <a:pt x="700" y="88"/>
                    <a:pt x="113" y="488"/>
                    <a:pt x="0" y="1076"/>
                  </a:cubicBezTo>
                  <a:cubicBezTo>
                    <a:pt x="0" y="1138"/>
                    <a:pt x="75" y="1163"/>
                    <a:pt x="113" y="1113"/>
                  </a:cubicBezTo>
                  <a:cubicBezTo>
                    <a:pt x="250" y="876"/>
                    <a:pt x="300" y="651"/>
                    <a:pt x="538" y="463"/>
                  </a:cubicBezTo>
                  <a:cubicBezTo>
                    <a:pt x="763" y="288"/>
                    <a:pt x="1013" y="163"/>
                    <a:pt x="1275" y="76"/>
                  </a:cubicBezTo>
                  <a:cubicBezTo>
                    <a:pt x="1325" y="63"/>
                    <a:pt x="1300" y="1"/>
                    <a:pt x="12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2" name="Google Shape;4992;p106"/>
            <p:cNvSpPr/>
            <p:nvPr/>
          </p:nvSpPr>
          <p:spPr>
            <a:xfrm>
              <a:off x="3891225" y="4250400"/>
              <a:ext cx="38450" cy="86550"/>
            </a:xfrm>
            <a:custGeom>
              <a:rect b="b" l="l" r="r" t="t"/>
              <a:pathLst>
                <a:path extrusionOk="0" h="3462" w="1538">
                  <a:moveTo>
                    <a:pt x="1512" y="3387"/>
                  </a:moveTo>
                  <a:cubicBezTo>
                    <a:pt x="800" y="2399"/>
                    <a:pt x="325" y="1262"/>
                    <a:pt x="100" y="63"/>
                  </a:cubicBezTo>
                  <a:cubicBezTo>
                    <a:pt x="88" y="0"/>
                    <a:pt x="0" y="25"/>
                    <a:pt x="13" y="88"/>
                  </a:cubicBezTo>
                  <a:cubicBezTo>
                    <a:pt x="225" y="1300"/>
                    <a:pt x="712" y="2437"/>
                    <a:pt x="1450" y="3424"/>
                  </a:cubicBezTo>
                  <a:cubicBezTo>
                    <a:pt x="1475" y="3462"/>
                    <a:pt x="1537" y="3424"/>
                    <a:pt x="1512" y="33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3" name="Google Shape;4993;p106"/>
            <p:cNvSpPr/>
            <p:nvPr/>
          </p:nvSpPr>
          <p:spPr>
            <a:xfrm>
              <a:off x="3880900" y="4236650"/>
              <a:ext cx="17850" cy="16275"/>
            </a:xfrm>
            <a:custGeom>
              <a:rect b="b" l="l" r="r" t="t"/>
              <a:pathLst>
                <a:path extrusionOk="0" h="651" w="714">
                  <a:moveTo>
                    <a:pt x="526" y="563"/>
                  </a:moveTo>
                  <a:cubicBezTo>
                    <a:pt x="713" y="350"/>
                    <a:pt x="488" y="0"/>
                    <a:pt x="238" y="200"/>
                  </a:cubicBezTo>
                  <a:cubicBezTo>
                    <a:pt x="1" y="400"/>
                    <a:pt x="338" y="650"/>
                    <a:pt x="551" y="550"/>
                  </a:cubicBezTo>
                  <a:cubicBezTo>
                    <a:pt x="588" y="538"/>
                    <a:pt x="576" y="475"/>
                    <a:pt x="538" y="475"/>
                  </a:cubicBezTo>
                  <a:cubicBezTo>
                    <a:pt x="501" y="475"/>
                    <a:pt x="463" y="475"/>
                    <a:pt x="426" y="475"/>
                  </a:cubicBezTo>
                  <a:cubicBezTo>
                    <a:pt x="338" y="463"/>
                    <a:pt x="351" y="475"/>
                    <a:pt x="463" y="500"/>
                  </a:cubicBezTo>
                  <a:cubicBezTo>
                    <a:pt x="426" y="538"/>
                    <a:pt x="488" y="600"/>
                    <a:pt x="526" y="5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4" name="Google Shape;4994;p106"/>
            <p:cNvSpPr/>
            <p:nvPr/>
          </p:nvSpPr>
          <p:spPr>
            <a:xfrm>
              <a:off x="3936525" y="4266325"/>
              <a:ext cx="30625" cy="82200"/>
            </a:xfrm>
            <a:custGeom>
              <a:rect b="b" l="l" r="r" t="t"/>
              <a:pathLst>
                <a:path extrusionOk="0" h="3288" w="1225">
                  <a:moveTo>
                    <a:pt x="225" y="3225"/>
                  </a:moveTo>
                  <a:cubicBezTo>
                    <a:pt x="88" y="2012"/>
                    <a:pt x="413" y="1013"/>
                    <a:pt x="1200" y="75"/>
                  </a:cubicBezTo>
                  <a:cubicBezTo>
                    <a:pt x="1225" y="50"/>
                    <a:pt x="1175" y="0"/>
                    <a:pt x="1150" y="38"/>
                  </a:cubicBezTo>
                  <a:cubicBezTo>
                    <a:pt x="213" y="763"/>
                    <a:pt x="0" y="2125"/>
                    <a:pt x="125" y="3225"/>
                  </a:cubicBezTo>
                  <a:cubicBezTo>
                    <a:pt x="138" y="3287"/>
                    <a:pt x="225" y="3287"/>
                    <a:pt x="225" y="3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5" name="Google Shape;4995;p106"/>
            <p:cNvSpPr/>
            <p:nvPr/>
          </p:nvSpPr>
          <p:spPr>
            <a:xfrm>
              <a:off x="3963700" y="4258200"/>
              <a:ext cx="13450" cy="13775"/>
            </a:xfrm>
            <a:custGeom>
              <a:rect b="b" l="l" r="r" t="t"/>
              <a:pathLst>
                <a:path extrusionOk="0" h="551" w="538">
                  <a:moveTo>
                    <a:pt x="475" y="288"/>
                  </a:moveTo>
                  <a:cubicBezTo>
                    <a:pt x="538" y="38"/>
                    <a:pt x="13" y="1"/>
                    <a:pt x="25" y="263"/>
                  </a:cubicBezTo>
                  <a:cubicBezTo>
                    <a:pt x="0" y="550"/>
                    <a:pt x="425" y="525"/>
                    <a:pt x="425" y="238"/>
                  </a:cubicBezTo>
                  <a:cubicBezTo>
                    <a:pt x="425" y="200"/>
                    <a:pt x="375" y="188"/>
                    <a:pt x="363" y="225"/>
                  </a:cubicBezTo>
                  <a:cubicBezTo>
                    <a:pt x="300" y="275"/>
                    <a:pt x="313" y="300"/>
                    <a:pt x="413" y="300"/>
                  </a:cubicBezTo>
                  <a:cubicBezTo>
                    <a:pt x="413" y="338"/>
                    <a:pt x="475" y="338"/>
                    <a:pt x="475" y="3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6" name="Google Shape;4996;p106"/>
            <p:cNvSpPr/>
            <p:nvPr/>
          </p:nvSpPr>
          <p:spPr>
            <a:xfrm>
              <a:off x="4139900" y="4371600"/>
              <a:ext cx="237775" cy="60325"/>
            </a:xfrm>
            <a:custGeom>
              <a:rect b="b" l="l" r="r" t="t"/>
              <a:pathLst>
                <a:path extrusionOk="0" h="2413" w="9511">
                  <a:moveTo>
                    <a:pt x="63" y="2400"/>
                  </a:moveTo>
                  <a:cubicBezTo>
                    <a:pt x="3375" y="1151"/>
                    <a:pt x="6061" y="1"/>
                    <a:pt x="9386" y="2038"/>
                  </a:cubicBezTo>
                  <a:cubicBezTo>
                    <a:pt x="9448" y="2075"/>
                    <a:pt x="9511" y="1975"/>
                    <a:pt x="9448" y="1938"/>
                  </a:cubicBezTo>
                  <a:cubicBezTo>
                    <a:pt x="8023" y="988"/>
                    <a:pt x="6761" y="588"/>
                    <a:pt x="5049" y="751"/>
                  </a:cubicBezTo>
                  <a:cubicBezTo>
                    <a:pt x="3125" y="938"/>
                    <a:pt x="1825" y="1650"/>
                    <a:pt x="38" y="2338"/>
                  </a:cubicBezTo>
                  <a:cubicBezTo>
                    <a:pt x="1" y="2350"/>
                    <a:pt x="26" y="2413"/>
                    <a:pt x="63" y="24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7" name="Google Shape;4997;p106"/>
            <p:cNvSpPr/>
            <p:nvPr/>
          </p:nvSpPr>
          <p:spPr>
            <a:xfrm>
              <a:off x="3860600" y="4327550"/>
              <a:ext cx="31900" cy="49700"/>
            </a:xfrm>
            <a:custGeom>
              <a:rect b="b" l="l" r="r" t="t"/>
              <a:pathLst>
                <a:path extrusionOk="0" h="1988" w="1276">
                  <a:moveTo>
                    <a:pt x="63" y="1975"/>
                  </a:moveTo>
                  <a:cubicBezTo>
                    <a:pt x="625" y="1875"/>
                    <a:pt x="1163" y="1538"/>
                    <a:pt x="1225" y="926"/>
                  </a:cubicBezTo>
                  <a:cubicBezTo>
                    <a:pt x="1275" y="438"/>
                    <a:pt x="900" y="13"/>
                    <a:pt x="413" y="1"/>
                  </a:cubicBezTo>
                  <a:cubicBezTo>
                    <a:pt x="338" y="1"/>
                    <a:pt x="338" y="113"/>
                    <a:pt x="413" y="113"/>
                  </a:cubicBezTo>
                  <a:cubicBezTo>
                    <a:pt x="988" y="138"/>
                    <a:pt x="1263" y="713"/>
                    <a:pt x="1038" y="1213"/>
                  </a:cubicBezTo>
                  <a:cubicBezTo>
                    <a:pt x="850" y="1613"/>
                    <a:pt x="463" y="1825"/>
                    <a:pt x="38" y="1913"/>
                  </a:cubicBezTo>
                  <a:cubicBezTo>
                    <a:pt x="0" y="1925"/>
                    <a:pt x="25" y="1988"/>
                    <a:pt x="63" y="19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8" name="Google Shape;4998;p106"/>
            <p:cNvSpPr/>
            <p:nvPr/>
          </p:nvSpPr>
          <p:spPr>
            <a:xfrm>
              <a:off x="4075225" y="4370975"/>
              <a:ext cx="62825" cy="31575"/>
            </a:xfrm>
            <a:custGeom>
              <a:rect b="b" l="l" r="r" t="t"/>
              <a:pathLst>
                <a:path extrusionOk="0" h="1263" w="2513">
                  <a:moveTo>
                    <a:pt x="2450" y="526"/>
                  </a:moveTo>
                  <a:cubicBezTo>
                    <a:pt x="1825" y="551"/>
                    <a:pt x="1338" y="1"/>
                    <a:pt x="701" y="213"/>
                  </a:cubicBezTo>
                  <a:cubicBezTo>
                    <a:pt x="276" y="363"/>
                    <a:pt x="1" y="763"/>
                    <a:pt x="26" y="1213"/>
                  </a:cubicBezTo>
                  <a:cubicBezTo>
                    <a:pt x="26" y="1250"/>
                    <a:pt x="88" y="1263"/>
                    <a:pt x="88" y="1213"/>
                  </a:cubicBezTo>
                  <a:cubicBezTo>
                    <a:pt x="201" y="426"/>
                    <a:pt x="888" y="126"/>
                    <a:pt x="1588" y="413"/>
                  </a:cubicBezTo>
                  <a:cubicBezTo>
                    <a:pt x="1850" y="551"/>
                    <a:pt x="2150" y="626"/>
                    <a:pt x="2450" y="613"/>
                  </a:cubicBezTo>
                  <a:cubicBezTo>
                    <a:pt x="2513" y="613"/>
                    <a:pt x="2513" y="526"/>
                    <a:pt x="2450" y="5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9" name="Google Shape;4999;p106"/>
            <p:cNvSpPr/>
            <p:nvPr/>
          </p:nvSpPr>
          <p:spPr>
            <a:xfrm>
              <a:off x="4073975" y="4396300"/>
              <a:ext cx="30950" cy="21575"/>
            </a:xfrm>
            <a:custGeom>
              <a:rect b="b" l="l" r="r" t="t"/>
              <a:pathLst>
                <a:path extrusionOk="0" h="863" w="1238">
                  <a:moveTo>
                    <a:pt x="113" y="50"/>
                  </a:moveTo>
                  <a:cubicBezTo>
                    <a:pt x="1" y="337"/>
                    <a:pt x="176" y="587"/>
                    <a:pt x="451" y="700"/>
                  </a:cubicBezTo>
                  <a:cubicBezTo>
                    <a:pt x="676" y="787"/>
                    <a:pt x="1075" y="862"/>
                    <a:pt x="1225" y="612"/>
                  </a:cubicBezTo>
                  <a:cubicBezTo>
                    <a:pt x="1238" y="587"/>
                    <a:pt x="1200" y="550"/>
                    <a:pt x="1175" y="575"/>
                  </a:cubicBezTo>
                  <a:cubicBezTo>
                    <a:pt x="851" y="825"/>
                    <a:pt x="1" y="587"/>
                    <a:pt x="188" y="63"/>
                  </a:cubicBezTo>
                  <a:cubicBezTo>
                    <a:pt x="201" y="25"/>
                    <a:pt x="138" y="0"/>
                    <a:pt x="113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0" name="Google Shape;5000;p106"/>
            <p:cNvSpPr/>
            <p:nvPr/>
          </p:nvSpPr>
          <p:spPr>
            <a:xfrm>
              <a:off x="3834050" y="4258825"/>
              <a:ext cx="81250" cy="56250"/>
            </a:xfrm>
            <a:custGeom>
              <a:rect b="b" l="l" r="r" t="t"/>
              <a:pathLst>
                <a:path extrusionOk="0" h="2250" w="3250">
                  <a:moveTo>
                    <a:pt x="3224" y="2162"/>
                  </a:moveTo>
                  <a:cubicBezTo>
                    <a:pt x="2437" y="1200"/>
                    <a:pt x="1462" y="0"/>
                    <a:pt x="63" y="288"/>
                  </a:cubicBezTo>
                  <a:cubicBezTo>
                    <a:pt x="0" y="300"/>
                    <a:pt x="25" y="375"/>
                    <a:pt x="88" y="375"/>
                  </a:cubicBezTo>
                  <a:cubicBezTo>
                    <a:pt x="1475" y="188"/>
                    <a:pt x="2362" y="1263"/>
                    <a:pt x="3162" y="2200"/>
                  </a:cubicBezTo>
                  <a:cubicBezTo>
                    <a:pt x="3199" y="2250"/>
                    <a:pt x="3249" y="2187"/>
                    <a:pt x="3224" y="2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1" name="Google Shape;5001;p106"/>
            <p:cNvSpPr/>
            <p:nvPr/>
          </p:nvSpPr>
          <p:spPr>
            <a:xfrm>
              <a:off x="4063350" y="4351000"/>
              <a:ext cx="31275" cy="15325"/>
            </a:xfrm>
            <a:custGeom>
              <a:rect b="b" l="l" r="r" t="t"/>
              <a:pathLst>
                <a:path extrusionOk="0" h="613" w="1251">
                  <a:moveTo>
                    <a:pt x="1188" y="500"/>
                  </a:moveTo>
                  <a:cubicBezTo>
                    <a:pt x="776" y="487"/>
                    <a:pt x="401" y="312"/>
                    <a:pt x="113" y="38"/>
                  </a:cubicBezTo>
                  <a:cubicBezTo>
                    <a:pt x="63" y="0"/>
                    <a:pt x="1" y="38"/>
                    <a:pt x="38" y="88"/>
                  </a:cubicBezTo>
                  <a:cubicBezTo>
                    <a:pt x="163" y="250"/>
                    <a:pt x="338" y="375"/>
                    <a:pt x="538" y="450"/>
                  </a:cubicBezTo>
                  <a:cubicBezTo>
                    <a:pt x="738" y="562"/>
                    <a:pt x="963" y="612"/>
                    <a:pt x="1188" y="587"/>
                  </a:cubicBezTo>
                  <a:cubicBezTo>
                    <a:pt x="1238" y="587"/>
                    <a:pt x="1251" y="500"/>
                    <a:pt x="1188" y="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2" name="Google Shape;5002;p106"/>
            <p:cNvSpPr/>
            <p:nvPr/>
          </p:nvSpPr>
          <p:spPr>
            <a:xfrm>
              <a:off x="4063350" y="4344750"/>
              <a:ext cx="34075" cy="21875"/>
            </a:xfrm>
            <a:custGeom>
              <a:rect b="b" l="l" r="r" t="t"/>
              <a:pathLst>
                <a:path extrusionOk="0" h="875" w="1363">
                  <a:moveTo>
                    <a:pt x="101" y="325"/>
                  </a:moveTo>
                  <a:cubicBezTo>
                    <a:pt x="538" y="125"/>
                    <a:pt x="1051" y="412"/>
                    <a:pt x="1251" y="825"/>
                  </a:cubicBezTo>
                  <a:cubicBezTo>
                    <a:pt x="1276" y="875"/>
                    <a:pt x="1363" y="837"/>
                    <a:pt x="1350" y="787"/>
                  </a:cubicBezTo>
                  <a:cubicBezTo>
                    <a:pt x="1138" y="300"/>
                    <a:pt x="538" y="0"/>
                    <a:pt x="51" y="250"/>
                  </a:cubicBezTo>
                  <a:cubicBezTo>
                    <a:pt x="1" y="275"/>
                    <a:pt x="51" y="350"/>
                    <a:pt x="101" y="3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3" name="Google Shape;5003;p106"/>
            <p:cNvSpPr/>
            <p:nvPr/>
          </p:nvSpPr>
          <p:spPr>
            <a:xfrm>
              <a:off x="4299550" y="4347550"/>
              <a:ext cx="132475" cy="60000"/>
            </a:xfrm>
            <a:custGeom>
              <a:rect b="b" l="l" r="r" t="t"/>
              <a:pathLst>
                <a:path extrusionOk="0" h="2400" w="5299">
                  <a:moveTo>
                    <a:pt x="50" y="1825"/>
                  </a:moveTo>
                  <a:cubicBezTo>
                    <a:pt x="1650" y="2138"/>
                    <a:pt x="5074" y="2400"/>
                    <a:pt x="5299" y="51"/>
                  </a:cubicBezTo>
                  <a:cubicBezTo>
                    <a:pt x="5299" y="1"/>
                    <a:pt x="5224" y="13"/>
                    <a:pt x="5224" y="51"/>
                  </a:cubicBezTo>
                  <a:cubicBezTo>
                    <a:pt x="4924" y="2337"/>
                    <a:pt x="1612" y="2038"/>
                    <a:pt x="63" y="1750"/>
                  </a:cubicBezTo>
                  <a:cubicBezTo>
                    <a:pt x="25" y="1738"/>
                    <a:pt x="0" y="1813"/>
                    <a:pt x="50" y="18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4" name="Google Shape;5004;p106"/>
            <p:cNvSpPr/>
            <p:nvPr/>
          </p:nvSpPr>
          <p:spPr>
            <a:xfrm>
              <a:off x="4363900" y="4310050"/>
              <a:ext cx="61575" cy="65325"/>
            </a:xfrm>
            <a:custGeom>
              <a:rect b="b" l="l" r="r" t="t"/>
              <a:pathLst>
                <a:path extrusionOk="0" h="2613" w="2463">
                  <a:moveTo>
                    <a:pt x="1500" y="2588"/>
                  </a:moveTo>
                  <a:cubicBezTo>
                    <a:pt x="2175" y="2263"/>
                    <a:pt x="2463" y="1426"/>
                    <a:pt x="2013" y="788"/>
                  </a:cubicBezTo>
                  <a:cubicBezTo>
                    <a:pt x="1600" y="201"/>
                    <a:pt x="538" y="1"/>
                    <a:pt x="38" y="588"/>
                  </a:cubicBezTo>
                  <a:cubicBezTo>
                    <a:pt x="1" y="638"/>
                    <a:pt x="63" y="713"/>
                    <a:pt x="113" y="663"/>
                  </a:cubicBezTo>
                  <a:cubicBezTo>
                    <a:pt x="588" y="138"/>
                    <a:pt x="1550" y="301"/>
                    <a:pt x="1925" y="851"/>
                  </a:cubicBezTo>
                  <a:cubicBezTo>
                    <a:pt x="2338" y="1438"/>
                    <a:pt x="2113" y="2238"/>
                    <a:pt x="1463" y="2538"/>
                  </a:cubicBezTo>
                  <a:cubicBezTo>
                    <a:pt x="1425" y="2550"/>
                    <a:pt x="1463" y="2613"/>
                    <a:pt x="1488" y="25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5" name="Google Shape;5005;p106"/>
            <p:cNvSpPr/>
            <p:nvPr/>
          </p:nvSpPr>
          <p:spPr>
            <a:xfrm>
              <a:off x="4353900" y="4321000"/>
              <a:ext cx="35950" cy="46575"/>
            </a:xfrm>
            <a:custGeom>
              <a:rect b="b" l="l" r="r" t="t"/>
              <a:pathLst>
                <a:path extrusionOk="0" h="1863" w="1438">
                  <a:moveTo>
                    <a:pt x="688" y="13"/>
                  </a:moveTo>
                  <a:cubicBezTo>
                    <a:pt x="226" y="188"/>
                    <a:pt x="1" y="725"/>
                    <a:pt x="201" y="1188"/>
                  </a:cubicBezTo>
                  <a:cubicBezTo>
                    <a:pt x="401" y="1650"/>
                    <a:pt x="938" y="1862"/>
                    <a:pt x="1388" y="1662"/>
                  </a:cubicBezTo>
                  <a:cubicBezTo>
                    <a:pt x="1438" y="1637"/>
                    <a:pt x="1400" y="1562"/>
                    <a:pt x="1363" y="1575"/>
                  </a:cubicBezTo>
                  <a:cubicBezTo>
                    <a:pt x="938" y="1700"/>
                    <a:pt x="476" y="1575"/>
                    <a:pt x="301" y="1150"/>
                  </a:cubicBezTo>
                  <a:cubicBezTo>
                    <a:pt x="138" y="725"/>
                    <a:pt x="326" y="263"/>
                    <a:pt x="726" y="75"/>
                  </a:cubicBezTo>
                  <a:cubicBezTo>
                    <a:pt x="763" y="50"/>
                    <a:pt x="726" y="0"/>
                    <a:pt x="688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6" name="Google Shape;5006;p106"/>
            <p:cNvSpPr/>
            <p:nvPr/>
          </p:nvSpPr>
          <p:spPr>
            <a:xfrm>
              <a:off x="4384200" y="4332875"/>
              <a:ext cx="17225" cy="30950"/>
            </a:xfrm>
            <a:custGeom>
              <a:rect b="b" l="l" r="r" t="t"/>
              <a:pathLst>
                <a:path extrusionOk="0" h="1238" w="689">
                  <a:moveTo>
                    <a:pt x="51" y="1200"/>
                  </a:moveTo>
                  <a:cubicBezTo>
                    <a:pt x="388" y="1237"/>
                    <a:pt x="626" y="862"/>
                    <a:pt x="626" y="550"/>
                  </a:cubicBezTo>
                  <a:cubicBezTo>
                    <a:pt x="613" y="238"/>
                    <a:pt x="351" y="0"/>
                    <a:pt x="63" y="113"/>
                  </a:cubicBezTo>
                  <a:cubicBezTo>
                    <a:pt x="1" y="138"/>
                    <a:pt x="26" y="225"/>
                    <a:pt x="76" y="200"/>
                  </a:cubicBezTo>
                  <a:cubicBezTo>
                    <a:pt x="688" y="13"/>
                    <a:pt x="638" y="1162"/>
                    <a:pt x="51" y="1125"/>
                  </a:cubicBezTo>
                  <a:cubicBezTo>
                    <a:pt x="1" y="1125"/>
                    <a:pt x="1" y="1200"/>
                    <a:pt x="51" y="12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7" name="Google Shape;5007;p106"/>
            <p:cNvSpPr/>
            <p:nvPr/>
          </p:nvSpPr>
          <p:spPr>
            <a:xfrm>
              <a:off x="4100225" y="4302575"/>
              <a:ext cx="55325" cy="71550"/>
            </a:xfrm>
            <a:custGeom>
              <a:rect b="b" l="l" r="r" t="t"/>
              <a:pathLst>
                <a:path extrusionOk="0" h="2862" w="2213">
                  <a:moveTo>
                    <a:pt x="463" y="2787"/>
                  </a:moveTo>
                  <a:cubicBezTo>
                    <a:pt x="113" y="1462"/>
                    <a:pt x="925" y="387"/>
                    <a:pt x="2175" y="63"/>
                  </a:cubicBezTo>
                  <a:cubicBezTo>
                    <a:pt x="2212" y="50"/>
                    <a:pt x="2200" y="0"/>
                    <a:pt x="2175" y="0"/>
                  </a:cubicBezTo>
                  <a:cubicBezTo>
                    <a:pt x="788" y="100"/>
                    <a:pt x="0" y="1537"/>
                    <a:pt x="388" y="2812"/>
                  </a:cubicBezTo>
                  <a:cubicBezTo>
                    <a:pt x="400" y="2862"/>
                    <a:pt x="488" y="2849"/>
                    <a:pt x="463" y="27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8" name="Google Shape;5008;p106"/>
            <p:cNvSpPr/>
            <p:nvPr/>
          </p:nvSpPr>
          <p:spPr>
            <a:xfrm>
              <a:off x="3701275" y="4276950"/>
              <a:ext cx="111850" cy="104375"/>
            </a:xfrm>
            <a:custGeom>
              <a:rect b="b" l="l" r="r" t="t"/>
              <a:pathLst>
                <a:path extrusionOk="0" h="4175" w="4474">
                  <a:moveTo>
                    <a:pt x="1812" y="3999"/>
                  </a:moveTo>
                  <a:cubicBezTo>
                    <a:pt x="3249" y="4174"/>
                    <a:pt x="4424" y="2737"/>
                    <a:pt x="3712" y="1387"/>
                  </a:cubicBezTo>
                  <a:cubicBezTo>
                    <a:pt x="2987" y="0"/>
                    <a:pt x="1050" y="213"/>
                    <a:pt x="38" y="1150"/>
                  </a:cubicBezTo>
                  <a:cubicBezTo>
                    <a:pt x="0" y="1187"/>
                    <a:pt x="50" y="1237"/>
                    <a:pt x="88" y="1212"/>
                  </a:cubicBezTo>
                  <a:cubicBezTo>
                    <a:pt x="987" y="563"/>
                    <a:pt x="2450" y="113"/>
                    <a:pt x="3337" y="1050"/>
                  </a:cubicBezTo>
                  <a:cubicBezTo>
                    <a:pt x="4474" y="2275"/>
                    <a:pt x="3387" y="4087"/>
                    <a:pt x="1812" y="3899"/>
                  </a:cubicBezTo>
                  <a:cubicBezTo>
                    <a:pt x="1737" y="3887"/>
                    <a:pt x="1737" y="3999"/>
                    <a:pt x="1812" y="39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9" name="Google Shape;5009;p106"/>
            <p:cNvSpPr/>
            <p:nvPr/>
          </p:nvSpPr>
          <p:spPr>
            <a:xfrm>
              <a:off x="3442900" y="4301950"/>
              <a:ext cx="263700" cy="146525"/>
            </a:xfrm>
            <a:custGeom>
              <a:rect b="b" l="l" r="r" t="t"/>
              <a:pathLst>
                <a:path extrusionOk="0" h="5861" w="10548">
                  <a:moveTo>
                    <a:pt x="10460" y="38"/>
                  </a:moveTo>
                  <a:cubicBezTo>
                    <a:pt x="9248" y="1712"/>
                    <a:pt x="8136" y="3812"/>
                    <a:pt x="6224" y="4736"/>
                  </a:cubicBezTo>
                  <a:cubicBezTo>
                    <a:pt x="4462" y="5599"/>
                    <a:pt x="1700" y="5774"/>
                    <a:pt x="75" y="4561"/>
                  </a:cubicBezTo>
                  <a:cubicBezTo>
                    <a:pt x="38" y="4549"/>
                    <a:pt x="0" y="4599"/>
                    <a:pt x="38" y="4611"/>
                  </a:cubicBezTo>
                  <a:cubicBezTo>
                    <a:pt x="1475" y="5861"/>
                    <a:pt x="3962" y="5736"/>
                    <a:pt x="5686" y="5149"/>
                  </a:cubicBezTo>
                  <a:cubicBezTo>
                    <a:pt x="7998" y="4349"/>
                    <a:pt x="9198" y="1950"/>
                    <a:pt x="10523" y="75"/>
                  </a:cubicBezTo>
                  <a:cubicBezTo>
                    <a:pt x="10548" y="38"/>
                    <a:pt x="10485" y="0"/>
                    <a:pt x="10460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0" name="Google Shape;5010;p106"/>
            <p:cNvSpPr/>
            <p:nvPr/>
          </p:nvSpPr>
          <p:spPr>
            <a:xfrm>
              <a:off x="3410100" y="4324750"/>
              <a:ext cx="100625" cy="84375"/>
            </a:xfrm>
            <a:custGeom>
              <a:rect b="b" l="l" r="r" t="t"/>
              <a:pathLst>
                <a:path extrusionOk="0" h="3375" w="4025">
                  <a:moveTo>
                    <a:pt x="1150" y="3287"/>
                  </a:moveTo>
                  <a:cubicBezTo>
                    <a:pt x="613" y="2350"/>
                    <a:pt x="500" y="975"/>
                    <a:pt x="1650" y="425"/>
                  </a:cubicBezTo>
                  <a:cubicBezTo>
                    <a:pt x="1937" y="313"/>
                    <a:pt x="2250" y="263"/>
                    <a:pt x="2550" y="313"/>
                  </a:cubicBezTo>
                  <a:cubicBezTo>
                    <a:pt x="2625" y="325"/>
                    <a:pt x="2699" y="300"/>
                    <a:pt x="2774" y="313"/>
                  </a:cubicBezTo>
                  <a:cubicBezTo>
                    <a:pt x="3537" y="438"/>
                    <a:pt x="3512" y="638"/>
                    <a:pt x="3587" y="1175"/>
                  </a:cubicBezTo>
                  <a:cubicBezTo>
                    <a:pt x="3699" y="2075"/>
                    <a:pt x="3087" y="2412"/>
                    <a:pt x="2312" y="2262"/>
                  </a:cubicBezTo>
                  <a:cubicBezTo>
                    <a:pt x="1725" y="2150"/>
                    <a:pt x="1425" y="1862"/>
                    <a:pt x="1025" y="1450"/>
                  </a:cubicBezTo>
                  <a:cubicBezTo>
                    <a:pt x="725" y="1138"/>
                    <a:pt x="475" y="813"/>
                    <a:pt x="25" y="800"/>
                  </a:cubicBezTo>
                  <a:cubicBezTo>
                    <a:pt x="0" y="800"/>
                    <a:pt x="0" y="838"/>
                    <a:pt x="25" y="838"/>
                  </a:cubicBezTo>
                  <a:cubicBezTo>
                    <a:pt x="738" y="950"/>
                    <a:pt x="1137" y="1850"/>
                    <a:pt x="1725" y="2225"/>
                  </a:cubicBezTo>
                  <a:cubicBezTo>
                    <a:pt x="2150" y="2525"/>
                    <a:pt x="2712" y="2575"/>
                    <a:pt x="3187" y="2350"/>
                  </a:cubicBezTo>
                  <a:cubicBezTo>
                    <a:pt x="3912" y="2025"/>
                    <a:pt x="4024" y="888"/>
                    <a:pt x="3387" y="388"/>
                  </a:cubicBezTo>
                  <a:cubicBezTo>
                    <a:pt x="2874" y="0"/>
                    <a:pt x="1800" y="125"/>
                    <a:pt x="1312" y="488"/>
                  </a:cubicBezTo>
                  <a:cubicBezTo>
                    <a:pt x="388" y="1187"/>
                    <a:pt x="563" y="2450"/>
                    <a:pt x="1087" y="3337"/>
                  </a:cubicBezTo>
                  <a:cubicBezTo>
                    <a:pt x="1112" y="3374"/>
                    <a:pt x="1187" y="3337"/>
                    <a:pt x="1162" y="32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1" name="Google Shape;5011;p106"/>
            <p:cNvSpPr/>
            <p:nvPr/>
          </p:nvSpPr>
          <p:spPr>
            <a:xfrm>
              <a:off x="3347925" y="4341000"/>
              <a:ext cx="55325" cy="13450"/>
            </a:xfrm>
            <a:custGeom>
              <a:rect b="b" l="l" r="r" t="t"/>
              <a:pathLst>
                <a:path extrusionOk="0" h="538" w="2213">
                  <a:moveTo>
                    <a:pt x="2162" y="75"/>
                  </a:moveTo>
                  <a:cubicBezTo>
                    <a:pt x="1475" y="0"/>
                    <a:pt x="625" y="50"/>
                    <a:pt x="25" y="475"/>
                  </a:cubicBezTo>
                  <a:cubicBezTo>
                    <a:pt x="0" y="488"/>
                    <a:pt x="13" y="537"/>
                    <a:pt x="50" y="525"/>
                  </a:cubicBezTo>
                  <a:cubicBezTo>
                    <a:pt x="775" y="300"/>
                    <a:pt x="1387" y="75"/>
                    <a:pt x="2162" y="150"/>
                  </a:cubicBezTo>
                  <a:cubicBezTo>
                    <a:pt x="2212" y="150"/>
                    <a:pt x="2212" y="75"/>
                    <a:pt x="2162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2" name="Google Shape;5012;p106"/>
            <p:cNvSpPr/>
            <p:nvPr/>
          </p:nvSpPr>
          <p:spPr>
            <a:xfrm>
              <a:off x="3593800" y="4288500"/>
              <a:ext cx="81250" cy="96575"/>
            </a:xfrm>
            <a:custGeom>
              <a:rect b="b" l="l" r="r" t="t"/>
              <a:pathLst>
                <a:path extrusionOk="0" h="3863" w="3250">
                  <a:moveTo>
                    <a:pt x="2225" y="3837"/>
                  </a:moveTo>
                  <a:cubicBezTo>
                    <a:pt x="2787" y="3187"/>
                    <a:pt x="3249" y="2375"/>
                    <a:pt x="3062" y="1488"/>
                  </a:cubicBezTo>
                  <a:cubicBezTo>
                    <a:pt x="2887" y="663"/>
                    <a:pt x="2087" y="63"/>
                    <a:pt x="1250" y="26"/>
                  </a:cubicBezTo>
                  <a:cubicBezTo>
                    <a:pt x="663" y="1"/>
                    <a:pt x="0" y="376"/>
                    <a:pt x="75" y="1050"/>
                  </a:cubicBezTo>
                  <a:cubicBezTo>
                    <a:pt x="113" y="1388"/>
                    <a:pt x="463" y="1813"/>
                    <a:pt x="750" y="1438"/>
                  </a:cubicBezTo>
                  <a:cubicBezTo>
                    <a:pt x="775" y="1400"/>
                    <a:pt x="713" y="1363"/>
                    <a:pt x="675" y="1400"/>
                  </a:cubicBezTo>
                  <a:cubicBezTo>
                    <a:pt x="238" y="563"/>
                    <a:pt x="388" y="138"/>
                    <a:pt x="1125" y="126"/>
                  </a:cubicBezTo>
                  <a:cubicBezTo>
                    <a:pt x="1450" y="126"/>
                    <a:pt x="1762" y="213"/>
                    <a:pt x="2037" y="363"/>
                  </a:cubicBezTo>
                  <a:cubicBezTo>
                    <a:pt x="2475" y="576"/>
                    <a:pt x="2800" y="950"/>
                    <a:pt x="2925" y="1413"/>
                  </a:cubicBezTo>
                  <a:cubicBezTo>
                    <a:pt x="3174" y="2300"/>
                    <a:pt x="2712" y="3125"/>
                    <a:pt x="2187" y="3800"/>
                  </a:cubicBezTo>
                  <a:cubicBezTo>
                    <a:pt x="2162" y="3825"/>
                    <a:pt x="2200" y="3862"/>
                    <a:pt x="2225" y="38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3" name="Google Shape;5013;p106"/>
            <p:cNvSpPr/>
            <p:nvPr/>
          </p:nvSpPr>
          <p:spPr>
            <a:xfrm>
              <a:off x="3666275" y="4246025"/>
              <a:ext cx="22825" cy="110600"/>
            </a:xfrm>
            <a:custGeom>
              <a:rect b="b" l="l" r="r" t="t"/>
              <a:pathLst>
                <a:path extrusionOk="0" h="4424" w="913">
                  <a:moveTo>
                    <a:pt x="100" y="4386"/>
                  </a:moveTo>
                  <a:cubicBezTo>
                    <a:pt x="550" y="3862"/>
                    <a:pt x="663" y="3187"/>
                    <a:pt x="738" y="2512"/>
                  </a:cubicBezTo>
                  <a:cubicBezTo>
                    <a:pt x="825" y="1700"/>
                    <a:pt x="913" y="712"/>
                    <a:pt x="388" y="25"/>
                  </a:cubicBezTo>
                  <a:cubicBezTo>
                    <a:pt x="363" y="0"/>
                    <a:pt x="325" y="25"/>
                    <a:pt x="338" y="63"/>
                  </a:cubicBezTo>
                  <a:cubicBezTo>
                    <a:pt x="913" y="1175"/>
                    <a:pt x="888" y="3312"/>
                    <a:pt x="38" y="4324"/>
                  </a:cubicBezTo>
                  <a:cubicBezTo>
                    <a:pt x="1" y="4361"/>
                    <a:pt x="63" y="4424"/>
                    <a:pt x="100" y="43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4" name="Google Shape;5014;p106"/>
            <p:cNvSpPr/>
            <p:nvPr/>
          </p:nvSpPr>
          <p:spPr>
            <a:xfrm>
              <a:off x="3666600" y="4234450"/>
              <a:ext cx="12200" cy="12225"/>
            </a:xfrm>
            <a:custGeom>
              <a:rect b="b" l="l" r="r" t="t"/>
              <a:pathLst>
                <a:path extrusionOk="0" h="489" w="488">
                  <a:moveTo>
                    <a:pt x="350" y="451"/>
                  </a:moveTo>
                  <a:cubicBezTo>
                    <a:pt x="262" y="488"/>
                    <a:pt x="162" y="476"/>
                    <a:pt x="87" y="401"/>
                  </a:cubicBezTo>
                  <a:cubicBezTo>
                    <a:pt x="25" y="338"/>
                    <a:pt x="0" y="251"/>
                    <a:pt x="25" y="163"/>
                  </a:cubicBezTo>
                  <a:cubicBezTo>
                    <a:pt x="25" y="126"/>
                    <a:pt x="38" y="101"/>
                    <a:pt x="50" y="76"/>
                  </a:cubicBezTo>
                  <a:cubicBezTo>
                    <a:pt x="87" y="51"/>
                    <a:pt x="125" y="26"/>
                    <a:pt x="162" y="26"/>
                  </a:cubicBezTo>
                  <a:cubicBezTo>
                    <a:pt x="287" y="1"/>
                    <a:pt x="412" y="63"/>
                    <a:pt x="462" y="188"/>
                  </a:cubicBezTo>
                  <a:cubicBezTo>
                    <a:pt x="487" y="313"/>
                    <a:pt x="375" y="438"/>
                    <a:pt x="250" y="4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5" name="Google Shape;5015;p106"/>
            <p:cNvSpPr/>
            <p:nvPr/>
          </p:nvSpPr>
          <p:spPr>
            <a:xfrm>
              <a:off x="3660650" y="4232275"/>
              <a:ext cx="22200" cy="17200"/>
            </a:xfrm>
            <a:custGeom>
              <a:rect b="b" l="l" r="r" t="t"/>
              <a:pathLst>
                <a:path extrusionOk="0" h="688" w="888">
                  <a:moveTo>
                    <a:pt x="575" y="475"/>
                  </a:moveTo>
                  <a:cubicBezTo>
                    <a:pt x="300" y="450"/>
                    <a:pt x="251" y="375"/>
                    <a:pt x="425" y="275"/>
                  </a:cubicBezTo>
                  <a:cubicBezTo>
                    <a:pt x="575" y="88"/>
                    <a:pt x="588" y="163"/>
                    <a:pt x="475" y="488"/>
                  </a:cubicBezTo>
                  <a:cubicBezTo>
                    <a:pt x="425" y="488"/>
                    <a:pt x="438" y="575"/>
                    <a:pt x="488" y="575"/>
                  </a:cubicBezTo>
                  <a:cubicBezTo>
                    <a:pt x="888" y="575"/>
                    <a:pt x="800" y="0"/>
                    <a:pt x="400" y="63"/>
                  </a:cubicBezTo>
                  <a:cubicBezTo>
                    <a:pt x="1" y="125"/>
                    <a:pt x="238" y="688"/>
                    <a:pt x="613" y="600"/>
                  </a:cubicBezTo>
                  <a:cubicBezTo>
                    <a:pt x="688" y="575"/>
                    <a:pt x="650" y="450"/>
                    <a:pt x="575" y="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6" name="Google Shape;5016;p106"/>
            <p:cNvSpPr/>
            <p:nvPr/>
          </p:nvSpPr>
          <p:spPr>
            <a:xfrm>
              <a:off x="3438200" y="4411600"/>
              <a:ext cx="2850" cy="3150"/>
            </a:xfrm>
            <a:custGeom>
              <a:rect b="b" l="l" r="r" t="t"/>
              <a:pathLst>
                <a:path extrusionOk="0" h="126" w="114">
                  <a:moveTo>
                    <a:pt x="88" y="63"/>
                  </a:moveTo>
                  <a:lnTo>
                    <a:pt x="76" y="25"/>
                  </a:lnTo>
                  <a:cubicBezTo>
                    <a:pt x="76" y="0"/>
                    <a:pt x="26" y="0"/>
                    <a:pt x="13" y="25"/>
                  </a:cubicBezTo>
                  <a:cubicBezTo>
                    <a:pt x="13" y="38"/>
                    <a:pt x="13" y="50"/>
                    <a:pt x="13" y="63"/>
                  </a:cubicBezTo>
                  <a:cubicBezTo>
                    <a:pt x="1" y="125"/>
                    <a:pt x="113" y="125"/>
                    <a:pt x="101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7" name="Google Shape;5017;p106"/>
            <p:cNvSpPr/>
            <p:nvPr/>
          </p:nvSpPr>
          <p:spPr>
            <a:xfrm>
              <a:off x="3308550" y="4353500"/>
              <a:ext cx="42200" cy="17500"/>
            </a:xfrm>
            <a:custGeom>
              <a:rect b="b" l="l" r="r" t="t"/>
              <a:pathLst>
                <a:path extrusionOk="0" h="700" w="1688">
                  <a:moveTo>
                    <a:pt x="1550" y="62"/>
                  </a:moveTo>
                  <a:cubicBezTo>
                    <a:pt x="1463" y="312"/>
                    <a:pt x="1026" y="437"/>
                    <a:pt x="801" y="475"/>
                  </a:cubicBezTo>
                  <a:cubicBezTo>
                    <a:pt x="551" y="512"/>
                    <a:pt x="313" y="512"/>
                    <a:pt x="63" y="462"/>
                  </a:cubicBezTo>
                  <a:cubicBezTo>
                    <a:pt x="1" y="462"/>
                    <a:pt x="1" y="550"/>
                    <a:pt x="51" y="562"/>
                  </a:cubicBezTo>
                  <a:cubicBezTo>
                    <a:pt x="501" y="700"/>
                    <a:pt x="1463" y="625"/>
                    <a:pt x="1663" y="100"/>
                  </a:cubicBezTo>
                  <a:cubicBezTo>
                    <a:pt x="1688" y="37"/>
                    <a:pt x="1575" y="0"/>
                    <a:pt x="1550" y="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8" name="Google Shape;5018;p106"/>
            <p:cNvSpPr/>
            <p:nvPr/>
          </p:nvSpPr>
          <p:spPr>
            <a:xfrm>
              <a:off x="3308250" y="4349125"/>
              <a:ext cx="42200" cy="19700"/>
            </a:xfrm>
            <a:custGeom>
              <a:rect b="b" l="l" r="r" t="t"/>
              <a:pathLst>
                <a:path extrusionOk="0" h="788" w="1688">
                  <a:moveTo>
                    <a:pt x="113" y="737"/>
                  </a:moveTo>
                  <a:cubicBezTo>
                    <a:pt x="513" y="362"/>
                    <a:pt x="1050" y="175"/>
                    <a:pt x="1600" y="237"/>
                  </a:cubicBezTo>
                  <a:cubicBezTo>
                    <a:pt x="1662" y="237"/>
                    <a:pt x="1687" y="163"/>
                    <a:pt x="1625" y="138"/>
                  </a:cubicBezTo>
                  <a:cubicBezTo>
                    <a:pt x="1112" y="0"/>
                    <a:pt x="400" y="312"/>
                    <a:pt x="38" y="675"/>
                  </a:cubicBezTo>
                  <a:cubicBezTo>
                    <a:pt x="0" y="712"/>
                    <a:pt x="63" y="787"/>
                    <a:pt x="113" y="7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9" name="Google Shape;5019;p106"/>
            <p:cNvSpPr/>
            <p:nvPr/>
          </p:nvSpPr>
          <p:spPr>
            <a:xfrm>
              <a:off x="3377300" y="4314750"/>
              <a:ext cx="33450" cy="30025"/>
            </a:xfrm>
            <a:custGeom>
              <a:rect b="b" l="l" r="r" t="t"/>
              <a:pathLst>
                <a:path extrusionOk="0" h="1201" w="1338">
                  <a:moveTo>
                    <a:pt x="1287" y="1113"/>
                  </a:moveTo>
                  <a:cubicBezTo>
                    <a:pt x="975" y="1125"/>
                    <a:pt x="712" y="950"/>
                    <a:pt x="475" y="763"/>
                  </a:cubicBezTo>
                  <a:cubicBezTo>
                    <a:pt x="250" y="588"/>
                    <a:pt x="100" y="325"/>
                    <a:pt x="88" y="38"/>
                  </a:cubicBezTo>
                  <a:cubicBezTo>
                    <a:pt x="75" y="0"/>
                    <a:pt x="0" y="13"/>
                    <a:pt x="13" y="50"/>
                  </a:cubicBezTo>
                  <a:cubicBezTo>
                    <a:pt x="13" y="363"/>
                    <a:pt x="175" y="638"/>
                    <a:pt x="412" y="825"/>
                  </a:cubicBezTo>
                  <a:cubicBezTo>
                    <a:pt x="675" y="1025"/>
                    <a:pt x="937" y="1200"/>
                    <a:pt x="1287" y="1188"/>
                  </a:cubicBezTo>
                  <a:cubicBezTo>
                    <a:pt x="1337" y="1188"/>
                    <a:pt x="1337" y="1100"/>
                    <a:pt x="1287" y="1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0" name="Google Shape;5020;p106"/>
            <p:cNvSpPr/>
            <p:nvPr/>
          </p:nvSpPr>
          <p:spPr>
            <a:xfrm>
              <a:off x="3376975" y="4315050"/>
              <a:ext cx="33450" cy="29100"/>
            </a:xfrm>
            <a:custGeom>
              <a:rect b="b" l="l" r="r" t="t"/>
              <a:pathLst>
                <a:path extrusionOk="0" h="1164" w="1338">
                  <a:moveTo>
                    <a:pt x="51" y="76"/>
                  </a:moveTo>
                  <a:cubicBezTo>
                    <a:pt x="325" y="163"/>
                    <a:pt x="563" y="288"/>
                    <a:pt x="788" y="463"/>
                  </a:cubicBezTo>
                  <a:cubicBezTo>
                    <a:pt x="1025" y="638"/>
                    <a:pt x="1075" y="876"/>
                    <a:pt x="1225" y="1113"/>
                  </a:cubicBezTo>
                  <a:cubicBezTo>
                    <a:pt x="1263" y="1163"/>
                    <a:pt x="1338" y="1138"/>
                    <a:pt x="1325" y="1076"/>
                  </a:cubicBezTo>
                  <a:cubicBezTo>
                    <a:pt x="1213" y="488"/>
                    <a:pt x="625" y="88"/>
                    <a:pt x="76" y="1"/>
                  </a:cubicBezTo>
                  <a:cubicBezTo>
                    <a:pt x="26" y="1"/>
                    <a:pt x="1" y="63"/>
                    <a:pt x="51" y="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1" name="Google Shape;5021;p106"/>
            <p:cNvSpPr/>
            <p:nvPr/>
          </p:nvSpPr>
          <p:spPr>
            <a:xfrm>
              <a:off x="3680325" y="4250400"/>
              <a:ext cx="38450" cy="86550"/>
            </a:xfrm>
            <a:custGeom>
              <a:rect b="b" l="l" r="r" t="t"/>
              <a:pathLst>
                <a:path extrusionOk="0" h="3462" w="1538">
                  <a:moveTo>
                    <a:pt x="88" y="3424"/>
                  </a:moveTo>
                  <a:cubicBezTo>
                    <a:pt x="813" y="2437"/>
                    <a:pt x="1301" y="1300"/>
                    <a:pt x="1525" y="88"/>
                  </a:cubicBezTo>
                  <a:cubicBezTo>
                    <a:pt x="1538" y="25"/>
                    <a:pt x="1438" y="0"/>
                    <a:pt x="1425" y="63"/>
                  </a:cubicBezTo>
                  <a:cubicBezTo>
                    <a:pt x="1213" y="1262"/>
                    <a:pt x="726" y="2399"/>
                    <a:pt x="26" y="3387"/>
                  </a:cubicBezTo>
                  <a:cubicBezTo>
                    <a:pt x="1" y="3437"/>
                    <a:pt x="63" y="3462"/>
                    <a:pt x="88" y="34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2" name="Google Shape;5022;p106"/>
            <p:cNvSpPr/>
            <p:nvPr/>
          </p:nvSpPr>
          <p:spPr>
            <a:xfrm>
              <a:off x="3710950" y="4236025"/>
              <a:ext cx="18150" cy="16575"/>
            </a:xfrm>
            <a:custGeom>
              <a:rect b="b" l="l" r="r" t="t"/>
              <a:pathLst>
                <a:path extrusionOk="0" h="663" w="726">
                  <a:moveTo>
                    <a:pt x="263" y="525"/>
                  </a:moveTo>
                  <a:cubicBezTo>
                    <a:pt x="363" y="488"/>
                    <a:pt x="375" y="488"/>
                    <a:pt x="288" y="500"/>
                  </a:cubicBezTo>
                  <a:cubicBezTo>
                    <a:pt x="250" y="500"/>
                    <a:pt x="213" y="500"/>
                    <a:pt x="176" y="500"/>
                  </a:cubicBezTo>
                  <a:cubicBezTo>
                    <a:pt x="138" y="500"/>
                    <a:pt x="126" y="550"/>
                    <a:pt x="163" y="563"/>
                  </a:cubicBezTo>
                  <a:cubicBezTo>
                    <a:pt x="375" y="663"/>
                    <a:pt x="725" y="438"/>
                    <a:pt x="475" y="213"/>
                  </a:cubicBezTo>
                  <a:cubicBezTo>
                    <a:pt x="213" y="0"/>
                    <a:pt x="1" y="375"/>
                    <a:pt x="188" y="575"/>
                  </a:cubicBezTo>
                  <a:cubicBezTo>
                    <a:pt x="225" y="625"/>
                    <a:pt x="288" y="563"/>
                    <a:pt x="250" y="5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3" name="Google Shape;5023;p106"/>
            <p:cNvSpPr/>
            <p:nvPr/>
          </p:nvSpPr>
          <p:spPr>
            <a:xfrm>
              <a:off x="3642525" y="4266325"/>
              <a:ext cx="30650" cy="82200"/>
            </a:xfrm>
            <a:custGeom>
              <a:rect b="b" l="l" r="r" t="t"/>
              <a:pathLst>
                <a:path extrusionOk="0" h="3288" w="1226">
                  <a:moveTo>
                    <a:pt x="1100" y="3225"/>
                  </a:moveTo>
                  <a:cubicBezTo>
                    <a:pt x="1225" y="2125"/>
                    <a:pt x="1013" y="763"/>
                    <a:pt x="76" y="38"/>
                  </a:cubicBezTo>
                  <a:cubicBezTo>
                    <a:pt x="51" y="0"/>
                    <a:pt x="1" y="50"/>
                    <a:pt x="38" y="75"/>
                  </a:cubicBezTo>
                  <a:cubicBezTo>
                    <a:pt x="813" y="1013"/>
                    <a:pt x="1138" y="2012"/>
                    <a:pt x="1013" y="3225"/>
                  </a:cubicBezTo>
                  <a:cubicBezTo>
                    <a:pt x="1013" y="3287"/>
                    <a:pt x="1088" y="3287"/>
                    <a:pt x="1100" y="3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4" name="Google Shape;5024;p106"/>
            <p:cNvSpPr/>
            <p:nvPr/>
          </p:nvSpPr>
          <p:spPr>
            <a:xfrm>
              <a:off x="3633475" y="4256950"/>
              <a:ext cx="12825" cy="15025"/>
            </a:xfrm>
            <a:custGeom>
              <a:rect b="b" l="l" r="r" t="t"/>
              <a:pathLst>
                <a:path extrusionOk="0" h="601" w="513">
                  <a:moveTo>
                    <a:pt x="100" y="338"/>
                  </a:moveTo>
                  <a:cubicBezTo>
                    <a:pt x="188" y="338"/>
                    <a:pt x="200" y="325"/>
                    <a:pt x="150" y="263"/>
                  </a:cubicBezTo>
                  <a:cubicBezTo>
                    <a:pt x="125" y="238"/>
                    <a:pt x="88" y="250"/>
                    <a:pt x="75" y="288"/>
                  </a:cubicBezTo>
                  <a:cubicBezTo>
                    <a:pt x="75" y="575"/>
                    <a:pt x="513" y="600"/>
                    <a:pt x="475" y="300"/>
                  </a:cubicBezTo>
                  <a:cubicBezTo>
                    <a:pt x="450" y="1"/>
                    <a:pt x="0" y="38"/>
                    <a:pt x="25" y="338"/>
                  </a:cubicBezTo>
                  <a:cubicBezTo>
                    <a:pt x="25" y="388"/>
                    <a:pt x="100" y="388"/>
                    <a:pt x="100" y="3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5" name="Google Shape;5025;p106"/>
            <p:cNvSpPr/>
            <p:nvPr/>
          </p:nvSpPr>
          <p:spPr>
            <a:xfrm>
              <a:off x="3232025" y="4371600"/>
              <a:ext cx="237775" cy="60325"/>
            </a:xfrm>
            <a:custGeom>
              <a:rect b="b" l="l" r="r" t="t"/>
              <a:pathLst>
                <a:path extrusionOk="0" h="2413" w="9511">
                  <a:moveTo>
                    <a:pt x="9473" y="2338"/>
                  </a:moveTo>
                  <a:cubicBezTo>
                    <a:pt x="7711" y="1650"/>
                    <a:pt x="6386" y="938"/>
                    <a:pt x="4461" y="751"/>
                  </a:cubicBezTo>
                  <a:cubicBezTo>
                    <a:pt x="2749" y="576"/>
                    <a:pt x="1500" y="976"/>
                    <a:pt x="63" y="1938"/>
                  </a:cubicBezTo>
                  <a:cubicBezTo>
                    <a:pt x="0" y="1975"/>
                    <a:pt x="63" y="2075"/>
                    <a:pt x="125" y="2038"/>
                  </a:cubicBezTo>
                  <a:cubicBezTo>
                    <a:pt x="3462" y="1"/>
                    <a:pt x="6123" y="1151"/>
                    <a:pt x="9460" y="2400"/>
                  </a:cubicBezTo>
                  <a:cubicBezTo>
                    <a:pt x="9498" y="2413"/>
                    <a:pt x="9510" y="2350"/>
                    <a:pt x="9473" y="23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6" name="Google Shape;5026;p106"/>
            <p:cNvSpPr/>
            <p:nvPr/>
          </p:nvSpPr>
          <p:spPr>
            <a:xfrm>
              <a:off x="3717200" y="4327550"/>
              <a:ext cx="31575" cy="49400"/>
            </a:xfrm>
            <a:custGeom>
              <a:rect b="b" l="l" r="r" t="t"/>
              <a:pathLst>
                <a:path extrusionOk="0" h="1976" w="1263">
                  <a:moveTo>
                    <a:pt x="1225" y="1913"/>
                  </a:moveTo>
                  <a:cubicBezTo>
                    <a:pt x="813" y="1825"/>
                    <a:pt x="413" y="1625"/>
                    <a:pt x="238" y="1213"/>
                  </a:cubicBezTo>
                  <a:cubicBezTo>
                    <a:pt x="13" y="713"/>
                    <a:pt x="288" y="138"/>
                    <a:pt x="863" y="113"/>
                  </a:cubicBezTo>
                  <a:cubicBezTo>
                    <a:pt x="938" y="113"/>
                    <a:pt x="938" y="1"/>
                    <a:pt x="863" y="1"/>
                  </a:cubicBezTo>
                  <a:cubicBezTo>
                    <a:pt x="375" y="13"/>
                    <a:pt x="0" y="438"/>
                    <a:pt x="50" y="926"/>
                  </a:cubicBezTo>
                  <a:cubicBezTo>
                    <a:pt x="100" y="1525"/>
                    <a:pt x="650" y="1875"/>
                    <a:pt x="1200" y="1975"/>
                  </a:cubicBezTo>
                  <a:cubicBezTo>
                    <a:pt x="1238" y="1975"/>
                    <a:pt x="1263" y="1913"/>
                    <a:pt x="1225" y="19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7" name="Google Shape;5027;p106"/>
            <p:cNvSpPr/>
            <p:nvPr/>
          </p:nvSpPr>
          <p:spPr>
            <a:xfrm>
              <a:off x="3471650" y="4370975"/>
              <a:ext cx="62800" cy="31575"/>
            </a:xfrm>
            <a:custGeom>
              <a:rect b="b" l="l" r="r" t="t"/>
              <a:pathLst>
                <a:path extrusionOk="0" h="1263" w="2512">
                  <a:moveTo>
                    <a:pt x="63" y="613"/>
                  </a:moveTo>
                  <a:cubicBezTo>
                    <a:pt x="362" y="626"/>
                    <a:pt x="662" y="551"/>
                    <a:pt x="937" y="413"/>
                  </a:cubicBezTo>
                  <a:cubicBezTo>
                    <a:pt x="1637" y="113"/>
                    <a:pt x="2312" y="426"/>
                    <a:pt x="2424" y="1213"/>
                  </a:cubicBezTo>
                  <a:cubicBezTo>
                    <a:pt x="2424" y="1263"/>
                    <a:pt x="2499" y="1250"/>
                    <a:pt x="2499" y="1213"/>
                  </a:cubicBezTo>
                  <a:cubicBezTo>
                    <a:pt x="2512" y="763"/>
                    <a:pt x="2237" y="363"/>
                    <a:pt x="1825" y="213"/>
                  </a:cubicBezTo>
                  <a:cubicBezTo>
                    <a:pt x="1187" y="1"/>
                    <a:pt x="687" y="551"/>
                    <a:pt x="63" y="526"/>
                  </a:cubicBezTo>
                  <a:cubicBezTo>
                    <a:pt x="0" y="526"/>
                    <a:pt x="13" y="613"/>
                    <a:pt x="63" y="6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8" name="Google Shape;5028;p106"/>
            <p:cNvSpPr/>
            <p:nvPr/>
          </p:nvSpPr>
          <p:spPr>
            <a:xfrm>
              <a:off x="3504750" y="4396300"/>
              <a:ext cx="30650" cy="21575"/>
            </a:xfrm>
            <a:custGeom>
              <a:rect b="b" l="l" r="r" t="t"/>
              <a:pathLst>
                <a:path extrusionOk="0" h="863" w="1226">
                  <a:moveTo>
                    <a:pt x="1050" y="63"/>
                  </a:moveTo>
                  <a:cubicBezTo>
                    <a:pt x="1225" y="587"/>
                    <a:pt x="388" y="825"/>
                    <a:pt x="63" y="575"/>
                  </a:cubicBezTo>
                  <a:cubicBezTo>
                    <a:pt x="38" y="550"/>
                    <a:pt x="1" y="600"/>
                    <a:pt x="13" y="625"/>
                  </a:cubicBezTo>
                  <a:cubicBezTo>
                    <a:pt x="176" y="862"/>
                    <a:pt x="551" y="800"/>
                    <a:pt x="788" y="700"/>
                  </a:cubicBezTo>
                  <a:cubicBezTo>
                    <a:pt x="1063" y="587"/>
                    <a:pt x="1225" y="337"/>
                    <a:pt x="1113" y="50"/>
                  </a:cubicBezTo>
                  <a:cubicBezTo>
                    <a:pt x="1100" y="0"/>
                    <a:pt x="1038" y="25"/>
                    <a:pt x="1050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9" name="Google Shape;5029;p106"/>
            <p:cNvSpPr/>
            <p:nvPr/>
          </p:nvSpPr>
          <p:spPr>
            <a:xfrm>
              <a:off x="3694400" y="4258825"/>
              <a:ext cx="81250" cy="56575"/>
            </a:xfrm>
            <a:custGeom>
              <a:rect b="b" l="l" r="r" t="t"/>
              <a:pathLst>
                <a:path extrusionOk="0" h="2263" w="3250">
                  <a:moveTo>
                    <a:pt x="88" y="2212"/>
                  </a:moveTo>
                  <a:cubicBezTo>
                    <a:pt x="887" y="1263"/>
                    <a:pt x="1775" y="188"/>
                    <a:pt x="3162" y="375"/>
                  </a:cubicBezTo>
                  <a:cubicBezTo>
                    <a:pt x="3224" y="375"/>
                    <a:pt x="3249" y="300"/>
                    <a:pt x="3187" y="288"/>
                  </a:cubicBezTo>
                  <a:cubicBezTo>
                    <a:pt x="1787" y="0"/>
                    <a:pt x="825" y="1200"/>
                    <a:pt x="25" y="2162"/>
                  </a:cubicBezTo>
                  <a:cubicBezTo>
                    <a:pt x="0" y="2200"/>
                    <a:pt x="50" y="2262"/>
                    <a:pt x="88" y="2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0" name="Google Shape;5030;p106"/>
            <p:cNvSpPr/>
            <p:nvPr/>
          </p:nvSpPr>
          <p:spPr>
            <a:xfrm>
              <a:off x="3515075" y="4351000"/>
              <a:ext cx="31250" cy="15325"/>
            </a:xfrm>
            <a:custGeom>
              <a:rect b="b" l="l" r="r" t="t"/>
              <a:pathLst>
                <a:path extrusionOk="0" h="613" w="1250">
                  <a:moveTo>
                    <a:pt x="63" y="600"/>
                  </a:moveTo>
                  <a:cubicBezTo>
                    <a:pt x="288" y="612"/>
                    <a:pt x="512" y="562"/>
                    <a:pt x="712" y="450"/>
                  </a:cubicBezTo>
                  <a:cubicBezTo>
                    <a:pt x="912" y="387"/>
                    <a:pt x="1087" y="262"/>
                    <a:pt x="1212" y="88"/>
                  </a:cubicBezTo>
                  <a:cubicBezTo>
                    <a:pt x="1250" y="50"/>
                    <a:pt x="1187" y="0"/>
                    <a:pt x="1150" y="38"/>
                  </a:cubicBezTo>
                  <a:cubicBezTo>
                    <a:pt x="862" y="325"/>
                    <a:pt x="475" y="487"/>
                    <a:pt x="63" y="512"/>
                  </a:cubicBezTo>
                  <a:cubicBezTo>
                    <a:pt x="0" y="512"/>
                    <a:pt x="13" y="587"/>
                    <a:pt x="63" y="6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1" name="Google Shape;5031;p106"/>
            <p:cNvSpPr/>
            <p:nvPr/>
          </p:nvSpPr>
          <p:spPr>
            <a:xfrm>
              <a:off x="3512250" y="4344750"/>
              <a:ext cx="34075" cy="22200"/>
            </a:xfrm>
            <a:custGeom>
              <a:rect b="b" l="l" r="r" t="t"/>
              <a:pathLst>
                <a:path extrusionOk="0" h="888" w="1363">
                  <a:moveTo>
                    <a:pt x="1313" y="250"/>
                  </a:moveTo>
                  <a:cubicBezTo>
                    <a:pt x="825" y="0"/>
                    <a:pt x="226" y="300"/>
                    <a:pt x="26" y="787"/>
                  </a:cubicBezTo>
                  <a:cubicBezTo>
                    <a:pt x="1" y="837"/>
                    <a:pt x="101" y="887"/>
                    <a:pt x="126" y="825"/>
                  </a:cubicBezTo>
                  <a:cubicBezTo>
                    <a:pt x="313" y="412"/>
                    <a:pt x="825" y="125"/>
                    <a:pt x="1263" y="325"/>
                  </a:cubicBezTo>
                  <a:cubicBezTo>
                    <a:pt x="1325" y="350"/>
                    <a:pt x="1363" y="275"/>
                    <a:pt x="1313" y="2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2" name="Google Shape;5032;p106"/>
            <p:cNvSpPr/>
            <p:nvPr/>
          </p:nvSpPr>
          <p:spPr>
            <a:xfrm>
              <a:off x="3177650" y="4347550"/>
              <a:ext cx="132500" cy="60000"/>
            </a:xfrm>
            <a:custGeom>
              <a:rect b="b" l="l" r="r" t="t"/>
              <a:pathLst>
                <a:path extrusionOk="0" h="2400" w="5300">
                  <a:moveTo>
                    <a:pt x="5224" y="1750"/>
                  </a:moveTo>
                  <a:cubicBezTo>
                    <a:pt x="3687" y="2038"/>
                    <a:pt x="388" y="2350"/>
                    <a:pt x="76" y="51"/>
                  </a:cubicBezTo>
                  <a:cubicBezTo>
                    <a:pt x="76" y="13"/>
                    <a:pt x="1" y="1"/>
                    <a:pt x="13" y="51"/>
                  </a:cubicBezTo>
                  <a:cubicBezTo>
                    <a:pt x="226" y="2400"/>
                    <a:pt x="3662" y="2125"/>
                    <a:pt x="5249" y="1825"/>
                  </a:cubicBezTo>
                  <a:cubicBezTo>
                    <a:pt x="5299" y="1813"/>
                    <a:pt x="5274" y="1738"/>
                    <a:pt x="5224" y="17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3" name="Google Shape;5033;p106"/>
            <p:cNvSpPr/>
            <p:nvPr/>
          </p:nvSpPr>
          <p:spPr>
            <a:xfrm>
              <a:off x="3184850" y="4310375"/>
              <a:ext cx="60925" cy="65000"/>
            </a:xfrm>
            <a:custGeom>
              <a:rect b="b" l="l" r="r" t="t"/>
              <a:pathLst>
                <a:path extrusionOk="0" h="2600" w="2437">
                  <a:moveTo>
                    <a:pt x="975" y="2525"/>
                  </a:moveTo>
                  <a:cubicBezTo>
                    <a:pt x="350" y="2200"/>
                    <a:pt x="88" y="1425"/>
                    <a:pt x="512" y="838"/>
                  </a:cubicBezTo>
                  <a:cubicBezTo>
                    <a:pt x="887" y="300"/>
                    <a:pt x="1850" y="125"/>
                    <a:pt x="2324" y="650"/>
                  </a:cubicBezTo>
                  <a:cubicBezTo>
                    <a:pt x="2362" y="700"/>
                    <a:pt x="2437" y="625"/>
                    <a:pt x="2399" y="575"/>
                  </a:cubicBezTo>
                  <a:cubicBezTo>
                    <a:pt x="1900" y="0"/>
                    <a:pt x="837" y="188"/>
                    <a:pt x="425" y="775"/>
                  </a:cubicBezTo>
                  <a:cubicBezTo>
                    <a:pt x="0" y="1400"/>
                    <a:pt x="238" y="2262"/>
                    <a:pt x="937" y="2575"/>
                  </a:cubicBezTo>
                  <a:cubicBezTo>
                    <a:pt x="975" y="2600"/>
                    <a:pt x="1012" y="2537"/>
                    <a:pt x="975" y="25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4" name="Google Shape;5034;p106"/>
            <p:cNvSpPr/>
            <p:nvPr/>
          </p:nvSpPr>
          <p:spPr>
            <a:xfrm>
              <a:off x="3219825" y="4320675"/>
              <a:ext cx="35950" cy="46900"/>
            </a:xfrm>
            <a:custGeom>
              <a:rect b="b" l="l" r="r" t="t"/>
              <a:pathLst>
                <a:path extrusionOk="0" h="1876" w="1438">
                  <a:moveTo>
                    <a:pt x="713" y="88"/>
                  </a:moveTo>
                  <a:cubicBezTo>
                    <a:pt x="1113" y="276"/>
                    <a:pt x="1300" y="738"/>
                    <a:pt x="1138" y="1151"/>
                  </a:cubicBezTo>
                  <a:cubicBezTo>
                    <a:pt x="963" y="1588"/>
                    <a:pt x="513" y="1713"/>
                    <a:pt x="88" y="1588"/>
                  </a:cubicBezTo>
                  <a:cubicBezTo>
                    <a:pt x="38" y="1575"/>
                    <a:pt x="1" y="1650"/>
                    <a:pt x="51" y="1663"/>
                  </a:cubicBezTo>
                  <a:cubicBezTo>
                    <a:pt x="513" y="1875"/>
                    <a:pt x="1050" y="1663"/>
                    <a:pt x="1238" y="1201"/>
                  </a:cubicBezTo>
                  <a:cubicBezTo>
                    <a:pt x="1438" y="738"/>
                    <a:pt x="1213" y="201"/>
                    <a:pt x="751" y="26"/>
                  </a:cubicBezTo>
                  <a:cubicBezTo>
                    <a:pt x="713" y="1"/>
                    <a:pt x="676" y="63"/>
                    <a:pt x="713" y="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5" name="Google Shape;5035;p106"/>
            <p:cNvSpPr/>
            <p:nvPr/>
          </p:nvSpPr>
          <p:spPr>
            <a:xfrm>
              <a:off x="3208275" y="4332875"/>
              <a:ext cx="17200" cy="30950"/>
            </a:xfrm>
            <a:custGeom>
              <a:rect b="b" l="l" r="r" t="t"/>
              <a:pathLst>
                <a:path extrusionOk="0" h="1238" w="688">
                  <a:moveTo>
                    <a:pt x="650" y="1125"/>
                  </a:moveTo>
                  <a:cubicBezTo>
                    <a:pt x="63" y="1162"/>
                    <a:pt x="0" y="13"/>
                    <a:pt x="613" y="200"/>
                  </a:cubicBezTo>
                  <a:cubicBezTo>
                    <a:pt x="663" y="225"/>
                    <a:pt x="688" y="138"/>
                    <a:pt x="638" y="113"/>
                  </a:cubicBezTo>
                  <a:cubicBezTo>
                    <a:pt x="338" y="0"/>
                    <a:pt x="75" y="263"/>
                    <a:pt x="63" y="550"/>
                  </a:cubicBezTo>
                  <a:cubicBezTo>
                    <a:pt x="63" y="837"/>
                    <a:pt x="300" y="1237"/>
                    <a:pt x="650" y="1200"/>
                  </a:cubicBezTo>
                  <a:cubicBezTo>
                    <a:pt x="688" y="1200"/>
                    <a:pt x="688" y="1125"/>
                    <a:pt x="650" y="1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6" name="Google Shape;5036;p106"/>
            <p:cNvSpPr/>
            <p:nvPr/>
          </p:nvSpPr>
          <p:spPr>
            <a:xfrm>
              <a:off x="3454450" y="4302575"/>
              <a:ext cx="55025" cy="71550"/>
            </a:xfrm>
            <a:custGeom>
              <a:rect b="b" l="l" r="r" t="t"/>
              <a:pathLst>
                <a:path extrusionOk="0" h="2862" w="2201">
                  <a:moveTo>
                    <a:pt x="1825" y="2812"/>
                  </a:moveTo>
                  <a:cubicBezTo>
                    <a:pt x="2200" y="1537"/>
                    <a:pt x="1425" y="100"/>
                    <a:pt x="38" y="0"/>
                  </a:cubicBezTo>
                  <a:cubicBezTo>
                    <a:pt x="1" y="0"/>
                    <a:pt x="1" y="50"/>
                    <a:pt x="38" y="50"/>
                  </a:cubicBezTo>
                  <a:cubicBezTo>
                    <a:pt x="1300" y="375"/>
                    <a:pt x="2100" y="1462"/>
                    <a:pt x="1750" y="2787"/>
                  </a:cubicBezTo>
                  <a:cubicBezTo>
                    <a:pt x="1738" y="2837"/>
                    <a:pt x="1813" y="2862"/>
                    <a:pt x="1838" y="27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7" name="Google Shape;5037;p106"/>
            <p:cNvSpPr/>
            <p:nvPr/>
          </p:nvSpPr>
          <p:spPr>
            <a:xfrm>
              <a:off x="3809050" y="4281625"/>
              <a:ext cx="20025" cy="15350"/>
            </a:xfrm>
            <a:custGeom>
              <a:rect b="b" l="l" r="r" t="t"/>
              <a:pathLst>
                <a:path extrusionOk="0" h="614" w="801">
                  <a:moveTo>
                    <a:pt x="113" y="563"/>
                  </a:moveTo>
                  <a:cubicBezTo>
                    <a:pt x="250" y="326"/>
                    <a:pt x="488" y="163"/>
                    <a:pt x="750" y="101"/>
                  </a:cubicBezTo>
                  <a:cubicBezTo>
                    <a:pt x="800" y="88"/>
                    <a:pt x="788" y="1"/>
                    <a:pt x="738" y="1"/>
                  </a:cubicBezTo>
                  <a:cubicBezTo>
                    <a:pt x="425" y="38"/>
                    <a:pt x="163" y="226"/>
                    <a:pt x="26" y="501"/>
                  </a:cubicBezTo>
                  <a:cubicBezTo>
                    <a:pt x="1" y="563"/>
                    <a:pt x="75" y="613"/>
                    <a:pt x="113" y="5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8" name="Google Shape;5038;p106"/>
            <p:cNvSpPr/>
            <p:nvPr/>
          </p:nvSpPr>
          <p:spPr>
            <a:xfrm>
              <a:off x="3812475" y="4278200"/>
              <a:ext cx="16900" cy="5950"/>
            </a:xfrm>
            <a:custGeom>
              <a:rect b="b" l="l" r="r" t="t"/>
              <a:pathLst>
                <a:path extrusionOk="0" h="238" w="676">
                  <a:moveTo>
                    <a:pt x="613" y="113"/>
                  </a:moveTo>
                  <a:cubicBezTo>
                    <a:pt x="438" y="25"/>
                    <a:pt x="251" y="0"/>
                    <a:pt x="63" y="25"/>
                  </a:cubicBezTo>
                  <a:cubicBezTo>
                    <a:pt x="1" y="38"/>
                    <a:pt x="26" y="138"/>
                    <a:pt x="76" y="138"/>
                  </a:cubicBezTo>
                  <a:cubicBezTo>
                    <a:pt x="251" y="138"/>
                    <a:pt x="413" y="163"/>
                    <a:pt x="576" y="213"/>
                  </a:cubicBezTo>
                  <a:cubicBezTo>
                    <a:pt x="651" y="238"/>
                    <a:pt x="676" y="138"/>
                    <a:pt x="613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9" name="Google Shape;5039;p106"/>
            <p:cNvSpPr/>
            <p:nvPr/>
          </p:nvSpPr>
          <p:spPr>
            <a:xfrm>
              <a:off x="3801250" y="4294125"/>
              <a:ext cx="9375" cy="7850"/>
            </a:xfrm>
            <a:custGeom>
              <a:rect b="b" l="l" r="r" t="t"/>
              <a:pathLst>
                <a:path extrusionOk="0" h="314" w="375">
                  <a:moveTo>
                    <a:pt x="263" y="88"/>
                  </a:moveTo>
                  <a:cubicBezTo>
                    <a:pt x="213" y="113"/>
                    <a:pt x="138" y="88"/>
                    <a:pt x="113" y="38"/>
                  </a:cubicBezTo>
                  <a:cubicBezTo>
                    <a:pt x="75" y="1"/>
                    <a:pt x="0" y="38"/>
                    <a:pt x="13" y="88"/>
                  </a:cubicBezTo>
                  <a:cubicBezTo>
                    <a:pt x="75" y="238"/>
                    <a:pt x="250" y="313"/>
                    <a:pt x="338" y="151"/>
                  </a:cubicBezTo>
                  <a:cubicBezTo>
                    <a:pt x="375" y="101"/>
                    <a:pt x="300" y="38"/>
                    <a:pt x="263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0" name="Google Shape;5040;p106"/>
            <p:cNvSpPr/>
            <p:nvPr/>
          </p:nvSpPr>
          <p:spPr>
            <a:xfrm>
              <a:off x="3783125" y="4280700"/>
              <a:ext cx="20025" cy="15650"/>
            </a:xfrm>
            <a:custGeom>
              <a:rect b="b" l="l" r="r" t="t"/>
              <a:pathLst>
                <a:path extrusionOk="0" h="626" w="801">
                  <a:moveTo>
                    <a:pt x="775" y="538"/>
                  </a:moveTo>
                  <a:cubicBezTo>
                    <a:pt x="625" y="288"/>
                    <a:pt x="350" y="0"/>
                    <a:pt x="38" y="63"/>
                  </a:cubicBezTo>
                  <a:cubicBezTo>
                    <a:pt x="0" y="75"/>
                    <a:pt x="0" y="138"/>
                    <a:pt x="38" y="150"/>
                  </a:cubicBezTo>
                  <a:cubicBezTo>
                    <a:pt x="313" y="213"/>
                    <a:pt x="550" y="363"/>
                    <a:pt x="700" y="588"/>
                  </a:cubicBezTo>
                  <a:cubicBezTo>
                    <a:pt x="738" y="625"/>
                    <a:pt x="800" y="575"/>
                    <a:pt x="775" y="5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1" name="Google Shape;5041;p106"/>
            <p:cNvSpPr/>
            <p:nvPr/>
          </p:nvSpPr>
          <p:spPr>
            <a:xfrm>
              <a:off x="3783425" y="4276325"/>
              <a:ext cx="24400" cy="10325"/>
            </a:xfrm>
            <a:custGeom>
              <a:rect b="b" l="l" r="r" t="t"/>
              <a:pathLst>
                <a:path extrusionOk="0" h="413" w="976">
                  <a:moveTo>
                    <a:pt x="113" y="288"/>
                  </a:moveTo>
                  <a:cubicBezTo>
                    <a:pt x="363" y="125"/>
                    <a:pt x="613" y="188"/>
                    <a:pt x="838" y="363"/>
                  </a:cubicBezTo>
                  <a:cubicBezTo>
                    <a:pt x="888" y="413"/>
                    <a:pt x="976" y="325"/>
                    <a:pt x="913" y="275"/>
                  </a:cubicBezTo>
                  <a:cubicBezTo>
                    <a:pt x="688" y="25"/>
                    <a:pt x="313" y="0"/>
                    <a:pt x="51" y="213"/>
                  </a:cubicBezTo>
                  <a:cubicBezTo>
                    <a:pt x="1" y="250"/>
                    <a:pt x="63" y="325"/>
                    <a:pt x="113" y="2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2" name="Google Shape;5042;p106"/>
            <p:cNvSpPr/>
            <p:nvPr/>
          </p:nvSpPr>
          <p:spPr>
            <a:xfrm>
              <a:off x="3804375" y="4278500"/>
              <a:ext cx="13750" cy="8150"/>
            </a:xfrm>
            <a:custGeom>
              <a:rect b="b" l="l" r="r" t="t"/>
              <a:pathLst>
                <a:path extrusionOk="0" h="326" w="550">
                  <a:moveTo>
                    <a:pt x="138" y="276"/>
                  </a:moveTo>
                  <a:cubicBezTo>
                    <a:pt x="238" y="188"/>
                    <a:pt x="362" y="126"/>
                    <a:pt x="487" y="113"/>
                  </a:cubicBezTo>
                  <a:cubicBezTo>
                    <a:pt x="550" y="113"/>
                    <a:pt x="525" y="26"/>
                    <a:pt x="475" y="13"/>
                  </a:cubicBezTo>
                  <a:cubicBezTo>
                    <a:pt x="312" y="1"/>
                    <a:pt x="163" y="76"/>
                    <a:pt x="50" y="188"/>
                  </a:cubicBezTo>
                  <a:cubicBezTo>
                    <a:pt x="0" y="238"/>
                    <a:pt x="88" y="326"/>
                    <a:pt x="138" y="2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3" name="Google Shape;5043;p106"/>
            <p:cNvSpPr/>
            <p:nvPr/>
          </p:nvSpPr>
          <p:spPr>
            <a:xfrm>
              <a:off x="3798750" y="4264450"/>
              <a:ext cx="14375" cy="12525"/>
            </a:xfrm>
            <a:custGeom>
              <a:rect b="b" l="l" r="r" t="t"/>
              <a:pathLst>
                <a:path extrusionOk="0" h="501" w="575">
                  <a:moveTo>
                    <a:pt x="275" y="475"/>
                  </a:moveTo>
                  <a:cubicBezTo>
                    <a:pt x="400" y="463"/>
                    <a:pt x="537" y="425"/>
                    <a:pt x="550" y="288"/>
                  </a:cubicBezTo>
                  <a:cubicBezTo>
                    <a:pt x="575" y="163"/>
                    <a:pt x="475" y="63"/>
                    <a:pt x="363" y="63"/>
                  </a:cubicBezTo>
                  <a:cubicBezTo>
                    <a:pt x="63" y="0"/>
                    <a:pt x="0" y="463"/>
                    <a:pt x="300" y="488"/>
                  </a:cubicBezTo>
                  <a:cubicBezTo>
                    <a:pt x="375" y="500"/>
                    <a:pt x="400" y="375"/>
                    <a:pt x="325" y="363"/>
                  </a:cubicBezTo>
                  <a:lnTo>
                    <a:pt x="275" y="350"/>
                  </a:lnTo>
                  <a:cubicBezTo>
                    <a:pt x="200" y="350"/>
                    <a:pt x="200" y="475"/>
                    <a:pt x="275" y="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4" name="Google Shape;5044;p106"/>
            <p:cNvSpPr/>
            <p:nvPr/>
          </p:nvSpPr>
          <p:spPr>
            <a:xfrm>
              <a:off x="6793275" y="2739850"/>
              <a:ext cx="104675" cy="111550"/>
            </a:xfrm>
            <a:custGeom>
              <a:rect b="b" l="l" r="r" t="t"/>
              <a:pathLst>
                <a:path extrusionOk="0" h="4462" w="4187">
                  <a:moveTo>
                    <a:pt x="3899" y="1800"/>
                  </a:moveTo>
                  <a:cubicBezTo>
                    <a:pt x="4087" y="3375"/>
                    <a:pt x="2275" y="4462"/>
                    <a:pt x="1062" y="3325"/>
                  </a:cubicBezTo>
                  <a:cubicBezTo>
                    <a:pt x="125" y="2450"/>
                    <a:pt x="563" y="988"/>
                    <a:pt x="1212" y="75"/>
                  </a:cubicBezTo>
                  <a:cubicBezTo>
                    <a:pt x="1237" y="38"/>
                    <a:pt x="1187" y="0"/>
                    <a:pt x="1150" y="25"/>
                  </a:cubicBezTo>
                  <a:cubicBezTo>
                    <a:pt x="213" y="1038"/>
                    <a:pt x="0" y="2975"/>
                    <a:pt x="1387" y="3712"/>
                  </a:cubicBezTo>
                  <a:cubicBezTo>
                    <a:pt x="2737" y="4424"/>
                    <a:pt x="4187" y="3237"/>
                    <a:pt x="3999" y="1800"/>
                  </a:cubicBezTo>
                  <a:cubicBezTo>
                    <a:pt x="3999" y="1738"/>
                    <a:pt x="3887" y="1738"/>
                    <a:pt x="3899" y="1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5" name="Google Shape;5045;p106"/>
            <p:cNvSpPr/>
            <p:nvPr/>
          </p:nvSpPr>
          <p:spPr>
            <a:xfrm>
              <a:off x="6818575" y="2481475"/>
              <a:ext cx="146850" cy="263400"/>
            </a:xfrm>
            <a:custGeom>
              <a:rect b="b" l="l" r="r" t="t"/>
              <a:pathLst>
                <a:path extrusionOk="0" h="10536" w="5874">
                  <a:moveTo>
                    <a:pt x="75" y="10510"/>
                  </a:moveTo>
                  <a:cubicBezTo>
                    <a:pt x="1950" y="9186"/>
                    <a:pt x="4362" y="7986"/>
                    <a:pt x="5137" y="5674"/>
                  </a:cubicBezTo>
                  <a:cubicBezTo>
                    <a:pt x="5724" y="3950"/>
                    <a:pt x="5874" y="1463"/>
                    <a:pt x="4612" y="26"/>
                  </a:cubicBezTo>
                  <a:cubicBezTo>
                    <a:pt x="4587" y="1"/>
                    <a:pt x="4537" y="38"/>
                    <a:pt x="4562" y="63"/>
                  </a:cubicBezTo>
                  <a:cubicBezTo>
                    <a:pt x="5761" y="1700"/>
                    <a:pt x="5586" y="4462"/>
                    <a:pt x="4737" y="6224"/>
                  </a:cubicBezTo>
                  <a:cubicBezTo>
                    <a:pt x="3812" y="8124"/>
                    <a:pt x="1700" y="9236"/>
                    <a:pt x="38" y="10448"/>
                  </a:cubicBezTo>
                  <a:cubicBezTo>
                    <a:pt x="0" y="10473"/>
                    <a:pt x="38" y="10535"/>
                    <a:pt x="75" y="1051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6" name="Google Shape;5046;p106"/>
            <p:cNvSpPr/>
            <p:nvPr/>
          </p:nvSpPr>
          <p:spPr>
            <a:xfrm>
              <a:off x="6840750" y="2448375"/>
              <a:ext cx="85000" cy="100300"/>
            </a:xfrm>
            <a:custGeom>
              <a:rect b="b" l="l" r="r" t="t"/>
              <a:pathLst>
                <a:path extrusionOk="0" h="4012" w="3400">
                  <a:moveTo>
                    <a:pt x="3350" y="1087"/>
                  </a:moveTo>
                  <a:cubicBezTo>
                    <a:pt x="2500" y="587"/>
                    <a:pt x="1313" y="387"/>
                    <a:pt x="576" y="1225"/>
                  </a:cubicBezTo>
                  <a:cubicBezTo>
                    <a:pt x="151" y="1700"/>
                    <a:pt x="1" y="2837"/>
                    <a:pt x="413" y="3387"/>
                  </a:cubicBezTo>
                  <a:cubicBezTo>
                    <a:pt x="900" y="4012"/>
                    <a:pt x="2038" y="3924"/>
                    <a:pt x="2375" y="3187"/>
                  </a:cubicBezTo>
                  <a:cubicBezTo>
                    <a:pt x="2575" y="2749"/>
                    <a:pt x="2550" y="2237"/>
                    <a:pt x="2300" y="1812"/>
                  </a:cubicBezTo>
                  <a:cubicBezTo>
                    <a:pt x="1938" y="1175"/>
                    <a:pt x="975" y="775"/>
                    <a:pt x="863" y="25"/>
                  </a:cubicBezTo>
                  <a:cubicBezTo>
                    <a:pt x="863" y="0"/>
                    <a:pt x="813" y="0"/>
                    <a:pt x="813" y="25"/>
                  </a:cubicBezTo>
                  <a:cubicBezTo>
                    <a:pt x="825" y="437"/>
                    <a:pt x="1100" y="675"/>
                    <a:pt x="1388" y="950"/>
                  </a:cubicBezTo>
                  <a:cubicBezTo>
                    <a:pt x="1675" y="1225"/>
                    <a:pt x="2050" y="1512"/>
                    <a:pt x="2200" y="1862"/>
                  </a:cubicBezTo>
                  <a:cubicBezTo>
                    <a:pt x="2563" y="2724"/>
                    <a:pt x="2313" y="3724"/>
                    <a:pt x="1200" y="3587"/>
                  </a:cubicBezTo>
                  <a:cubicBezTo>
                    <a:pt x="850" y="3649"/>
                    <a:pt x="626" y="3524"/>
                    <a:pt x="551" y="3174"/>
                  </a:cubicBezTo>
                  <a:cubicBezTo>
                    <a:pt x="426" y="3087"/>
                    <a:pt x="338" y="2949"/>
                    <a:pt x="338" y="2799"/>
                  </a:cubicBezTo>
                  <a:cubicBezTo>
                    <a:pt x="338" y="2737"/>
                    <a:pt x="338" y="2674"/>
                    <a:pt x="338" y="2612"/>
                  </a:cubicBezTo>
                  <a:cubicBezTo>
                    <a:pt x="313" y="2362"/>
                    <a:pt x="313" y="2100"/>
                    <a:pt x="363" y="1850"/>
                  </a:cubicBezTo>
                  <a:cubicBezTo>
                    <a:pt x="713" y="487"/>
                    <a:pt x="2375" y="612"/>
                    <a:pt x="3312" y="1150"/>
                  </a:cubicBezTo>
                  <a:cubicBezTo>
                    <a:pt x="3362" y="1175"/>
                    <a:pt x="3400" y="1112"/>
                    <a:pt x="3362" y="10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7" name="Google Shape;5047;p106"/>
            <p:cNvSpPr/>
            <p:nvPr/>
          </p:nvSpPr>
          <p:spPr>
            <a:xfrm>
              <a:off x="6857625" y="2386200"/>
              <a:ext cx="13450" cy="55325"/>
            </a:xfrm>
            <a:custGeom>
              <a:rect b="b" l="l" r="r" t="t"/>
              <a:pathLst>
                <a:path extrusionOk="0" h="2213" w="538">
                  <a:moveTo>
                    <a:pt x="138" y="2162"/>
                  </a:moveTo>
                  <a:cubicBezTo>
                    <a:pt x="63" y="1387"/>
                    <a:pt x="300" y="775"/>
                    <a:pt x="525" y="50"/>
                  </a:cubicBezTo>
                  <a:cubicBezTo>
                    <a:pt x="538" y="13"/>
                    <a:pt x="488" y="0"/>
                    <a:pt x="463" y="25"/>
                  </a:cubicBezTo>
                  <a:cubicBezTo>
                    <a:pt x="51" y="613"/>
                    <a:pt x="1" y="1475"/>
                    <a:pt x="63" y="2162"/>
                  </a:cubicBezTo>
                  <a:cubicBezTo>
                    <a:pt x="63" y="2212"/>
                    <a:pt x="150" y="2212"/>
                    <a:pt x="138" y="2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8" name="Google Shape;5048;p106"/>
            <p:cNvSpPr/>
            <p:nvPr/>
          </p:nvSpPr>
          <p:spPr>
            <a:xfrm>
              <a:off x="6804825" y="2632075"/>
              <a:ext cx="96875" cy="82175"/>
            </a:xfrm>
            <a:custGeom>
              <a:rect b="b" l="l" r="r" t="t"/>
              <a:pathLst>
                <a:path extrusionOk="0" h="3287" w="3875">
                  <a:moveTo>
                    <a:pt x="3800" y="2200"/>
                  </a:moveTo>
                  <a:cubicBezTo>
                    <a:pt x="3125" y="2712"/>
                    <a:pt x="2300" y="3174"/>
                    <a:pt x="1425" y="2937"/>
                  </a:cubicBezTo>
                  <a:cubicBezTo>
                    <a:pt x="963" y="2799"/>
                    <a:pt x="575" y="2474"/>
                    <a:pt x="363" y="2050"/>
                  </a:cubicBezTo>
                  <a:cubicBezTo>
                    <a:pt x="213" y="1762"/>
                    <a:pt x="126" y="1450"/>
                    <a:pt x="126" y="1137"/>
                  </a:cubicBezTo>
                  <a:cubicBezTo>
                    <a:pt x="138" y="400"/>
                    <a:pt x="563" y="250"/>
                    <a:pt x="1400" y="687"/>
                  </a:cubicBezTo>
                  <a:cubicBezTo>
                    <a:pt x="1363" y="712"/>
                    <a:pt x="1400" y="787"/>
                    <a:pt x="1438" y="750"/>
                  </a:cubicBezTo>
                  <a:cubicBezTo>
                    <a:pt x="1813" y="463"/>
                    <a:pt x="1400" y="125"/>
                    <a:pt x="1050" y="75"/>
                  </a:cubicBezTo>
                  <a:cubicBezTo>
                    <a:pt x="388" y="0"/>
                    <a:pt x="1" y="675"/>
                    <a:pt x="26" y="1262"/>
                  </a:cubicBezTo>
                  <a:cubicBezTo>
                    <a:pt x="63" y="2050"/>
                    <a:pt x="613" y="2837"/>
                    <a:pt x="1388" y="3049"/>
                  </a:cubicBezTo>
                  <a:cubicBezTo>
                    <a:pt x="2312" y="3287"/>
                    <a:pt x="3162" y="2824"/>
                    <a:pt x="3837" y="2237"/>
                  </a:cubicBezTo>
                  <a:cubicBezTo>
                    <a:pt x="3875" y="2212"/>
                    <a:pt x="3825" y="2175"/>
                    <a:pt x="3800" y="22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9" name="Google Shape;5049;p106"/>
            <p:cNvSpPr/>
            <p:nvPr/>
          </p:nvSpPr>
          <p:spPr>
            <a:xfrm>
              <a:off x="6762650" y="2704850"/>
              <a:ext cx="110625" cy="22850"/>
            </a:xfrm>
            <a:custGeom>
              <a:rect b="b" l="l" r="r" t="t"/>
              <a:pathLst>
                <a:path extrusionOk="0" h="914" w="4425">
                  <a:moveTo>
                    <a:pt x="4324" y="26"/>
                  </a:moveTo>
                  <a:cubicBezTo>
                    <a:pt x="3325" y="876"/>
                    <a:pt x="1175" y="913"/>
                    <a:pt x="63" y="326"/>
                  </a:cubicBezTo>
                  <a:cubicBezTo>
                    <a:pt x="26" y="313"/>
                    <a:pt x="1" y="363"/>
                    <a:pt x="26" y="388"/>
                  </a:cubicBezTo>
                  <a:cubicBezTo>
                    <a:pt x="713" y="901"/>
                    <a:pt x="1700" y="826"/>
                    <a:pt x="2512" y="738"/>
                  </a:cubicBezTo>
                  <a:cubicBezTo>
                    <a:pt x="3175" y="663"/>
                    <a:pt x="3862" y="538"/>
                    <a:pt x="4387" y="88"/>
                  </a:cubicBezTo>
                  <a:cubicBezTo>
                    <a:pt x="4424" y="51"/>
                    <a:pt x="4374" y="1"/>
                    <a:pt x="4324" y="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0" name="Google Shape;5050;p106"/>
            <p:cNvSpPr/>
            <p:nvPr/>
          </p:nvSpPr>
          <p:spPr>
            <a:xfrm>
              <a:off x="6751100" y="2705175"/>
              <a:ext cx="12200" cy="11900"/>
            </a:xfrm>
            <a:custGeom>
              <a:rect b="b" l="l" r="r" t="t"/>
              <a:pathLst>
                <a:path extrusionOk="0" h="476" w="488">
                  <a:moveTo>
                    <a:pt x="450" y="350"/>
                  </a:moveTo>
                  <a:cubicBezTo>
                    <a:pt x="488" y="263"/>
                    <a:pt x="463" y="150"/>
                    <a:pt x="400" y="88"/>
                  </a:cubicBezTo>
                  <a:cubicBezTo>
                    <a:pt x="338" y="25"/>
                    <a:pt x="238" y="0"/>
                    <a:pt x="150" y="13"/>
                  </a:cubicBezTo>
                  <a:cubicBezTo>
                    <a:pt x="125" y="13"/>
                    <a:pt x="88" y="25"/>
                    <a:pt x="63" y="50"/>
                  </a:cubicBezTo>
                  <a:cubicBezTo>
                    <a:pt x="38" y="88"/>
                    <a:pt x="25" y="125"/>
                    <a:pt x="25" y="163"/>
                  </a:cubicBezTo>
                  <a:cubicBezTo>
                    <a:pt x="0" y="288"/>
                    <a:pt x="63" y="413"/>
                    <a:pt x="175" y="463"/>
                  </a:cubicBezTo>
                  <a:cubicBezTo>
                    <a:pt x="313" y="475"/>
                    <a:pt x="425" y="375"/>
                    <a:pt x="425" y="2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1" name="Google Shape;5051;p106"/>
            <p:cNvSpPr/>
            <p:nvPr/>
          </p:nvSpPr>
          <p:spPr>
            <a:xfrm>
              <a:off x="6748900" y="2702675"/>
              <a:ext cx="16275" cy="18450"/>
            </a:xfrm>
            <a:custGeom>
              <a:rect b="b" l="l" r="r" t="t"/>
              <a:pathLst>
                <a:path extrusionOk="0" h="738" w="651">
                  <a:moveTo>
                    <a:pt x="601" y="463"/>
                  </a:moveTo>
                  <a:cubicBezTo>
                    <a:pt x="650" y="300"/>
                    <a:pt x="563" y="113"/>
                    <a:pt x="388" y="63"/>
                  </a:cubicBezTo>
                  <a:cubicBezTo>
                    <a:pt x="251" y="0"/>
                    <a:pt x="76" y="88"/>
                    <a:pt x="63" y="250"/>
                  </a:cubicBezTo>
                  <a:cubicBezTo>
                    <a:pt x="1" y="650"/>
                    <a:pt x="563" y="738"/>
                    <a:pt x="563" y="338"/>
                  </a:cubicBezTo>
                  <a:cubicBezTo>
                    <a:pt x="563" y="288"/>
                    <a:pt x="501" y="275"/>
                    <a:pt x="488" y="325"/>
                  </a:cubicBezTo>
                  <a:cubicBezTo>
                    <a:pt x="163" y="438"/>
                    <a:pt x="88" y="425"/>
                    <a:pt x="263" y="275"/>
                  </a:cubicBezTo>
                  <a:cubicBezTo>
                    <a:pt x="376" y="100"/>
                    <a:pt x="438" y="150"/>
                    <a:pt x="476" y="425"/>
                  </a:cubicBezTo>
                  <a:cubicBezTo>
                    <a:pt x="451" y="513"/>
                    <a:pt x="576" y="538"/>
                    <a:pt x="601" y="4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2" name="Google Shape;5052;p106"/>
            <p:cNvSpPr/>
            <p:nvPr/>
          </p:nvSpPr>
          <p:spPr>
            <a:xfrm>
              <a:off x="6927925" y="2476175"/>
              <a:ext cx="3450" cy="2825"/>
            </a:xfrm>
            <a:custGeom>
              <a:rect b="b" l="l" r="r" t="t"/>
              <a:pathLst>
                <a:path extrusionOk="0" h="113" w="138">
                  <a:moveTo>
                    <a:pt x="63" y="25"/>
                  </a:moveTo>
                  <a:lnTo>
                    <a:pt x="38" y="38"/>
                  </a:lnTo>
                  <a:cubicBezTo>
                    <a:pt x="0" y="50"/>
                    <a:pt x="0" y="88"/>
                    <a:pt x="38" y="100"/>
                  </a:cubicBezTo>
                  <a:lnTo>
                    <a:pt x="63" y="100"/>
                  </a:lnTo>
                  <a:cubicBezTo>
                    <a:pt x="125" y="113"/>
                    <a:pt x="138" y="0"/>
                    <a:pt x="63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3" name="Google Shape;5053;p106"/>
            <p:cNvSpPr/>
            <p:nvPr/>
          </p:nvSpPr>
          <p:spPr>
            <a:xfrm>
              <a:off x="6869800" y="2346825"/>
              <a:ext cx="17850" cy="42200"/>
            </a:xfrm>
            <a:custGeom>
              <a:rect b="b" l="l" r="r" t="t"/>
              <a:pathLst>
                <a:path extrusionOk="0" h="1688" w="714">
                  <a:moveTo>
                    <a:pt x="101" y="1663"/>
                  </a:moveTo>
                  <a:cubicBezTo>
                    <a:pt x="638" y="1463"/>
                    <a:pt x="713" y="513"/>
                    <a:pt x="576" y="51"/>
                  </a:cubicBezTo>
                  <a:cubicBezTo>
                    <a:pt x="551" y="1"/>
                    <a:pt x="463" y="13"/>
                    <a:pt x="476" y="63"/>
                  </a:cubicBezTo>
                  <a:cubicBezTo>
                    <a:pt x="513" y="313"/>
                    <a:pt x="526" y="563"/>
                    <a:pt x="488" y="800"/>
                  </a:cubicBezTo>
                  <a:cubicBezTo>
                    <a:pt x="438" y="1038"/>
                    <a:pt x="326" y="1463"/>
                    <a:pt x="76" y="1550"/>
                  </a:cubicBezTo>
                  <a:cubicBezTo>
                    <a:pt x="1" y="1575"/>
                    <a:pt x="38" y="1688"/>
                    <a:pt x="101" y="16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4" name="Google Shape;5054;p106"/>
            <p:cNvSpPr/>
            <p:nvPr/>
          </p:nvSpPr>
          <p:spPr>
            <a:xfrm>
              <a:off x="6865425" y="2346525"/>
              <a:ext cx="19725" cy="42200"/>
            </a:xfrm>
            <a:custGeom>
              <a:rect b="b" l="l" r="r" t="t"/>
              <a:pathLst>
                <a:path extrusionOk="0" h="1688" w="789">
                  <a:moveTo>
                    <a:pt x="676" y="50"/>
                  </a:moveTo>
                  <a:cubicBezTo>
                    <a:pt x="313" y="400"/>
                    <a:pt x="1" y="1125"/>
                    <a:pt x="151" y="1625"/>
                  </a:cubicBezTo>
                  <a:cubicBezTo>
                    <a:pt x="163" y="1687"/>
                    <a:pt x="251" y="1662"/>
                    <a:pt x="238" y="1600"/>
                  </a:cubicBezTo>
                  <a:cubicBezTo>
                    <a:pt x="188" y="1062"/>
                    <a:pt x="376" y="513"/>
                    <a:pt x="751" y="113"/>
                  </a:cubicBezTo>
                  <a:cubicBezTo>
                    <a:pt x="788" y="63"/>
                    <a:pt x="726" y="0"/>
                    <a:pt x="676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5" name="Google Shape;5055;p106"/>
            <p:cNvSpPr/>
            <p:nvPr/>
          </p:nvSpPr>
          <p:spPr>
            <a:xfrm>
              <a:off x="6831375" y="2415875"/>
              <a:ext cx="30025" cy="33150"/>
            </a:xfrm>
            <a:custGeom>
              <a:rect b="b" l="l" r="r" t="t"/>
              <a:pathLst>
                <a:path extrusionOk="0" h="1326" w="1201">
                  <a:moveTo>
                    <a:pt x="1188" y="1275"/>
                  </a:moveTo>
                  <a:cubicBezTo>
                    <a:pt x="1200" y="938"/>
                    <a:pt x="1026" y="663"/>
                    <a:pt x="813" y="413"/>
                  </a:cubicBezTo>
                  <a:cubicBezTo>
                    <a:pt x="638" y="163"/>
                    <a:pt x="351" y="13"/>
                    <a:pt x="51" y="0"/>
                  </a:cubicBezTo>
                  <a:cubicBezTo>
                    <a:pt x="13" y="0"/>
                    <a:pt x="1" y="75"/>
                    <a:pt x="38" y="75"/>
                  </a:cubicBezTo>
                  <a:cubicBezTo>
                    <a:pt x="326" y="100"/>
                    <a:pt x="588" y="238"/>
                    <a:pt x="763" y="463"/>
                  </a:cubicBezTo>
                  <a:cubicBezTo>
                    <a:pt x="951" y="713"/>
                    <a:pt x="1125" y="950"/>
                    <a:pt x="1101" y="1275"/>
                  </a:cubicBezTo>
                  <a:cubicBezTo>
                    <a:pt x="1101" y="1325"/>
                    <a:pt x="1175" y="1325"/>
                    <a:pt x="1188" y="12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6" name="Google Shape;5056;p106"/>
            <p:cNvSpPr/>
            <p:nvPr/>
          </p:nvSpPr>
          <p:spPr>
            <a:xfrm>
              <a:off x="6831375" y="2415550"/>
              <a:ext cx="29400" cy="33475"/>
            </a:xfrm>
            <a:custGeom>
              <a:rect b="b" l="l" r="r" t="t"/>
              <a:pathLst>
                <a:path extrusionOk="0" h="1339" w="1176">
                  <a:moveTo>
                    <a:pt x="13" y="63"/>
                  </a:moveTo>
                  <a:cubicBezTo>
                    <a:pt x="101" y="626"/>
                    <a:pt x="501" y="1201"/>
                    <a:pt x="1076" y="1313"/>
                  </a:cubicBezTo>
                  <a:cubicBezTo>
                    <a:pt x="1138" y="1338"/>
                    <a:pt x="1175" y="1251"/>
                    <a:pt x="1125" y="1213"/>
                  </a:cubicBezTo>
                  <a:cubicBezTo>
                    <a:pt x="888" y="1076"/>
                    <a:pt x="651" y="1013"/>
                    <a:pt x="476" y="776"/>
                  </a:cubicBezTo>
                  <a:cubicBezTo>
                    <a:pt x="301" y="563"/>
                    <a:pt x="163" y="313"/>
                    <a:pt x="88" y="38"/>
                  </a:cubicBezTo>
                  <a:cubicBezTo>
                    <a:pt x="76" y="1"/>
                    <a:pt x="1" y="13"/>
                    <a:pt x="13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7" name="Google Shape;5057;p106"/>
            <p:cNvSpPr/>
            <p:nvPr/>
          </p:nvSpPr>
          <p:spPr>
            <a:xfrm>
              <a:off x="6767025" y="2718300"/>
              <a:ext cx="86575" cy="38750"/>
            </a:xfrm>
            <a:custGeom>
              <a:rect b="b" l="l" r="r" t="t"/>
              <a:pathLst>
                <a:path extrusionOk="0" h="1550" w="3463">
                  <a:moveTo>
                    <a:pt x="3387" y="38"/>
                  </a:moveTo>
                  <a:cubicBezTo>
                    <a:pt x="2387" y="738"/>
                    <a:pt x="1250" y="1225"/>
                    <a:pt x="50" y="1437"/>
                  </a:cubicBezTo>
                  <a:cubicBezTo>
                    <a:pt x="0" y="1450"/>
                    <a:pt x="25" y="1550"/>
                    <a:pt x="88" y="1537"/>
                  </a:cubicBezTo>
                  <a:cubicBezTo>
                    <a:pt x="1288" y="1312"/>
                    <a:pt x="2437" y="825"/>
                    <a:pt x="3425" y="100"/>
                  </a:cubicBezTo>
                  <a:cubicBezTo>
                    <a:pt x="3462" y="75"/>
                    <a:pt x="3425" y="0"/>
                    <a:pt x="3387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8" name="Google Shape;5058;p106"/>
            <p:cNvSpPr/>
            <p:nvPr/>
          </p:nvSpPr>
          <p:spPr>
            <a:xfrm>
              <a:off x="6752975" y="2749525"/>
              <a:ext cx="16250" cy="17850"/>
            </a:xfrm>
            <a:custGeom>
              <a:rect b="b" l="l" r="r" t="t"/>
              <a:pathLst>
                <a:path extrusionOk="0" h="714" w="650">
                  <a:moveTo>
                    <a:pt x="575" y="188"/>
                  </a:moveTo>
                  <a:cubicBezTo>
                    <a:pt x="363" y="1"/>
                    <a:pt x="0" y="238"/>
                    <a:pt x="213" y="476"/>
                  </a:cubicBezTo>
                  <a:cubicBezTo>
                    <a:pt x="413" y="713"/>
                    <a:pt x="650" y="376"/>
                    <a:pt x="562" y="163"/>
                  </a:cubicBezTo>
                  <a:cubicBezTo>
                    <a:pt x="537" y="126"/>
                    <a:pt x="487" y="138"/>
                    <a:pt x="487" y="176"/>
                  </a:cubicBezTo>
                  <a:cubicBezTo>
                    <a:pt x="487" y="213"/>
                    <a:pt x="487" y="251"/>
                    <a:pt x="487" y="288"/>
                  </a:cubicBezTo>
                  <a:cubicBezTo>
                    <a:pt x="475" y="376"/>
                    <a:pt x="487" y="363"/>
                    <a:pt x="512" y="263"/>
                  </a:cubicBezTo>
                  <a:cubicBezTo>
                    <a:pt x="550" y="288"/>
                    <a:pt x="612" y="238"/>
                    <a:pt x="575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9" name="Google Shape;5059;p106"/>
            <p:cNvSpPr/>
            <p:nvPr/>
          </p:nvSpPr>
          <p:spPr>
            <a:xfrm>
              <a:off x="6783275" y="2681125"/>
              <a:ext cx="81875" cy="30625"/>
            </a:xfrm>
            <a:custGeom>
              <a:rect b="b" l="l" r="r" t="t"/>
              <a:pathLst>
                <a:path extrusionOk="0" h="1225" w="3275">
                  <a:moveTo>
                    <a:pt x="3212" y="1000"/>
                  </a:moveTo>
                  <a:cubicBezTo>
                    <a:pt x="2000" y="1137"/>
                    <a:pt x="988" y="800"/>
                    <a:pt x="63" y="25"/>
                  </a:cubicBezTo>
                  <a:cubicBezTo>
                    <a:pt x="25" y="0"/>
                    <a:pt x="0" y="38"/>
                    <a:pt x="13" y="75"/>
                  </a:cubicBezTo>
                  <a:cubicBezTo>
                    <a:pt x="738" y="1000"/>
                    <a:pt x="2112" y="1225"/>
                    <a:pt x="3212" y="1087"/>
                  </a:cubicBezTo>
                  <a:cubicBezTo>
                    <a:pt x="3274" y="1087"/>
                    <a:pt x="3274" y="987"/>
                    <a:pt x="3212" y="10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0" name="Google Shape;5060;p106"/>
            <p:cNvSpPr/>
            <p:nvPr/>
          </p:nvSpPr>
          <p:spPr>
            <a:xfrm>
              <a:off x="6773575" y="2671750"/>
              <a:ext cx="15025" cy="12825"/>
            </a:xfrm>
            <a:custGeom>
              <a:rect b="b" l="l" r="r" t="t"/>
              <a:pathLst>
                <a:path extrusionOk="0" h="513" w="601">
                  <a:moveTo>
                    <a:pt x="338" y="25"/>
                  </a:moveTo>
                  <a:cubicBezTo>
                    <a:pt x="38" y="0"/>
                    <a:pt x="1" y="450"/>
                    <a:pt x="301" y="488"/>
                  </a:cubicBezTo>
                  <a:cubicBezTo>
                    <a:pt x="601" y="513"/>
                    <a:pt x="563" y="75"/>
                    <a:pt x="276" y="88"/>
                  </a:cubicBezTo>
                  <a:cubicBezTo>
                    <a:pt x="238" y="88"/>
                    <a:pt x="226" y="138"/>
                    <a:pt x="263" y="150"/>
                  </a:cubicBezTo>
                  <a:cubicBezTo>
                    <a:pt x="313" y="213"/>
                    <a:pt x="338" y="188"/>
                    <a:pt x="338" y="100"/>
                  </a:cubicBezTo>
                  <a:cubicBezTo>
                    <a:pt x="388" y="100"/>
                    <a:pt x="388" y="25"/>
                    <a:pt x="338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1" name="Google Shape;5061;p106"/>
            <p:cNvSpPr/>
            <p:nvPr/>
          </p:nvSpPr>
          <p:spPr>
            <a:xfrm>
              <a:off x="6888250" y="2270600"/>
              <a:ext cx="60000" cy="237450"/>
            </a:xfrm>
            <a:custGeom>
              <a:rect b="b" l="l" r="r" t="t"/>
              <a:pathLst>
                <a:path extrusionOk="0" h="9498" w="2400">
                  <a:moveTo>
                    <a:pt x="2387" y="9448"/>
                  </a:moveTo>
                  <a:cubicBezTo>
                    <a:pt x="1137" y="6136"/>
                    <a:pt x="0" y="3450"/>
                    <a:pt x="2025" y="125"/>
                  </a:cubicBezTo>
                  <a:cubicBezTo>
                    <a:pt x="2062" y="50"/>
                    <a:pt x="1962" y="0"/>
                    <a:pt x="1925" y="63"/>
                  </a:cubicBezTo>
                  <a:cubicBezTo>
                    <a:pt x="975" y="1475"/>
                    <a:pt x="575" y="2750"/>
                    <a:pt x="738" y="4449"/>
                  </a:cubicBezTo>
                  <a:cubicBezTo>
                    <a:pt x="925" y="6386"/>
                    <a:pt x="1637" y="7686"/>
                    <a:pt x="2325" y="9460"/>
                  </a:cubicBezTo>
                  <a:cubicBezTo>
                    <a:pt x="2350" y="9498"/>
                    <a:pt x="2400" y="9485"/>
                    <a:pt x="2387" y="944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2" name="Google Shape;5062;p106"/>
            <p:cNvSpPr/>
            <p:nvPr/>
          </p:nvSpPr>
          <p:spPr>
            <a:xfrm>
              <a:off x="6844200" y="2755475"/>
              <a:ext cx="49375" cy="31875"/>
            </a:xfrm>
            <a:custGeom>
              <a:rect b="b" l="l" r="r" t="t"/>
              <a:pathLst>
                <a:path extrusionOk="0" h="1275" w="1975">
                  <a:moveTo>
                    <a:pt x="1962" y="1213"/>
                  </a:moveTo>
                  <a:cubicBezTo>
                    <a:pt x="1875" y="663"/>
                    <a:pt x="1525" y="125"/>
                    <a:pt x="912" y="63"/>
                  </a:cubicBezTo>
                  <a:cubicBezTo>
                    <a:pt x="425" y="0"/>
                    <a:pt x="0" y="375"/>
                    <a:pt x="0" y="875"/>
                  </a:cubicBezTo>
                  <a:cubicBezTo>
                    <a:pt x="0" y="938"/>
                    <a:pt x="113" y="938"/>
                    <a:pt x="113" y="875"/>
                  </a:cubicBezTo>
                  <a:cubicBezTo>
                    <a:pt x="125" y="300"/>
                    <a:pt x="700" y="13"/>
                    <a:pt x="1200" y="250"/>
                  </a:cubicBezTo>
                  <a:cubicBezTo>
                    <a:pt x="1612" y="425"/>
                    <a:pt x="1812" y="813"/>
                    <a:pt x="1900" y="1238"/>
                  </a:cubicBezTo>
                  <a:cubicBezTo>
                    <a:pt x="1912" y="1275"/>
                    <a:pt x="1975" y="1262"/>
                    <a:pt x="1962" y="1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3" name="Google Shape;5063;p106"/>
            <p:cNvSpPr/>
            <p:nvPr/>
          </p:nvSpPr>
          <p:spPr>
            <a:xfrm>
              <a:off x="6887300" y="2510225"/>
              <a:ext cx="31575" cy="62500"/>
            </a:xfrm>
            <a:custGeom>
              <a:rect b="b" l="l" r="r" t="t"/>
              <a:pathLst>
                <a:path extrusionOk="0" h="2500" w="1263">
                  <a:moveTo>
                    <a:pt x="538" y="50"/>
                  </a:moveTo>
                  <a:cubicBezTo>
                    <a:pt x="563" y="675"/>
                    <a:pt x="1" y="1175"/>
                    <a:pt x="226" y="1812"/>
                  </a:cubicBezTo>
                  <a:cubicBezTo>
                    <a:pt x="376" y="2225"/>
                    <a:pt x="776" y="2500"/>
                    <a:pt x="1213" y="2487"/>
                  </a:cubicBezTo>
                  <a:cubicBezTo>
                    <a:pt x="1250" y="2487"/>
                    <a:pt x="1263" y="2425"/>
                    <a:pt x="1225" y="2412"/>
                  </a:cubicBezTo>
                  <a:cubicBezTo>
                    <a:pt x="438" y="2312"/>
                    <a:pt x="126" y="1625"/>
                    <a:pt x="426" y="925"/>
                  </a:cubicBezTo>
                  <a:cubicBezTo>
                    <a:pt x="563" y="650"/>
                    <a:pt x="626" y="350"/>
                    <a:pt x="626" y="50"/>
                  </a:cubicBezTo>
                  <a:cubicBezTo>
                    <a:pt x="626" y="0"/>
                    <a:pt x="538" y="0"/>
                    <a:pt x="538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4" name="Google Shape;5064;p106"/>
            <p:cNvSpPr/>
            <p:nvPr/>
          </p:nvSpPr>
          <p:spPr>
            <a:xfrm>
              <a:off x="6912925" y="2543350"/>
              <a:ext cx="21575" cy="30625"/>
            </a:xfrm>
            <a:custGeom>
              <a:rect b="b" l="l" r="r" t="t"/>
              <a:pathLst>
                <a:path extrusionOk="0" h="1225" w="863">
                  <a:moveTo>
                    <a:pt x="38" y="1112"/>
                  </a:moveTo>
                  <a:cubicBezTo>
                    <a:pt x="338" y="1225"/>
                    <a:pt x="588" y="1062"/>
                    <a:pt x="700" y="775"/>
                  </a:cubicBezTo>
                  <a:cubicBezTo>
                    <a:pt x="788" y="550"/>
                    <a:pt x="863" y="163"/>
                    <a:pt x="613" y="13"/>
                  </a:cubicBezTo>
                  <a:cubicBezTo>
                    <a:pt x="588" y="0"/>
                    <a:pt x="550" y="25"/>
                    <a:pt x="575" y="63"/>
                  </a:cubicBezTo>
                  <a:cubicBezTo>
                    <a:pt x="825" y="387"/>
                    <a:pt x="588" y="1225"/>
                    <a:pt x="63" y="1050"/>
                  </a:cubicBezTo>
                  <a:cubicBezTo>
                    <a:pt x="13" y="1025"/>
                    <a:pt x="0" y="1100"/>
                    <a:pt x="38" y="11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5" name="Google Shape;5065;p106"/>
            <p:cNvSpPr/>
            <p:nvPr/>
          </p:nvSpPr>
          <p:spPr>
            <a:xfrm>
              <a:off x="6775150" y="2732675"/>
              <a:ext cx="56575" cy="81250"/>
            </a:xfrm>
            <a:custGeom>
              <a:rect b="b" l="l" r="r" t="t"/>
              <a:pathLst>
                <a:path extrusionOk="0" h="3250" w="2263">
                  <a:moveTo>
                    <a:pt x="2162" y="38"/>
                  </a:moveTo>
                  <a:cubicBezTo>
                    <a:pt x="1213" y="825"/>
                    <a:pt x="0" y="1800"/>
                    <a:pt x="300" y="3199"/>
                  </a:cubicBezTo>
                  <a:cubicBezTo>
                    <a:pt x="313" y="3249"/>
                    <a:pt x="400" y="3224"/>
                    <a:pt x="388" y="3174"/>
                  </a:cubicBezTo>
                  <a:cubicBezTo>
                    <a:pt x="200" y="1787"/>
                    <a:pt x="1275" y="900"/>
                    <a:pt x="2225" y="88"/>
                  </a:cubicBezTo>
                  <a:cubicBezTo>
                    <a:pt x="2262" y="63"/>
                    <a:pt x="2200" y="0"/>
                    <a:pt x="2162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6" name="Google Shape;5066;p106"/>
            <p:cNvSpPr/>
            <p:nvPr/>
          </p:nvSpPr>
          <p:spPr>
            <a:xfrm>
              <a:off x="6867625" y="2553650"/>
              <a:ext cx="15025" cy="30950"/>
            </a:xfrm>
            <a:custGeom>
              <a:rect b="b" l="l" r="r" t="t"/>
              <a:pathLst>
                <a:path extrusionOk="0" h="1238" w="601">
                  <a:moveTo>
                    <a:pt x="500" y="63"/>
                  </a:moveTo>
                  <a:cubicBezTo>
                    <a:pt x="475" y="463"/>
                    <a:pt x="313" y="850"/>
                    <a:pt x="25" y="1138"/>
                  </a:cubicBezTo>
                  <a:cubicBezTo>
                    <a:pt x="0" y="1175"/>
                    <a:pt x="38" y="1238"/>
                    <a:pt x="88" y="1213"/>
                  </a:cubicBezTo>
                  <a:cubicBezTo>
                    <a:pt x="250" y="1075"/>
                    <a:pt x="375" y="900"/>
                    <a:pt x="438" y="713"/>
                  </a:cubicBezTo>
                  <a:cubicBezTo>
                    <a:pt x="550" y="513"/>
                    <a:pt x="600" y="288"/>
                    <a:pt x="588" y="63"/>
                  </a:cubicBezTo>
                  <a:cubicBezTo>
                    <a:pt x="588" y="0"/>
                    <a:pt x="488" y="0"/>
                    <a:pt x="488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7" name="Google Shape;5067;p106"/>
            <p:cNvSpPr/>
            <p:nvPr/>
          </p:nvSpPr>
          <p:spPr>
            <a:xfrm>
              <a:off x="6861375" y="2550525"/>
              <a:ext cx="21900" cy="34400"/>
            </a:xfrm>
            <a:custGeom>
              <a:rect b="b" l="l" r="r" t="t"/>
              <a:pathLst>
                <a:path extrusionOk="0" h="1376" w="876">
                  <a:moveTo>
                    <a:pt x="325" y="1275"/>
                  </a:moveTo>
                  <a:cubicBezTo>
                    <a:pt x="113" y="825"/>
                    <a:pt x="413" y="313"/>
                    <a:pt x="825" y="125"/>
                  </a:cubicBezTo>
                  <a:cubicBezTo>
                    <a:pt x="875" y="100"/>
                    <a:pt x="838" y="0"/>
                    <a:pt x="775" y="25"/>
                  </a:cubicBezTo>
                  <a:cubicBezTo>
                    <a:pt x="300" y="238"/>
                    <a:pt x="0" y="838"/>
                    <a:pt x="238" y="1325"/>
                  </a:cubicBezTo>
                  <a:cubicBezTo>
                    <a:pt x="275" y="1375"/>
                    <a:pt x="350" y="1325"/>
                    <a:pt x="325" y="12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8" name="Google Shape;5068;p106"/>
            <p:cNvSpPr/>
            <p:nvPr/>
          </p:nvSpPr>
          <p:spPr>
            <a:xfrm>
              <a:off x="6864175" y="2216250"/>
              <a:ext cx="60025" cy="132175"/>
            </a:xfrm>
            <a:custGeom>
              <a:rect b="b" l="l" r="r" t="t"/>
              <a:pathLst>
                <a:path extrusionOk="0" h="5287" w="2401">
                  <a:moveTo>
                    <a:pt x="1813" y="5236"/>
                  </a:moveTo>
                  <a:cubicBezTo>
                    <a:pt x="2125" y="3649"/>
                    <a:pt x="2400" y="212"/>
                    <a:pt x="51" y="0"/>
                  </a:cubicBezTo>
                  <a:cubicBezTo>
                    <a:pt x="1" y="0"/>
                    <a:pt x="1" y="62"/>
                    <a:pt x="51" y="75"/>
                  </a:cubicBezTo>
                  <a:cubicBezTo>
                    <a:pt x="2338" y="375"/>
                    <a:pt x="2038" y="3687"/>
                    <a:pt x="1738" y="5211"/>
                  </a:cubicBezTo>
                  <a:cubicBezTo>
                    <a:pt x="1738" y="5261"/>
                    <a:pt x="1813" y="5286"/>
                    <a:pt x="1813" y="52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9" name="Google Shape;5069;p106"/>
            <p:cNvSpPr/>
            <p:nvPr/>
          </p:nvSpPr>
          <p:spPr>
            <a:xfrm>
              <a:off x="6826700" y="2222800"/>
              <a:ext cx="65000" cy="61575"/>
            </a:xfrm>
            <a:custGeom>
              <a:rect b="b" l="l" r="r" t="t"/>
              <a:pathLst>
                <a:path extrusionOk="0" h="2463" w="2600">
                  <a:moveTo>
                    <a:pt x="2587" y="963"/>
                  </a:moveTo>
                  <a:cubicBezTo>
                    <a:pt x="2250" y="288"/>
                    <a:pt x="1425" y="0"/>
                    <a:pt x="788" y="450"/>
                  </a:cubicBezTo>
                  <a:cubicBezTo>
                    <a:pt x="200" y="863"/>
                    <a:pt x="0" y="1925"/>
                    <a:pt x="575" y="2425"/>
                  </a:cubicBezTo>
                  <a:cubicBezTo>
                    <a:pt x="638" y="2462"/>
                    <a:pt x="700" y="2387"/>
                    <a:pt x="650" y="2350"/>
                  </a:cubicBezTo>
                  <a:cubicBezTo>
                    <a:pt x="138" y="1875"/>
                    <a:pt x="300" y="900"/>
                    <a:pt x="838" y="525"/>
                  </a:cubicBezTo>
                  <a:cubicBezTo>
                    <a:pt x="1425" y="125"/>
                    <a:pt x="2237" y="350"/>
                    <a:pt x="2537" y="1000"/>
                  </a:cubicBezTo>
                  <a:cubicBezTo>
                    <a:pt x="2550" y="1038"/>
                    <a:pt x="2600" y="1000"/>
                    <a:pt x="2587" y="9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0" name="Google Shape;5070;p106"/>
            <p:cNvSpPr/>
            <p:nvPr/>
          </p:nvSpPr>
          <p:spPr>
            <a:xfrm>
              <a:off x="6837325" y="2258100"/>
              <a:ext cx="46875" cy="35950"/>
            </a:xfrm>
            <a:custGeom>
              <a:rect b="b" l="l" r="r" t="t"/>
              <a:pathLst>
                <a:path extrusionOk="0" h="1438" w="1875">
                  <a:moveTo>
                    <a:pt x="25" y="750"/>
                  </a:moveTo>
                  <a:cubicBezTo>
                    <a:pt x="200" y="1213"/>
                    <a:pt x="738" y="1438"/>
                    <a:pt x="1200" y="1250"/>
                  </a:cubicBezTo>
                  <a:cubicBezTo>
                    <a:pt x="1662" y="1050"/>
                    <a:pt x="1875" y="513"/>
                    <a:pt x="1662" y="51"/>
                  </a:cubicBezTo>
                  <a:cubicBezTo>
                    <a:pt x="1650" y="1"/>
                    <a:pt x="1575" y="38"/>
                    <a:pt x="1587" y="88"/>
                  </a:cubicBezTo>
                  <a:cubicBezTo>
                    <a:pt x="1712" y="513"/>
                    <a:pt x="1587" y="963"/>
                    <a:pt x="1150" y="1150"/>
                  </a:cubicBezTo>
                  <a:cubicBezTo>
                    <a:pt x="738" y="1313"/>
                    <a:pt x="263" y="1125"/>
                    <a:pt x="88" y="713"/>
                  </a:cubicBezTo>
                  <a:cubicBezTo>
                    <a:pt x="63" y="675"/>
                    <a:pt x="0" y="713"/>
                    <a:pt x="25" y="7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1" name="Google Shape;5071;p106"/>
            <p:cNvSpPr/>
            <p:nvPr/>
          </p:nvSpPr>
          <p:spPr>
            <a:xfrm>
              <a:off x="6849500" y="2246850"/>
              <a:ext cx="30650" cy="17200"/>
            </a:xfrm>
            <a:custGeom>
              <a:rect b="b" l="l" r="r" t="t"/>
              <a:pathLst>
                <a:path extrusionOk="0" h="688" w="1226">
                  <a:moveTo>
                    <a:pt x="1200" y="638"/>
                  </a:moveTo>
                  <a:cubicBezTo>
                    <a:pt x="1225" y="301"/>
                    <a:pt x="863" y="51"/>
                    <a:pt x="550" y="63"/>
                  </a:cubicBezTo>
                  <a:cubicBezTo>
                    <a:pt x="238" y="63"/>
                    <a:pt x="1" y="338"/>
                    <a:pt x="113" y="626"/>
                  </a:cubicBezTo>
                  <a:cubicBezTo>
                    <a:pt x="138" y="676"/>
                    <a:pt x="213" y="663"/>
                    <a:pt x="201" y="601"/>
                  </a:cubicBezTo>
                  <a:cubicBezTo>
                    <a:pt x="13" y="1"/>
                    <a:pt x="1163" y="51"/>
                    <a:pt x="1125" y="638"/>
                  </a:cubicBezTo>
                  <a:cubicBezTo>
                    <a:pt x="1125" y="688"/>
                    <a:pt x="1200" y="688"/>
                    <a:pt x="1200" y="6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2" name="Google Shape;5072;p106"/>
            <p:cNvSpPr/>
            <p:nvPr/>
          </p:nvSpPr>
          <p:spPr>
            <a:xfrm>
              <a:off x="6819200" y="2492725"/>
              <a:ext cx="71575" cy="55025"/>
            </a:xfrm>
            <a:custGeom>
              <a:rect b="b" l="l" r="r" t="t"/>
              <a:pathLst>
                <a:path extrusionOk="0" h="2201" w="2863">
                  <a:moveTo>
                    <a:pt x="2787" y="1750"/>
                  </a:moveTo>
                  <a:cubicBezTo>
                    <a:pt x="1463" y="2100"/>
                    <a:pt x="375" y="1288"/>
                    <a:pt x="50" y="26"/>
                  </a:cubicBezTo>
                  <a:cubicBezTo>
                    <a:pt x="50" y="1"/>
                    <a:pt x="0" y="1"/>
                    <a:pt x="0" y="26"/>
                  </a:cubicBezTo>
                  <a:cubicBezTo>
                    <a:pt x="100" y="1425"/>
                    <a:pt x="1538" y="2200"/>
                    <a:pt x="2812" y="1813"/>
                  </a:cubicBezTo>
                  <a:cubicBezTo>
                    <a:pt x="2862" y="1800"/>
                    <a:pt x="2837" y="1725"/>
                    <a:pt x="2787" y="17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3" name="Google Shape;5073;p106"/>
            <p:cNvSpPr/>
            <p:nvPr/>
          </p:nvSpPr>
          <p:spPr>
            <a:xfrm>
              <a:off x="6793275" y="2835125"/>
              <a:ext cx="104675" cy="111575"/>
            </a:xfrm>
            <a:custGeom>
              <a:rect b="b" l="l" r="r" t="t"/>
              <a:pathLst>
                <a:path extrusionOk="0" h="4463" w="4187">
                  <a:moveTo>
                    <a:pt x="3999" y="2663"/>
                  </a:moveTo>
                  <a:cubicBezTo>
                    <a:pt x="4187" y="1213"/>
                    <a:pt x="2737" y="38"/>
                    <a:pt x="1387" y="751"/>
                  </a:cubicBezTo>
                  <a:cubicBezTo>
                    <a:pt x="0" y="1488"/>
                    <a:pt x="225" y="3425"/>
                    <a:pt x="1162" y="4437"/>
                  </a:cubicBezTo>
                  <a:cubicBezTo>
                    <a:pt x="1187" y="4462"/>
                    <a:pt x="1237" y="4425"/>
                    <a:pt x="1212" y="4387"/>
                  </a:cubicBezTo>
                  <a:cubicBezTo>
                    <a:pt x="563" y="3488"/>
                    <a:pt x="125" y="2013"/>
                    <a:pt x="1062" y="1138"/>
                  </a:cubicBezTo>
                  <a:cubicBezTo>
                    <a:pt x="2275" y="1"/>
                    <a:pt x="4087" y="1088"/>
                    <a:pt x="3899" y="2663"/>
                  </a:cubicBezTo>
                  <a:cubicBezTo>
                    <a:pt x="3887" y="2738"/>
                    <a:pt x="3999" y="2725"/>
                    <a:pt x="4012" y="26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4" name="Google Shape;5074;p106"/>
            <p:cNvSpPr/>
            <p:nvPr/>
          </p:nvSpPr>
          <p:spPr>
            <a:xfrm>
              <a:off x="6818575" y="2941350"/>
              <a:ext cx="146550" cy="263725"/>
            </a:xfrm>
            <a:custGeom>
              <a:rect b="b" l="l" r="r" t="t"/>
              <a:pathLst>
                <a:path extrusionOk="0" h="10549" w="5862">
                  <a:moveTo>
                    <a:pt x="38" y="101"/>
                  </a:moveTo>
                  <a:cubicBezTo>
                    <a:pt x="1700" y="1313"/>
                    <a:pt x="3812" y="2425"/>
                    <a:pt x="4737" y="4325"/>
                  </a:cubicBezTo>
                  <a:cubicBezTo>
                    <a:pt x="5586" y="6087"/>
                    <a:pt x="5761" y="8849"/>
                    <a:pt x="4562" y="10486"/>
                  </a:cubicBezTo>
                  <a:cubicBezTo>
                    <a:pt x="4537" y="10511"/>
                    <a:pt x="4587" y="10548"/>
                    <a:pt x="4612" y="10523"/>
                  </a:cubicBezTo>
                  <a:cubicBezTo>
                    <a:pt x="5861" y="9086"/>
                    <a:pt x="5724" y="6587"/>
                    <a:pt x="5137" y="4875"/>
                  </a:cubicBezTo>
                  <a:cubicBezTo>
                    <a:pt x="4349" y="2550"/>
                    <a:pt x="1950" y="1363"/>
                    <a:pt x="75" y="26"/>
                  </a:cubicBezTo>
                  <a:cubicBezTo>
                    <a:pt x="38" y="1"/>
                    <a:pt x="0" y="63"/>
                    <a:pt x="38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5" name="Google Shape;5075;p106"/>
            <p:cNvSpPr/>
            <p:nvPr/>
          </p:nvSpPr>
          <p:spPr>
            <a:xfrm>
              <a:off x="6841075" y="3137250"/>
              <a:ext cx="84375" cy="100925"/>
            </a:xfrm>
            <a:custGeom>
              <a:rect b="b" l="l" r="r" t="t"/>
              <a:pathLst>
                <a:path extrusionOk="0" h="4037" w="3375">
                  <a:moveTo>
                    <a:pt x="3299" y="2875"/>
                  </a:moveTo>
                  <a:cubicBezTo>
                    <a:pt x="2362" y="3412"/>
                    <a:pt x="987" y="3537"/>
                    <a:pt x="438" y="2375"/>
                  </a:cubicBezTo>
                  <a:cubicBezTo>
                    <a:pt x="313" y="2100"/>
                    <a:pt x="275" y="1787"/>
                    <a:pt x="325" y="1487"/>
                  </a:cubicBezTo>
                  <a:cubicBezTo>
                    <a:pt x="325" y="1412"/>
                    <a:pt x="313" y="1325"/>
                    <a:pt x="325" y="1250"/>
                  </a:cubicBezTo>
                  <a:cubicBezTo>
                    <a:pt x="450" y="488"/>
                    <a:pt x="650" y="513"/>
                    <a:pt x="1175" y="450"/>
                  </a:cubicBezTo>
                  <a:cubicBezTo>
                    <a:pt x="2075" y="338"/>
                    <a:pt x="2425" y="938"/>
                    <a:pt x="2275" y="1725"/>
                  </a:cubicBezTo>
                  <a:cubicBezTo>
                    <a:pt x="2162" y="2300"/>
                    <a:pt x="1875" y="2600"/>
                    <a:pt x="1462" y="3000"/>
                  </a:cubicBezTo>
                  <a:cubicBezTo>
                    <a:pt x="1150" y="3299"/>
                    <a:pt x="825" y="3549"/>
                    <a:pt x="800" y="3999"/>
                  </a:cubicBezTo>
                  <a:cubicBezTo>
                    <a:pt x="800" y="4024"/>
                    <a:pt x="850" y="4037"/>
                    <a:pt x="850" y="3999"/>
                  </a:cubicBezTo>
                  <a:cubicBezTo>
                    <a:pt x="950" y="3287"/>
                    <a:pt x="1862" y="2900"/>
                    <a:pt x="2225" y="2312"/>
                  </a:cubicBezTo>
                  <a:cubicBezTo>
                    <a:pt x="2525" y="1875"/>
                    <a:pt x="2575" y="1325"/>
                    <a:pt x="2362" y="850"/>
                  </a:cubicBezTo>
                  <a:cubicBezTo>
                    <a:pt x="2025" y="113"/>
                    <a:pt x="887" y="0"/>
                    <a:pt x="400" y="650"/>
                  </a:cubicBezTo>
                  <a:cubicBezTo>
                    <a:pt x="0" y="1163"/>
                    <a:pt x="138" y="2237"/>
                    <a:pt x="500" y="2725"/>
                  </a:cubicBezTo>
                  <a:cubicBezTo>
                    <a:pt x="1200" y="3662"/>
                    <a:pt x="2450" y="3462"/>
                    <a:pt x="3337" y="2950"/>
                  </a:cubicBezTo>
                  <a:cubicBezTo>
                    <a:pt x="3374" y="2912"/>
                    <a:pt x="3337" y="2850"/>
                    <a:pt x="3299" y="28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6" name="Google Shape;5076;p106"/>
            <p:cNvSpPr/>
            <p:nvPr/>
          </p:nvSpPr>
          <p:spPr>
            <a:xfrm>
              <a:off x="6857325" y="3245025"/>
              <a:ext cx="13750" cy="55325"/>
            </a:xfrm>
            <a:custGeom>
              <a:rect b="b" l="l" r="r" t="t"/>
              <a:pathLst>
                <a:path extrusionOk="0" h="2213" w="550">
                  <a:moveTo>
                    <a:pt x="75" y="51"/>
                  </a:moveTo>
                  <a:cubicBezTo>
                    <a:pt x="0" y="738"/>
                    <a:pt x="63" y="1588"/>
                    <a:pt x="475" y="2188"/>
                  </a:cubicBezTo>
                  <a:cubicBezTo>
                    <a:pt x="500" y="2213"/>
                    <a:pt x="550" y="2200"/>
                    <a:pt x="537" y="2163"/>
                  </a:cubicBezTo>
                  <a:cubicBezTo>
                    <a:pt x="300" y="1438"/>
                    <a:pt x="75" y="825"/>
                    <a:pt x="150" y="51"/>
                  </a:cubicBezTo>
                  <a:cubicBezTo>
                    <a:pt x="150" y="1"/>
                    <a:pt x="87" y="1"/>
                    <a:pt x="75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7" name="Google Shape;5077;p106"/>
            <p:cNvSpPr/>
            <p:nvPr/>
          </p:nvSpPr>
          <p:spPr>
            <a:xfrm>
              <a:off x="6805150" y="2972925"/>
              <a:ext cx="96550" cy="81550"/>
            </a:xfrm>
            <a:custGeom>
              <a:rect b="b" l="l" r="r" t="t"/>
              <a:pathLst>
                <a:path extrusionOk="0" h="3262" w="3862">
                  <a:moveTo>
                    <a:pt x="3824" y="1025"/>
                  </a:moveTo>
                  <a:cubicBezTo>
                    <a:pt x="3187" y="475"/>
                    <a:pt x="2362" y="0"/>
                    <a:pt x="1487" y="187"/>
                  </a:cubicBezTo>
                  <a:cubicBezTo>
                    <a:pt x="662" y="375"/>
                    <a:pt x="50" y="1175"/>
                    <a:pt x="25" y="2012"/>
                  </a:cubicBezTo>
                  <a:cubicBezTo>
                    <a:pt x="0" y="2587"/>
                    <a:pt x="375" y="3262"/>
                    <a:pt x="1037" y="3187"/>
                  </a:cubicBezTo>
                  <a:cubicBezTo>
                    <a:pt x="1387" y="3149"/>
                    <a:pt x="1812" y="2799"/>
                    <a:pt x="1437" y="2512"/>
                  </a:cubicBezTo>
                  <a:cubicBezTo>
                    <a:pt x="1387" y="2487"/>
                    <a:pt x="1350" y="2549"/>
                    <a:pt x="1387" y="2587"/>
                  </a:cubicBezTo>
                  <a:cubicBezTo>
                    <a:pt x="562" y="3012"/>
                    <a:pt x="138" y="2862"/>
                    <a:pt x="125" y="2124"/>
                  </a:cubicBezTo>
                  <a:cubicBezTo>
                    <a:pt x="125" y="1812"/>
                    <a:pt x="200" y="1500"/>
                    <a:pt x="362" y="1225"/>
                  </a:cubicBezTo>
                  <a:cubicBezTo>
                    <a:pt x="562" y="787"/>
                    <a:pt x="950" y="462"/>
                    <a:pt x="1412" y="325"/>
                  </a:cubicBezTo>
                  <a:cubicBezTo>
                    <a:pt x="2299" y="88"/>
                    <a:pt x="3124" y="550"/>
                    <a:pt x="3787" y="1075"/>
                  </a:cubicBezTo>
                  <a:cubicBezTo>
                    <a:pt x="3824" y="1087"/>
                    <a:pt x="3862" y="1050"/>
                    <a:pt x="3837" y="10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8" name="Google Shape;5078;p106"/>
            <p:cNvSpPr/>
            <p:nvPr/>
          </p:nvSpPr>
          <p:spPr>
            <a:xfrm>
              <a:off x="6762350" y="2958850"/>
              <a:ext cx="110600" cy="22825"/>
            </a:xfrm>
            <a:custGeom>
              <a:rect b="b" l="l" r="r" t="t"/>
              <a:pathLst>
                <a:path extrusionOk="0" h="913" w="4424">
                  <a:moveTo>
                    <a:pt x="4399" y="825"/>
                  </a:moveTo>
                  <a:cubicBezTo>
                    <a:pt x="3874" y="376"/>
                    <a:pt x="3187" y="251"/>
                    <a:pt x="2524" y="176"/>
                  </a:cubicBezTo>
                  <a:cubicBezTo>
                    <a:pt x="1700" y="88"/>
                    <a:pt x="725" y="1"/>
                    <a:pt x="38" y="526"/>
                  </a:cubicBezTo>
                  <a:cubicBezTo>
                    <a:pt x="0" y="551"/>
                    <a:pt x="25" y="601"/>
                    <a:pt x="63" y="588"/>
                  </a:cubicBezTo>
                  <a:cubicBezTo>
                    <a:pt x="1187" y="1"/>
                    <a:pt x="3324" y="38"/>
                    <a:pt x="4324" y="875"/>
                  </a:cubicBezTo>
                  <a:cubicBezTo>
                    <a:pt x="4374" y="913"/>
                    <a:pt x="4424" y="863"/>
                    <a:pt x="4386" y="8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9" name="Google Shape;5079;p106"/>
            <p:cNvSpPr/>
            <p:nvPr/>
          </p:nvSpPr>
          <p:spPr>
            <a:xfrm>
              <a:off x="6751100" y="2969475"/>
              <a:ext cx="12200" cy="11900"/>
            </a:xfrm>
            <a:custGeom>
              <a:rect b="b" l="l" r="r" t="t"/>
              <a:pathLst>
                <a:path extrusionOk="0" h="476" w="488">
                  <a:moveTo>
                    <a:pt x="450" y="126"/>
                  </a:moveTo>
                  <a:cubicBezTo>
                    <a:pt x="488" y="213"/>
                    <a:pt x="463" y="313"/>
                    <a:pt x="400" y="388"/>
                  </a:cubicBezTo>
                  <a:cubicBezTo>
                    <a:pt x="338" y="450"/>
                    <a:pt x="238" y="475"/>
                    <a:pt x="150" y="463"/>
                  </a:cubicBezTo>
                  <a:cubicBezTo>
                    <a:pt x="125" y="450"/>
                    <a:pt x="88" y="438"/>
                    <a:pt x="63" y="425"/>
                  </a:cubicBezTo>
                  <a:cubicBezTo>
                    <a:pt x="38" y="388"/>
                    <a:pt x="25" y="350"/>
                    <a:pt x="25" y="313"/>
                  </a:cubicBezTo>
                  <a:cubicBezTo>
                    <a:pt x="0" y="188"/>
                    <a:pt x="63" y="63"/>
                    <a:pt x="175" y="13"/>
                  </a:cubicBezTo>
                  <a:cubicBezTo>
                    <a:pt x="313" y="1"/>
                    <a:pt x="425" y="101"/>
                    <a:pt x="425" y="2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0" name="Google Shape;5080;p106"/>
            <p:cNvSpPr/>
            <p:nvPr/>
          </p:nvSpPr>
          <p:spPr>
            <a:xfrm>
              <a:off x="6748600" y="2965425"/>
              <a:ext cx="17200" cy="22200"/>
            </a:xfrm>
            <a:custGeom>
              <a:rect b="b" l="l" r="r" t="t"/>
              <a:pathLst>
                <a:path extrusionOk="0" h="888" w="688">
                  <a:moveTo>
                    <a:pt x="475" y="300"/>
                  </a:moveTo>
                  <a:cubicBezTo>
                    <a:pt x="450" y="587"/>
                    <a:pt x="375" y="637"/>
                    <a:pt x="275" y="462"/>
                  </a:cubicBezTo>
                  <a:cubicBezTo>
                    <a:pt x="100" y="300"/>
                    <a:pt x="163" y="288"/>
                    <a:pt x="488" y="413"/>
                  </a:cubicBezTo>
                  <a:cubicBezTo>
                    <a:pt x="488" y="450"/>
                    <a:pt x="575" y="438"/>
                    <a:pt x="575" y="400"/>
                  </a:cubicBezTo>
                  <a:cubicBezTo>
                    <a:pt x="575" y="0"/>
                    <a:pt x="0" y="88"/>
                    <a:pt x="63" y="487"/>
                  </a:cubicBezTo>
                  <a:cubicBezTo>
                    <a:pt x="125" y="887"/>
                    <a:pt x="687" y="650"/>
                    <a:pt x="600" y="275"/>
                  </a:cubicBezTo>
                  <a:cubicBezTo>
                    <a:pt x="575" y="200"/>
                    <a:pt x="475" y="238"/>
                    <a:pt x="475" y="3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1" name="Google Shape;5081;p106"/>
            <p:cNvSpPr/>
            <p:nvPr/>
          </p:nvSpPr>
          <p:spPr>
            <a:xfrm>
              <a:off x="6927925" y="3207225"/>
              <a:ext cx="3450" cy="2850"/>
            </a:xfrm>
            <a:custGeom>
              <a:rect b="b" l="l" r="r" t="t"/>
              <a:pathLst>
                <a:path extrusionOk="0" h="114" w="138">
                  <a:moveTo>
                    <a:pt x="63" y="13"/>
                  </a:moveTo>
                  <a:lnTo>
                    <a:pt x="38" y="26"/>
                  </a:lnTo>
                  <a:cubicBezTo>
                    <a:pt x="0" y="38"/>
                    <a:pt x="0" y="76"/>
                    <a:pt x="38" y="88"/>
                  </a:cubicBezTo>
                  <a:lnTo>
                    <a:pt x="63" y="101"/>
                  </a:lnTo>
                  <a:cubicBezTo>
                    <a:pt x="125" y="113"/>
                    <a:pt x="138" y="1"/>
                    <a:pt x="63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2" name="Google Shape;5082;p106"/>
            <p:cNvSpPr/>
            <p:nvPr/>
          </p:nvSpPr>
          <p:spPr>
            <a:xfrm>
              <a:off x="6870125" y="3297525"/>
              <a:ext cx="17525" cy="42200"/>
            </a:xfrm>
            <a:custGeom>
              <a:rect b="b" l="l" r="r" t="t"/>
              <a:pathLst>
                <a:path extrusionOk="0" h="1688" w="701">
                  <a:moveTo>
                    <a:pt x="63" y="138"/>
                  </a:moveTo>
                  <a:cubicBezTo>
                    <a:pt x="313" y="225"/>
                    <a:pt x="425" y="662"/>
                    <a:pt x="475" y="887"/>
                  </a:cubicBezTo>
                  <a:cubicBezTo>
                    <a:pt x="513" y="1125"/>
                    <a:pt x="500" y="1375"/>
                    <a:pt x="463" y="1625"/>
                  </a:cubicBezTo>
                  <a:cubicBezTo>
                    <a:pt x="463" y="1675"/>
                    <a:pt x="550" y="1687"/>
                    <a:pt x="563" y="1637"/>
                  </a:cubicBezTo>
                  <a:cubicBezTo>
                    <a:pt x="700" y="1175"/>
                    <a:pt x="625" y="225"/>
                    <a:pt x="100" y="25"/>
                  </a:cubicBezTo>
                  <a:cubicBezTo>
                    <a:pt x="25" y="0"/>
                    <a:pt x="0" y="113"/>
                    <a:pt x="63" y="1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3" name="Google Shape;5083;p106"/>
            <p:cNvSpPr/>
            <p:nvPr/>
          </p:nvSpPr>
          <p:spPr>
            <a:xfrm>
              <a:off x="6865425" y="3297825"/>
              <a:ext cx="19725" cy="42200"/>
            </a:xfrm>
            <a:custGeom>
              <a:rect b="b" l="l" r="r" t="t"/>
              <a:pathLst>
                <a:path extrusionOk="0" h="1688" w="789">
                  <a:moveTo>
                    <a:pt x="751" y="1575"/>
                  </a:moveTo>
                  <a:cubicBezTo>
                    <a:pt x="376" y="1175"/>
                    <a:pt x="188" y="625"/>
                    <a:pt x="238" y="88"/>
                  </a:cubicBezTo>
                  <a:cubicBezTo>
                    <a:pt x="238" y="26"/>
                    <a:pt x="163" y="1"/>
                    <a:pt x="151" y="63"/>
                  </a:cubicBezTo>
                  <a:cubicBezTo>
                    <a:pt x="1" y="563"/>
                    <a:pt x="313" y="1288"/>
                    <a:pt x="676" y="1638"/>
                  </a:cubicBezTo>
                  <a:cubicBezTo>
                    <a:pt x="726" y="1688"/>
                    <a:pt x="788" y="1613"/>
                    <a:pt x="751" y="1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4" name="Google Shape;5084;p106"/>
            <p:cNvSpPr/>
            <p:nvPr/>
          </p:nvSpPr>
          <p:spPr>
            <a:xfrm>
              <a:off x="6831375" y="3237525"/>
              <a:ext cx="30025" cy="33150"/>
            </a:xfrm>
            <a:custGeom>
              <a:rect b="b" l="l" r="r" t="t"/>
              <a:pathLst>
                <a:path extrusionOk="0" h="1326" w="1201">
                  <a:moveTo>
                    <a:pt x="1101" y="51"/>
                  </a:moveTo>
                  <a:cubicBezTo>
                    <a:pt x="1125" y="363"/>
                    <a:pt x="951" y="613"/>
                    <a:pt x="763" y="863"/>
                  </a:cubicBezTo>
                  <a:cubicBezTo>
                    <a:pt x="588" y="1088"/>
                    <a:pt x="326" y="1225"/>
                    <a:pt x="38" y="1250"/>
                  </a:cubicBezTo>
                  <a:cubicBezTo>
                    <a:pt x="1" y="1250"/>
                    <a:pt x="13" y="1325"/>
                    <a:pt x="51" y="1325"/>
                  </a:cubicBezTo>
                  <a:cubicBezTo>
                    <a:pt x="351" y="1313"/>
                    <a:pt x="638" y="1163"/>
                    <a:pt x="813" y="913"/>
                  </a:cubicBezTo>
                  <a:cubicBezTo>
                    <a:pt x="1013" y="663"/>
                    <a:pt x="1200" y="388"/>
                    <a:pt x="1188" y="51"/>
                  </a:cubicBezTo>
                  <a:cubicBezTo>
                    <a:pt x="1188" y="1"/>
                    <a:pt x="1101" y="1"/>
                    <a:pt x="1101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5" name="Google Shape;5085;p106"/>
            <p:cNvSpPr/>
            <p:nvPr/>
          </p:nvSpPr>
          <p:spPr>
            <a:xfrm>
              <a:off x="6831700" y="3237850"/>
              <a:ext cx="29075" cy="33125"/>
            </a:xfrm>
            <a:custGeom>
              <a:rect b="b" l="l" r="r" t="t"/>
              <a:pathLst>
                <a:path extrusionOk="0" h="1325" w="1163">
                  <a:moveTo>
                    <a:pt x="75" y="1275"/>
                  </a:moveTo>
                  <a:cubicBezTo>
                    <a:pt x="150" y="1012"/>
                    <a:pt x="288" y="763"/>
                    <a:pt x="463" y="538"/>
                  </a:cubicBezTo>
                  <a:cubicBezTo>
                    <a:pt x="638" y="313"/>
                    <a:pt x="875" y="250"/>
                    <a:pt x="1112" y="113"/>
                  </a:cubicBezTo>
                  <a:cubicBezTo>
                    <a:pt x="1162" y="75"/>
                    <a:pt x="1125" y="0"/>
                    <a:pt x="1063" y="13"/>
                  </a:cubicBezTo>
                  <a:cubicBezTo>
                    <a:pt x="488" y="125"/>
                    <a:pt x="88" y="700"/>
                    <a:pt x="0" y="1262"/>
                  </a:cubicBezTo>
                  <a:cubicBezTo>
                    <a:pt x="0" y="1300"/>
                    <a:pt x="63" y="1325"/>
                    <a:pt x="75" y="12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6" name="Google Shape;5086;p106"/>
            <p:cNvSpPr/>
            <p:nvPr/>
          </p:nvSpPr>
          <p:spPr>
            <a:xfrm>
              <a:off x="6767025" y="2929475"/>
              <a:ext cx="86575" cy="38475"/>
            </a:xfrm>
            <a:custGeom>
              <a:rect b="b" l="l" r="r" t="t"/>
              <a:pathLst>
                <a:path extrusionOk="0" h="1539" w="3463">
                  <a:moveTo>
                    <a:pt x="3425" y="1451"/>
                  </a:moveTo>
                  <a:cubicBezTo>
                    <a:pt x="2437" y="713"/>
                    <a:pt x="1288" y="226"/>
                    <a:pt x="88" y="13"/>
                  </a:cubicBezTo>
                  <a:cubicBezTo>
                    <a:pt x="25" y="1"/>
                    <a:pt x="0" y="88"/>
                    <a:pt x="50" y="101"/>
                  </a:cubicBezTo>
                  <a:cubicBezTo>
                    <a:pt x="1250" y="326"/>
                    <a:pt x="2387" y="801"/>
                    <a:pt x="3387" y="1513"/>
                  </a:cubicBezTo>
                  <a:cubicBezTo>
                    <a:pt x="3425" y="1538"/>
                    <a:pt x="3462" y="1476"/>
                    <a:pt x="3425" y="14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7" name="Google Shape;5087;p106"/>
            <p:cNvSpPr/>
            <p:nvPr/>
          </p:nvSpPr>
          <p:spPr>
            <a:xfrm>
              <a:off x="6752650" y="2919175"/>
              <a:ext cx="16575" cy="17825"/>
            </a:xfrm>
            <a:custGeom>
              <a:rect b="b" l="l" r="r" t="t"/>
              <a:pathLst>
                <a:path extrusionOk="0" h="713" w="663">
                  <a:moveTo>
                    <a:pt x="525" y="463"/>
                  </a:moveTo>
                  <a:cubicBezTo>
                    <a:pt x="488" y="363"/>
                    <a:pt x="488" y="351"/>
                    <a:pt x="500" y="425"/>
                  </a:cubicBezTo>
                  <a:cubicBezTo>
                    <a:pt x="500" y="463"/>
                    <a:pt x="500" y="500"/>
                    <a:pt x="500" y="538"/>
                  </a:cubicBezTo>
                  <a:cubicBezTo>
                    <a:pt x="500" y="575"/>
                    <a:pt x="550" y="600"/>
                    <a:pt x="563" y="563"/>
                  </a:cubicBezTo>
                  <a:cubicBezTo>
                    <a:pt x="663" y="338"/>
                    <a:pt x="438" y="1"/>
                    <a:pt x="213" y="238"/>
                  </a:cubicBezTo>
                  <a:cubicBezTo>
                    <a:pt x="1" y="488"/>
                    <a:pt x="376" y="713"/>
                    <a:pt x="575" y="525"/>
                  </a:cubicBezTo>
                  <a:cubicBezTo>
                    <a:pt x="625" y="488"/>
                    <a:pt x="563" y="425"/>
                    <a:pt x="513" y="4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8" name="Google Shape;5088;p106"/>
            <p:cNvSpPr/>
            <p:nvPr/>
          </p:nvSpPr>
          <p:spPr>
            <a:xfrm>
              <a:off x="6783275" y="2974800"/>
              <a:ext cx="81875" cy="30325"/>
            </a:xfrm>
            <a:custGeom>
              <a:rect b="b" l="l" r="r" t="t"/>
              <a:pathLst>
                <a:path extrusionOk="0" h="1213" w="3275">
                  <a:moveTo>
                    <a:pt x="3212" y="137"/>
                  </a:moveTo>
                  <a:cubicBezTo>
                    <a:pt x="2112" y="0"/>
                    <a:pt x="738" y="225"/>
                    <a:pt x="13" y="1150"/>
                  </a:cubicBezTo>
                  <a:cubicBezTo>
                    <a:pt x="0" y="1187"/>
                    <a:pt x="25" y="1212"/>
                    <a:pt x="63" y="1200"/>
                  </a:cubicBezTo>
                  <a:cubicBezTo>
                    <a:pt x="1000" y="412"/>
                    <a:pt x="2000" y="87"/>
                    <a:pt x="3212" y="225"/>
                  </a:cubicBezTo>
                  <a:cubicBezTo>
                    <a:pt x="3274" y="225"/>
                    <a:pt x="3274" y="137"/>
                    <a:pt x="3212" y="1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9" name="Google Shape;5089;p106"/>
            <p:cNvSpPr/>
            <p:nvPr/>
          </p:nvSpPr>
          <p:spPr>
            <a:xfrm>
              <a:off x="6773575" y="3001650"/>
              <a:ext cx="14725" cy="13150"/>
            </a:xfrm>
            <a:custGeom>
              <a:rect b="b" l="l" r="r" t="t"/>
              <a:pathLst>
                <a:path extrusionOk="0" h="526" w="589">
                  <a:moveTo>
                    <a:pt x="338" y="426"/>
                  </a:moveTo>
                  <a:cubicBezTo>
                    <a:pt x="338" y="326"/>
                    <a:pt x="313" y="313"/>
                    <a:pt x="263" y="376"/>
                  </a:cubicBezTo>
                  <a:cubicBezTo>
                    <a:pt x="226" y="388"/>
                    <a:pt x="238" y="438"/>
                    <a:pt x="276" y="438"/>
                  </a:cubicBezTo>
                  <a:cubicBezTo>
                    <a:pt x="563" y="438"/>
                    <a:pt x="588" y="1"/>
                    <a:pt x="301" y="38"/>
                  </a:cubicBezTo>
                  <a:cubicBezTo>
                    <a:pt x="1" y="63"/>
                    <a:pt x="38" y="526"/>
                    <a:pt x="338" y="488"/>
                  </a:cubicBezTo>
                  <a:cubicBezTo>
                    <a:pt x="376" y="488"/>
                    <a:pt x="376" y="426"/>
                    <a:pt x="338" y="4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0" name="Google Shape;5090;p106"/>
            <p:cNvSpPr/>
            <p:nvPr/>
          </p:nvSpPr>
          <p:spPr>
            <a:xfrm>
              <a:off x="6888250" y="3178475"/>
              <a:ext cx="60325" cy="237475"/>
            </a:xfrm>
            <a:custGeom>
              <a:rect b="b" l="l" r="r" t="t"/>
              <a:pathLst>
                <a:path extrusionOk="0" h="9499" w="2413">
                  <a:moveTo>
                    <a:pt x="2337" y="38"/>
                  </a:moveTo>
                  <a:cubicBezTo>
                    <a:pt x="1650" y="1800"/>
                    <a:pt x="925" y="3125"/>
                    <a:pt x="738" y="5050"/>
                  </a:cubicBezTo>
                  <a:cubicBezTo>
                    <a:pt x="575" y="6762"/>
                    <a:pt x="975" y="8011"/>
                    <a:pt x="1925" y="9436"/>
                  </a:cubicBezTo>
                  <a:cubicBezTo>
                    <a:pt x="1975" y="9498"/>
                    <a:pt x="2075" y="9436"/>
                    <a:pt x="2037" y="9373"/>
                  </a:cubicBezTo>
                  <a:cubicBezTo>
                    <a:pt x="0" y="6049"/>
                    <a:pt x="1137" y="3375"/>
                    <a:pt x="2400" y="51"/>
                  </a:cubicBezTo>
                  <a:cubicBezTo>
                    <a:pt x="2412" y="13"/>
                    <a:pt x="2350" y="1"/>
                    <a:pt x="2337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1" name="Google Shape;5091;p106"/>
            <p:cNvSpPr/>
            <p:nvPr/>
          </p:nvSpPr>
          <p:spPr>
            <a:xfrm>
              <a:off x="6844200" y="2899500"/>
              <a:ext cx="49375" cy="31575"/>
            </a:xfrm>
            <a:custGeom>
              <a:rect b="b" l="l" r="r" t="t"/>
              <a:pathLst>
                <a:path extrusionOk="0" h="1263" w="1975">
                  <a:moveTo>
                    <a:pt x="1912" y="25"/>
                  </a:moveTo>
                  <a:cubicBezTo>
                    <a:pt x="1825" y="450"/>
                    <a:pt x="1612" y="838"/>
                    <a:pt x="1212" y="1025"/>
                  </a:cubicBezTo>
                  <a:cubicBezTo>
                    <a:pt x="712" y="1237"/>
                    <a:pt x="125" y="975"/>
                    <a:pt x="113" y="400"/>
                  </a:cubicBezTo>
                  <a:cubicBezTo>
                    <a:pt x="113" y="325"/>
                    <a:pt x="0" y="325"/>
                    <a:pt x="0" y="400"/>
                  </a:cubicBezTo>
                  <a:cubicBezTo>
                    <a:pt x="0" y="888"/>
                    <a:pt x="438" y="1262"/>
                    <a:pt x="925" y="1212"/>
                  </a:cubicBezTo>
                  <a:cubicBezTo>
                    <a:pt x="1525" y="1150"/>
                    <a:pt x="1875" y="613"/>
                    <a:pt x="1975" y="50"/>
                  </a:cubicBezTo>
                  <a:cubicBezTo>
                    <a:pt x="1975" y="13"/>
                    <a:pt x="1912" y="0"/>
                    <a:pt x="1912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2" name="Google Shape;5092;p106"/>
            <p:cNvSpPr/>
            <p:nvPr/>
          </p:nvSpPr>
          <p:spPr>
            <a:xfrm>
              <a:off x="6887300" y="3113825"/>
              <a:ext cx="31575" cy="62500"/>
            </a:xfrm>
            <a:custGeom>
              <a:rect b="b" l="l" r="r" t="t"/>
              <a:pathLst>
                <a:path extrusionOk="0" h="2500" w="1263">
                  <a:moveTo>
                    <a:pt x="626" y="2449"/>
                  </a:moveTo>
                  <a:cubicBezTo>
                    <a:pt x="626" y="2149"/>
                    <a:pt x="563" y="1850"/>
                    <a:pt x="426" y="1575"/>
                  </a:cubicBezTo>
                  <a:cubicBezTo>
                    <a:pt x="126" y="875"/>
                    <a:pt x="426" y="200"/>
                    <a:pt x="1225" y="88"/>
                  </a:cubicBezTo>
                  <a:cubicBezTo>
                    <a:pt x="1263" y="88"/>
                    <a:pt x="1250" y="13"/>
                    <a:pt x="1213" y="13"/>
                  </a:cubicBezTo>
                  <a:cubicBezTo>
                    <a:pt x="776" y="0"/>
                    <a:pt x="376" y="275"/>
                    <a:pt x="226" y="687"/>
                  </a:cubicBezTo>
                  <a:cubicBezTo>
                    <a:pt x="1" y="1325"/>
                    <a:pt x="563" y="1825"/>
                    <a:pt x="538" y="2449"/>
                  </a:cubicBezTo>
                  <a:cubicBezTo>
                    <a:pt x="538" y="2499"/>
                    <a:pt x="613" y="2499"/>
                    <a:pt x="626" y="244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3" name="Google Shape;5093;p106"/>
            <p:cNvSpPr/>
            <p:nvPr/>
          </p:nvSpPr>
          <p:spPr>
            <a:xfrm>
              <a:off x="6912925" y="3112575"/>
              <a:ext cx="21575" cy="30625"/>
            </a:xfrm>
            <a:custGeom>
              <a:rect b="b" l="l" r="r" t="t"/>
              <a:pathLst>
                <a:path extrusionOk="0" h="1225" w="863">
                  <a:moveTo>
                    <a:pt x="63" y="175"/>
                  </a:moveTo>
                  <a:cubicBezTo>
                    <a:pt x="588" y="0"/>
                    <a:pt x="825" y="837"/>
                    <a:pt x="575" y="1162"/>
                  </a:cubicBezTo>
                  <a:cubicBezTo>
                    <a:pt x="550" y="1200"/>
                    <a:pt x="588" y="1225"/>
                    <a:pt x="613" y="1212"/>
                  </a:cubicBezTo>
                  <a:cubicBezTo>
                    <a:pt x="863" y="1062"/>
                    <a:pt x="788" y="675"/>
                    <a:pt x="700" y="437"/>
                  </a:cubicBezTo>
                  <a:cubicBezTo>
                    <a:pt x="588" y="163"/>
                    <a:pt x="338" y="0"/>
                    <a:pt x="38" y="113"/>
                  </a:cubicBezTo>
                  <a:cubicBezTo>
                    <a:pt x="0" y="125"/>
                    <a:pt x="13" y="200"/>
                    <a:pt x="63" y="1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4" name="Google Shape;5094;p106"/>
            <p:cNvSpPr/>
            <p:nvPr/>
          </p:nvSpPr>
          <p:spPr>
            <a:xfrm>
              <a:off x="6775450" y="2872625"/>
              <a:ext cx="56575" cy="81250"/>
            </a:xfrm>
            <a:custGeom>
              <a:rect b="b" l="l" r="r" t="t"/>
              <a:pathLst>
                <a:path extrusionOk="0" h="3250" w="2263">
                  <a:moveTo>
                    <a:pt x="2213" y="3162"/>
                  </a:moveTo>
                  <a:cubicBezTo>
                    <a:pt x="1263" y="2350"/>
                    <a:pt x="201" y="1463"/>
                    <a:pt x="388" y="76"/>
                  </a:cubicBezTo>
                  <a:cubicBezTo>
                    <a:pt x="388" y="26"/>
                    <a:pt x="301" y="1"/>
                    <a:pt x="288" y="51"/>
                  </a:cubicBezTo>
                  <a:cubicBezTo>
                    <a:pt x="1" y="1450"/>
                    <a:pt x="1213" y="2425"/>
                    <a:pt x="2163" y="3212"/>
                  </a:cubicBezTo>
                  <a:cubicBezTo>
                    <a:pt x="2200" y="3250"/>
                    <a:pt x="2263" y="3187"/>
                    <a:pt x="2213" y="3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5" name="Google Shape;5095;p106"/>
            <p:cNvSpPr/>
            <p:nvPr/>
          </p:nvSpPr>
          <p:spPr>
            <a:xfrm>
              <a:off x="6867625" y="3101950"/>
              <a:ext cx="15325" cy="30950"/>
            </a:xfrm>
            <a:custGeom>
              <a:rect b="b" l="l" r="r" t="t"/>
              <a:pathLst>
                <a:path extrusionOk="0" h="1238" w="613">
                  <a:moveTo>
                    <a:pt x="588" y="1175"/>
                  </a:moveTo>
                  <a:cubicBezTo>
                    <a:pt x="613" y="950"/>
                    <a:pt x="563" y="725"/>
                    <a:pt x="450" y="525"/>
                  </a:cubicBezTo>
                  <a:cubicBezTo>
                    <a:pt x="375" y="325"/>
                    <a:pt x="250" y="150"/>
                    <a:pt x="88" y="25"/>
                  </a:cubicBezTo>
                  <a:cubicBezTo>
                    <a:pt x="50" y="0"/>
                    <a:pt x="0" y="63"/>
                    <a:pt x="38" y="100"/>
                  </a:cubicBezTo>
                  <a:cubicBezTo>
                    <a:pt x="313" y="388"/>
                    <a:pt x="488" y="775"/>
                    <a:pt x="500" y="1175"/>
                  </a:cubicBezTo>
                  <a:cubicBezTo>
                    <a:pt x="500" y="1237"/>
                    <a:pt x="588" y="1237"/>
                    <a:pt x="600" y="11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6" name="Google Shape;5096;p106"/>
            <p:cNvSpPr/>
            <p:nvPr/>
          </p:nvSpPr>
          <p:spPr>
            <a:xfrm>
              <a:off x="6861375" y="3101625"/>
              <a:ext cx="21900" cy="34075"/>
            </a:xfrm>
            <a:custGeom>
              <a:rect b="b" l="l" r="r" t="t"/>
              <a:pathLst>
                <a:path extrusionOk="0" h="1363" w="876">
                  <a:moveTo>
                    <a:pt x="238" y="51"/>
                  </a:moveTo>
                  <a:cubicBezTo>
                    <a:pt x="0" y="538"/>
                    <a:pt x="300" y="1150"/>
                    <a:pt x="775" y="1350"/>
                  </a:cubicBezTo>
                  <a:cubicBezTo>
                    <a:pt x="838" y="1363"/>
                    <a:pt x="875" y="1275"/>
                    <a:pt x="825" y="1250"/>
                  </a:cubicBezTo>
                  <a:cubicBezTo>
                    <a:pt x="413" y="1050"/>
                    <a:pt x="113" y="551"/>
                    <a:pt x="325" y="101"/>
                  </a:cubicBezTo>
                  <a:cubicBezTo>
                    <a:pt x="350" y="51"/>
                    <a:pt x="275" y="1"/>
                    <a:pt x="238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7" name="Google Shape;5097;p106"/>
            <p:cNvSpPr/>
            <p:nvPr/>
          </p:nvSpPr>
          <p:spPr>
            <a:xfrm>
              <a:off x="6864175" y="3338125"/>
              <a:ext cx="59700" cy="132175"/>
            </a:xfrm>
            <a:custGeom>
              <a:rect b="b" l="l" r="r" t="t"/>
              <a:pathLst>
                <a:path extrusionOk="0" h="5287" w="2388">
                  <a:moveTo>
                    <a:pt x="1738" y="63"/>
                  </a:moveTo>
                  <a:cubicBezTo>
                    <a:pt x="2038" y="1600"/>
                    <a:pt x="2350" y="4912"/>
                    <a:pt x="51" y="5212"/>
                  </a:cubicBezTo>
                  <a:cubicBezTo>
                    <a:pt x="1" y="5212"/>
                    <a:pt x="1" y="5287"/>
                    <a:pt x="51" y="5287"/>
                  </a:cubicBezTo>
                  <a:cubicBezTo>
                    <a:pt x="2388" y="5074"/>
                    <a:pt x="2125" y="1638"/>
                    <a:pt x="1813" y="51"/>
                  </a:cubicBezTo>
                  <a:cubicBezTo>
                    <a:pt x="1813" y="1"/>
                    <a:pt x="1738" y="26"/>
                    <a:pt x="1738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8" name="Google Shape;5098;p106"/>
            <p:cNvSpPr/>
            <p:nvPr/>
          </p:nvSpPr>
          <p:spPr>
            <a:xfrm>
              <a:off x="6826700" y="3402175"/>
              <a:ext cx="65000" cy="61250"/>
            </a:xfrm>
            <a:custGeom>
              <a:rect b="b" l="l" r="r" t="t"/>
              <a:pathLst>
                <a:path extrusionOk="0" h="2450" w="2600">
                  <a:moveTo>
                    <a:pt x="2537" y="1475"/>
                  </a:moveTo>
                  <a:cubicBezTo>
                    <a:pt x="2212" y="2100"/>
                    <a:pt x="1437" y="2362"/>
                    <a:pt x="838" y="1938"/>
                  </a:cubicBezTo>
                  <a:cubicBezTo>
                    <a:pt x="300" y="1563"/>
                    <a:pt x="138" y="588"/>
                    <a:pt x="650" y="125"/>
                  </a:cubicBezTo>
                  <a:cubicBezTo>
                    <a:pt x="700" y="76"/>
                    <a:pt x="638" y="1"/>
                    <a:pt x="575" y="51"/>
                  </a:cubicBezTo>
                  <a:cubicBezTo>
                    <a:pt x="0" y="538"/>
                    <a:pt x="200" y="1613"/>
                    <a:pt x="788" y="2012"/>
                  </a:cubicBezTo>
                  <a:cubicBezTo>
                    <a:pt x="1412" y="2450"/>
                    <a:pt x="2275" y="2200"/>
                    <a:pt x="2587" y="1500"/>
                  </a:cubicBezTo>
                  <a:cubicBezTo>
                    <a:pt x="2600" y="1475"/>
                    <a:pt x="2550" y="1438"/>
                    <a:pt x="2537" y="1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9" name="Google Shape;5099;p106"/>
            <p:cNvSpPr/>
            <p:nvPr/>
          </p:nvSpPr>
          <p:spPr>
            <a:xfrm>
              <a:off x="6837325" y="3392175"/>
              <a:ext cx="46575" cy="35950"/>
            </a:xfrm>
            <a:custGeom>
              <a:rect b="b" l="l" r="r" t="t"/>
              <a:pathLst>
                <a:path extrusionOk="0" h="1438" w="1863">
                  <a:moveTo>
                    <a:pt x="75" y="738"/>
                  </a:moveTo>
                  <a:cubicBezTo>
                    <a:pt x="263" y="326"/>
                    <a:pt x="738" y="138"/>
                    <a:pt x="1150" y="301"/>
                  </a:cubicBezTo>
                  <a:cubicBezTo>
                    <a:pt x="1587" y="488"/>
                    <a:pt x="1712" y="938"/>
                    <a:pt x="1575" y="1363"/>
                  </a:cubicBezTo>
                  <a:cubicBezTo>
                    <a:pt x="1562" y="1413"/>
                    <a:pt x="1637" y="1438"/>
                    <a:pt x="1662" y="1400"/>
                  </a:cubicBezTo>
                  <a:cubicBezTo>
                    <a:pt x="1862" y="938"/>
                    <a:pt x="1650" y="401"/>
                    <a:pt x="1200" y="201"/>
                  </a:cubicBezTo>
                  <a:cubicBezTo>
                    <a:pt x="738" y="1"/>
                    <a:pt x="200" y="226"/>
                    <a:pt x="13" y="700"/>
                  </a:cubicBezTo>
                  <a:cubicBezTo>
                    <a:pt x="0" y="738"/>
                    <a:pt x="50" y="775"/>
                    <a:pt x="75" y="7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0" name="Google Shape;5100;p106"/>
            <p:cNvSpPr/>
            <p:nvPr/>
          </p:nvSpPr>
          <p:spPr>
            <a:xfrm>
              <a:off x="6849500" y="3422475"/>
              <a:ext cx="30950" cy="17525"/>
            </a:xfrm>
            <a:custGeom>
              <a:rect b="b" l="l" r="r" t="t"/>
              <a:pathLst>
                <a:path extrusionOk="0" h="701" w="1238">
                  <a:moveTo>
                    <a:pt x="1125" y="51"/>
                  </a:moveTo>
                  <a:cubicBezTo>
                    <a:pt x="1163" y="638"/>
                    <a:pt x="13" y="701"/>
                    <a:pt x="201" y="88"/>
                  </a:cubicBezTo>
                  <a:cubicBezTo>
                    <a:pt x="226" y="26"/>
                    <a:pt x="138" y="13"/>
                    <a:pt x="113" y="63"/>
                  </a:cubicBezTo>
                  <a:cubicBezTo>
                    <a:pt x="1" y="351"/>
                    <a:pt x="263" y="626"/>
                    <a:pt x="550" y="626"/>
                  </a:cubicBezTo>
                  <a:cubicBezTo>
                    <a:pt x="838" y="626"/>
                    <a:pt x="1238" y="388"/>
                    <a:pt x="1200" y="51"/>
                  </a:cubicBezTo>
                  <a:cubicBezTo>
                    <a:pt x="1200" y="1"/>
                    <a:pt x="1125" y="1"/>
                    <a:pt x="1125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1" name="Google Shape;5101;p106"/>
            <p:cNvSpPr/>
            <p:nvPr/>
          </p:nvSpPr>
          <p:spPr>
            <a:xfrm>
              <a:off x="6819200" y="3138500"/>
              <a:ext cx="71575" cy="55325"/>
            </a:xfrm>
            <a:custGeom>
              <a:rect b="b" l="l" r="r" t="t"/>
              <a:pathLst>
                <a:path extrusionOk="0" h="2213" w="2863">
                  <a:moveTo>
                    <a:pt x="2812" y="388"/>
                  </a:moveTo>
                  <a:cubicBezTo>
                    <a:pt x="1538" y="0"/>
                    <a:pt x="100" y="788"/>
                    <a:pt x="0" y="2175"/>
                  </a:cubicBezTo>
                  <a:cubicBezTo>
                    <a:pt x="0" y="2212"/>
                    <a:pt x="50" y="2212"/>
                    <a:pt x="50" y="2187"/>
                  </a:cubicBezTo>
                  <a:cubicBezTo>
                    <a:pt x="375" y="925"/>
                    <a:pt x="1463" y="113"/>
                    <a:pt x="2787" y="463"/>
                  </a:cubicBezTo>
                  <a:cubicBezTo>
                    <a:pt x="2837" y="475"/>
                    <a:pt x="2862" y="400"/>
                    <a:pt x="2800" y="3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2" name="Google Shape;5102;p106"/>
            <p:cNvSpPr/>
            <p:nvPr/>
          </p:nvSpPr>
          <p:spPr>
            <a:xfrm>
              <a:off x="6798275" y="2819200"/>
              <a:ext cx="15325" cy="20025"/>
            </a:xfrm>
            <a:custGeom>
              <a:rect b="b" l="l" r="r" t="t"/>
              <a:pathLst>
                <a:path extrusionOk="0" h="801" w="613">
                  <a:moveTo>
                    <a:pt x="550" y="688"/>
                  </a:moveTo>
                  <a:cubicBezTo>
                    <a:pt x="325" y="538"/>
                    <a:pt x="163" y="313"/>
                    <a:pt x="100" y="51"/>
                  </a:cubicBezTo>
                  <a:cubicBezTo>
                    <a:pt x="88" y="1"/>
                    <a:pt x="0" y="1"/>
                    <a:pt x="0" y="63"/>
                  </a:cubicBezTo>
                  <a:cubicBezTo>
                    <a:pt x="50" y="363"/>
                    <a:pt x="238" y="625"/>
                    <a:pt x="513" y="775"/>
                  </a:cubicBezTo>
                  <a:cubicBezTo>
                    <a:pt x="562" y="800"/>
                    <a:pt x="612" y="713"/>
                    <a:pt x="550" y="6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3" name="Google Shape;5103;p106"/>
            <p:cNvSpPr/>
            <p:nvPr/>
          </p:nvSpPr>
          <p:spPr>
            <a:xfrm>
              <a:off x="6794825" y="2818575"/>
              <a:ext cx="5975" cy="16900"/>
            </a:xfrm>
            <a:custGeom>
              <a:rect b="b" l="l" r="r" t="t"/>
              <a:pathLst>
                <a:path extrusionOk="0" h="676" w="239">
                  <a:moveTo>
                    <a:pt x="101" y="76"/>
                  </a:moveTo>
                  <a:cubicBezTo>
                    <a:pt x="26" y="238"/>
                    <a:pt x="1" y="426"/>
                    <a:pt x="26" y="613"/>
                  </a:cubicBezTo>
                  <a:cubicBezTo>
                    <a:pt x="38" y="675"/>
                    <a:pt x="138" y="663"/>
                    <a:pt x="138" y="601"/>
                  </a:cubicBezTo>
                  <a:cubicBezTo>
                    <a:pt x="138" y="426"/>
                    <a:pt x="163" y="263"/>
                    <a:pt x="213" y="101"/>
                  </a:cubicBezTo>
                  <a:cubicBezTo>
                    <a:pt x="238" y="26"/>
                    <a:pt x="126" y="1"/>
                    <a:pt x="101" y="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4" name="Google Shape;5104;p106"/>
            <p:cNvSpPr/>
            <p:nvPr/>
          </p:nvSpPr>
          <p:spPr>
            <a:xfrm>
              <a:off x="6810775" y="2837625"/>
              <a:ext cx="7500" cy="9400"/>
            </a:xfrm>
            <a:custGeom>
              <a:rect b="b" l="l" r="r" t="t"/>
              <a:pathLst>
                <a:path extrusionOk="0" h="376" w="300">
                  <a:moveTo>
                    <a:pt x="75" y="101"/>
                  </a:moveTo>
                  <a:cubicBezTo>
                    <a:pt x="112" y="163"/>
                    <a:pt x="87" y="226"/>
                    <a:pt x="38" y="263"/>
                  </a:cubicBezTo>
                  <a:cubicBezTo>
                    <a:pt x="0" y="301"/>
                    <a:pt x="38" y="376"/>
                    <a:pt x="87" y="351"/>
                  </a:cubicBezTo>
                  <a:cubicBezTo>
                    <a:pt x="237" y="288"/>
                    <a:pt x="300" y="113"/>
                    <a:pt x="137" y="26"/>
                  </a:cubicBezTo>
                  <a:cubicBezTo>
                    <a:pt x="87" y="1"/>
                    <a:pt x="38" y="63"/>
                    <a:pt x="75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5" name="Google Shape;5105;p106"/>
            <p:cNvSpPr/>
            <p:nvPr/>
          </p:nvSpPr>
          <p:spPr>
            <a:xfrm>
              <a:off x="6797325" y="2844825"/>
              <a:ext cx="15650" cy="20325"/>
            </a:xfrm>
            <a:custGeom>
              <a:rect b="b" l="l" r="r" t="t"/>
              <a:pathLst>
                <a:path extrusionOk="0" h="813" w="626">
                  <a:moveTo>
                    <a:pt x="526" y="25"/>
                  </a:moveTo>
                  <a:cubicBezTo>
                    <a:pt x="288" y="188"/>
                    <a:pt x="1" y="450"/>
                    <a:pt x="63" y="763"/>
                  </a:cubicBezTo>
                  <a:cubicBezTo>
                    <a:pt x="76" y="813"/>
                    <a:pt x="138" y="813"/>
                    <a:pt x="151" y="763"/>
                  </a:cubicBezTo>
                  <a:cubicBezTo>
                    <a:pt x="201" y="500"/>
                    <a:pt x="363" y="263"/>
                    <a:pt x="588" y="100"/>
                  </a:cubicBezTo>
                  <a:cubicBezTo>
                    <a:pt x="625" y="63"/>
                    <a:pt x="576" y="0"/>
                    <a:pt x="526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6" name="Google Shape;5106;p106"/>
            <p:cNvSpPr/>
            <p:nvPr/>
          </p:nvSpPr>
          <p:spPr>
            <a:xfrm>
              <a:off x="6792950" y="2840450"/>
              <a:ext cx="10025" cy="24075"/>
            </a:xfrm>
            <a:custGeom>
              <a:rect b="b" l="l" r="r" t="t"/>
              <a:pathLst>
                <a:path extrusionOk="0" h="963" w="401">
                  <a:moveTo>
                    <a:pt x="288" y="850"/>
                  </a:moveTo>
                  <a:cubicBezTo>
                    <a:pt x="113" y="613"/>
                    <a:pt x="188" y="350"/>
                    <a:pt x="351" y="138"/>
                  </a:cubicBezTo>
                  <a:cubicBezTo>
                    <a:pt x="401" y="75"/>
                    <a:pt x="326" y="0"/>
                    <a:pt x="276" y="50"/>
                  </a:cubicBezTo>
                  <a:cubicBezTo>
                    <a:pt x="26" y="275"/>
                    <a:pt x="1" y="663"/>
                    <a:pt x="201" y="925"/>
                  </a:cubicBezTo>
                  <a:cubicBezTo>
                    <a:pt x="238" y="963"/>
                    <a:pt x="326" y="900"/>
                    <a:pt x="288" y="8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7" name="Google Shape;5107;p106"/>
            <p:cNvSpPr/>
            <p:nvPr/>
          </p:nvSpPr>
          <p:spPr>
            <a:xfrm>
              <a:off x="6795150" y="2829825"/>
              <a:ext cx="8150" cy="14075"/>
            </a:xfrm>
            <a:custGeom>
              <a:rect b="b" l="l" r="r" t="t"/>
              <a:pathLst>
                <a:path extrusionOk="0" h="563" w="326">
                  <a:moveTo>
                    <a:pt x="263" y="425"/>
                  </a:moveTo>
                  <a:cubicBezTo>
                    <a:pt x="175" y="325"/>
                    <a:pt x="125" y="200"/>
                    <a:pt x="113" y="63"/>
                  </a:cubicBezTo>
                  <a:cubicBezTo>
                    <a:pt x="100" y="1"/>
                    <a:pt x="13" y="26"/>
                    <a:pt x="13" y="76"/>
                  </a:cubicBezTo>
                  <a:cubicBezTo>
                    <a:pt x="0" y="238"/>
                    <a:pt x="63" y="400"/>
                    <a:pt x="188" y="500"/>
                  </a:cubicBezTo>
                  <a:cubicBezTo>
                    <a:pt x="238" y="563"/>
                    <a:pt x="325" y="475"/>
                    <a:pt x="263" y="4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8" name="Google Shape;5108;p106"/>
            <p:cNvSpPr/>
            <p:nvPr/>
          </p:nvSpPr>
          <p:spPr>
            <a:xfrm>
              <a:off x="6781075" y="2835125"/>
              <a:ext cx="12525" cy="14400"/>
            </a:xfrm>
            <a:custGeom>
              <a:rect b="b" l="l" r="r" t="t"/>
              <a:pathLst>
                <a:path extrusionOk="0" h="576" w="501">
                  <a:moveTo>
                    <a:pt x="476" y="288"/>
                  </a:moveTo>
                  <a:cubicBezTo>
                    <a:pt x="463" y="163"/>
                    <a:pt x="426" y="38"/>
                    <a:pt x="288" y="13"/>
                  </a:cubicBezTo>
                  <a:cubicBezTo>
                    <a:pt x="163" y="1"/>
                    <a:pt x="63" y="88"/>
                    <a:pt x="63" y="213"/>
                  </a:cubicBezTo>
                  <a:cubicBezTo>
                    <a:pt x="1" y="501"/>
                    <a:pt x="463" y="576"/>
                    <a:pt x="488" y="263"/>
                  </a:cubicBezTo>
                  <a:cubicBezTo>
                    <a:pt x="501" y="188"/>
                    <a:pt x="376" y="176"/>
                    <a:pt x="363" y="251"/>
                  </a:cubicBezTo>
                  <a:cubicBezTo>
                    <a:pt x="363" y="263"/>
                    <a:pt x="363" y="276"/>
                    <a:pt x="351" y="288"/>
                  </a:cubicBezTo>
                  <a:cubicBezTo>
                    <a:pt x="351" y="376"/>
                    <a:pt x="488" y="376"/>
                    <a:pt x="476" y="2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9" name="Google Shape;5109;p106"/>
            <p:cNvSpPr/>
            <p:nvPr/>
          </p:nvSpPr>
          <p:spPr>
            <a:xfrm>
              <a:off x="695500" y="2835450"/>
              <a:ext cx="104675" cy="111250"/>
            </a:xfrm>
            <a:custGeom>
              <a:rect b="b" l="l" r="r" t="t"/>
              <a:pathLst>
                <a:path extrusionOk="0" h="4450" w="4187">
                  <a:moveTo>
                    <a:pt x="288" y="2650"/>
                  </a:moveTo>
                  <a:cubicBezTo>
                    <a:pt x="100" y="1075"/>
                    <a:pt x="1912" y="0"/>
                    <a:pt x="3124" y="1125"/>
                  </a:cubicBezTo>
                  <a:cubicBezTo>
                    <a:pt x="4062" y="2000"/>
                    <a:pt x="3624" y="3475"/>
                    <a:pt x="2974" y="4374"/>
                  </a:cubicBezTo>
                  <a:cubicBezTo>
                    <a:pt x="2949" y="4412"/>
                    <a:pt x="2999" y="4449"/>
                    <a:pt x="3037" y="4424"/>
                  </a:cubicBezTo>
                  <a:cubicBezTo>
                    <a:pt x="3974" y="3412"/>
                    <a:pt x="4187" y="1475"/>
                    <a:pt x="2799" y="738"/>
                  </a:cubicBezTo>
                  <a:cubicBezTo>
                    <a:pt x="1450" y="25"/>
                    <a:pt x="0" y="1213"/>
                    <a:pt x="188" y="2650"/>
                  </a:cubicBezTo>
                  <a:cubicBezTo>
                    <a:pt x="188" y="2712"/>
                    <a:pt x="300" y="2725"/>
                    <a:pt x="288" y="2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0" name="Google Shape;5110;p106"/>
            <p:cNvSpPr/>
            <p:nvPr/>
          </p:nvSpPr>
          <p:spPr>
            <a:xfrm>
              <a:off x="628000" y="2941675"/>
              <a:ext cx="146875" cy="263700"/>
            </a:xfrm>
            <a:custGeom>
              <a:rect b="b" l="l" r="r" t="t"/>
              <a:pathLst>
                <a:path extrusionOk="0" h="10548" w="5875">
                  <a:moveTo>
                    <a:pt x="5812" y="25"/>
                  </a:moveTo>
                  <a:cubicBezTo>
                    <a:pt x="3937" y="1350"/>
                    <a:pt x="1513" y="2550"/>
                    <a:pt x="738" y="4862"/>
                  </a:cubicBezTo>
                  <a:cubicBezTo>
                    <a:pt x="151" y="6599"/>
                    <a:pt x="1" y="9073"/>
                    <a:pt x="1263" y="10523"/>
                  </a:cubicBezTo>
                  <a:cubicBezTo>
                    <a:pt x="1288" y="10548"/>
                    <a:pt x="1338" y="10510"/>
                    <a:pt x="1313" y="10485"/>
                  </a:cubicBezTo>
                  <a:cubicBezTo>
                    <a:pt x="113" y="8848"/>
                    <a:pt x="288" y="6086"/>
                    <a:pt x="1138" y="4324"/>
                  </a:cubicBezTo>
                  <a:cubicBezTo>
                    <a:pt x="2063" y="2412"/>
                    <a:pt x="4175" y="1300"/>
                    <a:pt x="5837" y="100"/>
                  </a:cubicBezTo>
                  <a:cubicBezTo>
                    <a:pt x="5874" y="63"/>
                    <a:pt x="5837" y="0"/>
                    <a:pt x="5799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1" name="Google Shape;5111;p106"/>
            <p:cNvSpPr/>
            <p:nvPr/>
          </p:nvSpPr>
          <p:spPr>
            <a:xfrm>
              <a:off x="668000" y="3137875"/>
              <a:ext cx="85000" cy="100300"/>
            </a:xfrm>
            <a:custGeom>
              <a:rect b="b" l="l" r="r" t="t"/>
              <a:pathLst>
                <a:path extrusionOk="0" h="4012" w="3400">
                  <a:moveTo>
                    <a:pt x="38" y="2925"/>
                  </a:moveTo>
                  <a:cubicBezTo>
                    <a:pt x="900" y="3424"/>
                    <a:pt x="2075" y="3624"/>
                    <a:pt x="2812" y="2787"/>
                  </a:cubicBezTo>
                  <a:cubicBezTo>
                    <a:pt x="3237" y="2312"/>
                    <a:pt x="3400" y="1175"/>
                    <a:pt x="2975" y="625"/>
                  </a:cubicBezTo>
                  <a:cubicBezTo>
                    <a:pt x="2500" y="0"/>
                    <a:pt x="1350" y="88"/>
                    <a:pt x="1025" y="825"/>
                  </a:cubicBezTo>
                  <a:cubicBezTo>
                    <a:pt x="813" y="1262"/>
                    <a:pt x="838" y="1775"/>
                    <a:pt x="1088" y="2200"/>
                  </a:cubicBezTo>
                  <a:cubicBezTo>
                    <a:pt x="1450" y="2837"/>
                    <a:pt x="2425" y="3237"/>
                    <a:pt x="2537" y="3987"/>
                  </a:cubicBezTo>
                  <a:cubicBezTo>
                    <a:pt x="2537" y="4012"/>
                    <a:pt x="2575" y="4012"/>
                    <a:pt x="2575" y="3987"/>
                  </a:cubicBezTo>
                  <a:cubicBezTo>
                    <a:pt x="2562" y="3574"/>
                    <a:pt x="2287" y="3337"/>
                    <a:pt x="2000" y="3062"/>
                  </a:cubicBezTo>
                  <a:cubicBezTo>
                    <a:pt x="1713" y="2787"/>
                    <a:pt x="1350" y="2500"/>
                    <a:pt x="1188" y="2150"/>
                  </a:cubicBezTo>
                  <a:cubicBezTo>
                    <a:pt x="825" y="1287"/>
                    <a:pt x="1075" y="288"/>
                    <a:pt x="2200" y="425"/>
                  </a:cubicBezTo>
                  <a:cubicBezTo>
                    <a:pt x="2550" y="350"/>
                    <a:pt x="2762" y="488"/>
                    <a:pt x="2837" y="838"/>
                  </a:cubicBezTo>
                  <a:cubicBezTo>
                    <a:pt x="2975" y="913"/>
                    <a:pt x="3050" y="1063"/>
                    <a:pt x="3050" y="1212"/>
                  </a:cubicBezTo>
                  <a:cubicBezTo>
                    <a:pt x="3062" y="1275"/>
                    <a:pt x="3062" y="1337"/>
                    <a:pt x="3050" y="1400"/>
                  </a:cubicBezTo>
                  <a:cubicBezTo>
                    <a:pt x="3087" y="1650"/>
                    <a:pt x="3075" y="1912"/>
                    <a:pt x="3025" y="2162"/>
                  </a:cubicBezTo>
                  <a:cubicBezTo>
                    <a:pt x="2687" y="3524"/>
                    <a:pt x="1025" y="3399"/>
                    <a:pt x="75" y="2862"/>
                  </a:cubicBezTo>
                  <a:cubicBezTo>
                    <a:pt x="38" y="2837"/>
                    <a:pt x="0" y="2900"/>
                    <a:pt x="38" y="29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2" name="Google Shape;5112;p106"/>
            <p:cNvSpPr/>
            <p:nvPr/>
          </p:nvSpPr>
          <p:spPr>
            <a:xfrm>
              <a:off x="722350" y="3245025"/>
              <a:ext cx="13775" cy="55325"/>
            </a:xfrm>
            <a:custGeom>
              <a:rect b="b" l="l" r="r" t="t"/>
              <a:pathLst>
                <a:path extrusionOk="0" h="2213" w="551">
                  <a:moveTo>
                    <a:pt x="401" y="51"/>
                  </a:moveTo>
                  <a:cubicBezTo>
                    <a:pt x="476" y="825"/>
                    <a:pt x="238" y="1438"/>
                    <a:pt x="13" y="2163"/>
                  </a:cubicBezTo>
                  <a:cubicBezTo>
                    <a:pt x="1" y="2200"/>
                    <a:pt x="51" y="2213"/>
                    <a:pt x="76" y="2188"/>
                  </a:cubicBezTo>
                  <a:cubicBezTo>
                    <a:pt x="488" y="1588"/>
                    <a:pt x="551" y="738"/>
                    <a:pt x="476" y="51"/>
                  </a:cubicBezTo>
                  <a:cubicBezTo>
                    <a:pt x="476" y="1"/>
                    <a:pt x="388" y="1"/>
                    <a:pt x="401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3" name="Google Shape;5113;p106"/>
            <p:cNvSpPr/>
            <p:nvPr/>
          </p:nvSpPr>
          <p:spPr>
            <a:xfrm>
              <a:off x="692050" y="2972300"/>
              <a:ext cx="96575" cy="82175"/>
            </a:xfrm>
            <a:custGeom>
              <a:rect b="b" l="l" r="r" t="t"/>
              <a:pathLst>
                <a:path extrusionOk="0" h="3287" w="3863">
                  <a:moveTo>
                    <a:pt x="63" y="1100"/>
                  </a:moveTo>
                  <a:cubicBezTo>
                    <a:pt x="738" y="575"/>
                    <a:pt x="1563" y="113"/>
                    <a:pt x="2450" y="350"/>
                  </a:cubicBezTo>
                  <a:cubicBezTo>
                    <a:pt x="2900" y="487"/>
                    <a:pt x="3287" y="812"/>
                    <a:pt x="3500" y="1250"/>
                  </a:cubicBezTo>
                  <a:cubicBezTo>
                    <a:pt x="3650" y="1525"/>
                    <a:pt x="3737" y="1837"/>
                    <a:pt x="3737" y="2149"/>
                  </a:cubicBezTo>
                  <a:cubicBezTo>
                    <a:pt x="3725" y="2887"/>
                    <a:pt x="3300" y="3037"/>
                    <a:pt x="2463" y="2612"/>
                  </a:cubicBezTo>
                  <a:cubicBezTo>
                    <a:pt x="2500" y="2574"/>
                    <a:pt x="2463" y="2512"/>
                    <a:pt x="2425" y="2537"/>
                  </a:cubicBezTo>
                  <a:cubicBezTo>
                    <a:pt x="2050" y="2824"/>
                    <a:pt x="2463" y="3162"/>
                    <a:pt x="2812" y="3212"/>
                  </a:cubicBezTo>
                  <a:cubicBezTo>
                    <a:pt x="3475" y="3287"/>
                    <a:pt x="3862" y="2612"/>
                    <a:pt x="3837" y="2037"/>
                  </a:cubicBezTo>
                  <a:cubicBezTo>
                    <a:pt x="3812" y="1237"/>
                    <a:pt x="3250" y="450"/>
                    <a:pt x="2475" y="250"/>
                  </a:cubicBezTo>
                  <a:cubicBezTo>
                    <a:pt x="1550" y="0"/>
                    <a:pt x="701" y="475"/>
                    <a:pt x="26" y="1050"/>
                  </a:cubicBezTo>
                  <a:cubicBezTo>
                    <a:pt x="1" y="1075"/>
                    <a:pt x="38" y="1112"/>
                    <a:pt x="63" y="1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4" name="Google Shape;5114;p106"/>
            <p:cNvSpPr/>
            <p:nvPr/>
          </p:nvSpPr>
          <p:spPr>
            <a:xfrm>
              <a:off x="720175" y="2958850"/>
              <a:ext cx="110625" cy="22825"/>
            </a:xfrm>
            <a:custGeom>
              <a:rect b="b" l="l" r="r" t="t"/>
              <a:pathLst>
                <a:path extrusionOk="0" h="913" w="4425">
                  <a:moveTo>
                    <a:pt x="100" y="875"/>
                  </a:moveTo>
                  <a:cubicBezTo>
                    <a:pt x="1100" y="38"/>
                    <a:pt x="3250" y="1"/>
                    <a:pt x="4362" y="588"/>
                  </a:cubicBezTo>
                  <a:cubicBezTo>
                    <a:pt x="4399" y="601"/>
                    <a:pt x="4424" y="551"/>
                    <a:pt x="4399" y="526"/>
                  </a:cubicBezTo>
                  <a:cubicBezTo>
                    <a:pt x="3712" y="1"/>
                    <a:pt x="2725" y="88"/>
                    <a:pt x="1912" y="176"/>
                  </a:cubicBezTo>
                  <a:cubicBezTo>
                    <a:pt x="1250" y="251"/>
                    <a:pt x="563" y="376"/>
                    <a:pt x="38" y="825"/>
                  </a:cubicBezTo>
                  <a:cubicBezTo>
                    <a:pt x="0" y="863"/>
                    <a:pt x="63" y="913"/>
                    <a:pt x="100" y="8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5" name="Google Shape;5115;p106"/>
            <p:cNvSpPr/>
            <p:nvPr/>
          </p:nvSpPr>
          <p:spPr>
            <a:xfrm>
              <a:off x="830150" y="2969475"/>
              <a:ext cx="12200" cy="11900"/>
            </a:xfrm>
            <a:custGeom>
              <a:rect b="b" l="l" r="r" t="t"/>
              <a:pathLst>
                <a:path extrusionOk="0" h="476" w="488">
                  <a:moveTo>
                    <a:pt x="50" y="126"/>
                  </a:moveTo>
                  <a:cubicBezTo>
                    <a:pt x="0" y="213"/>
                    <a:pt x="25" y="325"/>
                    <a:pt x="88" y="388"/>
                  </a:cubicBezTo>
                  <a:cubicBezTo>
                    <a:pt x="163" y="450"/>
                    <a:pt x="250" y="475"/>
                    <a:pt x="338" y="463"/>
                  </a:cubicBezTo>
                  <a:cubicBezTo>
                    <a:pt x="375" y="450"/>
                    <a:pt x="400" y="438"/>
                    <a:pt x="425" y="425"/>
                  </a:cubicBezTo>
                  <a:cubicBezTo>
                    <a:pt x="450" y="388"/>
                    <a:pt x="463" y="350"/>
                    <a:pt x="463" y="313"/>
                  </a:cubicBezTo>
                  <a:cubicBezTo>
                    <a:pt x="488" y="188"/>
                    <a:pt x="425" y="63"/>
                    <a:pt x="300" y="13"/>
                  </a:cubicBezTo>
                  <a:cubicBezTo>
                    <a:pt x="175" y="1"/>
                    <a:pt x="50" y="101"/>
                    <a:pt x="50" y="2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6" name="Google Shape;5116;p106"/>
            <p:cNvSpPr/>
            <p:nvPr/>
          </p:nvSpPr>
          <p:spPr>
            <a:xfrm>
              <a:off x="828275" y="2965425"/>
              <a:ext cx="16275" cy="17825"/>
            </a:xfrm>
            <a:custGeom>
              <a:rect b="b" l="l" r="r" t="t"/>
              <a:pathLst>
                <a:path extrusionOk="0" h="713" w="651">
                  <a:moveTo>
                    <a:pt x="63" y="275"/>
                  </a:moveTo>
                  <a:cubicBezTo>
                    <a:pt x="0" y="438"/>
                    <a:pt x="88" y="625"/>
                    <a:pt x="263" y="675"/>
                  </a:cubicBezTo>
                  <a:cubicBezTo>
                    <a:pt x="425" y="712"/>
                    <a:pt x="575" y="650"/>
                    <a:pt x="588" y="487"/>
                  </a:cubicBezTo>
                  <a:cubicBezTo>
                    <a:pt x="650" y="88"/>
                    <a:pt x="88" y="0"/>
                    <a:pt x="88" y="400"/>
                  </a:cubicBezTo>
                  <a:cubicBezTo>
                    <a:pt x="88" y="438"/>
                    <a:pt x="163" y="450"/>
                    <a:pt x="163" y="413"/>
                  </a:cubicBezTo>
                  <a:cubicBezTo>
                    <a:pt x="488" y="288"/>
                    <a:pt x="563" y="313"/>
                    <a:pt x="388" y="462"/>
                  </a:cubicBezTo>
                  <a:cubicBezTo>
                    <a:pt x="275" y="637"/>
                    <a:pt x="213" y="587"/>
                    <a:pt x="175" y="300"/>
                  </a:cubicBezTo>
                  <a:cubicBezTo>
                    <a:pt x="188" y="238"/>
                    <a:pt x="88" y="200"/>
                    <a:pt x="63" y="2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7" name="Google Shape;5117;p106"/>
            <p:cNvSpPr/>
            <p:nvPr/>
          </p:nvSpPr>
          <p:spPr>
            <a:xfrm>
              <a:off x="662375" y="3207225"/>
              <a:ext cx="3150" cy="2850"/>
            </a:xfrm>
            <a:custGeom>
              <a:rect b="b" l="l" r="r" t="t"/>
              <a:pathLst>
                <a:path extrusionOk="0" h="114" w="126">
                  <a:moveTo>
                    <a:pt x="63" y="101"/>
                  </a:moveTo>
                  <a:lnTo>
                    <a:pt x="88" y="88"/>
                  </a:lnTo>
                  <a:cubicBezTo>
                    <a:pt x="126" y="76"/>
                    <a:pt x="126" y="38"/>
                    <a:pt x="88" y="26"/>
                  </a:cubicBezTo>
                  <a:lnTo>
                    <a:pt x="63" y="13"/>
                  </a:lnTo>
                  <a:cubicBezTo>
                    <a:pt x="1" y="1"/>
                    <a:pt x="1" y="113"/>
                    <a:pt x="63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8" name="Google Shape;5118;p106"/>
            <p:cNvSpPr/>
            <p:nvPr/>
          </p:nvSpPr>
          <p:spPr>
            <a:xfrm>
              <a:off x="705800" y="3297525"/>
              <a:ext cx="17525" cy="42200"/>
            </a:xfrm>
            <a:custGeom>
              <a:rect b="b" l="l" r="r" t="t"/>
              <a:pathLst>
                <a:path extrusionOk="0" h="1688" w="701">
                  <a:moveTo>
                    <a:pt x="613" y="25"/>
                  </a:moveTo>
                  <a:cubicBezTo>
                    <a:pt x="76" y="225"/>
                    <a:pt x="1" y="1175"/>
                    <a:pt x="138" y="1637"/>
                  </a:cubicBezTo>
                  <a:cubicBezTo>
                    <a:pt x="163" y="1687"/>
                    <a:pt x="251" y="1675"/>
                    <a:pt x="238" y="1612"/>
                  </a:cubicBezTo>
                  <a:cubicBezTo>
                    <a:pt x="201" y="1375"/>
                    <a:pt x="188" y="1125"/>
                    <a:pt x="226" y="887"/>
                  </a:cubicBezTo>
                  <a:cubicBezTo>
                    <a:pt x="263" y="650"/>
                    <a:pt x="375" y="225"/>
                    <a:pt x="638" y="125"/>
                  </a:cubicBezTo>
                  <a:cubicBezTo>
                    <a:pt x="700" y="100"/>
                    <a:pt x="675" y="0"/>
                    <a:pt x="600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9" name="Google Shape;5119;p106"/>
            <p:cNvSpPr/>
            <p:nvPr/>
          </p:nvSpPr>
          <p:spPr>
            <a:xfrm>
              <a:off x="708300" y="3297825"/>
              <a:ext cx="19700" cy="42200"/>
            </a:xfrm>
            <a:custGeom>
              <a:rect b="b" l="l" r="r" t="t"/>
              <a:pathLst>
                <a:path extrusionOk="0" h="1688" w="788">
                  <a:moveTo>
                    <a:pt x="113" y="1638"/>
                  </a:moveTo>
                  <a:cubicBezTo>
                    <a:pt x="475" y="1288"/>
                    <a:pt x="788" y="563"/>
                    <a:pt x="638" y="63"/>
                  </a:cubicBezTo>
                  <a:cubicBezTo>
                    <a:pt x="625" y="1"/>
                    <a:pt x="538" y="26"/>
                    <a:pt x="550" y="88"/>
                  </a:cubicBezTo>
                  <a:cubicBezTo>
                    <a:pt x="600" y="625"/>
                    <a:pt x="413" y="1175"/>
                    <a:pt x="38" y="1575"/>
                  </a:cubicBezTo>
                  <a:cubicBezTo>
                    <a:pt x="1" y="1613"/>
                    <a:pt x="63" y="1688"/>
                    <a:pt x="113" y="16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0" name="Google Shape;5120;p106"/>
            <p:cNvSpPr/>
            <p:nvPr/>
          </p:nvSpPr>
          <p:spPr>
            <a:xfrm>
              <a:off x="732050" y="3237525"/>
              <a:ext cx="30000" cy="33150"/>
            </a:xfrm>
            <a:custGeom>
              <a:rect b="b" l="l" r="r" t="t"/>
              <a:pathLst>
                <a:path extrusionOk="0" h="1326" w="1200">
                  <a:moveTo>
                    <a:pt x="25" y="51"/>
                  </a:moveTo>
                  <a:cubicBezTo>
                    <a:pt x="0" y="388"/>
                    <a:pt x="175" y="663"/>
                    <a:pt x="388" y="913"/>
                  </a:cubicBezTo>
                  <a:cubicBezTo>
                    <a:pt x="563" y="1163"/>
                    <a:pt x="850" y="1313"/>
                    <a:pt x="1150" y="1325"/>
                  </a:cubicBezTo>
                  <a:cubicBezTo>
                    <a:pt x="1200" y="1325"/>
                    <a:pt x="1200" y="1250"/>
                    <a:pt x="1163" y="1250"/>
                  </a:cubicBezTo>
                  <a:cubicBezTo>
                    <a:pt x="875" y="1225"/>
                    <a:pt x="613" y="1088"/>
                    <a:pt x="450" y="863"/>
                  </a:cubicBezTo>
                  <a:cubicBezTo>
                    <a:pt x="263" y="613"/>
                    <a:pt x="88" y="363"/>
                    <a:pt x="100" y="51"/>
                  </a:cubicBezTo>
                  <a:cubicBezTo>
                    <a:pt x="100" y="1"/>
                    <a:pt x="25" y="1"/>
                    <a:pt x="25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1" name="Google Shape;5121;p106"/>
            <p:cNvSpPr/>
            <p:nvPr/>
          </p:nvSpPr>
          <p:spPr>
            <a:xfrm>
              <a:off x="732675" y="3237850"/>
              <a:ext cx="29375" cy="33125"/>
            </a:xfrm>
            <a:custGeom>
              <a:rect b="b" l="l" r="r" t="t"/>
              <a:pathLst>
                <a:path extrusionOk="0" h="1325" w="1175">
                  <a:moveTo>
                    <a:pt x="1163" y="1262"/>
                  </a:moveTo>
                  <a:cubicBezTo>
                    <a:pt x="1088" y="700"/>
                    <a:pt x="675" y="125"/>
                    <a:pt x="100" y="13"/>
                  </a:cubicBezTo>
                  <a:cubicBezTo>
                    <a:pt x="38" y="0"/>
                    <a:pt x="0" y="75"/>
                    <a:pt x="50" y="113"/>
                  </a:cubicBezTo>
                  <a:cubicBezTo>
                    <a:pt x="288" y="250"/>
                    <a:pt x="525" y="313"/>
                    <a:pt x="700" y="550"/>
                  </a:cubicBezTo>
                  <a:cubicBezTo>
                    <a:pt x="875" y="763"/>
                    <a:pt x="1013" y="1012"/>
                    <a:pt x="1100" y="1287"/>
                  </a:cubicBezTo>
                  <a:cubicBezTo>
                    <a:pt x="1113" y="1325"/>
                    <a:pt x="1175" y="1312"/>
                    <a:pt x="1163" y="12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2" name="Google Shape;5122;p106"/>
            <p:cNvSpPr/>
            <p:nvPr/>
          </p:nvSpPr>
          <p:spPr>
            <a:xfrm>
              <a:off x="739850" y="2929475"/>
              <a:ext cx="86875" cy="38475"/>
            </a:xfrm>
            <a:custGeom>
              <a:rect b="b" l="l" r="r" t="t"/>
              <a:pathLst>
                <a:path extrusionOk="0" h="1539" w="3475">
                  <a:moveTo>
                    <a:pt x="76" y="1513"/>
                  </a:moveTo>
                  <a:cubicBezTo>
                    <a:pt x="1075" y="801"/>
                    <a:pt x="2213" y="326"/>
                    <a:pt x="3412" y="101"/>
                  </a:cubicBezTo>
                  <a:cubicBezTo>
                    <a:pt x="3475" y="88"/>
                    <a:pt x="3450" y="1"/>
                    <a:pt x="3387" y="13"/>
                  </a:cubicBezTo>
                  <a:cubicBezTo>
                    <a:pt x="2175" y="226"/>
                    <a:pt x="1025" y="726"/>
                    <a:pt x="38" y="1451"/>
                  </a:cubicBezTo>
                  <a:cubicBezTo>
                    <a:pt x="1" y="1476"/>
                    <a:pt x="38" y="1538"/>
                    <a:pt x="76" y="15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3" name="Google Shape;5123;p106"/>
            <p:cNvSpPr/>
            <p:nvPr/>
          </p:nvSpPr>
          <p:spPr>
            <a:xfrm>
              <a:off x="824200" y="2919175"/>
              <a:ext cx="16275" cy="17825"/>
            </a:xfrm>
            <a:custGeom>
              <a:rect b="b" l="l" r="r" t="t"/>
              <a:pathLst>
                <a:path extrusionOk="0" h="713" w="651">
                  <a:moveTo>
                    <a:pt x="88" y="525"/>
                  </a:moveTo>
                  <a:cubicBezTo>
                    <a:pt x="288" y="713"/>
                    <a:pt x="651" y="475"/>
                    <a:pt x="451" y="238"/>
                  </a:cubicBezTo>
                  <a:cubicBezTo>
                    <a:pt x="238" y="1"/>
                    <a:pt x="1" y="338"/>
                    <a:pt x="101" y="563"/>
                  </a:cubicBezTo>
                  <a:cubicBezTo>
                    <a:pt x="113" y="600"/>
                    <a:pt x="176" y="575"/>
                    <a:pt x="176" y="538"/>
                  </a:cubicBezTo>
                  <a:cubicBezTo>
                    <a:pt x="163" y="500"/>
                    <a:pt x="163" y="463"/>
                    <a:pt x="176" y="425"/>
                  </a:cubicBezTo>
                  <a:cubicBezTo>
                    <a:pt x="176" y="351"/>
                    <a:pt x="176" y="351"/>
                    <a:pt x="151" y="463"/>
                  </a:cubicBezTo>
                  <a:cubicBezTo>
                    <a:pt x="101" y="425"/>
                    <a:pt x="38" y="488"/>
                    <a:pt x="88" y="5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4" name="Google Shape;5124;p106"/>
            <p:cNvSpPr/>
            <p:nvPr/>
          </p:nvSpPr>
          <p:spPr>
            <a:xfrm>
              <a:off x="728300" y="2974800"/>
              <a:ext cx="82175" cy="30625"/>
            </a:xfrm>
            <a:custGeom>
              <a:rect b="b" l="l" r="r" t="t"/>
              <a:pathLst>
                <a:path extrusionOk="0" h="1225" w="3287">
                  <a:moveTo>
                    <a:pt x="63" y="225"/>
                  </a:moveTo>
                  <a:cubicBezTo>
                    <a:pt x="1288" y="87"/>
                    <a:pt x="2287" y="425"/>
                    <a:pt x="3225" y="1200"/>
                  </a:cubicBezTo>
                  <a:cubicBezTo>
                    <a:pt x="3250" y="1225"/>
                    <a:pt x="3287" y="1187"/>
                    <a:pt x="3262" y="1150"/>
                  </a:cubicBezTo>
                  <a:cubicBezTo>
                    <a:pt x="2537" y="212"/>
                    <a:pt x="1163" y="0"/>
                    <a:pt x="63" y="137"/>
                  </a:cubicBezTo>
                  <a:cubicBezTo>
                    <a:pt x="0" y="137"/>
                    <a:pt x="0" y="237"/>
                    <a:pt x="63" y="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5" name="Google Shape;5125;p106"/>
            <p:cNvSpPr/>
            <p:nvPr/>
          </p:nvSpPr>
          <p:spPr>
            <a:xfrm>
              <a:off x="805150" y="3001975"/>
              <a:ext cx="15025" cy="12825"/>
            </a:xfrm>
            <a:custGeom>
              <a:rect b="b" l="l" r="r" t="t"/>
              <a:pathLst>
                <a:path extrusionOk="0" h="513" w="601">
                  <a:moveTo>
                    <a:pt x="250" y="475"/>
                  </a:moveTo>
                  <a:cubicBezTo>
                    <a:pt x="550" y="513"/>
                    <a:pt x="600" y="50"/>
                    <a:pt x="288" y="25"/>
                  </a:cubicBezTo>
                  <a:cubicBezTo>
                    <a:pt x="1" y="0"/>
                    <a:pt x="26" y="425"/>
                    <a:pt x="313" y="425"/>
                  </a:cubicBezTo>
                  <a:cubicBezTo>
                    <a:pt x="350" y="425"/>
                    <a:pt x="363" y="375"/>
                    <a:pt x="325" y="363"/>
                  </a:cubicBezTo>
                  <a:cubicBezTo>
                    <a:pt x="275" y="300"/>
                    <a:pt x="250" y="325"/>
                    <a:pt x="250" y="413"/>
                  </a:cubicBezTo>
                  <a:cubicBezTo>
                    <a:pt x="213" y="413"/>
                    <a:pt x="213" y="475"/>
                    <a:pt x="250" y="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6" name="Google Shape;5126;p106"/>
            <p:cNvSpPr/>
            <p:nvPr/>
          </p:nvSpPr>
          <p:spPr>
            <a:xfrm>
              <a:off x="644875" y="3178475"/>
              <a:ext cx="60325" cy="237475"/>
            </a:xfrm>
            <a:custGeom>
              <a:rect b="b" l="l" r="r" t="t"/>
              <a:pathLst>
                <a:path extrusionOk="0" h="9499" w="2413">
                  <a:moveTo>
                    <a:pt x="26" y="51"/>
                  </a:moveTo>
                  <a:cubicBezTo>
                    <a:pt x="1275" y="3362"/>
                    <a:pt x="2413" y="6049"/>
                    <a:pt x="388" y="9373"/>
                  </a:cubicBezTo>
                  <a:cubicBezTo>
                    <a:pt x="338" y="9448"/>
                    <a:pt x="451" y="9498"/>
                    <a:pt x="488" y="9436"/>
                  </a:cubicBezTo>
                  <a:cubicBezTo>
                    <a:pt x="1438" y="8024"/>
                    <a:pt x="1838" y="6749"/>
                    <a:pt x="1675" y="5050"/>
                  </a:cubicBezTo>
                  <a:cubicBezTo>
                    <a:pt x="1488" y="3113"/>
                    <a:pt x="776" y="1813"/>
                    <a:pt x="76" y="38"/>
                  </a:cubicBezTo>
                  <a:cubicBezTo>
                    <a:pt x="63" y="1"/>
                    <a:pt x="1" y="13"/>
                    <a:pt x="26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7" name="Google Shape;5127;p106"/>
            <p:cNvSpPr/>
            <p:nvPr/>
          </p:nvSpPr>
          <p:spPr>
            <a:xfrm>
              <a:off x="699875" y="2899175"/>
              <a:ext cx="49375" cy="31900"/>
            </a:xfrm>
            <a:custGeom>
              <a:rect b="b" l="l" r="r" t="t"/>
              <a:pathLst>
                <a:path extrusionOk="0" h="1276" w="1975">
                  <a:moveTo>
                    <a:pt x="13" y="63"/>
                  </a:moveTo>
                  <a:cubicBezTo>
                    <a:pt x="100" y="613"/>
                    <a:pt x="450" y="1151"/>
                    <a:pt x="1062" y="1213"/>
                  </a:cubicBezTo>
                  <a:cubicBezTo>
                    <a:pt x="1550" y="1275"/>
                    <a:pt x="1975" y="888"/>
                    <a:pt x="1975" y="401"/>
                  </a:cubicBezTo>
                  <a:cubicBezTo>
                    <a:pt x="1975" y="326"/>
                    <a:pt x="1862" y="326"/>
                    <a:pt x="1862" y="401"/>
                  </a:cubicBezTo>
                  <a:cubicBezTo>
                    <a:pt x="1850" y="976"/>
                    <a:pt x="1275" y="1263"/>
                    <a:pt x="775" y="1026"/>
                  </a:cubicBezTo>
                  <a:cubicBezTo>
                    <a:pt x="363" y="838"/>
                    <a:pt x="163" y="463"/>
                    <a:pt x="75" y="38"/>
                  </a:cubicBezTo>
                  <a:cubicBezTo>
                    <a:pt x="63" y="1"/>
                    <a:pt x="0" y="13"/>
                    <a:pt x="13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8" name="Google Shape;5128;p106"/>
            <p:cNvSpPr/>
            <p:nvPr/>
          </p:nvSpPr>
          <p:spPr>
            <a:xfrm>
              <a:off x="674550" y="3113825"/>
              <a:ext cx="31600" cy="62800"/>
            </a:xfrm>
            <a:custGeom>
              <a:rect b="b" l="l" r="r" t="t"/>
              <a:pathLst>
                <a:path extrusionOk="0" h="2512" w="1264">
                  <a:moveTo>
                    <a:pt x="726" y="2449"/>
                  </a:moveTo>
                  <a:cubicBezTo>
                    <a:pt x="713" y="1825"/>
                    <a:pt x="1263" y="1325"/>
                    <a:pt x="1038" y="687"/>
                  </a:cubicBezTo>
                  <a:cubicBezTo>
                    <a:pt x="888" y="275"/>
                    <a:pt x="488" y="0"/>
                    <a:pt x="51" y="13"/>
                  </a:cubicBezTo>
                  <a:cubicBezTo>
                    <a:pt x="13" y="13"/>
                    <a:pt x="1" y="75"/>
                    <a:pt x="38" y="88"/>
                  </a:cubicBezTo>
                  <a:cubicBezTo>
                    <a:pt x="838" y="200"/>
                    <a:pt x="1138" y="875"/>
                    <a:pt x="838" y="1575"/>
                  </a:cubicBezTo>
                  <a:cubicBezTo>
                    <a:pt x="701" y="1850"/>
                    <a:pt x="638" y="2149"/>
                    <a:pt x="651" y="2449"/>
                  </a:cubicBezTo>
                  <a:cubicBezTo>
                    <a:pt x="651" y="2499"/>
                    <a:pt x="726" y="2512"/>
                    <a:pt x="726" y="244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9" name="Google Shape;5129;p106"/>
            <p:cNvSpPr/>
            <p:nvPr/>
          </p:nvSpPr>
          <p:spPr>
            <a:xfrm>
              <a:off x="658950" y="3112575"/>
              <a:ext cx="21575" cy="30625"/>
            </a:xfrm>
            <a:custGeom>
              <a:rect b="b" l="l" r="r" t="t"/>
              <a:pathLst>
                <a:path extrusionOk="0" h="1225" w="863">
                  <a:moveTo>
                    <a:pt x="825" y="113"/>
                  </a:moveTo>
                  <a:cubicBezTo>
                    <a:pt x="525" y="0"/>
                    <a:pt x="275" y="163"/>
                    <a:pt x="163" y="437"/>
                  </a:cubicBezTo>
                  <a:cubicBezTo>
                    <a:pt x="75" y="675"/>
                    <a:pt x="0" y="1062"/>
                    <a:pt x="250" y="1212"/>
                  </a:cubicBezTo>
                  <a:cubicBezTo>
                    <a:pt x="275" y="1225"/>
                    <a:pt x="313" y="1200"/>
                    <a:pt x="300" y="1162"/>
                  </a:cubicBezTo>
                  <a:cubicBezTo>
                    <a:pt x="50" y="837"/>
                    <a:pt x="275" y="0"/>
                    <a:pt x="800" y="175"/>
                  </a:cubicBezTo>
                  <a:cubicBezTo>
                    <a:pt x="850" y="200"/>
                    <a:pt x="862" y="125"/>
                    <a:pt x="825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0" name="Google Shape;5130;p106"/>
            <p:cNvSpPr/>
            <p:nvPr/>
          </p:nvSpPr>
          <p:spPr>
            <a:xfrm>
              <a:off x="762050" y="2872625"/>
              <a:ext cx="56250" cy="81250"/>
            </a:xfrm>
            <a:custGeom>
              <a:rect b="b" l="l" r="r" t="t"/>
              <a:pathLst>
                <a:path extrusionOk="0" h="3250" w="2250">
                  <a:moveTo>
                    <a:pt x="87" y="3212"/>
                  </a:moveTo>
                  <a:cubicBezTo>
                    <a:pt x="1037" y="2425"/>
                    <a:pt x="2249" y="1450"/>
                    <a:pt x="1962" y="51"/>
                  </a:cubicBezTo>
                  <a:cubicBezTo>
                    <a:pt x="1949" y="1"/>
                    <a:pt x="1862" y="26"/>
                    <a:pt x="1875" y="76"/>
                  </a:cubicBezTo>
                  <a:cubicBezTo>
                    <a:pt x="2062" y="1463"/>
                    <a:pt x="987" y="2350"/>
                    <a:pt x="37" y="3162"/>
                  </a:cubicBezTo>
                  <a:cubicBezTo>
                    <a:pt x="0" y="3187"/>
                    <a:pt x="62" y="3250"/>
                    <a:pt x="100" y="32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1" name="Google Shape;5131;p106"/>
            <p:cNvSpPr/>
            <p:nvPr/>
          </p:nvSpPr>
          <p:spPr>
            <a:xfrm>
              <a:off x="710800" y="3101950"/>
              <a:ext cx="15325" cy="30950"/>
            </a:xfrm>
            <a:custGeom>
              <a:rect b="b" l="l" r="r" t="t"/>
              <a:pathLst>
                <a:path extrusionOk="0" h="1238" w="613">
                  <a:moveTo>
                    <a:pt x="101" y="1175"/>
                  </a:moveTo>
                  <a:cubicBezTo>
                    <a:pt x="126" y="775"/>
                    <a:pt x="288" y="388"/>
                    <a:pt x="575" y="100"/>
                  </a:cubicBezTo>
                  <a:cubicBezTo>
                    <a:pt x="613" y="63"/>
                    <a:pt x="563" y="0"/>
                    <a:pt x="525" y="25"/>
                  </a:cubicBezTo>
                  <a:cubicBezTo>
                    <a:pt x="350" y="150"/>
                    <a:pt x="225" y="325"/>
                    <a:pt x="163" y="525"/>
                  </a:cubicBezTo>
                  <a:cubicBezTo>
                    <a:pt x="51" y="725"/>
                    <a:pt x="1" y="950"/>
                    <a:pt x="13" y="1175"/>
                  </a:cubicBezTo>
                  <a:cubicBezTo>
                    <a:pt x="13" y="1237"/>
                    <a:pt x="113" y="1237"/>
                    <a:pt x="113" y="11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2" name="Google Shape;5132;p106"/>
            <p:cNvSpPr/>
            <p:nvPr/>
          </p:nvSpPr>
          <p:spPr>
            <a:xfrm>
              <a:off x="710175" y="3101625"/>
              <a:ext cx="21900" cy="34400"/>
            </a:xfrm>
            <a:custGeom>
              <a:rect b="b" l="l" r="r" t="t"/>
              <a:pathLst>
                <a:path extrusionOk="0" h="1376" w="876">
                  <a:moveTo>
                    <a:pt x="550" y="101"/>
                  </a:moveTo>
                  <a:cubicBezTo>
                    <a:pt x="763" y="538"/>
                    <a:pt x="475" y="1050"/>
                    <a:pt x="51" y="1250"/>
                  </a:cubicBezTo>
                  <a:cubicBezTo>
                    <a:pt x="1" y="1275"/>
                    <a:pt x="38" y="1375"/>
                    <a:pt x="101" y="1350"/>
                  </a:cubicBezTo>
                  <a:cubicBezTo>
                    <a:pt x="575" y="1138"/>
                    <a:pt x="875" y="538"/>
                    <a:pt x="638" y="51"/>
                  </a:cubicBezTo>
                  <a:cubicBezTo>
                    <a:pt x="613" y="1"/>
                    <a:pt x="525" y="51"/>
                    <a:pt x="550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3" name="Google Shape;5133;p106"/>
            <p:cNvSpPr/>
            <p:nvPr/>
          </p:nvSpPr>
          <p:spPr>
            <a:xfrm>
              <a:off x="669550" y="3338125"/>
              <a:ext cx="60025" cy="132175"/>
            </a:xfrm>
            <a:custGeom>
              <a:rect b="b" l="l" r="r" t="t"/>
              <a:pathLst>
                <a:path extrusionOk="0" h="5287" w="2401">
                  <a:moveTo>
                    <a:pt x="576" y="51"/>
                  </a:moveTo>
                  <a:cubicBezTo>
                    <a:pt x="263" y="1638"/>
                    <a:pt x="1" y="5074"/>
                    <a:pt x="2350" y="5287"/>
                  </a:cubicBezTo>
                  <a:cubicBezTo>
                    <a:pt x="2400" y="5287"/>
                    <a:pt x="2388" y="5224"/>
                    <a:pt x="2350" y="5212"/>
                  </a:cubicBezTo>
                  <a:cubicBezTo>
                    <a:pt x="63" y="4912"/>
                    <a:pt x="363" y="1600"/>
                    <a:pt x="651" y="63"/>
                  </a:cubicBezTo>
                  <a:cubicBezTo>
                    <a:pt x="663" y="13"/>
                    <a:pt x="588" y="1"/>
                    <a:pt x="576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4" name="Google Shape;5134;p106"/>
            <p:cNvSpPr/>
            <p:nvPr/>
          </p:nvSpPr>
          <p:spPr>
            <a:xfrm>
              <a:off x="701750" y="3402175"/>
              <a:ext cx="65000" cy="61575"/>
            </a:xfrm>
            <a:custGeom>
              <a:rect b="b" l="l" r="r" t="t"/>
              <a:pathLst>
                <a:path extrusionOk="0" h="2463" w="2600">
                  <a:moveTo>
                    <a:pt x="13" y="1500"/>
                  </a:moveTo>
                  <a:cubicBezTo>
                    <a:pt x="350" y="2175"/>
                    <a:pt x="1175" y="2462"/>
                    <a:pt x="1825" y="2012"/>
                  </a:cubicBezTo>
                  <a:cubicBezTo>
                    <a:pt x="2400" y="1600"/>
                    <a:pt x="2599" y="538"/>
                    <a:pt x="2025" y="38"/>
                  </a:cubicBezTo>
                  <a:cubicBezTo>
                    <a:pt x="1975" y="1"/>
                    <a:pt x="1900" y="76"/>
                    <a:pt x="1950" y="113"/>
                  </a:cubicBezTo>
                  <a:cubicBezTo>
                    <a:pt x="2462" y="588"/>
                    <a:pt x="2300" y="1563"/>
                    <a:pt x="1762" y="1938"/>
                  </a:cubicBezTo>
                  <a:cubicBezTo>
                    <a:pt x="1150" y="2350"/>
                    <a:pt x="400" y="2112"/>
                    <a:pt x="75" y="1463"/>
                  </a:cubicBezTo>
                  <a:cubicBezTo>
                    <a:pt x="50" y="1425"/>
                    <a:pt x="0" y="1463"/>
                    <a:pt x="13" y="1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5" name="Google Shape;5135;p106"/>
            <p:cNvSpPr/>
            <p:nvPr/>
          </p:nvSpPr>
          <p:spPr>
            <a:xfrm>
              <a:off x="709550" y="3392175"/>
              <a:ext cx="46575" cy="35950"/>
            </a:xfrm>
            <a:custGeom>
              <a:rect b="b" l="l" r="r" t="t"/>
              <a:pathLst>
                <a:path extrusionOk="0" h="1438" w="1863">
                  <a:moveTo>
                    <a:pt x="1850" y="700"/>
                  </a:moveTo>
                  <a:cubicBezTo>
                    <a:pt x="1663" y="226"/>
                    <a:pt x="1125" y="1"/>
                    <a:pt x="663" y="201"/>
                  </a:cubicBezTo>
                  <a:cubicBezTo>
                    <a:pt x="200" y="401"/>
                    <a:pt x="1" y="938"/>
                    <a:pt x="200" y="1400"/>
                  </a:cubicBezTo>
                  <a:cubicBezTo>
                    <a:pt x="225" y="1438"/>
                    <a:pt x="300" y="1413"/>
                    <a:pt x="288" y="1363"/>
                  </a:cubicBezTo>
                  <a:cubicBezTo>
                    <a:pt x="163" y="938"/>
                    <a:pt x="275" y="488"/>
                    <a:pt x="713" y="301"/>
                  </a:cubicBezTo>
                  <a:cubicBezTo>
                    <a:pt x="1125" y="138"/>
                    <a:pt x="1600" y="326"/>
                    <a:pt x="1788" y="738"/>
                  </a:cubicBezTo>
                  <a:cubicBezTo>
                    <a:pt x="1800" y="775"/>
                    <a:pt x="1863" y="738"/>
                    <a:pt x="1838" y="7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6" name="Google Shape;5136;p106"/>
            <p:cNvSpPr/>
            <p:nvPr/>
          </p:nvSpPr>
          <p:spPr>
            <a:xfrm>
              <a:off x="713300" y="3422475"/>
              <a:ext cx="30950" cy="17225"/>
            </a:xfrm>
            <a:custGeom>
              <a:rect b="b" l="l" r="r" t="t"/>
              <a:pathLst>
                <a:path extrusionOk="0" h="689" w="1238">
                  <a:moveTo>
                    <a:pt x="26" y="51"/>
                  </a:moveTo>
                  <a:cubicBezTo>
                    <a:pt x="1" y="388"/>
                    <a:pt x="375" y="638"/>
                    <a:pt x="688" y="626"/>
                  </a:cubicBezTo>
                  <a:cubicBezTo>
                    <a:pt x="1000" y="626"/>
                    <a:pt x="1238" y="351"/>
                    <a:pt x="1113" y="63"/>
                  </a:cubicBezTo>
                  <a:cubicBezTo>
                    <a:pt x="1100" y="13"/>
                    <a:pt x="1013" y="26"/>
                    <a:pt x="1025" y="88"/>
                  </a:cubicBezTo>
                  <a:cubicBezTo>
                    <a:pt x="1213" y="688"/>
                    <a:pt x="75" y="638"/>
                    <a:pt x="100" y="51"/>
                  </a:cubicBezTo>
                  <a:cubicBezTo>
                    <a:pt x="100" y="1"/>
                    <a:pt x="38" y="1"/>
                    <a:pt x="26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7" name="Google Shape;5137;p106"/>
            <p:cNvSpPr/>
            <p:nvPr/>
          </p:nvSpPr>
          <p:spPr>
            <a:xfrm>
              <a:off x="702675" y="3138500"/>
              <a:ext cx="71875" cy="55325"/>
            </a:xfrm>
            <a:custGeom>
              <a:rect b="b" l="l" r="r" t="t"/>
              <a:pathLst>
                <a:path extrusionOk="0" h="2213" w="2875">
                  <a:moveTo>
                    <a:pt x="88" y="463"/>
                  </a:moveTo>
                  <a:cubicBezTo>
                    <a:pt x="1400" y="113"/>
                    <a:pt x="2487" y="925"/>
                    <a:pt x="2812" y="2187"/>
                  </a:cubicBezTo>
                  <a:cubicBezTo>
                    <a:pt x="2812" y="2212"/>
                    <a:pt x="2875" y="2212"/>
                    <a:pt x="2862" y="2175"/>
                  </a:cubicBezTo>
                  <a:cubicBezTo>
                    <a:pt x="2762" y="788"/>
                    <a:pt x="1325" y="0"/>
                    <a:pt x="51" y="388"/>
                  </a:cubicBezTo>
                  <a:cubicBezTo>
                    <a:pt x="1" y="400"/>
                    <a:pt x="26" y="475"/>
                    <a:pt x="76" y="4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8" name="Google Shape;5138;p106"/>
            <p:cNvSpPr/>
            <p:nvPr/>
          </p:nvSpPr>
          <p:spPr>
            <a:xfrm>
              <a:off x="695500" y="2739850"/>
              <a:ext cx="104675" cy="111550"/>
            </a:xfrm>
            <a:custGeom>
              <a:rect b="b" l="l" r="r" t="t"/>
              <a:pathLst>
                <a:path extrusionOk="0" h="4462" w="4187">
                  <a:moveTo>
                    <a:pt x="188" y="1800"/>
                  </a:moveTo>
                  <a:cubicBezTo>
                    <a:pt x="0" y="3250"/>
                    <a:pt x="1450" y="4424"/>
                    <a:pt x="2799" y="3712"/>
                  </a:cubicBezTo>
                  <a:cubicBezTo>
                    <a:pt x="4187" y="2975"/>
                    <a:pt x="3962" y="1038"/>
                    <a:pt x="3024" y="25"/>
                  </a:cubicBezTo>
                  <a:cubicBezTo>
                    <a:pt x="2999" y="0"/>
                    <a:pt x="2949" y="38"/>
                    <a:pt x="2974" y="75"/>
                  </a:cubicBezTo>
                  <a:cubicBezTo>
                    <a:pt x="3624" y="975"/>
                    <a:pt x="4074" y="2450"/>
                    <a:pt x="3124" y="3325"/>
                  </a:cubicBezTo>
                  <a:cubicBezTo>
                    <a:pt x="1912" y="4462"/>
                    <a:pt x="100" y="3375"/>
                    <a:pt x="288" y="1800"/>
                  </a:cubicBezTo>
                  <a:cubicBezTo>
                    <a:pt x="300" y="1738"/>
                    <a:pt x="188" y="1738"/>
                    <a:pt x="175" y="1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9" name="Google Shape;5139;p106"/>
            <p:cNvSpPr/>
            <p:nvPr/>
          </p:nvSpPr>
          <p:spPr>
            <a:xfrm>
              <a:off x="628325" y="2481475"/>
              <a:ext cx="146850" cy="263400"/>
            </a:xfrm>
            <a:custGeom>
              <a:rect b="b" l="l" r="r" t="t"/>
              <a:pathLst>
                <a:path extrusionOk="0" h="10536" w="5874">
                  <a:moveTo>
                    <a:pt x="5836" y="10448"/>
                  </a:moveTo>
                  <a:cubicBezTo>
                    <a:pt x="4162" y="9236"/>
                    <a:pt x="2050" y="8124"/>
                    <a:pt x="1125" y="6224"/>
                  </a:cubicBezTo>
                  <a:cubicBezTo>
                    <a:pt x="275" y="4462"/>
                    <a:pt x="100" y="1688"/>
                    <a:pt x="1300" y="63"/>
                  </a:cubicBezTo>
                  <a:cubicBezTo>
                    <a:pt x="1325" y="38"/>
                    <a:pt x="1275" y="1"/>
                    <a:pt x="1250" y="26"/>
                  </a:cubicBezTo>
                  <a:cubicBezTo>
                    <a:pt x="0" y="1463"/>
                    <a:pt x="138" y="3950"/>
                    <a:pt x="725" y="5674"/>
                  </a:cubicBezTo>
                  <a:cubicBezTo>
                    <a:pt x="1513" y="7986"/>
                    <a:pt x="3912" y="9186"/>
                    <a:pt x="5799" y="10510"/>
                  </a:cubicBezTo>
                  <a:cubicBezTo>
                    <a:pt x="5836" y="10535"/>
                    <a:pt x="5874" y="10473"/>
                    <a:pt x="5836" y="1044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0" name="Google Shape;5140;p106"/>
            <p:cNvSpPr/>
            <p:nvPr/>
          </p:nvSpPr>
          <p:spPr>
            <a:xfrm>
              <a:off x="667675" y="2448375"/>
              <a:ext cx="84700" cy="100925"/>
            </a:xfrm>
            <a:custGeom>
              <a:rect b="b" l="l" r="r" t="t"/>
              <a:pathLst>
                <a:path extrusionOk="0" h="4037" w="3388">
                  <a:moveTo>
                    <a:pt x="88" y="1150"/>
                  </a:moveTo>
                  <a:cubicBezTo>
                    <a:pt x="1026" y="625"/>
                    <a:pt x="2413" y="500"/>
                    <a:pt x="2950" y="1662"/>
                  </a:cubicBezTo>
                  <a:cubicBezTo>
                    <a:pt x="3075" y="1937"/>
                    <a:pt x="3113" y="2249"/>
                    <a:pt x="3075" y="2549"/>
                  </a:cubicBezTo>
                  <a:cubicBezTo>
                    <a:pt x="3063" y="2624"/>
                    <a:pt x="3075" y="2712"/>
                    <a:pt x="3075" y="2774"/>
                  </a:cubicBezTo>
                  <a:cubicBezTo>
                    <a:pt x="2938" y="3549"/>
                    <a:pt x="2738" y="3524"/>
                    <a:pt x="2213" y="3587"/>
                  </a:cubicBezTo>
                  <a:cubicBezTo>
                    <a:pt x="1313" y="3699"/>
                    <a:pt x="976" y="3087"/>
                    <a:pt x="1113" y="2312"/>
                  </a:cubicBezTo>
                  <a:cubicBezTo>
                    <a:pt x="1226" y="1737"/>
                    <a:pt x="1526" y="1425"/>
                    <a:pt x="1938" y="1037"/>
                  </a:cubicBezTo>
                  <a:cubicBezTo>
                    <a:pt x="2250" y="737"/>
                    <a:pt x="2575" y="487"/>
                    <a:pt x="2588" y="25"/>
                  </a:cubicBezTo>
                  <a:cubicBezTo>
                    <a:pt x="2588" y="0"/>
                    <a:pt x="2550" y="0"/>
                    <a:pt x="2538" y="25"/>
                  </a:cubicBezTo>
                  <a:cubicBezTo>
                    <a:pt x="2438" y="750"/>
                    <a:pt x="1538" y="1137"/>
                    <a:pt x="1163" y="1725"/>
                  </a:cubicBezTo>
                  <a:cubicBezTo>
                    <a:pt x="863" y="2149"/>
                    <a:pt x="813" y="2712"/>
                    <a:pt x="1026" y="3187"/>
                  </a:cubicBezTo>
                  <a:cubicBezTo>
                    <a:pt x="1363" y="3912"/>
                    <a:pt x="2500" y="4036"/>
                    <a:pt x="2988" y="3387"/>
                  </a:cubicBezTo>
                  <a:cubicBezTo>
                    <a:pt x="3388" y="2874"/>
                    <a:pt x="3263" y="1800"/>
                    <a:pt x="2900" y="1312"/>
                  </a:cubicBezTo>
                  <a:cubicBezTo>
                    <a:pt x="2200" y="387"/>
                    <a:pt x="938" y="575"/>
                    <a:pt x="51" y="1087"/>
                  </a:cubicBezTo>
                  <a:cubicBezTo>
                    <a:pt x="1" y="1112"/>
                    <a:pt x="51" y="1187"/>
                    <a:pt x="88" y="1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1" name="Google Shape;5141;p106"/>
            <p:cNvSpPr/>
            <p:nvPr/>
          </p:nvSpPr>
          <p:spPr>
            <a:xfrm>
              <a:off x="722350" y="2386200"/>
              <a:ext cx="13775" cy="55325"/>
            </a:xfrm>
            <a:custGeom>
              <a:rect b="b" l="l" r="r" t="t"/>
              <a:pathLst>
                <a:path extrusionOk="0" h="2213" w="551">
                  <a:moveTo>
                    <a:pt x="476" y="2162"/>
                  </a:moveTo>
                  <a:cubicBezTo>
                    <a:pt x="551" y="1475"/>
                    <a:pt x="488" y="625"/>
                    <a:pt x="76" y="25"/>
                  </a:cubicBezTo>
                  <a:cubicBezTo>
                    <a:pt x="51" y="0"/>
                    <a:pt x="1" y="13"/>
                    <a:pt x="13" y="50"/>
                  </a:cubicBezTo>
                  <a:cubicBezTo>
                    <a:pt x="251" y="775"/>
                    <a:pt x="476" y="1387"/>
                    <a:pt x="401" y="2162"/>
                  </a:cubicBezTo>
                  <a:cubicBezTo>
                    <a:pt x="401" y="2212"/>
                    <a:pt x="476" y="2212"/>
                    <a:pt x="476" y="2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2" name="Google Shape;5142;p106"/>
            <p:cNvSpPr/>
            <p:nvPr/>
          </p:nvSpPr>
          <p:spPr>
            <a:xfrm>
              <a:off x="691750" y="2632075"/>
              <a:ext cx="96875" cy="81550"/>
            </a:xfrm>
            <a:custGeom>
              <a:rect b="b" l="l" r="r" t="t"/>
              <a:pathLst>
                <a:path extrusionOk="0" h="3262" w="3875">
                  <a:moveTo>
                    <a:pt x="38" y="2237"/>
                  </a:moveTo>
                  <a:cubicBezTo>
                    <a:pt x="688" y="2787"/>
                    <a:pt x="1500" y="3262"/>
                    <a:pt x="2375" y="3074"/>
                  </a:cubicBezTo>
                  <a:cubicBezTo>
                    <a:pt x="3212" y="2887"/>
                    <a:pt x="3812" y="2087"/>
                    <a:pt x="3849" y="1250"/>
                  </a:cubicBezTo>
                  <a:cubicBezTo>
                    <a:pt x="3874" y="675"/>
                    <a:pt x="3487" y="0"/>
                    <a:pt x="2824" y="75"/>
                  </a:cubicBezTo>
                  <a:cubicBezTo>
                    <a:pt x="2475" y="113"/>
                    <a:pt x="2062" y="463"/>
                    <a:pt x="2437" y="750"/>
                  </a:cubicBezTo>
                  <a:cubicBezTo>
                    <a:pt x="2475" y="775"/>
                    <a:pt x="2512" y="712"/>
                    <a:pt x="2475" y="675"/>
                  </a:cubicBezTo>
                  <a:cubicBezTo>
                    <a:pt x="3299" y="250"/>
                    <a:pt x="3724" y="400"/>
                    <a:pt x="3749" y="1137"/>
                  </a:cubicBezTo>
                  <a:cubicBezTo>
                    <a:pt x="3737" y="1450"/>
                    <a:pt x="3662" y="1762"/>
                    <a:pt x="3499" y="2037"/>
                  </a:cubicBezTo>
                  <a:cubicBezTo>
                    <a:pt x="3299" y="2474"/>
                    <a:pt x="2912" y="2799"/>
                    <a:pt x="2450" y="2937"/>
                  </a:cubicBezTo>
                  <a:cubicBezTo>
                    <a:pt x="1562" y="3174"/>
                    <a:pt x="750" y="2712"/>
                    <a:pt x="75" y="2187"/>
                  </a:cubicBezTo>
                  <a:cubicBezTo>
                    <a:pt x="50" y="2162"/>
                    <a:pt x="0" y="2212"/>
                    <a:pt x="38" y="22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3" name="Google Shape;5143;p106"/>
            <p:cNvSpPr/>
            <p:nvPr/>
          </p:nvSpPr>
          <p:spPr>
            <a:xfrm>
              <a:off x="720475" y="2704850"/>
              <a:ext cx="110625" cy="22850"/>
            </a:xfrm>
            <a:custGeom>
              <a:rect b="b" l="l" r="r" t="t"/>
              <a:pathLst>
                <a:path extrusionOk="0" h="914" w="4425">
                  <a:moveTo>
                    <a:pt x="38" y="88"/>
                  </a:moveTo>
                  <a:cubicBezTo>
                    <a:pt x="551" y="538"/>
                    <a:pt x="1238" y="663"/>
                    <a:pt x="1913" y="738"/>
                  </a:cubicBezTo>
                  <a:cubicBezTo>
                    <a:pt x="2725" y="826"/>
                    <a:pt x="3712" y="913"/>
                    <a:pt x="4400" y="388"/>
                  </a:cubicBezTo>
                  <a:cubicBezTo>
                    <a:pt x="4425" y="363"/>
                    <a:pt x="4400" y="313"/>
                    <a:pt x="4362" y="326"/>
                  </a:cubicBezTo>
                  <a:cubicBezTo>
                    <a:pt x="3238" y="913"/>
                    <a:pt x="1101" y="876"/>
                    <a:pt x="101" y="26"/>
                  </a:cubicBezTo>
                  <a:cubicBezTo>
                    <a:pt x="63" y="1"/>
                    <a:pt x="1" y="51"/>
                    <a:pt x="38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4" name="Google Shape;5144;p106"/>
            <p:cNvSpPr/>
            <p:nvPr/>
          </p:nvSpPr>
          <p:spPr>
            <a:xfrm>
              <a:off x="830150" y="2705175"/>
              <a:ext cx="12200" cy="11900"/>
            </a:xfrm>
            <a:custGeom>
              <a:rect b="b" l="l" r="r" t="t"/>
              <a:pathLst>
                <a:path extrusionOk="0" h="476" w="488">
                  <a:moveTo>
                    <a:pt x="50" y="350"/>
                  </a:moveTo>
                  <a:cubicBezTo>
                    <a:pt x="0" y="263"/>
                    <a:pt x="25" y="150"/>
                    <a:pt x="88" y="88"/>
                  </a:cubicBezTo>
                  <a:cubicBezTo>
                    <a:pt x="163" y="25"/>
                    <a:pt x="250" y="0"/>
                    <a:pt x="338" y="13"/>
                  </a:cubicBezTo>
                  <a:cubicBezTo>
                    <a:pt x="375" y="13"/>
                    <a:pt x="400" y="25"/>
                    <a:pt x="425" y="50"/>
                  </a:cubicBezTo>
                  <a:cubicBezTo>
                    <a:pt x="450" y="88"/>
                    <a:pt x="463" y="125"/>
                    <a:pt x="463" y="163"/>
                  </a:cubicBezTo>
                  <a:cubicBezTo>
                    <a:pt x="488" y="288"/>
                    <a:pt x="425" y="413"/>
                    <a:pt x="300" y="463"/>
                  </a:cubicBezTo>
                  <a:cubicBezTo>
                    <a:pt x="175" y="475"/>
                    <a:pt x="50" y="375"/>
                    <a:pt x="50" y="2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5" name="Google Shape;5145;p106"/>
            <p:cNvSpPr/>
            <p:nvPr/>
          </p:nvSpPr>
          <p:spPr>
            <a:xfrm>
              <a:off x="827325" y="2698925"/>
              <a:ext cx="17225" cy="22200"/>
            </a:xfrm>
            <a:custGeom>
              <a:rect b="b" l="l" r="r" t="t"/>
              <a:pathLst>
                <a:path extrusionOk="0" h="888" w="689">
                  <a:moveTo>
                    <a:pt x="213" y="588"/>
                  </a:moveTo>
                  <a:cubicBezTo>
                    <a:pt x="251" y="300"/>
                    <a:pt x="313" y="250"/>
                    <a:pt x="426" y="425"/>
                  </a:cubicBezTo>
                  <a:cubicBezTo>
                    <a:pt x="601" y="575"/>
                    <a:pt x="526" y="588"/>
                    <a:pt x="201" y="475"/>
                  </a:cubicBezTo>
                  <a:cubicBezTo>
                    <a:pt x="201" y="438"/>
                    <a:pt x="126" y="450"/>
                    <a:pt x="126" y="488"/>
                  </a:cubicBezTo>
                  <a:cubicBezTo>
                    <a:pt x="126" y="888"/>
                    <a:pt x="688" y="800"/>
                    <a:pt x="626" y="400"/>
                  </a:cubicBezTo>
                  <a:cubicBezTo>
                    <a:pt x="576" y="0"/>
                    <a:pt x="1" y="238"/>
                    <a:pt x="101" y="613"/>
                  </a:cubicBezTo>
                  <a:cubicBezTo>
                    <a:pt x="113" y="700"/>
                    <a:pt x="238" y="663"/>
                    <a:pt x="213" y="5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6" name="Google Shape;5146;p106"/>
            <p:cNvSpPr/>
            <p:nvPr/>
          </p:nvSpPr>
          <p:spPr>
            <a:xfrm>
              <a:off x="662375" y="2476475"/>
              <a:ext cx="3150" cy="3150"/>
            </a:xfrm>
            <a:custGeom>
              <a:rect b="b" l="l" r="r" t="t"/>
              <a:pathLst>
                <a:path extrusionOk="0" h="126" w="126">
                  <a:moveTo>
                    <a:pt x="63" y="88"/>
                  </a:moveTo>
                  <a:lnTo>
                    <a:pt x="88" y="88"/>
                  </a:lnTo>
                  <a:cubicBezTo>
                    <a:pt x="126" y="88"/>
                    <a:pt x="126" y="38"/>
                    <a:pt x="88" y="26"/>
                  </a:cubicBezTo>
                  <a:lnTo>
                    <a:pt x="63" y="26"/>
                  </a:lnTo>
                  <a:cubicBezTo>
                    <a:pt x="1" y="1"/>
                    <a:pt x="1" y="126"/>
                    <a:pt x="63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7" name="Google Shape;5147;p106"/>
            <p:cNvSpPr/>
            <p:nvPr/>
          </p:nvSpPr>
          <p:spPr>
            <a:xfrm>
              <a:off x="705800" y="2346825"/>
              <a:ext cx="17525" cy="42200"/>
            </a:xfrm>
            <a:custGeom>
              <a:rect b="b" l="l" r="r" t="t"/>
              <a:pathLst>
                <a:path extrusionOk="0" h="1688" w="701">
                  <a:moveTo>
                    <a:pt x="638" y="1550"/>
                  </a:moveTo>
                  <a:cubicBezTo>
                    <a:pt x="388" y="1463"/>
                    <a:pt x="276" y="1025"/>
                    <a:pt x="226" y="800"/>
                  </a:cubicBezTo>
                  <a:cubicBezTo>
                    <a:pt x="188" y="563"/>
                    <a:pt x="201" y="313"/>
                    <a:pt x="238" y="63"/>
                  </a:cubicBezTo>
                  <a:cubicBezTo>
                    <a:pt x="238" y="13"/>
                    <a:pt x="163" y="1"/>
                    <a:pt x="138" y="51"/>
                  </a:cubicBezTo>
                  <a:cubicBezTo>
                    <a:pt x="1" y="513"/>
                    <a:pt x="76" y="1463"/>
                    <a:pt x="613" y="1663"/>
                  </a:cubicBezTo>
                  <a:cubicBezTo>
                    <a:pt x="675" y="1688"/>
                    <a:pt x="700" y="1575"/>
                    <a:pt x="638" y="15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8" name="Google Shape;5148;p106"/>
            <p:cNvSpPr/>
            <p:nvPr/>
          </p:nvSpPr>
          <p:spPr>
            <a:xfrm>
              <a:off x="708300" y="2346525"/>
              <a:ext cx="19700" cy="42200"/>
            </a:xfrm>
            <a:custGeom>
              <a:rect b="b" l="l" r="r" t="t"/>
              <a:pathLst>
                <a:path extrusionOk="0" h="1688" w="788">
                  <a:moveTo>
                    <a:pt x="38" y="113"/>
                  </a:moveTo>
                  <a:cubicBezTo>
                    <a:pt x="413" y="513"/>
                    <a:pt x="600" y="1062"/>
                    <a:pt x="550" y="1600"/>
                  </a:cubicBezTo>
                  <a:cubicBezTo>
                    <a:pt x="550" y="1662"/>
                    <a:pt x="625" y="1687"/>
                    <a:pt x="638" y="1625"/>
                  </a:cubicBezTo>
                  <a:cubicBezTo>
                    <a:pt x="788" y="1125"/>
                    <a:pt x="475" y="400"/>
                    <a:pt x="113" y="50"/>
                  </a:cubicBezTo>
                  <a:cubicBezTo>
                    <a:pt x="63" y="0"/>
                    <a:pt x="1" y="63"/>
                    <a:pt x="38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9" name="Google Shape;5149;p106"/>
            <p:cNvSpPr/>
            <p:nvPr/>
          </p:nvSpPr>
          <p:spPr>
            <a:xfrm>
              <a:off x="732050" y="2415875"/>
              <a:ext cx="30000" cy="33150"/>
            </a:xfrm>
            <a:custGeom>
              <a:rect b="b" l="l" r="r" t="t"/>
              <a:pathLst>
                <a:path extrusionOk="0" h="1326" w="1200">
                  <a:moveTo>
                    <a:pt x="100" y="1275"/>
                  </a:moveTo>
                  <a:cubicBezTo>
                    <a:pt x="88" y="963"/>
                    <a:pt x="250" y="713"/>
                    <a:pt x="450" y="463"/>
                  </a:cubicBezTo>
                  <a:cubicBezTo>
                    <a:pt x="613" y="238"/>
                    <a:pt x="875" y="100"/>
                    <a:pt x="1163" y="75"/>
                  </a:cubicBezTo>
                  <a:cubicBezTo>
                    <a:pt x="1200" y="75"/>
                    <a:pt x="1200" y="0"/>
                    <a:pt x="1150" y="0"/>
                  </a:cubicBezTo>
                  <a:cubicBezTo>
                    <a:pt x="850" y="13"/>
                    <a:pt x="563" y="163"/>
                    <a:pt x="388" y="413"/>
                  </a:cubicBezTo>
                  <a:cubicBezTo>
                    <a:pt x="188" y="663"/>
                    <a:pt x="0" y="938"/>
                    <a:pt x="25" y="1275"/>
                  </a:cubicBezTo>
                  <a:cubicBezTo>
                    <a:pt x="25" y="1325"/>
                    <a:pt x="100" y="1325"/>
                    <a:pt x="100" y="12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0" name="Google Shape;5150;p106"/>
            <p:cNvSpPr/>
            <p:nvPr/>
          </p:nvSpPr>
          <p:spPr>
            <a:xfrm>
              <a:off x="732675" y="2415550"/>
              <a:ext cx="29075" cy="33475"/>
            </a:xfrm>
            <a:custGeom>
              <a:rect b="b" l="l" r="r" t="t"/>
              <a:pathLst>
                <a:path extrusionOk="0" h="1339" w="1163">
                  <a:moveTo>
                    <a:pt x="1100" y="51"/>
                  </a:moveTo>
                  <a:cubicBezTo>
                    <a:pt x="1013" y="313"/>
                    <a:pt x="875" y="563"/>
                    <a:pt x="700" y="788"/>
                  </a:cubicBezTo>
                  <a:cubicBezTo>
                    <a:pt x="525" y="1013"/>
                    <a:pt x="288" y="1076"/>
                    <a:pt x="50" y="1213"/>
                  </a:cubicBezTo>
                  <a:cubicBezTo>
                    <a:pt x="0" y="1251"/>
                    <a:pt x="38" y="1338"/>
                    <a:pt x="100" y="1313"/>
                  </a:cubicBezTo>
                  <a:cubicBezTo>
                    <a:pt x="675" y="1201"/>
                    <a:pt x="1088" y="626"/>
                    <a:pt x="1163" y="63"/>
                  </a:cubicBezTo>
                  <a:cubicBezTo>
                    <a:pt x="1163" y="26"/>
                    <a:pt x="1113" y="1"/>
                    <a:pt x="1100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1" name="Google Shape;5151;p106"/>
            <p:cNvSpPr/>
            <p:nvPr/>
          </p:nvSpPr>
          <p:spPr>
            <a:xfrm>
              <a:off x="739850" y="2718600"/>
              <a:ext cx="86875" cy="38450"/>
            </a:xfrm>
            <a:custGeom>
              <a:rect b="b" l="l" r="r" t="t"/>
              <a:pathLst>
                <a:path extrusionOk="0" h="1538" w="3475">
                  <a:moveTo>
                    <a:pt x="38" y="88"/>
                  </a:moveTo>
                  <a:cubicBezTo>
                    <a:pt x="1025" y="813"/>
                    <a:pt x="2175" y="1313"/>
                    <a:pt x="3387" y="1525"/>
                  </a:cubicBezTo>
                  <a:cubicBezTo>
                    <a:pt x="3450" y="1538"/>
                    <a:pt x="3475" y="1450"/>
                    <a:pt x="3412" y="1438"/>
                  </a:cubicBezTo>
                  <a:cubicBezTo>
                    <a:pt x="2213" y="1213"/>
                    <a:pt x="1075" y="738"/>
                    <a:pt x="76" y="26"/>
                  </a:cubicBezTo>
                  <a:cubicBezTo>
                    <a:pt x="38" y="1"/>
                    <a:pt x="1" y="63"/>
                    <a:pt x="38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2" name="Google Shape;5152;p106"/>
            <p:cNvSpPr/>
            <p:nvPr/>
          </p:nvSpPr>
          <p:spPr>
            <a:xfrm>
              <a:off x="824200" y="2749525"/>
              <a:ext cx="16600" cy="17850"/>
            </a:xfrm>
            <a:custGeom>
              <a:rect b="b" l="l" r="r" t="t"/>
              <a:pathLst>
                <a:path extrusionOk="0" h="714" w="664">
                  <a:moveTo>
                    <a:pt x="151" y="251"/>
                  </a:moveTo>
                  <a:cubicBezTo>
                    <a:pt x="176" y="351"/>
                    <a:pt x="188" y="363"/>
                    <a:pt x="176" y="288"/>
                  </a:cubicBezTo>
                  <a:cubicBezTo>
                    <a:pt x="163" y="251"/>
                    <a:pt x="163" y="213"/>
                    <a:pt x="176" y="176"/>
                  </a:cubicBezTo>
                  <a:cubicBezTo>
                    <a:pt x="176" y="138"/>
                    <a:pt x="113" y="113"/>
                    <a:pt x="101" y="151"/>
                  </a:cubicBezTo>
                  <a:cubicBezTo>
                    <a:pt x="1" y="376"/>
                    <a:pt x="238" y="713"/>
                    <a:pt x="451" y="463"/>
                  </a:cubicBezTo>
                  <a:cubicBezTo>
                    <a:pt x="663" y="213"/>
                    <a:pt x="288" y="1"/>
                    <a:pt x="88" y="176"/>
                  </a:cubicBezTo>
                  <a:cubicBezTo>
                    <a:pt x="38" y="213"/>
                    <a:pt x="101" y="276"/>
                    <a:pt x="151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3" name="Google Shape;5153;p106"/>
            <p:cNvSpPr/>
            <p:nvPr/>
          </p:nvSpPr>
          <p:spPr>
            <a:xfrm>
              <a:off x="728300" y="2681125"/>
              <a:ext cx="82175" cy="30625"/>
            </a:xfrm>
            <a:custGeom>
              <a:rect b="b" l="l" r="r" t="t"/>
              <a:pathLst>
                <a:path extrusionOk="0" h="1225" w="3287">
                  <a:moveTo>
                    <a:pt x="63" y="1087"/>
                  </a:moveTo>
                  <a:cubicBezTo>
                    <a:pt x="1163" y="1225"/>
                    <a:pt x="2537" y="1000"/>
                    <a:pt x="3262" y="75"/>
                  </a:cubicBezTo>
                  <a:cubicBezTo>
                    <a:pt x="3287" y="38"/>
                    <a:pt x="3250" y="0"/>
                    <a:pt x="3225" y="25"/>
                  </a:cubicBezTo>
                  <a:cubicBezTo>
                    <a:pt x="2287" y="812"/>
                    <a:pt x="1288" y="1137"/>
                    <a:pt x="63" y="1000"/>
                  </a:cubicBezTo>
                  <a:cubicBezTo>
                    <a:pt x="0" y="987"/>
                    <a:pt x="0" y="1087"/>
                    <a:pt x="63" y="10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4" name="Google Shape;5154;p106"/>
            <p:cNvSpPr/>
            <p:nvPr/>
          </p:nvSpPr>
          <p:spPr>
            <a:xfrm>
              <a:off x="805150" y="2671750"/>
              <a:ext cx="15025" cy="12825"/>
            </a:xfrm>
            <a:custGeom>
              <a:rect b="b" l="l" r="r" t="t"/>
              <a:pathLst>
                <a:path extrusionOk="0" h="513" w="601">
                  <a:moveTo>
                    <a:pt x="250" y="100"/>
                  </a:moveTo>
                  <a:cubicBezTo>
                    <a:pt x="250" y="188"/>
                    <a:pt x="275" y="213"/>
                    <a:pt x="325" y="150"/>
                  </a:cubicBezTo>
                  <a:cubicBezTo>
                    <a:pt x="363" y="138"/>
                    <a:pt x="350" y="88"/>
                    <a:pt x="313" y="88"/>
                  </a:cubicBezTo>
                  <a:cubicBezTo>
                    <a:pt x="26" y="88"/>
                    <a:pt x="1" y="513"/>
                    <a:pt x="288" y="488"/>
                  </a:cubicBezTo>
                  <a:cubicBezTo>
                    <a:pt x="600" y="450"/>
                    <a:pt x="550" y="0"/>
                    <a:pt x="250" y="25"/>
                  </a:cubicBezTo>
                  <a:cubicBezTo>
                    <a:pt x="213" y="25"/>
                    <a:pt x="213" y="100"/>
                    <a:pt x="250" y="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5" name="Google Shape;5155;p106"/>
            <p:cNvSpPr/>
            <p:nvPr/>
          </p:nvSpPr>
          <p:spPr>
            <a:xfrm>
              <a:off x="644875" y="2270600"/>
              <a:ext cx="60325" cy="237450"/>
            </a:xfrm>
            <a:custGeom>
              <a:rect b="b" l="l" r="r" t="t"/>
              <a:pathLst>
                <a:path extrusionOk="0" h="9498" w="2413">
                  <a:moveTo>
                    <a:pt x="76" y="9473"/>
                  </a:moveTo>
                  <a:cubicBezTo>
                    <a:pt x="776" y="7698"/>
                    <a:pt x="1488" y="6374"/>
                    <a:pt x="1675" y="4462"/>
                  </a:cubicBezTo>
                  <a:cubicBezTo>
                    <a:pt x="1838" y="2737"/>
                    <a:pt x="1438" y="1488"/>
                    <a:pt x="488" y="63"/>
                  </a:cubicBezTo>
                  <a:cubicBezTo>
                    <a:pt x="451" y="0"/>
                    <a:pt x="338" y="63"/>
                    <a:pt x="388" y="125"/>
                  </a:cubicBezTo>
                  <a:cubicBezTo>
                    <a:pt x="2413" y="3450"/>
                    <a:pt x="1275" y="6124"/>
                    <a:pt x="26" y="9448"/>
                  </a:cubicBezTo>
                  <a:cubicBezTo>
                    <a:pt x="1" y="9485"/>
                    <a:pt x="63" y="9498"/>
                    <a:pt x="76" y="947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6" name="Google Shape;5156;p106"/>
            <p:cNvSpPr/>
            <p:nvPr/>
          </p:nvSpPr>
          <p:spPr>
            <a:xfrm>
              <a:off x="699875" y="2755475"/>
              <a:ext cx="49375" cy="31875"/>
            </a:xfrm>
            <a:custGeom>
              <a:rect b="b" l="l" r="r" t="t"/>
              <a:pathLst>
                <a:path extrusionOk="0" h="1275" w="1975">
                  <a:moveTo>
                    <a:pt x="75" y="1238"/>
                  </a:moveTo>
                  <a:cubicBezTo>
                    <a:pt x="163" y="813"/>
                    <a:pt x="363" y="425"/>
                    <a:pt x="775" y="238"/>
                  </a:cubicBezTo>
                  <a:cubicBezTo>
                    <a:pt x="1262" y="25"/>
                    <a:pt x="1850" y="288"/>
                    <a:pt x="1862" y="863"/>
                  </a:cubicBezTo>
                  <a:cubicBezTo>
                    <a:pt x="1862" y="938"/>
                    <a:pt x="1975" y="938"/>
                    <a:pt x="1975" y="863"/>
                  </a:cubicBezTo>
                  <a:cubicBezTo>
                    <a:pt x="1975" y="375"/>
                    <a:pt x="1550" y="0"/>
                    <a:pt x="1062" y="50"/>
                  </a:cubicBezTo>
                  <a:cubicBezTo>
                    <a:pt x="450" y="113"/>
                    <a:pt x="100" y="663"/>
                    <a:pt x="13" y="1213"/>
                  </a:cubicBezTo>
                  <a:cubicBezTo>
                    <a:pt x="0" y="1250"/>
                    <a:pt x="63" y="1275"/>
                    <a:pt x="75" y="1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7" name="Google Shape;5157;p106"/>
            <p:cNvSpPr/>
            <p:nvPr/>
          </p:nvSpPr>
          <p:spPr>
            <a:xfrm>
              <a:off x="674550" y="2510225"/>
              <a:ext cx="31600" cy="62500"/>
            </a:xfrm>
            <a:custGeom>
              <a:rect b="b" l="l" r="r" t="t"/>
              <a:pathLst>
                <a:path extrusionOk="0" h="2500" w="1264">
                  <a:moveTo>
                    <a:pt x="651" y="50"/>
                  </a:moveTo>
                  <a:cubicBezTo>
                    <a:pt x="638" y="350"/>
                    <a:pt x="701" y="650"/>
                    <a:pt x="838" y="925"/>
                  </a:cubicBezTo>
                  <a:cubicBezTo>
                    <a:pt x="1138" y="1625"/>
                    <a:pt x="838" y="2312"/>
                    <a:pt x="38" y="2412"/>
                  </a:cubicBezTo>
                  <a:cubicBezTo>
                    <a:pt x="1" y="2412"/>
                    <a:pt x="13" y="2487"/>
                    <a:pt x="51" y="2487"/>
                  </a:cubicBezTo>
                  <a:cubicBezTo>
                    <a:pt x="488" y="2500"/>
                    <a:pt x="888" y="2225"/>
                    <a:pt x="1038" y="1812"/>
                  </a:cubicBezTo>
                  <a:cubicBezTo>
                    <a:pt x="1263" y="1175"/>
                    <a:pt x="713" y="675"/>
                    <a:pt x="726" y="50"/>
                  </a:cubicBezTo>
                  <a:cubicBezTo>
                    <a:pt x="726" y="0"/>
                    <a:pt x="651" y="0"/>
                    <a:pt x="651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8" name="Google Shape;5158;p106"/>
            <p:cNvSpPr/>
            <p:nvPr/>
          </p:nvSpPr>
          <p:spPr>
            <a:xfrm>
              <a:off x="658950" y="2543350"/>
              <a:ext cx="21575" cy="30625"/>
            </a:xfrm>
            <a:custGeom>
              <a:rect b="b" l="l" r="r" t="t"/>
              <a:pathLst>
                <a:path extrusionOk="0" h="1225" w="863">
                  <a:moveTo>
                    <a:pt x="800" y="1050"/>
                  </a:moveTo>
                  <a:cubicBezTo>
                    <a:pt x="288" y="1225"/>
                    <a:pt x="38" y="387"/>
                    <a:pt x="300" y="63"/>
                  </a:cubicBezTo>
                  <a:cubicBezTo>
                    <a:pt x="313" y="25"/>
                    <a:pt x="275" y="0"/>
                    <a:pt x="250" y="13"/>
                  </a:cubicBezTo>
                  <a:cubicBezTo>
                    <a:pt x="0" y="163"/>
                    <a:pt x="75" y="550"/>
                    <a:pt x="163" y="775"/>
                  </a:cubicBezTo>
                  <a:cubicBezTo>
                    <a:pt x="275" y="1062"/>
                    <a:pt x="525" y="1225"/>
                    <a:pt x="825" y="1112"/>
                  </a:cubicBezTo>
                  <a:cubicBezTo>
                    <a:pt x="862" y="1100"/>
                    <a:pt x="850" y="1025"/>
                    <a:pt x="800" y="10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9" name="Google Shape;5159;p106"/>
            <p:cNvSpPr/>
            <p:nvPr/>
          </p:nvSpPr>
          <p:spPr>
            <a:xfrm>
              <a:off x="761725" y="2732675"/>
              <a:ext cx="56575" cy="81250"/>
            </a:xfrm>
            <a:custGeom>
              <a:rect b="b" l="l" r="r" t="t"/>
              <a:pathLst>
                <a:path extrusionOk="0" h="3250" w="2263">
                  <a:moveTo>
                    <a:pt x="50" y="88"/>
                  </a:moveTo>
                  <a:cubicBezTo>
                    <a:pt x="988" y="900"/>
                    <a:pt x="2062" y="1787"/>
                    <a:pt x="1875" y="3174"/>
                  </a:cubicBezTo>
                  <a:cubicBezTo>
                    <a:pt x="1875" y="3224"/>
                    <a:pt x="1950" y="3249"/>
                    <a:pt x="1962" y="3199"/>
                  </a:cubicBezTo>
                  <a:cubicBezTo>
                    <a:pt x="2262" y="1800"/>
                    <a:pt x="1050" y="825"/>
                    <a:pt x="88" y="38"/>
                  </a:cubicBezTo>
                  <a:cubicBezTo>
                    <a:pt x="50" y="0"/>
                    <a:pt x="1" y="63"/>
                    <a:pt x="38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0" name="Google Shape;5160;p106"/>
            <p:cNvSpPr/>
            <p:nvPr/>
          </p:nvSpPr>
          <p:spPr>
            <a:xfrm>
              <a:off x="710500" y="2553650"/>
              <a:ext cx="15325" cy="30950"/>
            </a:xfrm>
            <a:custGeom>
              <a:rect b="b" l="l" r="r" t="t"/>
              <a:pathLst>
                <a:path extrusionOk="0" h="1238" w="613">
                  <a:moveTo>
                    <a:pt x="25" y="63"/>
                  </a:moveTo>
                  <a:cubicBezTo>
                    <a:pt x="0" y="288"/>
                    <a:pt x="50" y="513"/>
                    <a:pt x="162" y="713"/>
                  </a:cubicBezTo>
                  <a:cubicBezTo>
                    <a:pt x="237" y="900"/>
                    <a:pt x="362" y="1075"/>
                    <a:pt x="525" y="1213"/>
                  </a:cubicBezTo>
                  <a:cubicBezTo>
                    <a:pt x="575" y="1238"/>
                    <a:pt x="612" y="1175"/>
                    <a:pt x="587" y="1138"/>
                  </a:cubicBezTo>
                  <a:cubicBezTo>
                    <a:pt x="300" y="850"/>
                    <a:pt x="125" y="463"/>
                    <a:pt x="113" y="63"/>
                  </a:cubicBezTo>
                  <a:cubicBezTo>
                    <a:pt x="113" y="0"/>
                    <a:pt x="25" y="0"/>
                    <a:pt x="25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1" name="Google Shape;5161;p106"/>
            <p:cNvSpPr/>
            <p:nvPr/>
          </p:nvSpPr>
          <p:spPr>
            <a:xfrm>
              <a:off x="710175" y="2550525"/>
              <a:ext cx="21900" cy="34400"/>
            </a:xfrm>
            <a:custGeom>
              <a:rect b="b" l="l" r="r" t="t"/>
              <a:pathLst>
                <a:path extrusionOk="0" h="1376" w="876">
                  <a:moveTo>
                    <a:pt x="638" y="1325"/>
                  </a:moveTo>
                  <a:cubicBezTo>
                    <a:pt x="875" y="838"/>
                    <a:pt x="575" y="225"/>
                    <a:pt x="101" y="25"/>
                  </a:cubicBezTo>
                  <a:cubicBezTo>
                    <a:pt x="38" y="0"/>
                    <a:pt x="1" y="100"/>
                    <a:pt x="51" y="125"/>
                  </a:cubicBezTo>
                  <a:cubicBezTo>
                    <a:pt x="475" y="313"/>
                    <a:pt x="763" y="825"/>
                    <a:pt x="550" y="1275"/>
                  </a:cubicBezTo>
                  <a:cubicBezTo>
                    <a:pt x="525" y="1325"/>
                    <a:pt x="613" y="1375"/>
                    <a:pt x="638" y="13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2" name="Google Shape;5162;p106"/>
            <p:cNvSpPr/>
            <p:nvPr/>
          </p:nvSpPr>
          <p:spPr>
            <a:xfrm>
              <a:off x="669550" y="2216250"/>
              <a:ext cx="59700" cy="132175"/>
            </a:xfrm>
            <a:custGeom>
              <a:rect b="b" l="l" r="r" t="t"/>
              <a:pathLst>
                <a:path extrusionOk="0" h="5287" w="2388">
                  <a:moveTo>
                    <a:pt x="651" y="5211"/>
                  </a:moveTo>
                  <a:cubicBezTo>
                    <a:pt x="363" y="3674"/>
                    <a:pt x="51" y="375"/>
                    <a:pt x="2338" y="75"/>
                  </a:cubicBezTo>
                  <a:cubicBezTo>
                    <a:pt x="2388" y="75"/>
                    <a:pt x="2388" y="0"/>
                    <a:pt x="2338" y="0"/>
                  </a:cubicBezTo>
                  <a:cubicBezTo>
                    <a:pt x="1" y="212"/>
                    <a:pt x="263" y="3649"/>
                    <a:pt x="576" y="5236"/>
                  </a:cubicBezTo>
                  <a:cubicBezTo>
                    <a:pt x="588" y="5286"/>
                    <a:pt x="663" y="5261"/>
                    <a:pt x="651" y="52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3" name="Google Shape;5163;p106"/>
            <p:cNvSpPr/>
            <p:nvPr/>
          </p:nvSpPr>
          <p:spPr>
            <a:xfrm>
              <a:off x="701750" y="2223100"/>
              <a:ext cx="65000" cy="61275"/>
            </a:xfrm>
            <a:custGeom>
              <a:rect b="b" l="l" r="r" t="t"/>
              <a:pathLst>
                <a:path extrusionOk="0" h="2451" w="2600">
                  <a:moveTo>
                    <a:pt x="75" y="976"/>
                  </a:moveTo>
                  <a:cubicBezTo>
                    <a:pt x="400" y="351"/>
                    <a:pt x="1162" y="88"/>
                    <a:pt x="1762" y="513"/>
                  </a:cubicBezTo>
                  <a:cubicBezTo>
                    <a:pt x="2300" y="888"/>
                    <a:pt x="2474" y="1863"/>
                    <a:pt x="1950" y="2325"/>
                  </a:cubicBezTo>
                  <a:cubicBezTo>
                    <a:pt x="1900" y="2375"/>
                    <a:pt x="1975" y="2450"/>
                    <a:pt x="2025" y="2400"/>
                  </a:cubicBezTo>
                  <a:cubicBezTo>
                    <a:pt x="2599" y="1913"/>
                    <a:pt x="2412" y="838"/>
                    <a:pt x="1825" y="438"/>
                  </a:cubicBezTo>
                  <a:cubicBezTo>
                    <a:pt x="1187" y="1"/>
                    <a:pt x="325" y="251"/>
                    <a:pt x="13" y="938"/>
                  </a:cubicBezTo>
                  <a:cubicBezTo>
                    <a:pt x="0" y="976"/>
                    <a:pt x="50" y="1013"/>
                    <a:pt x="75" y="9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4" name="Google Shape;5164;p106"/>
            <p:cNvSpPr/>
            <p:nvPr/>
          </p:nvSpPr>
          <p:spPr>
            <a:xfrm>
              <a:off x="709550" y="2258100"/>
              <a:ext cx="46900" cy="35950"/>
            </a:xfrm>
            <a:custGeom>
              <a:rect b="b" l="l" r="r" t="t"/>
              <a:pathLst>
                <a:path extrusionOk="0" h="1438" w="1876">
                  <a:moveTo>
                    <a:pt x="1788" y="713"/>
                  </a:moveTo>
                  <a:cubicBezTo>
                    <a:pt x="1600" y="1125"/>
                    <a:pt x="1138" y="1313"/>
                    <a:pt x="725" y="1150"/>
                  </a:cubicBezTo>
                  <a:cubicBezTo>
                    <a:pt x="288" y="963"/>
                    <a:pt x="163" y="513"/>
                    <a:pt x="288" y="88"/>
                  </a:cubicBezTo>
                  <a:cubicBezTo>
                    <a:pt x="300" y="38"/>
                    <a:pt x="225" y="1"/>
                    <a:pt x="213" y="51"/>
                  </a:cubicBezTo>
                  <a:cubicBezTo>
                    <a:pt x="1" y="513"/>
                    <a:pt x="213" y="1050"/>
                    <a:pt x="675" y="1250"/>
                  </a:cubicBezTo>
                  <a:cubicBezTo>
                    <a:pt x="1138" y="1438"/>
                    <a:pt x="1675" y="1225"/>
                    <a:pt x="1850" y="750"/>
                  </a:cubicBezTo>
                  <a:cubicBezTo>
                    <a:pt x="1875" y="713"/>
                    <a:pt x="1813" y="675"/>
                    <a:pt x="1800" y="7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5" name="Google Shape;5165;p106"/>
            <p:cNvSpPr/>
            <p:nvPr/>
          </p:nvSpPr>
          <p:spPr>
            <a:xfrm>
              <a:off x="713300" y="2246550"/>
              <a:ext cx="30950" cy="17500"/>
            </a:xfrm>
            <a:custGeom>
              <a:rect b="b" l="l" r="r" t="t"/>
              <a:pathLst>
                <a:path extrusionOk="0" h="700" w="1238">
                  <a:moveTo>
                    <a:pt x="100" y="650"/>
                  </a:moveTo>
                  <a:cubicBezTo>
                    <a:pt x="75" y="63"/>
                    <a:pt x="1213" y="0"/>
                    <a:pt x="1025" y="613"/>
                  </a:cubicBezTo>
                  <a:cubicBezTo>
                    <a:pt x="1013" y="675"/>
                    <a:pt x="1100" y="688"/>
                    <a:pt x="1113" y="638"/>
                  </a:cubicBezTo>
                  <a:cubicBezTo>
                    <a:pt x="1238" y="350"/>
                    <a:pt x="975" y="75"/>
                    <a:pt x="688" y="75"/>
                  </a:cubicBezTo>
                  <a:cubicBezTo>
                    <a:pt x="388" y="75"/>
                    <a:pt x="1" y="313"/>
                    <a:pt x="26" y="650"/>
                  </a:cubicBezTo>
                  <a:cubicBezTo>
                    <a:pt x="26" y="700"/>
                    <a:pt x="113" y="700"/>
                    <a:pt x="100" y="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6" name="Google Shape;5166;p106"/>
            <p:cNvSpPr/>
            <p:nvPr/>
          </p:nvSpPr>
          <p:spPr>
            <a:xfrm>
              <a:off x="703000" y="2492725"/>
              <a:ext cx="71550" cy="55325"/>
            </a:xfrm>
            <a:custGeom>
              <a:rect b="b" l="l" r="r" t="t"/>
              <a:pathLst>
                <a:path extrusionOk="0" h="2213" w="2862">
                  <a:moveTo>
                    <a:pt x="50" y="1838"/>
                  </a:moveTo>
                  <a:cubicBezTo>
                    <a:pt x="1312" y="2213"/>
                    <a:pt x="2749" y="1438"/>
                    <a:pt x="2862" y="38"/>
                  </a:cubicBezTo>
                  <a:cubicBezTo>
                    <a:pt x="2862" y="13"/>
                    <a:pt x="2812" y="1"/>
                    <a:pt x="2799" y="38"/>
                  </a:cubicBezTo>
                  <a:cubicBezTo>
                    <a:pt x="2474" y="1300"/>
                    <a:pt x="1400" y="2113"/>
                    <a:pt x="75" y="1763"/>
                  </a:cubicBezTo>
                  <a:cubicBezTo>
                    <a:pt x="25" y="1750"/>
                    <a:pt x="0" y="1825"/>
                    <a:pt x="50" y="18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7" name="Google Shape;5167;p106"/>
            <p:cNvSpPr/>
            <p:nvPr/>
          </p:nvSpPr>
          <p:spPr>
            <a:xfrm>
              <a:off x="779850" y="2847325"/>
              <a:ext cx="15325" cy="20025"/>
            </a:xfrm>
            <a:custGeom>
              <a:rect b="b" l="l" r="r" t="t"/>
              <a:pathLst>
                <a:path extrusionOk="0" h="801" w="613">
                  <a:moveTo>
                    <a:pt x="63" y="113"/>
                  </a:moveTo>
                  <a:cubicBezTo>
                    <a:pt x="288" y="263"/>
                    <a:pt x="450" y="488"/>
                    <a:pt x="513" y="750"/>
                  </a:cubicBezTo>
                  <a:cubicBezTo>
                    <a:pt x="525" y="800"/>
                    <a:pt x="613" y="800"/>
                    <a:pt x="613" y="738"/>
                  </a:cubicBezTo>
                  <a:cubicBezTo>
                    <a:pt x="575" y="438"/>
                    <a:pt x="388" y="163"/>
                    <a:pt x="113" y="25"/>
                  </a:cubicBezTo>
                  <a:cubicBezTo>
                    <a:pt x="50" y="0"/>
                    <a:pt x="0" y="88"/>
                    <a:pt x="63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8" name="Google Shape;5168;p106"/>
            <p:cNvSpPr/>
            <p:nvPr/>
          </p:nvSpPr>
          <p:spPr>
            <a:xfrm>
              <a:off x="792975" y="2850750"/>
              <a:ext cx="5950" cy="16900"/>
            </a:xfrm>
            <a:custGeom>
              <a:rect b="b" l="l" r="r" t="t"/>
              <a:pathLst>
                <a:path extrusionOk="0" h="676" w="238">
                  <a:moveTo>
                    <a:pt x="125" y="613"/>
                  </a:moveTo>
                  <a:cubicBezTo>
                    <a:pt x="200" y="451"/>
                    <a:pt x="238" y="251"/>
                    <a:pt x="200" y="76"/>
                  </a:cubicBezTo>
                  <a:cubicBezTo>
                    <a:pt x="188" y="1"/>
                    <a:pt x="100" y="26"/>
                    <a:pt x="88" y="88"/>
                  </a:cubicBezTo>
                  <a:cubicBezTo>
                    <a:pt x="100" y="251"/>
                    <a:pt x="63" y="426"/>
                    <a:pt x="13" y="588"/>
                  </a:cubicBezTo>
                  <a:cubicBezTo>
                    <a:pt x="0" y="651"/>
                    <a:pt x="100" y="676"/>
                    <a:pt x="125" y="6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9" name="Google Shape;5169;p106"/>
            <p:cNvSpPr/>
            <p:nvPr/>
          </p:nvSpPr>
          <p:spPr>
            <a:xfrm>
              <a:off x="775150" y="2839500"/>
              <a:ext cx="7525" cy="9400"/>
            </a:xfrm>
            <a:custGeom>
              <a:rect b="b" l="l" r="r" t="t"/>
              <a:pathLst>
                <a:path extrusionOk="0" h="376" w="301">
                  <a:moveTo>
                    <a:pt x="226" y="276"/>
                  </a:moveTo>
                  <a:cubicBezTo>
                    <a:pt x="201" y="213"/>
                    <a:pt x="213" y="151"/>
                    <a:pt x="263" y="113"/>
                  </a:cubicBezTo>
                  <a:cubicBezTo>
                    <a:pt x="301" y="76"/>
                    <a:pt x="263" y="1"/>
                    <a:pt x="213" y="26"/>
                  </a:cubicBezTo>
                  <a:cubicBezTo>
                    <a:pt x="76" y="76"/>
                    <a:pt x="1" y="263"/>
                    <a:pt x="163" y="351"/>
                  </a:cubicBezTo>
                  <a:cubicBezTo>
                    <a:pt x="213" y="376"/>
                    <a:pt x="276" y="313"/>
                    <a:pt x="226" y="2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0" name="Google Shape;5170;p106"/>
            <p:cNvSpPr/>
            <p:nvPr/>
          </p:nvSpPr>
          <p:spPr>
            <a:xfrm>
              <a:off x="780775" y="2821400"/>
              <a:ext cx="15650" cy="20325"/>
            </a:xfrm>
            <a:custGeom>
              <a:rect b="b" l="l" r="r" t="t"/>
              <a:pathLst>
                <a:path extrusionOk="0" h="813" w="626">
                  <a:moveTo>
                    <a:pt x="88" y="787"/>
                  </a:moveTo>
                  <a:cubicBezTo>
                    <a:pt x="338" y="625"/>
                    <a:pt x="626" y="363"/>
                    <a:pt x="563" y="50"/>
                  </a:cubicBezTo>
                  <a:cubicBezTo>
                    <a:pt x="538" y="0"/>
                    <a:pt x="488" y="0"/>
                    <a:pt x="463" y="50"/>
                  </a:cubicBezTo>
                  <a:cubicBezTo>
                    <a:pt x="413" y="313"/>
                    <a:pt x="263" y="550"/>
                    <a:pt x="38" y="712"/>
                  </a:cubicBezTo>
                  <a:cubicBezTo>
                    <a:pt x="1" y="750"/>
                    <a:pt x="51" y="812"/>
                    <a:pt x="88" y="7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1" name="Google Shape;5171;p106"/>
            <p:cNvSpPr/>
            <p:nvPr/>
          </p:nvSpPr>
          <p:spPr>
            <a:xfrm>
              <a:off x="790475" y="2821700"/>
              <a:ext cx="10325" cy="24400"/>
            </a:xfrm>
            <a:custGeom>
              <a:rect b="b" l="l" r="r" t="t"/>
              <a:pathLst>
                <a:path extrusionOk="0" h="976" w="413">
                  <a:moveTo>
                    <a:pt x="113" y="126"/>
                  </a:moveTo>
                  <a:cubicBezTo>
                    <a:pt x="288" y="363"/>
                    <a:pt x="225" y="625"/>
                    <a:pt x="50" y="838"/>
                  </a:cubicBezTo>
                  <a:cubicBezTo>
                    <a:pt x="0" y="900"/>
                    <a:pt x="75" y="975"/>
                    <a:pt x="138" y="925"/>
                  </a:cubicBezTo>
                  <a:cubicBezTo>
                    <a:pt x="375" y="700"/>
                    <a:pt x="413" y="313"/>
                    <a:pt x="200" y="51"/>
                  </a:cubicBezTo>
                  <a:cubicBezTo>
                    <a:pt x="163" y="1"/>
                    <a:pt x="75" y="76"/>
                    <a:pt x="113" y="1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2" name="Google Shape;5172;p106"/>
            <p:cNvSpPr/>
            <p:nvPr/>
          </p:nvSpPr>
          <p:spPr>
            <a:xfrm>
              <a:off x="790150" y="2842625"/>
              <a:ext cx="8150" cy="14100"/>
            </a:xfrm>
            <a:custGeom>
              <a:rect b="b" l="l" r="r" t="t"/>
              <a:pathLst>
                <a:path extrusionOk="0" h="564" w="326">
                  <a:moveTo>
                    <a:pt x="63" y="138"/>
                  </a:moveTo>
                  <a:cubicBezTo>
                    <a:pt x="151" y="238"/>
                    <a:pt x="201" y="363"/>
                    <a:pt x="213" y="501"/>
                  </a:cubicBezTo>
                  <a:cubicBezTo>
                    <a:pt x="226" y="563"/>
                    <a:pt x="313" y="538"/>
                    <a:pt x="313" y="488"/>
                  </a:cubicBezTo>
                  <a:cubicBezTo>
                    <a:pt x="326" y="326"/>
                    <a:pt x="263" y="163"/>
                    <a:pt x="138" y="63"/>
                  </a:cubicBezTo>
                  <a:cubicBezTo>
                    <a:pt x="88" y="1"/>
                    <a:pt x="1" y="88"/>
                    <a:pt x="63" y="1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3" name="Google Shape;5173;p106"/>
            <p:cNvSpPr/>
            <p:nvPr/>
          </p:nvSpPr>
          <p:spPr>
            <a:xfrm>
              <a:off x="799850" y="2837000"/>
              <a:ext cx="12500" cy="14400"/>
            </a:xfrm>
            <a:custGeom>
              <a:rect b="b" l="l" r="r" t="t"/>
              <a:pathLst>
                <a:path extrusionOk="0" h="576" w="500">
                  <a:moveTo>
                    <a:pt x="25" y="288"/>
                  </a:moveTo>
                  <a:cubicBezTo>
                    <a:pt x="38" y="413"/>
                    <a:pt x="75" y="538"/>
                    <a:pt x="225" y="563"/>
                  </a:cubicBezTo>
                  <a:cubicBezTo>
                    <a:pt x="338" y="576"/>
                    <a:pt x="437" y="488"/>
                    <a:pt x="437" y="363"/>
                  </a:cubicBezTo>
                  <a:cubicBezTo>
                    <a:pt x="500" y="63"/>
                    <a:pt x="38" y="1"/>
                    <a:pt x="13" y="313"/>
                  </a:cubicBezTo>
                  <a:cubicBezTo>
                    <a:pt x="0" y="388"/>
                    <a:pt x="125" y="401"/>
                    <a:pt x="150" y="326"/>
                  </a:cubicBezTo>
                  <a:cubicBezTo>
                    <a:pt x="150" y="313"/>
                    <a:pt x="150" y="301"/>
                    <a:pt x="163" y="288"/>
                  </a:cubicBezTo>
                  <a:cubicBezTo>
                    <a:pt x="163" y="201"/>
                    <a:pt x="25" y="201"/>
                    <a:pt x="25" y="2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7" name="Shape 5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78" name="Google Shape;5178;p107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5179" name="Google Shape;5179;p107"/>
            <p:cNvSpPr/>
            <p:nvPr/>
          </p:nvSpPr>
          <p:spPr>
            <a:xfrm>
              <a:off x="246225" y="895325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0" name="Google Shape;5180;p107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1" name="Google Shape;5181;p107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2" name="Google Shape;5182;p107"/>
            <p:cNvSpPr/>
            <p:nvPr/>
          </p:nvSpPr>
          <p:spPr>
            <a:xfrm>
              <a:off x="469300" y="1108400"/>
              <a:ext cx="6669850" cy="3485050"/>
            </a:xfrm>
            <a:custGeom>
              <a:rect b="b" l="l" r="r" t="t"/>
              <a:pathLst>
                <a:path extrusionOk="0" fill="none" h="139402" w="266794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3" name="Google Shape;5183;p107"/>
            <p:cNvSpPr/>
            <p:nvPr/>
          </p:nvSpPr>
          <p:spPr>
            <a:xfrm>
              <a:off x="299025" y="955950"/>
              <a:ext cx="7010700" cy="3789950"/>
            </a:xfrm>
            <a:custGeom>
              <a:rect b="b" l="l" r="r" t="t"/>
              <a:pathLst>
                <a:path extrusionOk="0" fill="none" h="151598" w="280428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4" name="Google Shape;5184;p107"/>
            <p:cNvSpPr/>
            <p:nvPr/>
          </p:nvSpPr>
          <p:spPr>
            <a:xfrm>
              <a:off x="7234100" y="895325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5" name="Google Shape;5185;p107"/>
            <p:cNvSpPr/>
            <p:nvPr/>
          </p:nvSpPr>
          <p:spPr>
            <a:xfrm>
              <a:off x="246225" y="4678400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6" name="Google Shape;5186;p107"/>
            <p:cNvSpPr/>
            <p:nvPr/>
          </p:nvSpPr>
          <p:spPr>
            <a:xfrm>
              <a:off x="7234100" y="4678400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187" name="Google Shape;5187;p107"/>
          <p:cNvSpPr txBox="1"/>
          <p:nvPr/>
        </p:nvSpPr>
        <p:spPr>
          <a:xfrm>
            <a:off x="0" y="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hlinkClick r:id="rId3"/>
              </a:rPr>
              <a:t>imgres</a:t>
            </a:r>
            <a:endParaRPr/>
          </a:p>
        </p:txBody>
      </p:sp>
      <p:pic>
        <p:nvPicPr>
          <p:cNvPr id="5188" name="Google Shape;5188;p10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29013" y="455400"/>
            <a:ext cx="2685975" cy="423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2" name="Shape 5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3" name="Google Shape;5193;p108"/>
          <p:cNvSpPr/>
          <p:nvPr/>
        </p:nvSpPr>
        <p:spPr>
          <a:xfrm>
            <a:off x="4689475" y="758450"/>
            <a:ext cx="3731400" cy="3731400"/>
          </a:xfrm>
          <a:prstGeom prst="plaque">
            <a:avLst>
              <a:gd fmla="val 5534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194" name="Google Shape;5194;p108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16654" l="0" r="0" t="16648"/>
          <a:stretch/>
        </p:blipFill>
        <p:spPr>
          <a:xfrm>
            <a:off x="4931805" y="1000781"/>
            <a:ext cx="3246890" cy="3246889"/>
          </a:xfrm>
          <a:prstGeom prst="rect">
            <a:avLst/>
          </a:prstGeom>
        </p:spPr>
      </p:pic>
      <p:sp>
        <p:nvSpPr>
          <p:cNvPr id="5195" name="Google Shape;5195;p108"/>
          <p:cNvSpPr txBox="1"/>
          <p:nvPr>
            <p:ph type="title"/>
          </p:nvPr>
        </p:nvSpPr>
        <p:spPr>
          <a:xfrm>
            <a:off x="720000" y="375675"/>
            <a:ext cx="3731400" cy="265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35240A"/>
                </a:solidFill>
                <a:highlight>
                  <a:srgbClr val="DED6C2"/>
                </a:highlight>
              </a:rPr>
              <a:t>Universitățile și Cele 7 Arte Liberale</a:t>
            </a:r>
            <a:endParaRPr b="1" sz="3300">
              <a:solidFill>
                <a:srgbClr val="35240A"/>
              </a:solidFill>
              <a:highlight>
                <a:srgbClr val="DED6C2"/>
              </a:highlight>
            </a:endParaRPr>
          </a:p>
          <a:p>
            <a:pPr indent="0" lvl="0" marL="0" rtl="0" algn="l">
              <a:spcBef>
                <a:spcPts val="23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6" name="Google Shape;5196;p108"/>
          <p:cNvSpPr txBox="1"/>
          <p:nvPr>
            <p:ph idx="1" type="subTitle"/>
          </p:nvPr>
        </p:nvSpPr>
        <p:spPr>
          <a:xfrm>
            <a:off x="720000" y="2803675"/>
            <a:ext cx="3519600" cy="135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rgbClr val="35240A"/>
                </a:solidFill>
                <a:highlight>
                  <a:srgbClr val="DED6C2"/>
                </a:highlight>
              </a:rPr>
              <a:t>Apariția universităților a sistematizat cunoașterea prin </a:t>
            </a:r>
            <a:r>
              <a:rPr b="1" lang="en" sz="1650">
                <a:solidFill>
                  <a:srgbClr val="35240A"/>
                </a:solidFill>
              </a:rPr>
              <a:t>Scholastică</a:t>
            </a:r>
            <a:r>
              <a:rPr lang="en" sz="1650">
                <a:solidFill>
                  <a:srgbClr val="35240A"/>
                </a:solidFill>
                <a:highlight>
                  <a:srgbClr val="DED6C2"/>
                </a:highlight>
              </a:rPr>
              <a:t>, încercând să armonizeze credința cu rațiunea.</a:t>
            </a:r>
            <a:endParaRPr/>
          </a:p>
        </p:txBody>
      </p:sp>
      <p:pic>
        <p:nvPicPr>
          <p:cNvPr id="5197" name="Google Shape;5197;p10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64400" y="971200"/>
            <a:ext cx="3600800" cy="329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1" name="Shape 5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2" name="Google Shape;5202;p109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Discipline predate</a:t>
            </a:r>
            <a:endParaRPr/>
          </a:p>
        </p:txBody>
      </p:sp>
      <p:graphicFrame>
        <p:nvGraphicFramePr>
          <p:cNvPr id="5203" name="Google Shape;5203;p109"/>
          <p:cNvGraphicFramePr/>
          <p:nvPr/>
        </p:nvGraphicFramePr>
        <p:xfrm>
          <a:off x="720013" y="1335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{87B68E52-AEE4-46B4-B2AC-460DF2F3232D}</a:tableStyleId>
              </a:tblPr>
              <a:tblGrid>
                <a:gridCol w="1992775"/>
                <a:gridCol w="2855600"/>
                <a:gridCol w="2855600"/>
              </a:tblGrid>
              <a:tr h="459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>
                          <a:solidFill>
                            <a:schemeClr val="dk1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Categorie</a:t>
                      </a:r>
                      <a:endParaRPr b="1" sz="1700">
                        <a:solidFill>
                          <a:schemeClr val="dk1"/>
                        </a:solidFill>
                        <a:latin typeface="Libre Baskerville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T="91425" marB="91425" marR="91425" marL="91425" anchor="b">
                    <a:lnL cap="flat" cmpd="sng" w="76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>
                          <a:solidFill>
                            <a:schemeClr val="dk1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              Disciplină</a:t>
                      </a:r>
                      <a:endParaRPr b="1" sz="1700">
                        <a:solidFill>
                          <a:schemeClr val="dk1"/>
                        </a:solidFill>
                        <a:latin typeface="Libre Baskerville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T="91425" marB="91425" marR="91425" marL="91425" anchor="b">
                    <a:lnL cap="flat" cmpd="sng" w="76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>
                          <a:solidFill>
                            <a:schemeClr val="dk1"/>
                          </a:solidFill>
                          <a:latin typeface="Libre Baskerville"/>
                          <a:ea typeface="Libre Baskerville"/>
                          <a:cs typeface="Libre Baskerville"/>
                          <a:sym typeface="Libre Baskerville"/>
                        </a:rPr>
                        <a:t>Perioadă</a:t>
                      </a:r>
                      <a:endParaRPr b="1" sz="1700">
                        <a:solidFill>
                          <a:schemeClr val="dk1"/>
                        </a:solidFill>
                        <a:latin typeface="Libre Baskerville"/>
                        <a:ea typeface="Libre Baskerville"/>
                        <a:cs typeface="Libre Baskerville"/>
                        <a:sym typeface="Libre Baskerville"/>
                      </a:endParaRPr>
                    </a:p>
                  </a:txBody>
                  <a:tcPr marT="91425" marB="91425" marR="91425" marL="91425" anchor="b">
                    <a:lnL cap="flat" cmpd="sng" w="76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9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50">
                          <a:solidFill>
                            <a:srgbClr val="35240A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TRIVIUM</a:t>
                      </a:r>
                      <a:r>
                        <a:rPr lang="en" sz="1650">
                          <a:solidFill>
                            <a:srgbClr val="35240A"/>
                          </a:solidFill>
                          <a:highlight>
                            <a:srgbClr val="DED6C2"/>
                          </a:highlight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 (Artele Cuvântului)</a:t>
                      </a:r>
                      <a:endParaRPr b="1">
                        <a:solidFill>
                          <a:schemeClr val="dk1"/>
                        </a:solidFill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91425" marB="91425" marR="91425" marL="91425" anchor="ctr">
                    <a:lnL cap="flat" cmpd="sng" w="76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50">
                          <a:solidFill>
                            <a:srgbClr val="35240A"/>
                          </a:solidFill>
                          <a:highlight>
                            <a:srgbClr val="DED6C2"/>
                          </a:highlight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Gramatica, Logica (Dialectica), Retorica - pregăteau elevul pentru înțelegerea Scripturii.</a:t>
                      </a:r>
                      <a:endParaRPr>
                        <a:solidFill>
                          <a:schemeClr val="dk1"/>
                        </a:solidFill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91425" marB="91425" marR="91425" marL="91425" anchor="ctr">
                    <a:lnL cap="flat" cmpd="sng" w="76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V</a:t>
                      </a:r>
                      <a:r>
                        <a:rPr lang="en" sz="1600">
                          <a:solidFill>
                            <a:schemeClr val="dk1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ârsta </a:t>
                      </a:r>
                      <a:r>
                        <a:rPr lang="en" sz="1600">
                          <a:solidFill>
                            <a:schemeClr val="dk1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7-14 ani</a:t>
                      </a:r>
                      <a:endParaRPr sz="1600">
                        <a:solidFill>
                          <a:schemeClr val="dk1"/>
                        </a:solidFill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91425" marB="91425" marR="91425" marL="91425" anchor="ctr">
                    <a:lnL cap="flat" cmpd="sng" w="76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39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650">
                          <a:solidFill>
                            <a:srgbClr val="35240A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QUADRIVIUM</a:t>
                      </a:r>
                      <a:r>
                        <a:rPr lang="en" sz="1650">
                          <a:solidFill>
                            <a:srgbClr val="35240A"/>
                          </a:solidFill>
                          <a:highlight>
                            <a:srgbClr val="DED6C2"/>
                          </a:highlight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 (Artele Reale)</a:t>
                      </a:r>
                      <a:endParaRPr b="1">
                        <a:solidFill>
                          <a:schemeClr val="dk1"/>
                        </a:solidFill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91425" marB="91425" marR="91425" marL="91425" anchor="ctr">
                    <a:lnL cap="flat" cmpd="sng" w="76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50">
                          <a:solidFill>
                            <a:srgbClr val="35240A"/>
                          </a:solidFill>
                          <a:highlight>
                            <a:srgbClr val="DED6C2"/>
                          </a:highlight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Aritmetica, Geometria, Muzica, Astronomia</a:t>
                      </a:r>
                      <a:endParaRPr>
                        <a:solidFill>
                          <a:schemeClr val="dk1"/>
                        </a:solidFill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91425" marB="91425" marR="91425" marL="91425" anchor="ctr">
                    <a:lnL cap="flat" cmpd="sng" w="76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Vârsta 14-20 ani</a:t>
                      </a:r>
                      <a:endParaRPr sz="1600">
                        <a:solidFill>
                          <a:schemeClr val="dk1"/>
                        </a:solidFill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91425" marB="91425" marR="91425" marL="91425" anchor="ctr">
                    <a:lnL cap="flat" cmpd="sng" w="76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39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>
                        <a:solidFill>
                          <a:schemeClr val="dk1"/>
                        </a:solidFill>
                        <a:latin typeface="Source Sans 3"/>
                        <a:ea typeface="Source Sans 3"/>
                        <a:cs typeface="Source Sans 3"/>
                        <a:sym typeface="Source Sans 3"/>
                      </a:endParaRPr>
                    </a:p>
                  </a:txBody>
                  <a:tcPr marT="91425" marB="91425" marR="91425" marL="91425" anchor="ctr">
                    <a:lnL cap="flat" cmpd="sng" w="76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76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76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3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76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76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76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62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6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7" name="Shape 5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8" name="Google Shape;5208;p110"/>
          <p:cNvSpPr txBox="1"/>
          <p:nvPr>
            <p:ph type="title"/>
          </p:nvPr>
        </p:nvSpPr>
        <p:spPr>
          <a:xfrm>
            <a:off x="1497075" y="2178850"/>
            <a:ext cx="6285300" cy="961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Epoca Renașterii</a:t>
            </a:r>
            <a:endParaRPr/>
          </a:p>
        </p:txBody>
      </p:sp>
      <p:sp>
        <p:nvSpPr>
          <p:cNvPr id="5209" name="Google Shape;5209;p110"/>
          <p:cNvSpPr txBox="1"/>
          <p:nvPr>
            <p:ph idx="2" type="title"/>
          </p:nvPr>
        </p:nvSpPr>
        <p:spPr>
          <a:xfrm>
            <a:off x="3745950" y="1111621"/>
            <a:ext cx="1652100" cy="91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5210" name="Google Shape;5210;p110"/>
          <p:cNvSpPr txBox="1"/>
          <p:nvPr>
            <p:ph idx="1" type="subTitle"/>
          </p:nvPr>
        </p:nvSpPr>
        <p:spPr>
          <a:xfrm>
            <a:off x="1749999" y="3355500"/>
            <a:ext cx="5891400" cy="6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latin typeface="Libre Baskerville"/>
                <a:ea typeface="Libre Baskerville"/>
                <a:cs typeface="Libre Baskerville"/>
                <a:sym typeface="Libre Baskerville"/>
              </a:rPr>
              <a:t>Idealul educațional al omului universal </a:t>
            </a:r>
            <a:endParaRPr i="1"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grpSp>
        <p:nvGrpSpPr>
          <p:cNvPr id="5211" name="Google Shape;5211;p110"/>
          <p:cNvGrpSpPr/>
          <p:nvPr/>
        </p:nvGrpSpPr>
        <p:grpSpPr>
          <a:xfrm>
            <a:off x="2428045" y="3291364"/>
            <a:ext cx="4354637" cy="589250"/>
            <a:chOff x="2361225" y="3521900"/>
            <a:chExt cx="4421400" cy="589250"/>
          </a:xfrm>
        </p:grpSpPr>
        <p:cxnSp>
          <p:nvCxnSpPr>
            <p:cNvPr id="5212" name="Google Shape;5212;p110"/>
            <p:cNvCxnSpPr/>
            <p:nvPr/>
          </p:nvCxnSpPr>
          <p:spPr>
            <a:xfrm>
              <a:off x="2361225" y="3521900"/>
              <a:ext cx="4421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213" name="Google Shape;5213;p110"/>
            <p:cNvCxnSpPr/>
            <p:nvPr/>
          </p:nvCxnSpPr>
          <p:spPr>
            <a:xfrm>
              <a:off x="2361225" y="4111150"/>
              <a:ext cx="4421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5214" name="Google Shape;5214;p110"/>
          <p:cNvGrpSpPr/>
          <p:nvPr/>
        </p:nvGrpSpPr>
        <p:grpSpPr>
          <a:xfrm>
            <a:off x="565056" y="519563"/>
            <a:ext cx="8012737" cy="4104778"/>
            <a:chOff x="585525" y="1202450"/>
            <a:chExt cx="6436450" cy="3297275"/>
          </a:xfrm>
        </p:grpSpPr>
        <p:sp>
          <p:nvSpPr>
            <p:cNvPr id="5215" name="Google Shape;5215;p110"/>
            <p:cNvSpPr/>
            <p:nvPr/>
          </p:nvSpPr>
          <p:spPr>
            <a:xfrm>
              <a:off x="839525" y="1202450"/>
              <a:ext cx="551125" cy="190275"/>
            </a:xfrm>
            <a:custGeom>
              <a:rect b="b" l="l" r="r" t="t"/>
              <a:pathLst>
                <a:path extrusionOk="0" h="7611" w="22045">
                  <a:moveTo>
                    <a:pt x="21819" y="2949"/>
                  </a:moveTo>
                  <a:cubicBezTo>
                    <a:pt x="16996" y="7611"/>
                    <a:pt x="10597" y="0"/>
                    <a:pt x="4949" y="1300"/>
                  </a:cubicBezTo>
                  <a:cubicBezTo>
                    <a:pt x="1962" y="2000"/>
                    <a:pt x="0" y="4312"/>
                    <a:pt x="100" y="7373"/>
                  </a:cubicBezTo>
                  <a:cubicBezTo>
                    <a:pt x="113" y="7461"/>
                    <a:pt x="225" y="7461"/>
                    <a:pt x="238" y="7373"/>
                  </a:cubicBezTo>
                  <a:cubicBezTo>
                    <a:pt x="513" y="1100"/>
                    <a:pt x="7511" y="887"/>
                    <a:pt x="11872" y="2724"/>
                  </a:cubicBezTo>
                  <a:cubicBezTo>
                    <a:pt x="13597" y="3449"/>
                    <a:pt x="15309" y="4437"/>
                    <a:pt x="17208" y="4661"/>
                  </a:cubicBezTo>
                  <a:cubicBezTo>
                    <a:pt x="19108" y="4886"/>
                    <a:pt x="20620" y="4387"/>
                    <a:pt x="21957" y="3087"/>
                  </a:cubicBezTo>
                  <a:cubicBezTo>
                    <a:pt x="22044" y="2999"/>
                    <a:pt x="21919" y="2874"/>
                    <a:pt x="21832" y="294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6" name="Google Shape;5216;p110"/>
            <p:cNvSpPr/>
            <p:nvPr/>
          </p:nvSpPr>
          <p:spPr>
            <a:xfrm>
              <a:off x="844200" y="1369575"/>
              <a:ext cx="180925" cy="121575"/>
            </a:xfrm>
            <a:custGeom>
              <a:rect b="b" l="l" r="r" t="t"/>
              <a:pathLst>
                <a:path extrusionOk="0" h="4863" w="7237">
                  <a:moveTo>
                    <a:pt x="13" y="1688"/>
                  </a:moveTo>
                  <a:cubicBezTo>
                    <a:pt x="151" y="3700"/>
                    <a:pt x="2612" y="4862"/>
                    <a:pt x="4412" y="4325"/>
                  </a:cubicBezTo>
                  <a:cubicBezTo>
                    <a:pt x="5924" y="3875"/>
                    <a:pt x="7236" y="1338"/>
                    <a:pt x="5849" y="88"/>
                  </a:cubicBezTo>
                  <a:cubicBezTo>
                    <a:pt x="5774" y="1"/>
                    <a:pt x="5649" y="126"/>
                    <a:pt x="5737" y="201"/>
                  </a:cubicBezTo>
                  <a:cubicBezTo>
                    <a:pt x="7124" y="1725"/>
                    <a:pt x="5474" y="4025"/>
                    <a:pt x="3837" y="4225"/>
                  </a:cubicBezTo>
                  <a:cubicBezTo>
                    <a:pt x="2288" y="4425"/>
                    <a:pt x="326" y="3413"/>
                    <a:pt x="201" y="1688"/>
                  </a:cubicBezTo>
                  <a:cubicBezTo>
                    <a:pt x="201" y="1563"/>
                    <a:pt x="1" y="1563"/>
                    <a:pt x="13" y="16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7" name="Google Shape;5217;p110"/>
            <p:cNvSpPr/>
            <p:nvPr/>
          </p:nvSpPr>
          <p:spPr>
            <a:xfrm>
              <a:off x="898575" y="1348025"/>
              <a:ext cx="73125" cy="77200"/>
            </a:xfrm>
            <a:custGeom>
              <a:rect b="b" l="l" r="r" t="t"/>
              <a:pathLst>
                <a:path extrusionOk="0" h="3088" w="2925">
                  <a:moveTo>
                    <a:pt x="2849" y="488"/>
                  </a:moveTo>
                  <a:cubicBezTo>
                    <a:pt x="2025" y="1"/>
                    <a:pt x="800" y="351"/>
                    <a:pt x="387" y="1238"/>
                  </a:cubicBezTo>
                  <a:cubicBezTo>
                    <a:pt x="0" y="2063"/>
                    <a:pt x="612" y="2987"/>
                    <a:pt x="1487" y="3075"/>
                  </a:cubicBezTo>
                  <a:cubicBezTo>
                    <a:pt x="1600" y="3087"/>
                    <a:pt x="1625" y="2900"/>
                    <a:pt x="1512" y="2887"/>
                  </a:cubicBezTo>
                  <a:cubicBezTo>
                    <a:pt x="700" y="2737"/>
                    <a:pt x="200" y="1913"/>
                    <a:pt x="675" y="1163"/>
                  </a:cubicBezTo>
                  <a:cubicBezTo>
                    <a:pt x="1137" y="476"/>
                    <a:pt x="2037" y="251"/>
                    <a:pt x="2774" y="625"/>
                  </a:cubicBezTo>
                  <a:cubicBezTo>
                    <a:pt x="2862" y="663"/>
                    <a:pt x="2924" y="551"/>
                    <a:pt x="2849" y="4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8" name="Google Shape;5218;p110"/>
            <p:cNvSpPr/>
            <p:nvPr/>
          </p:nvSpPr>
          <p:spPr>
            <a:xfrm>
              <a:off x="944800" y="1418950"/>
              <a:ext cx="25" cy="325"/>
            </a:xfrm>
            <a:custGeom>
              <a:rect b="b" l="l" r="r" t="t"/>
              <a:pathLst>
                <a:path extrusionOk="0" h="13" w="1">
                  <a:moveTo>
                    <a:pt x="1" y="13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9" name="Google Shape;5219;p110"/>
            <p:cNvSpPr/>
            <p:nvPr/>
          </p:nvSpPr>
          <p:spPr>
            <a:xfrm>
              <a:off x="752350" y="1240875"/>
              <a:ext cx="206850" cy="104050"/>
            </a:xfrm>
            <a:custGeom>
              <a:rect b="b" l="l" r="r" t="t"/>
              <a:pathLst>
                <a:path extrusionOk="0" h="4162" w="8274">
                  <a:moveTo>
                    <a:pt x="8123" y="25"/>
                  </a:moveTo>
                  <a:cubicBezTo>
                    <a:pt x="6999" y="263"/>
                    <a:pt x="5937" y="725"/>
                    <a:pt x="4987" y="1375"/>
                  </a:cubicBezTo>
                  <a:cubicBezTo>
                    <a:pt x="3537" y="2387"/>
                    <a:pt x="2063" y="4162"/>
                    <a:pt x="176" y="2875"/>
                  </a:cubicBezTo>
                  <a:cubicBezTo>
                    <a:pt x="101" y="2825"/>
                    <a:pt x="1" y="2950"/>
                    <a:pt x="76" y="3012"/>
                  </a:cubicBezTo>
                  <a:cubicBezTo>
                    <a:pt x="825" y="3699"/>
                    <a:pt x="1775" y="3699"/>
                    <a:pt x="2700" y="3299"/>
                  </a:cubicBezTo>
                  <a:cubicBezTo>
                    <a:pt x="3375" y="2999"/>
                    <a:pt x="3912" y="2475"/>
                    <a:pt x="4474" y="2025"/>
                  </a:cubicBezTo>
                  <a:cubicBezTo>
                    <a:pt x="5549" y="1137"/>
                    <a:pt x="6811" y="500"/>
                    <a:pt x="8173" y="175"/>
                  </a:cubicBezTo>
                  <a:cubicBezTo>
                    <a:pt x="8273" y="150"/>
                    <a:pt x="8223" y="0"/>
                    <a:pt x="8123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0" name="Google Shape;5220;p110"/>
            <p:cNvSpPr/>
            <p:nvPr/>
          </p:nvSpPr>
          <p:spPr>
            <a:xfrm>
              <a:off x="1012600" y="1245875"/>
              <a:ext cx="88750" cy="80000"/>
            </a:xfrm>
            <a:custGeom>
              <a:rect b="b" l="l" r="r" t="t"/>
              <a:pathLst>
                <a:path extrusionOk="0" h="3200" w="3550">
                  <a:moveTo>
                    <a:pt x="3437" y="313"/>
                  </a:moveTo>
                  <a:cubicBezTo>
                    <a:pt x="2562" y="113"/>
                    <a:pt x="1700" y="0"/>
                    <a:pt x="900" y="488"/>
                  </a:cubicBezTo>
                  <a:cubicBezTo>
                    <a:pt x="363" y="813"/>
                    <a:pt x="0" y="1325"/>
                    <a:pt x="100" y="1975"/>
                  </a:cubicBezTo>
                  <a:cubicBezTo>
                    <a:pt x="200" y="2587"/>
                    <a:pt x="700" y="3062"/>
                    <a:pt x="1325" y="3137"/>
                  </a:cubicBezTo>
                  <a:cubicBezTo>
                    <a:pt x="1787" y="3187"/>
                    <a:pt x="2462" y="3024"/>
                    <a:pt x="2512" y="2475"/>
                  </a:cubicBezTo>
                  <a:cubicBezTo>
                    <a:pt x="2525" y="2387"/>
                    <a:pt x="2400" y="2387"/>
                    <a:pt x="2387" y="2475"/>
                  </a:cubicBezTo>
                  <a:cubicBezTo>
                    <a:pt x="2312" y="3199"/>
                    <a:pt x="1100" y="2937"/>
                    <a:pt x="788" y="2712"/>
                  </a:cubicBezTo>
                  <a:cubicBezTo>
                    <a:pt x="300" y="2362"/>
                    <a:pt x="150" y="1700"/>
                    <a:pt x="450" y="1175"/>
                  </a:cubicBezTo>
                  <a:cubicBezTo>
                    <a:pt x="1063" y="163"/>
                    <a:pt x="2412" y="263"/>
                    <a:pt x="3387" y="488"/>
                  </a:cubicBezTo>
                  <a:cubicBezTo>
                    <a:pt x="3499" y="513"/>
                    <a:pt x="3549" y="338"/>
                    <a:pt x="3437" y="3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1" name="Google Shape;5221;p110"/>
            <p:cNvSpPr/>
            <p:nvPr/>
          </p:nvSpPr>
          <p:spPr>
            <a:xfrm>
              <a:off x="1123500" y="1272100"/>
              <a:ext cx="33450" cy="43775"/>
            </a:xfrm>
            <a:custGeom>
              <a:rect b="b" l="l" r="r" t="t"/>
              <a:pathLst>
                <a:path extrusionOk="0" h="1751" w="1338">
                  <a:moveTo>
                    <a:pt x="1238" y="188"/>
                  </a:moveTo>
                  <a:cubicBezTo>
                    <a:pt x="688" y="1"/>
                    <a:pt x="1" y="326"/>
                    <a:pt x="76" y="976"/>
                  </a:cubicBezTo>
                  <a:cubicBezTo>
                    <a:pt x="126" y="1413"/>
                    <a:pt x="825" y="1750"/>
                    <a:pt x="1088" y="1326"/>
                  </a:cubicBezTo>
                  <a:cubicBezTo>
                    <a:pt x="1163" y="1213"/>
                    <a:pt x="975" y="1101"/>
                    <a:pt x="900" y="1213"/>
                  </a:cubicBezTo>
                  <a:cubicBezTo>
                    <a:pt x="788" y="1288"/>
                    <a:pt x="651" y="1301"/>
                    <a:pt x="538" y="1263"/>
                  </a:cubicBezTo>
                  <a:cubicBezTo>
                    <a:pt x="263" y="1026"/>
                    <a:pt x="213" y="813"/>
                    <a:pt x="388" y="613"/>
                  </a:cubicBezTo>
                  <a:cubicBezTo>
                    <a:pt x="551" y="301"/>
                    <a:pt x="888" y="263"/>
                    <a:pt x="1188" y="351"/>
                  </a:cubicBezTo>
                  <a:cubicBezTo>
                    <a:pt x="1288" y="376"/>
                    <a:pt x="1338" y="226"/>
                    <a:pt x="1238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2" name="Google Shape;5222;p110"/>
            <p:cNvSpPr/>
            <p:nvPr/>
          </p:nvSpPr>
          <p:spPr>
            <a:xfrm>
              <a:off x="732975" y="1292100"/>
              <a:ext cx="31900" cy="31900"/>
            </a:xfrm>
            <a:custGeom>
              <a:rect b="b" l="l" r="r" t="t"/>
              <a:pathLst>
                <a:path extrusionOk="0" h="1276" w="1276">
                  <a:moveTo>
                    <a:pt x="951" y="925"/>
                  </a:moveTo>
                  <a:cubicBezTo>
                    <a:pt x="1275" y="563"/>
                    <a:pt x="826" y="1"/>
                    <a:pt x="413" y="326"/>
                  </a:cubicBezTo>
                  <a:cubicBezTo>
                    <a:pt x="1" y="651"/>
                    <a:pt x="476" y="1275"/>
                    <a:pt x="888" y="975"/>
                  </a:cubicBezTo>
                  <a:cubicBezTo>
                    <a:pt x="963" y="925"/>
                    <a:pt x="913" y="813"/>
                    <a:pt x="826" y="826"/>
                  </a:cubicBezTo>
                  <a:lnTo>
                    <a:pt x="826" y="826"/>
                  </a:lnTo>
                  <a:cubicBezTo>
                    <a:pt x="788" y="901"/>
                    <a:pt x="888" y="1000"/>
                    <a:pt x="951" y="9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3" name="Google Shape;5223;p110"/>
            <p:cNvSpPr/>
            <p:nvPr/>
          </p:nvSpPr>
          <p:spPr>
            <a:xfrm>
              <a:off x="809225" y="1274925"/>
              <a:ext cx="77800" cy="113125"/>
            </a:xfrm>
            <a:custGeom>
              <a:rect b="b" l="l" r="r" t="t"/>
              <a:pathLst>
                <a:path extrusionOk="0" h="4525" w="3112">
                  <a:moveTo>
                    <a:pt x="2949" y="63"/>
                  </a:moveTo>
                  <a:cubicBezTo>
                    <a:pt x="1550" y="1163"/>
                    <a:pt x="525" y="2675"/>
                    <a:pt x="25" y="4374"/>
                  </a:cubicBezTo>
                  <a:cubicBezTo>
                    <a:pt x="0" y="4462"/>
                    <a:pt x="125" y="4524"/>
                    <a:pt x="175" y="4437"/>
                  </a:cubicBezTo>
                  <a:cubicBezTo>
                    <a:pt x="925" y="2825"/>
                    <a:pt x="1687" y="1338"/>
                    <a:pt x="3049" y="150"/>
                  </a:cubicBezTo>
                  <a:cubicBezTo>
                    <a:pt x="3112" y="100"/>
                    <a:pt x="3012" y="0"/>
                    <a:pt x="2949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4" name="Google Shape;5224;p110"/>
            <p:cNvSpPr/>
            <p:nvPr/>
          </p:nvSpPr>
          <p:spPr>
            <a:xfrm>
              <a:off x="792650" y="1376150"/>
              <a:ext cx="30650" cy="32525"/>
            </a:xfrm>
            <a:custGeom>
              <a:rect b="b" l="l" r="r" t="t"/>
              <a:pathLst>
                <a:path extrusionOk="0" h="1301" w="1226">
                  <a:moveTo>
                    <a:pt x="725" y="500"/>
                  </a:moveTo>
                  <a:lnTo>
                    <a:pt x="725" y="563"/>
                  </a:lnTo>
                  <a:cubicBezTo>
                    <a:pt x="800" y="638"/>
                    <a:pt x="913" y="550"/>
                    <a:pt x="875" y="450"/>
                  </a:cubicBezTo>
                  <a:cubicBezTo>
                    <a:pt x="626" y="0"/>
                    <a:pt x="1" y="550"/>
                    <a:pt x="338" y="925"/>
                  </a:cubicBezTo>
                  <a:cubicBezTo>
                    <a:pt x="688" y="1300"/>
                    <a:pt x="1225" y="750"/>
                    <a:pt x="838" y="388"/>
                  </a:cubicBezTo>
                  <a:cubicBezTo>
                    <a:pt x="763" y="325"/>
                    <a:pt x="663" y="425"/>
                    <a:pt x="725" y="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5" name="Google Shape;5225;p110"/>
            <p:cNvSpPr/>
            <p:nvPr/>
          </p:nvSpPr>
          <p:spPr>
            <a:xfrm>
              <a:off x="841400" y="1393325"/>
              <a:ext cx="5650" cy="9725"/>
            </a:xfrm>
            <a:custGeom>
              <a:rect b="b" l="l" r="r" t="t"/>
              <a:pathLst>
                <a:path extrusionOk="0" h="389" w="226">
                  <a:moveTo>
                    <a:pt x="13" y="126"/>
                  </a:moveTo>
                  <a:cubicBezTo>
                    <a:pt x="0" y="201"/>
                    <a:pt x="13" y="276"/>
                    <a:pt x="63" y="326"/>
                  </a:cubicBezTo>
                  <a:cubicBezTo>
                    <a:pt x="100" y="388"/>
                    <a:pt x="225" y="376"/>
                    <a:pt x="225" y="288"/>
                  </a:cubicBezTo>
                  <a:cubicBezTo>
                    <a:pt x="213" y="238"/>
                    <a:pt x="213" y="176"/>
                    <a:pt x="213" y="126"/>
                  </a:cubicBezTo>
                  <a:cubicBezTo>
                    <a:pt x="200" y="1"/>
                    <a:pt x="13" y="1"/>
                    <a:pt x="13" y="1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6" name="Google Shape;5226;p110"/>
            <p:cNvSpPr/>
            <p:nvPr/>
          </p:nvSpPr>
          <p:spPr>
            <a:xfrm>
              <a:off x="973550" y="1363650"/>
              <a:ext cx="9700" cy="6900"/>
            </a:xfrm>
            <a:custGeom>
              <a:rect b="b" l="l" r="r" t="t"/>
              <a:pathLst>
                <a:path extrusionOk="0" h="276" w="388">
                  <a:moveTo>
                    <a:pt x="75" y="188"/>
                  </a:moveTo>
                  <a:cubicBezTo>
                    <a:pt x="138" y="225"/>
                    <a:pt x="213" y="250"/>
                    <a:pt x="288" y="263"/>
                  </a:cubicBezTo>
                  <a:cubicBezTo>
                    <a:pt x="350" y="275"/>
                    <a:pt x="388" y="213"/>
                    <a:pt x="350" y="163"/>
                  </a:cubicBezTo>
                  <a:cubicBezTo>
                    <a:pt x="300" y="100"/>
                    <a:pt x="225" y="50"/>
                    <a:pt x="138" y="25"/>
                  </a:cubicBezTo>
                  <a:cubicBezTo>
                    <a:pt x="50" y="0"/>
                    <a:pt x="0" y="138"/>
                    <a:pt x="75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7" name="Google Shape;5227;p110"/>
            <p:cNvSpPr/>
            <p:nvPr/>
          </p:nvSpPr>
          <p:spPr>
            <a:xfrm>
              <a:off x="832025" y="1234000"/>
              <a:ext cx="156850" cy="27525"/>
            </a:xfrm>
            <a:custGeom>
              <a:rect b="b" l="l" r="r" t="t"/>
              <a:pathLst>
                <a:path extrusionOk="0" h="1101" w="6274">
                  <a:moveTo>
                    <a:pt x="6174" y="13"/>
                  </a:moveTo>
                  <a:cubicBezTo>
                    <a:pt x="5324" y="0"/>
                    <a:pt x="4462" y="75"/>
                    <a:pt x="3624" y="250"/>
                  </a:cubicBezTo>
                  <a:cubicBezTo>
                    <a:pt x="2475" y="488"/>
                    <a:pt x="1350" y="925"/>
                    <a:pt x="163" y="613"/>
                  </a:cubicBezTo>
                  <a:cubicBezTo>
                    <a:pt x="50" y="575"/>
                    <a:pt x="0" y="763"/>
                    <a:pt x="113" y="788"/>
                  </a:cubicBezTo>
                  <a:cubicBezTo>
                    <a:pt x="913" y="1100"/>
                    <a:pt x="1625" y="950"/>
                    <a:pt x="2450" y="775"/>
                  </a:cubicBezTo>
                  <a:cubicBezTo>
                    <a:pt x="3687" y="500"/>
                    <a:pt x="4899" y="250"/>
                    <a:pt x="6174" y="188"/>
                  </a:cubicBezTo>
                  <a:cubicBezTo>
                    <a:pt x="6274" y="175"/>
                    <a:pt x="6274" y="25"/>
                    <a:pt x="6174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8" name="Google Shape;5228;p110"/>
            <p:cNvSpPr/>
            <p:nvPr/>
          </p:nvSpPr>
          <p:spPr>
            <a:xfrm>
              <a:off x="810775" y="1233675"/>
              <a:ext cx="33150" cy="30975"/>
            </a:xfrm>
            <a:custGeom>
              <a:rect b="b" l="l" r="r" t="t"/>
              <a:pathLst>
                <a:path extrusionOk="0" h="1239" w="1326">
                  <a:moveTo>
                    <a:pt x="875" y="688"/>
                  </a:moveTo>
                  <a:lnTo>
                    <a:pt x="763" y="651"/>
                  </a:lnTo>
                  <a:cubicBezTo>
                    <a:pt x="700" y="726"/>
                    <a:pt x="763" y="826"/>
                    <a:pt x="850" y="813"/>
                  </a:cubicBezTo>
                  <a:cubicBezTo>
                    <a:pt x="1325" y="651"/>
                    <a:pt x="850" y="1"/>
                    <a:pt x="463" y="226"/>
                  </a:cubicBezTo>
                  <a:cubicBezTo>
                    <a:pt x="0" y="526"/>
                    <a:pt x="550" y="1238"/>
                    <a:pt x="975" y="801"/>
                  </a:cubicBezTo>
                  <a:cubicBezTo>
                    <a:pt x="1038" y="738"/>
                    <a:pt x="950" y="638"/>
                    <a:pt x="875" y="6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9" name="Google Shape;5229;p110"/>
            <p:cNvSpPr/>
            <p:nvPr/>
          </p:nvSpPr>
          <p:spPr>
            <a:xfrm>
              <a:off x="766400" y="1291175"/>
              <a:ext cx="73150" cy="22525"/>
            </a:xfrm>
            <a:custGeom>
              <a:rect b="b" l="l" r="r" t="t"/>
              <a:pathLst>
                <a:path extrusionOk="0" h="901" w="2926">
                  <a:moveTo>
                    <a:pt x="2813" y="638"/>
                  </a:moveTo>
                  <a:cubicBezTo>
                    <a:pt x="2500" y="338"/>
                    <a:pt x="2113" y="150"/>
                    <a:pt x="1688" y="100"/>
                  </a:cubicBezTo>
                  <a:cubicBezTo>
                    <a:pt x="1226" y="38"/>
                    <a:pt x="526" y="0"/>
                    <a:pt x="113" y="263"/>
                  </a:cubicBezTo>
                  <a:cubicBezTo>
                    <a:pt x="1" y="325"/>
                    <a:pt x="76" y="488"/>
                    <a:pt x="201" y="463"/>
                  </a:cubicBezTo>
                  <a:cubicBezTo>
                    <a:pt x="976" y="263"/>
                    <a:pt x="2025" y="213"/>
                    <a:pt x="2650" y="800"/>
                  </a:cubicBezTo>
                  <a:cubicBezTo>
                    <a:pt x="2763" y="900"/>
                    <a:pt x="2925" y="738"/>
                    <a:pt x="2813" y="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0" name="Google Shape;5230;p110"/>
            <p:cNvSpPr/>
            <p:nvPr/>
          </p:nvSpPr>
          <p:spPr>
            <a:xfrm>
              <a:off x="767350" y="1296800"/>
              <a:ext cx="70625" cy="23450"/>
            </a:xfrm>
            <a:custGeom>
              <a:rect b="b" l="l" r="r" t="t"/>
              <a:pathLst>
                <a:path extrusionOk="0" h="938" w="2825">
                  <a:moveTo>
                    <a:pt x="63" y="200"/>
                  </a:moveTo>
                  <a:cubicBezTo>
                    <a:pt x="575" y="887"/>
                    <a:pt x="2012" y="937"/>
                    <a:pt x="2712" y="575"/>
                  </a:cubicBezTo>
                  <a:cubicBezTo>
                    <a:pt x="2825" y="513"/>
                    <a:pt x="2737" y="375"/>
                    <a:pt x="2637" y="388"/>
                  </a:cubicBezTo>
                  <a:cubicBezTo>
                    <a:pt x="1925" y="500"/>
                    <a:pt x="763" y="762"/>
                    <a:pt x="213" y="88"/>
                  </a:cubicBezTo>
                  <a:cubicBezTo>
                    <a:pt x="150" y="0"/>
                    <a:pt x="0" y="113"/>
                    <a:pt x="63" y="2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1" name="Google Shape;5231;p110"/>
            <p:cNvSpPr/>
            <p:nvPr/>
          </p:nvSpPr>
          <p:spPr>
            <a:xfrm>
              <a:off x="919500" y="1249000"/>
              <a:ext cx="18150" cy="56875"/>
            </a:xfrm>
            <a:custGeom>
              <a:rect b="b" l="l" r="r" t="t"/>
              <a:pathLst>
                <a:path extrusionOk="0" h="2275" w="726">
                  <a:moveTo>
                    <a:pt x="325" y="163"/>
                  </a:moveTo>
                  <a:cubicBezTo>
                    <a:pt x="488" y="800"/>
                    <a:pt x="400" y="1475"/>
                    <a:pt x="75" y="2037"/>
                  </a:cubicBezTo>
                  <a:cubicBezTo>
                    <a:pt x="0" y="2162"/>
                    <a:pt x="188" y="2275"/>
                    <a:pt x="263" y="2150"/>
                  </a:cubicBezTo>
                  <a:cubicBezTo>
                    <a:pt x="638" y="1537"/>
                    <a:pt x="725" y="800"/>
                    <a:pt x="500" y="113"/>
                  </a:cubicBezTo>
                  <a:cubicBezTo>
                    <a:pt x="463" y="0"/>
                    <a:pt x="288" y="50"/>
                    <a:pt x="325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2" name="Google Shape;5232;p110"/>
            <p:cNvSpPr/>
            <p:nvPr/>
          </p:nvSpPr>
          <p:spPr>
            <a:xfrm>
              <a:off x="914500" y="1250875"/>
              <a:ext cx="16275" cy="54375"/>
            </a:xfrm>
            <a:custGeom>
              <a:rect b="b" l="l" r="r" t="t"/>
              <a:pathLst>
                <a:path extrusionOk="0" h="2175" w="651">
                  <a:moveTo>
                    <a:pt x="463" y="1987"/>
                  </a:moveTo>
                  <a:cubicBezTo>
                    <a:pt x="338" y="1625"/>
                    <a:pt x="288" y="1225"/>
                    <a:pt x="350" y="850"/>
                  </a:cubicBezTo>
                  <a:cubicBezTo>
                    <a:pt x="400" y="563"/>
                    <a:pt x="538" y="388"/>
                    <a:pt x="638" y="150"/>
                  </a:cubicBezTo>
                  <a:cubicBezTo>
                    <a:pt x="650" y="100"/>
                    <a:pt x="625" y="63"/>
                    <a:pt x="588" y="50"/>
                  </a:cubicBezTo>
                  <a:cubicBezTo>
                    <a:pt x="288" y="0"/>
                    <a:pt x="188" y="325"/>
                    <a:pt x="113" y="563"/>
                  </a:cubicBezTo>
                  <a:cubicBezTo>
                    <a:pt x="0" y="1062"/>
                    <a:pt x="50" y="1575"/>
                    <a:pt x="250" y="2050"/>
                  </a:cubicBezTo>
                  <a:cubicBezTo>
                    <a:pt x="300" y="2175"/>
                    <a:pt x="500" y="2125"/>
                    <a:pt x="463" y="19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3" name="Google Shape;5233;p110"/>
            <p:cNvSpPr/>
            <p:nvPr/>
          </p:nvSpPr>
          <p:spPr>
            <a:xfrm>
              <a:off x="1186925" y="1310225"/>
              <a:ext cx="83125" cy="26900"/>
            </a:xfrm>
            <a:custGeom>
              <a:rect b="b" l="l" r="r" t="t"/>
              <a:pathLst>
                <a:path extrusionOk="0" h="1076" w="3325">
                  <a:moveTo>
                    <a:pt x="3200" y="151"/>
                  </a:moveTo>
                  <a:cubicBezTo>
                    <a:pt x="2187" y="1"/>
                    <a:pt x="813" y="151"/>
                    <a:pt x="63" y="913"/>
                  </a:cubicBezTo>
                  <a:cubicBezTo>
                    <a:pt x="1" y="963"/>
                    <a:pt x="63" y="1075"/>
                    <a:pt x="138" y="1050"/>
                  </a:cubicBezTo>
                  <a:cubicBezTo>
                    <a:pt x="613" y="888"/>
                    <a:pt x="1013" y="600"/>
                    <a:pt x="1500" y="475"/>
                  </a:cubicBezTo>
                  <a:cubicBezTo>
                    <a:pt x="2050" y="338"/>
                    <a:pt x="2612" y="300"/>
                    <a:pt x="3162" y="363"/>
                  </a:cubicBezTo>
                  <a:cubicBezTo>
                    <a:pt x="3287" y="375"/>
                    <a:pt x="3325" y="163"/>
                    <a:pt x="3200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4" name="Google Shape;5234;p110"/>
            <p:cNvSpPr/>
            <p:nvPr/>
          </p:nvSpPr>
          <p:spPr>
            <a:xfrm>
              <a:off x="1187250" y="1314900"/>
              <a:ext cx="100600" cy="30975"/>
            </a:xfrm>
            <a:custGeom>
              <a:rect b="b" l="l" r="r" t="t"/>
              <a:pathLst>
                <a:path extrusionOk="0" h="1239" w="4024">
                  <a:moveTo>
                    <a:pt x="138" y="1001"/>
                  </a:moveTo>
                  <a:cubicBezTo>
                    <a:pt x="762" y="1113"/>
                    <a:pt x="1412" y="1238"/>
                    <a:pt x="2049" y="1151"/>
                  </a:cubicBezTo>
                  <a:cubicBezTo>
                    <a:pt x="2724" y="1038"/>
                    <a:pt x="3312" y="688"/>
                    <a:pt x="3887" y="313"/>
                  </a:cubicBezTo>
                  <a:cubicBezTo>
                    <a:pt x="4024" y="226"/>
                    <a:pt x="3887" y="1"/>
                    <a:pt x="3749" y="88"/>
                  </a:cubicBezTo>
                  <a:cubicBezTo>
                    <a:pt x="3287" y="401"/>
                    <a:pt x="2787" y="713"/>
                    <a:pt x="2237" y="851"/>
                  </a:cubicBezTo>
                  <a:cubicBezTo>
                    <a:pt x="1575" y="1013"/>
                    <a:pt x="862" y="901"/>
                    <a:pt x="187" y="788"/>
                  </a:cubicBezTo>
                  <a:cubicBezTo>
                    <a:pt x="50" y="776"/>
                    <a:pt x="0" y="976"/>
                    <a:pt x="138" y="10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5" name="Google Shape;5235;p110"/>
            <p:cNvSpPr/>
            <p:nvPr/>
          </p:nvSpPr>
          <p:spPr>
            <a:xfrm>
              <a:off x="585525" y="1460800"/>
              <a:ext cx="199975" cy="551150"/>
            </a:xfrm>
            <a:custGeom>
              <a:rect b="b" l="l" r="r" t="t"/>
              <a:pathLst>
                <a:path extrusionOk="0" h="22046" w="7999">
                  <a:moveTo>
                    <a:pt x="3487" y="21958"/>
                  </a:moveTo>
                  <a:cubicBezTo>
                    <a:pt x="4799" y="20621"/>
                    <a:pt x="5299" y="19108"/>
                    <a:pt x="5074" y="17209"/>
                  </a:cubicBezTo>
                  <a:cubicBezTo>
                    <a:pt x="4912" y="15809"/>
                    <a:pt x="4287" y="14560"/>
                    <a:pt x="3749" y="13285"/>
                  </a:cubicBezTo>
                  <a:cubicBezTo>
                    <a:pt x="1875" y="8811"/>
                    <a:pt x="0" y="576"/>
                    <a:pt x="7786" y="238"/>
                  </a:cubicBezTo>
                  <a:cubicBezTo>
                    <a:pt x="7861" y="238"/>
                    <a:pt x="7861" y="113"/>
                    <a:pt x="7786" y="101"/>
                  </a:cubicBezTo>
                  <a:cubicBezTo>
                    <a:pt x="4737" y="1"/>
                    <a:pt x="2400" y="1975"/>
                    <a:pt x="1712" y="4962"/>
                  </a:cubicBezTo>
                  <a:cubicBezTo>
                    <a:pt x="400" y="10611"/>
                    <a:pt x="7998" y="17034"/>
                    <a:pt x="3362" y="21833"/>
                  </a:cubicBezTo>
                  <a:cubicBezTo>
                    <a:pt x="3274" y="21908"/>
                    <a:pt x="3412" y="22045"/>
                    <a:pt x="3487" y="219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6" name="Google Shape;5236;p110"/>
            <p:cNvSpPr/>
            <p:nvPr/>
          </p:nvSpPr>
          <p:spPr>
            <a:xfrm>
              <a:off x="762975" y="1465800"/>
              <a:ext cx="121550" cy="180925"/>
            </a:xfrm>
            <a:custGeom>
              <a:rect b="b" l="l" r="r" t="t"/>
              <a:pathLst>
                <a:path extrusionOk="0" h="7237" w="4862">
                  <a:moveTo>
                    <a:pt x="1688" y="201"/>
                  </a:moveTo>
                  <a:cubicBezTo>
                    <a:pt x="3412" y="326"/>
                    <a:pt x="4424" y="2288"/>
                    <a:pt x="4224" y="3837"/>
                  </a:cubicBezTo>
                  <a:cubicBezTo>
                    <a:pt x="4024" y="5462"/>
                    <a:pt x="1725" y="7124"/>
                    <a:pt x="200" y="5724"/>
                  </a:cubicBezTo>
                  <a:cubicBezTo>
                    <a:pt x="125" y="5649"/>
                    <a:pt x="0" y="5774"/>
                    <a:pt x="88" y="5849"/>
                  </a:cubicBezTo>
                  <a:cubicBezTo>
                    <a:pt x="1338" y="7237"/>
                    <a:pt x="3874" y="5924"/>
                    <a:pt x="4324" y="4412"/>
                  </a:cubicBezTo>
                  <a:cubicBezTo>
                    <a:pt x="4862" y="2600"/>
                    <a:pt x="3700" y="151"/>
                    <a:pt x="1688" y="13"/>
                  </a:cubicBezTo>
                  <a:cubicBezTo>
                    <a:pt x="1563" y="1"/>
                    <a:pt x="1563" y="201"/>
                    <a:pt x="1688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7" name="Google Shape;5237;p110"/>
            <p:cNvSpPr/>
            <p:nvPr/>
          </p:nvSpPr>
          <p:spPr>
            <a:xfrm>
              <a:off x="741425" y="1520175"/>
              <a:ext cx="77175" cy="73125"/>
            </a:xfrm>
            <a:custGeom>
              <a:rect b="b" l="l" r="r" t="t"/>
              <a:pathLst>
                <a:path extrusionOk="0" h="2925" w="3087">
                  <a:moveTo>
                    <a:pt x="625" y="2775"/>
                  </a:moveTo>
                  <a:cubicBezTo>
                    <a:pt x="250" y="2037"/>
                    <a:pt x="475" y="1138"/>
                    <a:pt x="1162" y="675"/>
                  </a:cubicBezTo>
                  <a:cubicBezTo>
                    <a:pt x="1900" y="188"/>
                    <a:pt x="2737" y="713"/>
                    <a:pt x="2874" y="1512"/>
                  </a:cubicBezTo>
                  <a:cubicBezTo>
                    <a:pt x="2899" y="1625"/>
                    <a:pt x="3087" y="1600"/>
                    <a:pt x="3074" y="1487"/>
                  </a:cubicBezTo>
                  <a:cubicBezTo>
                    <a:pt x="2987" y="613"/>
                    <a:pt x="2062" y="0"/>
                    <a:pt x="1237" y="388"/>
                  </a:cubicBezTo>
                  <a:cubicBezTo>
                    <a:pt x="350" y="800"/>
                    <a:pt x="0" y="2025"/>
                    <a:pt x="488" y="2850"/>
                  </a:cubicBezTo>
                  <a:cubicBezTo>
                    <a:pt x="538" y="2925"/>
                    <a:pt x="663" y="2862"/>
                    <a:pt x="625" y="27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8" name="Google Shape;5238;p110"/>
            <p:cNvSpPr/>
            <p:nvPr/>
          </p:nvSpPr>
          <p:spPr>
            <a:xfrm>
              <a:off x="812325" y="1566400"/>
              <a:ext cx="25" cy="350"/>
            </a:xfrm>
            <a:custGeom>
              <a:rect b="b" l="l" r="r" t="t"/>
              <a:pathLst>
                <a:path extrusionOk="0" h="14" w="1">
                  <a:moveTo>
                    <a:pt x="1" y="13"/>
                  </a:moveTo>
                  <a:lnTo>
                    <a:pt x="1" y="1"/>
                  </a:lnTo>
                  <a:cubicBezTo>
                    <a:pt x="1" y="1"/>
                    <a:pt x="1" y="13"/>
                    <a:pt x="1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9" name="Google Shape;5239;p110"/>
            <p:cNvSpPr/>
            <p:nvPr/>
          </p:nvSpPr>
          <p:spPr>
            <a:xfrm>
              <a:off x="633950" y="1373950"/>
              <a:ext cx="104050" cy="206550"/>
            </a:xfrm>
            <a:custGeom>
              <a:rect b="b" l="l" r="r" t="t"/>
              <a:pathLst>
                <a:path extrusionOk="0" h="8262" w="4162">
                  <a:moveTo>
                    <a:pt x="175" y="8174"/>
                  </a:moveTo>
                  <a:cubicBezTo>
                    <a:pt x="463" y="6974"/>
                    <a:pt x="988" y="5862"/>
                    <a:pt x="1725" y="4887"/>
                  </a:cubicBezTo>
                  <a:cubicBezTo>
                    <a:pt x="2250" y="4187"/>
                    <a:pt x="2937" y="3525"/>
                    <a:pt x="3312" y="2700"/>
                  </a:cubicBezTo>
                  <a:cubicBezTo>
                    <a:pt x="3712" y="1788"/>
                    <a:pt x="3699" y="826"/>
                    <a:pt x="3025" y="76"/>
                  </a:cubicBezTo>
                  <a:cubicBezTo>
                    <a:pt x="2962" y="1"/>
                    <a:pt x="2837" y="88"/>
                    <a:pt x="2887" y="176"/>
                  </a:cubicBezTo>
                  <a:cubicBezTo>
                    <a:pt x="4162" y="2050"/>
                    <a:pt x="2400" y="3537"/>
                    <a:pt x="1387" y="4987"/>
                  </a:cubicBezTo>
                  <a:cubicBezTo>
                    <a:pt x="738" y="5937"/>
                    <a:pt x="275" y="6999"/>
                    <a:pt x="25" y="8124"/>
                  </a:cubicBezTo>
                  <a:cubicBezTo>
                    <a:pt x="0" y="8224"/>
                    <a:pt x="150" y="8261"/>
                    <a:pt x="188" y="8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0" name="Google Shape;5240;p110"/>
            <p:cNvSpPr/>
            <p:nvPr/>
          </p:nvSpPr>
          <p:spPr>
            <a:xfrm>
              <a:off x="638950" y="1634200"/>
              <a:ext cx="81550" cy="88450"/>
            </a:xfrm>
            <a:custGeom>
              <a:rect b="b" l="l" r="r" t="t"/>
              <a:pathLst>
                <a:path extrusionOk="0" h="3538" w="3262">
                  <a:moveTo>
                    <a:pt x="488" y="3387"/>
                  </a:moveTo>
                  <a:cubicBezTo>
                    <a:pt x="275" y="2413"/>
                    <a:pt x="175" y="1050"/>
                    <a:pt x="1187" y="438"/>
                  </a:cubicBezTo>
                  <a:cubicBezTo>
                    <a:pt x="1650" y="176"/>
                    <a:pt x="2250" y="263"/>
                    <a:pt x="2625" y="650"/>
                  </a:cubicBezTo>
                  <a:cubicBezTo>
                    <a:pt x="2937" y="975"/>
                    <a:pt x="3262" y="2300"/>
                    <a:pt x="2475" y="2388"/>
                  </a:cubicBezTo>
                  <a:cubicBezTo>
                    <a:pt x="2400" y="2388"/>
                    <a:pt x="2400" y="2525"/>
                    <a:pt x="2475" y="2512"/>
                  </a:cubicBezTo>
                  <a:cubicBezTo>
                    <a:pt x="3024" y="2462"/>
                    <a:pt x="3199" y="1788"/>
                    <a:pt x="3137" y="1313"/>
                  </a:cubicBezTo>
                  <a:cubicBezTo>
                    <a:pt x="3074" y="700"/>
                    <a:pt x="2600" y="201"/>
                    <a:pt x="1975" y="101"/>
                  </a:cubicBezTo>
                  <a:cubicBezTo>
                    <a:pt x="1337" y="1"/>
                    <a:pt x="825" y="363"/>
                    <a:pt x="500" y="900"/>
                  </a:cubicBezTo>
                  <a:cubicBezTo>
                    <a:pt x="0" y="1700"/>
                    <a:pt x="125" y="2562"/>
                    <a:pt x="325" y="3425"/>
                  </a:cubicBezTo>
                  <a:cubicBezTo>
                    <a:pt x="350" y="3537"/>
                    <a:pt x="525" y="3500"/>
                    <a:pt x="488" y="33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1" name="Google Shape;5241;p110"/>
            <p:cNvSpPr/>
            <p:nvPr/>
          </p:nvSpPr>
          <p:spPr>
            <a:xfrm>
              <a:off x="665200" y="1745425"/>
              <a:ext cx="44075" cy="33150"/>
            </a:xfrm>
            <a:custGeom>
              <a:rect b="b" l="l" r="r" t="t"/>
              <a:pathLst>
                <a:path extrusionOk="0" h="1326" w="1763">
                  <a:moveTo>
                    <a:pt x="350" y="1175"/>
                  </a:moveTo>
                  <a:cubicBezTo>
                    <a:pt x="262" y="863"/>
                    <a:pt x="312" y="538"/>
                    <a:pt x="625" y="363"/>
                  </a:cubicBezTo>
                  <a:cubicBezTo>
                    <a:pt x="825" y="188"/>
                    <a:pt x="1037" y="238"/>
                    <a:pt x="1262" y="525"/>
                  </a:cubicBezTo>
                  <a:cubicBezTo>
                    <a:pt x="1312" y="650"/>
                    <a:pt x="1300" y="788"/>
                    <a:pt x="1225" y="900"/>
                  </a:cubicBezTo>
                  <a:cubicBezTo>
                    <a:pt x="1112" y="975"/>
                    <a:pt x="1212" y="1150"/>
                    <a:pt x="1325" y="1075"/>
                  </a:cubicBezTo>
                  <a:cubicBezTo>
                    <a:pt x="1762" y="813"/>
                    <a:pt x="1412" y="113"/>
                    <a:pt x="987" y="63"/>
                  </a:cubicBezTo>
                  <a:cubicBezTo>
                    <a:pt x="325" y="0"/>
                    <a:pt x="0" y="688"/>
                    <a:pt x="200" y="1225"/>
                  </a:cubicBezTo>
                  <a:cubicBezTo>
                    <a:pt x="237" y="1325"/>
                    <a:pt x="387" y="1288"/>
                    <a:pt x="350" y="1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2" name="Google Shape;5242;p110"/>
            <p:cNvSpPr/>
            <p:nvPr/>
          </p:nvSpPr>
          <p:spPr>
            <a:xfrm>
              <a:off x="685175" y="1354600"/>
              <a:ext cx="32200" cy="31875"/>
            </a:xfrm>
            <a:custGeom>
              <a:rect b="b" l="l" r="r" t="t"/>
              <a:pathLst>
                <a:path extrusionOk="0" h="1275" w="1288">
                  <a:moveTo>
                    <a:pt x="838" y="825"/>
                  </a:moveTo>
                  <a:lnTo>
                    <a:pt x="838" y="825"/>
                  </a:lnTo>
                  <a:cubicBezTo>
                    <a:pt x="826" y="900"/>
                    <a:pt x="926" y="950"/>
                    <a:pt x="988" y="887"/>
                  </a:cubicBezTo>
                  <a:cubicBezTo>
                    <a:pt x="1288" y="475"/>
                    <a:pt x="663" y="0"/>
                    <a:pt x="326" y="412"/>
                  </a:cubicBezTo>
                  <a:cubicBezTo>
                    <a:pt x="1" y="825"/>
                    <a:pt x="563" y="1275"/>
                    <a:pt x="938" y="950"/>
                  </a:cubicBezTo>
                  <a:cubicBezTo>
                    <a:pt x="1001" y="887"/>
                    <a:pt x="913" y="775"/>
                    <a:pt x="838" y="8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3" name="Google Shape;5243;p110"/>
            <p:cNvSpPr/>
            <p:nvPr/>
          </p:nvSpPr>
          <p:spPr>
            <a:xfrm>
              <a:off x="668300" y="1430500"/>
              <a:ext cx="113125" cy="77500"/>
            </a:xfrm>
            <a:custGeom>
              <a:rect b="b" l="l" r="r" t="t"/>
              <a:pathLst>
                <a:path extrusionOk="0" h="3100" w="4525">
                  <a:moveTo>
                    <a:pt x="151" y="3050"/>
                  </a:moveTo>
                  <a:cubicBezTo>
                    <a:pt x="1338" y="1688"/>
                    <a:pt x="2813" y="926"/>
                    <a:pt x="4437" y="176"/>
                  </a:cubicBezTo>
                  <a:cubicBezTo>
                    <a:pt x="4525" y="138"/>
                    <a:pt x="4462" y="1"/>
                    <a:pt x="4375" y="26"/>
                  </a:cubicBezTo>
                  <a:cubicBezTo>
                    <a:pt x="2663" y="538"/>
                    <a:pt x="1163" y="1550"/>
                    <a:pt x="51" y="2950"/>
                  </a:cubicBezTo>
                  <a:cubicBezTo>
                    <a:pt x="1" y="3012"/>
                    <a:pt x="88" y="3100"/>
                    <a:pt x="151" y="30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4" name="Google Shape;5244;p110"/>
            <p:cNvSpPr/>
            <p:nvPr/>
          </p:nvSpPr>
          <p:spPr>
            <a:xfrm>
              <a:off x="769525" y="1413950"/>
              <a:ext cx="32525" cy="30950"/>
            </a:xfrm>
            <a:custGeom>
              <a:rect b="b" l="l" r="r" t="t"/>
              <a:pathLst>
                <a:path extrusionOk="0" h="1238" w="1301">
                  <a:moveTo>
                    <a:pt x="388" y="850"/>
                  </a:moveTo>
                  <a:cubicBezTo>
                    <a:pt x="751" y="1238"/>
                    <a:pt x="1301" y="700"/>
                    <a:pt x="926" y="350"/>
                  </a:cubicBezTo>
                  <a:cubicBezTo>
                    <a:pt x="551" y="0"/>
                    <a:pt x="1" y="638"/>
                    <a:pt x="451" y="888"/>
                  </a:cubicBezTo>
                  <a:cubicBezTo>
                    <a:pt x="538" y="925"/>
                    <a:pt x="626" y="813"/>
                    <a:pt x="563" y="738"/>
                  </a:cubicBezTo>
                  <a:lnTo>
                    <a:pt x="501" y="738"/>
                  </a:lnTo>
                  <a:cubicBezTo>
                    <a:pt x="426" y="675"/>
                    <a:pt x="326" y="775"/>
                    <a:pt x="388" y="8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5" name="Google Shape;5245;p110"/>
            <p:cNvSpPr/>
            <p:nvPr/>
          </p:nvSpPr>
          <p:spPr>
            <a:xfrm>
              <a:off x="786400" y="1462675"/>
              <a:ext cx="10025" cy="5975"/>
            </a:xfrm>
            <a:custGeom>
              <a:rect b="b" l="l" r="r" t="t"/>
              <a:pathLst>
                <a:path extrusionOk="0" h="239" w="401">
                  <a:moveTo>
                    <a:pt x="126" y="213"/>
                  </a:moveTo>
                  <a:cubicBezTo>
                    <a:pt x="188" y="213"/>
                    <a:pt x="238" y="213"/>
                    <a:pt x="301" y="226"/>
                  </a:cubicBezTo>
                  <a:cubicBezTo>
                    <a:pt x="388" y="238"/>
                    <a:pt x="401" y="113"/>
                    <a:pt x="338" y="76"/>
                  </a:cubicBezTo>
                  <a:cubicBezTo>
                    <a:pt x="276" y="26"/>
                    <a:pt x="201" y="1"/>
                    <a:pt x="126" y="13"/>
                  </a:cubicBezTo>
                  <a:cubicBezTo>
                    <a:pt x="1" y="13"/>
                    <a:pt x="1" y="201"/>
                    <a:pt x="126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6" name="Google Shape;5246;p110"/>
            <p:cNvSpPr/>
            <p:nvPr/>
          </p:nvSpPr>
          <p:spPr>
            <a:xfrm>
              <a:off x="756725" y="1594850"/>
              <a:ext cx="7200" cy="10000"/>
            </a:xfrm>
            <a:custGeom>
              <a:rect b="b" l="l" r="r" t="t"/>
              <a:pathLst>
                <a:path extrusionOk="0" h="400" w="288">
                  <a:moveTo>
                    <a:pt x="38" y="150"/>
                  </a:moveTo>
                  <a:cubicBezTo>
                    <a:pt x="63" y="237"/>
                    <a:pt x="101" y="312"/>
                    <a:pt x="176" y="362"/>
                  </a:cubicBezTo>
                  <a:cubicBezTo>
                    <a:pt x="213" y="400"/>
                    <a:pt x="288" y="362"/>
                    <a:pt x="275" y="300"/>
                  </a:cubicBezTo>
                  <a:cubicBezTo>
                    <a:pt x="263" y="225"/>
                    <a:pt x="238" y="150"/>
                    <a:pt x="188" y="88"/>
                  </a:cubicBezTo>
                  <a:cubicBezTo>
                    <a:pt x="151" y="0"/>
                    <a:pt x="1" y="63"/>
                    <a:pt x="38" y="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7" name="Google Shape;5247;p110"/>
            <p:cNvSpPr/>
            <p:nvPr/>
          </p:nvSpPr>
          <p:spPr>
            <a:xfrm>
              <a:off x="627075" y="1453625"/>
              <a:ext cx="27825" cy="156850"/>
            </a:xfrm>
            <a:custGeom>
              <a:rect b="b" l="l" r="r" t="t"/>
              <a:pathLst>
                <a:path extrusionOk="0" h="6274" w="1113">
                  <a:moveTo>
                    <a:pt x="188" y="6174"/>
                  </a:moveTo>
                  <a:cubicBezTo>
                    <a:pt x="250" y="4899"/>
                    <a:pt x="500" y="3675"/>
                    <a:pt x="775" y="2437"/>
                  </a:cubicBezTo>
                  <a:cubicBezTo>
                    <a:pt x="950" y="1625"/>
                    <a:pt x="1113" y="913"/>
                    <a:pt x="788" y="113"/>
                  </a:cubicBezTo>
                  <a:cubicBezTo>
                    <a:pt x="750" y="1"/>
                    <a:pt x="588" y="51"/>
                    <a:pt x="613" y="163"/>
                  </a:cubicBezTo>
                  <a:cubicBezTo>
                    <a:pt x="925" y="1338"/>
                    <a:pt x="488" y="2462"/>
                    <a:pt x="250" y="3625"/>
                  </a:cubicBezTo>
                  <a:cubicBezTo>
                    <a:pt x="75" y="4462"/>
                    <a:pt x="0" y="5312"/>
                    <a:pt x="0" y="6174"/>
                  </a:cubicBezTo>
                  <a:cubicBezTo>
                    <a:pt x="25" y="6274"/>
                    <a:pt x="175" y="6274"/>
                    <a:pt x="188" y="6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8" name="Google Shape;5248;p110"/>
            <p:cNvSpPr/>
            <p:nvPr/>
          </p:nvSpPr>
          <p:spPr>
            <a:xfrm>
              <a:off x="627075" y="1432375"/>
              <a:ext cx="30950" cy="33150"/>
            </a:xfrm>
            <a:custGeom>
              <a:rect b="b" l="l" r="r" t="t"/>
              <a:pathLst>
                <a:path extrusionOk="0" h="1326" w="1238">
                  <a:moveTo>
                    <a:pt x="800" y="976"/>
                  </a:moveTo>
                  <a:cubicBezTo>
                    <a:pt x="1238" y="551"/>
                    <a:pt x="513" y="1"/>
                    <a:pt x="225" y="476"/>
                  </a:cubicBezTo>
                  <a:cubicBezTo>
                    <a:pt x="0" y="851"/>
                    <a:pt x="663" y="1325"/>
                    <a:pt x="813" y="851"/>
                  </a:cubicBezTo>
                  <a:cubicBezTo>
                    <a:pt x="825" y="763"/>
                    <a:pt x="725" y="701"/>
                    <a:pt x="650" y="763"/>
                  </a:cubicBezTo>
                  <a:cubicBezTo>
                    <a:pt x="663" y="801"/>
                    <a:pt x="675" y="838"/>
                    <a:pt x="688" y="876"/>
                  </a:cubicBezTo>
                  <a:cubicBezTo>
                    <a:pt x="638" y="963"/>
                    <a:pt x="738" y="1038"/>
                    <a:pt x="813" y="9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9" name="Google Shape;5249;p110"/>
            <p:cNvSpPr/>
            <p:nvPr/>
          </p:nvSpPr>
          <p:spPr>
            <a:xfrm>
              <a:off x="684550" y="1388025"/>
              <a:ext cx="22525" cy="72800"/>
            </a:xfrm>
            <a:custGeom>
              <a:rect b="b" l="l" r="r" t="t"/>
              <a:pathLst>
                <a:path extrusionOk="0" h="2912" w="901">
                  <a:moveTo>
                    <a:pt x="801" y="2650"/>
                  </a:moveTo>
                  <a:cubicBezTo>
                    <a:pt x="213" y="2012"/>
                    <a:pt x="263" y="975"/>
                    <a:pt x="451" y="188"/>
                  </a:cubicBezTo>
                  <a:cubicBezTo>
                    <a:pt x="488" y="63"/>
                    <a:pt x="326" y="0"/>
                    <a:pt x="251" y="113"/>
                  </a:cubicBezTo>
                  <a:cubicBezTo>
                    <a:pt x="1" y="525"/>
                    <a:pt x="26" y="1225"/>
                    <a:pt x="101" y="1687"/>
                  </a:cubicBezTo>
                  <a:cubicBezTo>
                    <a:pt x="151" y="2112"/>
                    <a:pt x="338" y="2500"/>
                    <a:pt x="638" y="2812"/>
                  </a:cubicBezTo>
                  <a:cubicBezTo>
                    <a:pt x="738" y="2912"/>
                    <a:pt x="901" y="2750"/>
                    <a:pt x="788" y="2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0" name="Google Shape;5250;p110"/>
            <p:cNvSpPr/>
            <p:nvPr/>
          </p:nvSpPr>
          <p:spPr>
            <a:xfrm>
              <a:off x="690175" y="1388950"/>
              <a:ext cx="23775" cy="70625"/>
            </a:xfrm>
            <a:custGeom>
              <a:rect b="b" l="l" r="r" t="t"/>
              <a:pathLst>
                <a:path extrusionOk="0" h="2825" w="951">
                  <a:moveTo>
                    <a:pt x="88" y="213"/>
                  </a:moveTo>
                  <a:cubicBezTo>
                    <a:pt x="763" y="763"/>
                    <a:pt x="501" y="1938"/>
                    <a:pt x="401" y="2650"/>
                  </a:cubicBezTo>
                  <a:cubicBezTo>
                    <a:pt x="376" y="2750"/>
                    <a:pt x="513" y="2825"/>
                    <a:pt x="576" y="2725"/>
                  </a:cubicBezTo>
                  <a:cubicBezTo>
                    <a:pt x="951" y="2013"/>
                    <a:pt x="888" y="588"/>
                    <a:pt x="201" y="63"/>
                  </a:cubicBezTo>
                  <a:cubicBezTo>
                    <a:pt x="113" y="1"/>
                    <a:pt x="1" y="138"/>
                    <a:pt x="88" y="2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1" name="Google Shape;5251;p110"/>
            <p:cNvSpPr/>
            <p:nvPr/>
          </p:nvSpPr>
          <p:spPr>
            <a:xfrm>
              <a:off x="642075" y="1541100"/>
              <a:ext cx="56875" cy="18150"/>
            </a:xfrm>
            <a:custGeom>
              <a:rect b="b" l="l" r="r" t="t"/>
              <a:pathLst>
                <a:path extrusionOk="0" h="726" w="2275">
                  <a:moveTo>
                    <a:pt x="113" y="500"/>
                  </a:moveTo>
                  <a:cubicBezTo>
                    <a:pt x="800" y="725"/>
                    <a:pt x="1537" y="638"/>
                    <a:pt x="2150" y="251"/>
                  </a:cubicBezTo>
                  <a:cubicBezTo>
                    <a:pt x="2275" y="188"/>
                    <a:pt x="2162" y="1"/>
                    <a:pt x="2037" y="63"/>
                  </a:cubicBezTo>
                  <a:cubicBezTo>
                    <a:pt x="1475" y="401"/>
                    <a:pt x="800" y="488"/>
                    <a:pt x="163" y="313"/>
                  </a:cubicBezTo>
                  <a:cubicBezTo>
                    <a:pt x="50" y="288"/>
                    <a:pt x="0" y="463"/>
                    <a:pt x="113" y="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2" name="Google Shape;5252;p110"/>
            <p:cNvSpPr/>
            <p:nvPr/>
          </p:nvSpPr>
          <p:spPr>
            <a:xfrm>
              <a:off x="642375" y="1531100"/>
              <a:ext cx="55950" cy="20950"/>
            </a:xfrm>
            <a:custGeom>
              <a:rect b="b" l="l" r="r" t="t"/>
              <a:pathLst>
                <a:path extrusionOk="0" h="838" w="2238">
                  <a:moveTo>
                    <a:pt x="2113" y="438"/>
                  </a:moveTo>
                  <a:cubicBezTo>
                    <a:pt x="1763" y="313"/>
                    <a:pt x="1" y="1"/>
                    <a:pt x="113" y="776"/>
                  </a:cubicBezTo>
                  <a:cubicBezTo>
                    <a:pt x="126" y="813"/>
                    <a:pt x="176" y="838"/>
                    <a:pt x="213" y="826"/>
                  </a:cubicBezTo>
                  <a:cubicBezTo>
                    <a:pt x="463" y="738"/>
                    <a:pt x="626" y="588"/>
                    <a:pt x="913" y="538"/>
                  </a:cubicBezTo>
                  <a:cubicBezTo>
                    <a:pt x="1300" y="488"/>
                    <a:pt x="1688" y="526"/>
                    <a:pt x="2050" y="663"/>
                  </a:cubicBezTo>
                  <a:cubicBezTo>
                    <a:pt x="2188" y="701"/>
                    <a:pt x="2238" y="501"/>
                    <a:pt x="2113" y="4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3" name="Google Shape;5253;p110"/>
            <p:cNvSpPr/>
            <p:nvPr/>
          </p:nvSpPr>
          <p:spPr>
            <a:xfrm>
              <a:off x="703625" y="1808525"/>
              <a:ext cx="26875" cy="82825"/>
            </a:xfrm>
            <a:custGeom>
              <a:rect b="b" l="l" r="r" t="t"/>
              <a:pathLst>
                <a:path extrusionOk="0" h="3313" w="1075">
                  <a:moveTo>
                    <a:pt x="350" y="3162"/>
                  </a:moveTo>
                  <a:cubicBezTo>
                    <a:pt x="288" y="2600"/>
                    <a:pt x="325" y="2038"/>
                    <a:pt x="462" y="1500"/>
                  </a:cubicBezTo>
                  <a:cubicBezTo>
                    <a:pt x="600" y="1013"/>
                    <a:pt x="887" y="613"/>
                    <a:pt x="1050" y="138"/>
                  </a:cubicBezTo>
                  <a:cubicBezTo>
                    <a:pt x="1075" y="63"/>
                    <a:pt x="962" y="1"/>
                    <a:pt x="912" y="63"/>
                  </a:cubicBezTo>
                  <a:cubicBezTo>
                    <a:pt x="138" y="813"/>
                    <a:pt x="0" y="2175"/>
                    <a:pt x="138" y="3187"/>
                  </a:cubicBezTo>
                  <a:cubicBezTo>
                    <a:pt x="163" y="3312"/>
                    <a:pt x="363" y="3287"/>
                    <a:pt x="350" y="3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4" name="Google Shape;5254;p110"/>
            <p:cNvSpPr/>
            <p:nvPr/>
          </p:nvSpPr>
          <p:spPr>
            <a:xfrm>
              <a:off x="708300" y="1808525"/>
              <a:ext cx="30950" cy="100950"/>
            </a:xfrm>
            <a:custGeom>
              <a:rect b="b" l="l" r="r" t="t"/>
              <a:pathLst>
                <a:path extrusionOk="0" h="4038" w="1238">
                  <a:moveTo>
                    <a:pt x="788" y="201"/>
                  </a:moveTo>
                  <a:cubicBezTo>
                    <a:pt x="900" y="876"/>
                    <a:pt x="1000" y="1575"/>
                    <a:pt x="850" y="2250"/>
                  </a:cubicBezTo>
                  <a:cubicBezTo>
                    <a:pt x="713" y="2800"/>
                    <a:pt x="400" y="3287"/>
                    <a:pt x="88" y="3762"/>
                  </a:cubicBezTo>
                  <a:cubicBezTo>
                    <a:pt x="1" y="3900"/>
                    <a:pt x="226" y="4037"/>
                    <a:pt x="313" y="3887"/>
                  </a:cubicBezTo>
                  <a:cubicBezTo>
                    <a:pt x="688" y="3325"/>
                    <a:pt x="1038" y="2738"/>
                    <a:pt x="1138" y="2050"/>
                  </a:cubicBezTo>
                  <a:cubicBezTo>
                    <a:pt x="1238" y="1425"/>
                    <a:pt x="1113" y="763"/>
                    <a:pt x="1000" y="138"/>
                  </a:cubicBezTo>
                  <a:cubicBezTo>
                    <a:pt x="975" y="1"/>
                    <a:pt x="763" y="63"/>
                    <a:pt x="788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5" name="Google Shape;5255;p110"/>
            <p:cNvSpPr/>
            <p:nvPr/>
          </p:nvSpPr>
          <p:spPr>
            <a:xfrm>
              <a:off x="887000" y="1496125"/>
              <a:ext cx="8475" cy="8125"/>
            </a:xfrm>
            <a:custGeom>
              <a:rect b="b" l="l" r="r" t="t"/>
              <a:pathLst>
                <a:path extrusionOk="0" h="325" w="339">
                  <a:moveTo>
                    <a:pt x="251" y="13"/>
                  </a:moveTo>
                  <a:cubicBezTo>
                    <a:pt x="163" y="0"/>
                    <a:pt x="76" y="38"/>
                    <a:pt x="38" y="113"/>
                  </a:cubicBezTo>
                  <a:cubicBezTo>
                    <a:pt x="13" y="125"/>
                    <a:pt x="1" y="163"/>
                    <a:pt x="13" y="188"/>
                  </a:cubicBezTo>
                  <a:cubicBezTo>
                    <a:pt x="26" y="213"/>
                    <a:pt x="26" y="250"/>
                    <a:pt x="38" y="275"/>
                  </a:cubicBezTo>
                  <a:cubicBezTo>
                    <a:pt x="51" y="300"/>
                    <a:pt x="113" y="325"/>
                    <a:pt x="138" y="288"/>
                  </a:cubicBezTo>
                  <a:lnTo>
                    <a:pt x="276" y="150"/>
                  </a:lnTo>
                  <a:cubicBezTo>
                    <a:pt x="338" y="125"/>
                    <a:pt x="338" y="0"/>
                    <a:pt x="251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6" name="Google Shape;5256;p110"/>
            <p:cNvSpPr/>
            <p:nvPr/>
          </p:nvSpPr>
          <p:spPr>
            <a:xfrm>
              <a:off x="893575" y="1496125"/>
              <a:ext cx="58750" cy="15000"/>
            </a:xfrm>
            <a:custGeom>
              <a:rect b="b" l="l" r="r" t="t"/>
              <a:pathLst>
                <a:path extrusionOk="0" h="600" w="2350">
                  <a:moveTo>
                    <a:pt x="50" y="125"/>
                  </a:moveTo>
                  <a:cubicBezTo>
                    <a:pt x="725" y="462"/>
                    <a:pt x="1525" y="600"/>
                    <a:pt x="2262" y="375"/>
                  </a:cubicBezTo>
                  <a:cubicBezTo>
                    <a:pt x="2350" y="350"/>
                    <a:pt x="2337" y="188"/>
                    <a:pt x="2237" y="200"/>
                  </a:cubicBezTo>
                  <a:cubicBezTo>
                    <a:pt x="1487" y="288"/>
                    <a:pt x="812" y="288"/>
                    <a:pt x="100" y="25"/>
                  </a:cubicBezTo>
                  <a:cubicBezTo>
                    <a:pt x="38" y="0"/>
                    <a:pt x="0" y="100"/>
                    <a:pt x="50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7" name="Google Shape;5257;p110"/>
            <p:cNvSpPr/>
            <p:nvPr/>
          </p:nvSpPr>
          <p:spPr>
            <a:xfrm>
              <a:off x="927000" y="1501125"/>
              <a:ext cx="25325" cy="17200"/>
            </a:xfrm>
            <a:custGeom>
              <a:rect b="b" l="l" r="r" t="t"/>
              <a:pathLst>
                <a:path extrusionOk="0" h="688" w="1013">
                  <a:moveTo>
                    <a:pt x="825" y="75"/>
                  </a:moveTo>
                  <a:cubicBezTo>
                    <a:pt x="613" y="337"/>
                    <a:pt x="375" y="412"/>
                    <a:pt x="75" y="525"/>
                  </a:cubicBezTo>
                  <a:cubicBezTo>
                    <a:pt x="0" y="562"/>
                    <a:pt x="0" y="687"/>
                    <a:pt x="100" y="675"/>
                  </a:cubicBezTo>
                  <a:cubicBezTo>
                    <a:pt x="450" y="662"/>
                    <a:pt x="763" y="475"/>
                    <a:pt x="963" y="187"/>
                  </a:cubicBezTo>
                  <a:cubicBezTo>
                    <a:pt x="1013" y="100"/>
                    <a:pt x="888" y="0"/>
                    <a:pt x="825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8" name="Google Shape;5258;p110"/>
            <p:cNvSpPr/>
            <p:nvPr/>
          </p:nvSpPr>
          <p:spPr>
            <a:xfrm>
              <a:off x="886700" y="1501125"/>
              <a:ext cx="26575" cy="55300"/>
            </a:xfrm>
            <a:custGeom>
              <a:rect b="b" l="l" r="r" t="t"/>
              <a:pathLst>
                <a:path extrusionOk="0" h="2212" w="1063">
                  <a:moveTo>
                    <a:pt x="38" y="138"/>
                  </a:moveTo>
                  <a:cubicBezTo>
                    <a:pt x="213" y="437"/>
                    <a:pt x="363" y="750"/>
                    <a:pt x="488" y="1087"/>
                  </a:cubicBezTo>
                  <a:cubicBezTo>
                    <a:pt x="600" y="1437"/>
                    <a:pt x="525" y="1737"/>
                    <a:pt x="488" y="2099"/>
                  </a:cubicBezTo>
                  <a:cubicBezTo>
                    <a:pt x="475" y="2187"/>
                    <a:pt x="600" y="2212"/>
                    <a:pt x="638" y="2137"/>
                  </a:cubicBezTo>
                  <a:cubicBezTo>
                    <a:pt x="1062" y="1437"/>
                    <a:pt x="600" y="600"/>
                    <a:pt x="125" y="50"/>
                  </a:cubicBezTo>
                  <a:cubicBezTo>
                    <a:pt x="75" y="0"/>
                    <a:pt x="0" y="75"/>
                    <a:pt x="25" y="1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9" name="Google Shape;5259;p110"/>
            <p:cNvSpPr/>
            <p:nvPr/>
          </p:nvSpPr>
          <p:spPr>
            <a:xfrm>
              <a:off x="897000" y="1522975"/>
              <a:ext cx="17200" cy="34700"/>
            </a:xfrm>
            <a:custGeom>
              <a:rect b="b" l="l" r="r" t="t"/>
              <a:pathLst>
                <a:path extrusionOk="0" h="1388" w="688">
                  <a:moveTo>
                    <a:pt x="301" y="1263"/>
                  </a:moveTo>
                  <a:cubicBezTo>
                    <a:pt x="563" y="938"/>
                    <a:pt x="688" y="513"/>
                    <a:pt x="638" y="101"/>
                  </a:cubicBezTo>
                  <a:cubicBezTo>
                    <a:pt x="613" y="1"/>
                    <a:pt x="463" y="38"/>
                    <a:pt x="463" y="126"/>
                  </a:cubicBezTo>
                  <a:cubicBezTo>
                    <a:pt x="438" y="513"/>
                    <a:pt x="375" y="813"/>
                    <a:pt x="113" y="1101"/>
                  </a:cubicBezTo>
                  <a:cubicBezTo>
                    <a:pt x="1" y="1238"/>
                    <a:pt x="201" y="1388"/>
                    <a:pt x="301" y="1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0" name="Google Shape;5260;p110"/>
            <p:cNvSpPr/>
            <p:nvPr/>
          </p:nvSpPr>
          <p:spPr>
            <a:xfrm>
              <a:off x="907925" y="1521425"/>
              <a:ext cx="22850" cy="11275"/>
            </a:xfrm>
            <a:custGeom>
              <a:rect b="b" l="l" r="r" t="t"/>
              <a:pathLst>
                <a:path extrusionOk="0" h="451" w="914">
                  <a:moveTo>
                    <a:pt x="126" y="213"/>
                  </a:moveTo>
                  <a:cubicBezTo>
                    <a:pt x="351" y="275"/>
                    <a:pt x="551" y="388"/>
                    <a:pt x="776" y="425"/>
                  </a:cubicBezTo>
                  <a:cubicBezTo>
                    <a:pt x="863" y="450"/>
                    <a:pt x="913" y="338"/>
                    <a:pt x="838" y="288"/>
                  </a:cubicBezTo>
                  <a:cubicBezTo>
                    <a:pt x="638" y="163"/>
                    <a:pt x="413" y="75"/>
                    <a:pt x="176" y="38"/>
                  </a:cubicBezTo>
                  <a:cubicBezTo>
                    <a:pt x="51" y="0"/>
                    <a:pt x="1" y="175"/>
                    <a:pt x="126" y="2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1" name="Google Shape;5261;p110"/>
            <p:cNvSpPr/>
            <p:nvPr/>
          </p:nvSpPr>
          <p:spPr>
            <a:xfrm>
              <a:off x="915425" y="1512975"/>
              <a:ext cx="16275" cy="19725"/>
            </a:xfrm>
            <a:custGeom>
              <a:rect b="b" l="l" r="r" t="t"/>
              <a:pathLst>
                <a:path extrusionOk="0" h="789" w="651">
                  <a:moveTo>
                    <a:pt x="588" y="563"/>
                  </a:moveTo>
                  <a:cubicBezTo>
                    <a:pt x="501" y="376"/>
                    <a:pt x="376" y="201"/>
                    <a:pt x="213" y="63"/>
                  </a:cubicBezTo>
                  <a:cubicBezTo>
                    <a:pt x="138" y="1"/>
                    <a:pt x="1" y="88"/>
                    <a:pt x="63" y="176"/>
                  </a:cubicBezTo>
                  <a:cubicBezTo>
                    <a:pt x="176" y="351"/>
                    <a:pt x="288" y="501"/>
                    <a:pt x="401" y="663"/>
                  </a:cubicBezTo>
                  <a:cubicBezTo>
                    <a:pt x="476" y="788"/>
                    <a:pt x="651" y="688"/>
                    <a:pt x="588" y="5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2" name="Google Shape;5262;p110"/>
            <p:cNvSpPr/>
            <p:nvPr/>
          </p:nvSpPr>
          <p:spPr>
            <a:xfrm>
              <a:off x="917300" y="1513300"/>
              <a:ext cx="17225" cy="6900"/>
            </a:xfrm>
            <a:custGeom>
              <a:rect b="b" l="l" r="r" t="t"/>
              <a:pathLst>
                <a:path extrusionOk="0" h="276" w="689">
                  <a:moveTo>
                    <a:pt x="126" y="225"/>
                  </a:moveTo>
                  <a:cubicBezTo>
                    <a:pt x="288" y="275"/>
                    <a:pt x="463" y="250"/>
                    <a:pt x="613" y="163"/>
                  </a:cubicBezTo>
                  <a:cubicBezTo>
                    <a:pt x="688" y="113"/>
                    <a:pt x="626" y="0"/>
                    <a:pt x="551" y="25"/>
                  </a:cubicBezTo>
                  <a:lnTo>
                    <a:pt x="176" y="38"/>
                  </a:lnTo>
                  <a:cubicBezTo>
                    <a:pt x="51" y="13"/>
                    <a:pt x="1" y="188"/>
                    <a:pt x="126" y="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3" name="Google Shape;5263;p110"/>
            <p:cNvSpPr/>
            <p:nvPr/>
          </p:nvSpPr>
          <p:spPr>
            <a:xfrm>
              <a:off x="926050" y="1528925"/>
              <a:ext cx="28775" cy="23450"/>
            </a:xfrm>
            <a:custGeom>
              <a:rect b="b" l="l" r="r" t="t"/>
              <a:pathLst>
                <a:path extrusionOk="0" h="938" w="1151">
                  <a:moveTo>
                    <a:pt x="501" y="163"/>
                  </a:moveTo>
                  <a:cubicBezTo>
                    <a:pt x="1" y="263"/>
                    <a:pt x="276" y="937"/>
                    <a:pt x="713" y="838"/>
                  </a:cubicBezTo>
                  <a:cubicBezTo>
                    <a:pt x="1150" y="750"/>
                    <a:pt x="1013" y="0"/>
                    <a:pt x="513" y="150"/>
                  </a:cubicBezTo>
                  <a:cubicBezTo>
                    <a:pt x="401" y="188"/>
                    <a:pt x="426" y="350"/>
                    <a:pt x="538" y="350"/>
                  </a:cubicBezTo>
                  <a:cubicBezTo>
                    <a:pt x="538" y="350"/>
                    <a:pt x="538" y="325"/>
                    <a:pt x="551" y="325"/>
                  </a:cubicBezTo>
                  <a:cubicBezTo>
                    <a:pt x="663" y="288"/>
                    <a:pt x="613" y="125"/>
                    <a:pt x="501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4" name="Google Shape;5264;p110"/>
            <p:cNvSpPr/>
            <p:nvPr/>
          </p:nvSpPr>
          <p:spPr>
            <a:xfrm>
              <a:off x="6209675" y="1202450"/>
              <a:ext cx="551125" cy="190275"/>
            </a:xfrm>
            <a:custGeom>
              <a:rect b="b" l="l" r="r" t="t"/>
              <a:pathLst>
                <a:path extrusionOk="0" h="7611" w="22045">
                  <a:moveTo>
                    <a:pt x="225" y="2949"/>
                  </a:moveTo>
                  <a:cubicBezTo>
                    <a:pt x="5049" y="7611"/>
                    <a:pt x="11447" y="0"/>
                    <a:pt x="17096" y="1300"/>
                  </a:cubicBezTo>
                  <a:cubicBezTo>
                    <a:pt x="20083" y="2000"/>
                    <a:pt x="22045" y="4312"/>
                    <a:pt x="21945" y="7373"/>
                  </a:cubicBezTo>
                  <a:cubicBezTo>
                    <a:pt x="21932" y="7461"/>
                    <a:pt x="21820" y="7461"/>
                    <a:pt x="21807" y="7373"/>
                  </a:cubicBezTo>
                  <a:cubicBezTo>
                    <a:pt x="21532" y="1100"/>
                    <a:pt x="14534" y="887"/>
                    <a:pt x="10173" y="2724"/>
                  </a:cubicBezTo>
                  <a:cubicBezTo>
                    <a:pt x="8448" y="3449"/>
                    <a:pt x="6736" y="4437"/>
                    <a:pt x="4837" y="4661"/>
                  </a:cubicBezTo>
                  <a:cubicBezTo>
                    <a:pt x="2937" y="4886"/>
                    <a:pt x="1425" y="4387"/>
                    <a:pt x="88" y="3087"/>
                  </a:cubicBezTo>
                  <a:cubicBezTo>
                    <a:pt x="0" y="2999"/>
                    <a:pt x="125" y="2874"/>
                    <a:pt x="213" y="294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5" name="Google Shape;5265;p110"/>
            <p:cNvSpPr/>
            <p:nvPr/>
          </p:nvSpPr>
          <p:spPr>
            <a:xfrm>
              <a:off x="6575200" y="1369575"/>
              <a:ext cx="180925" cy="121575"/>
            </a:xfrm>
            <a:custGeom>
              <a:rect b="b" l="l" r="r" t="t"/>
              <a:pathLst>
                <a:path extrusionOk="0" h="4863" w="7237">
                  <a:moveTo>
                    <a:pt x="7224" y="1688"/>
                  </a:moveTo>
                  <a:cubicBezTo>
                    <a:pt x="7086" y="3700"/>
                    <a:pt x="4624" y="4862"/>
                    <a:pt x="2825" y="4325"/>
                  </a:cubicBezTo>
                  <a:cubicBezTo>
                    <a:pt x="1313" y="3875"/>
                    <a:pt x="0" y="1338"/>
                    <a:pt x="1388" y="88"/>
                  </a:cubicBezTo>
                  <a:cubicBezTo>
                    <a:pt x="1463" y="1"/>
                    <a:pt x="1588" y="126"/>
                    <a:pt x="1500" y="201"/>
                  </a:cubicBezTo>
                  <a:cubicBezTo>
                    <a:pt x="113" y="1725"/>
                    <a:pt x="1775" y="4025"/>
                    <a:pt x="3400" y="4225"/>
                  </a:cubicBezTo>
                  <a:cubicBezTo>
                    <a:pt x="4949" y="4425"/>
                    <a:pt x="6911" y="3413"/>
                    <a:pt x="7024" y="1688"/>
                  </a:cubicBezTo>
                  <a:cubicBezTo>
                    <a:pt x="7036" y="1563"/>
                    <a:pt x="7236" y="1563"/>
                    <a:pt x="7224" y="16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6" name="Google Shape;5266;p110"/>
            <p:cNvSpPr/>
            <p:nvPr/>
          </p:nvSpPr>
          <p:spPr>
            <a:xfrm>
              <a:off x="6628300" y="1348025"/>
              <a:ext cx="73450" cy="77200"/>
            </a:xfrm>
            <a:custGeom>
              <a:rect b="b" l="l" r="r" t="t"/>
              <a:pathLst>
                <a:path extrusionOk="0" h="3088" w="2938">
                  <a:moveTo>
                    <a:pt x="88" y="488"/>
                  </a:moveTo>
                  <a:cubicBezTo>
                    <a:pt x="913" y="1"/>
                    <a:pt x="2138" y="351"/>
                    <a:pt x="2550" y="1238"/>
                  </a:cubicBezTo>
                  <a:cubicBezTo>
                    <a:pt x="2938" y="2063"/>
                    <a:pt x="2325" y="2987"/>
                    <a:pt x="1451" y="3075"/>
                  </a:cubicBezTo>
                  <a:cubicBezTo>
                    <a:pt x="1338" y="3087"/>
                    <a:pt x="1313" y="2900"/>
                    <a:pt x="1426" y="2887"/>
                  </a:cubicBezTo>
                  <a:cubicBezTo>
                    <a:pt x="2238" y="2737"/>
                    <a:pt x="2738" y="1913"/>
                    <a:pt x="2275" y="1163"/>
                  </a:cubicBezTo>
                  <a:cubicBezTo>
                    <a:pt x="1800" y="476"/>
                    <a:pt x="901" y="251"/>
                    <a:pt x="163" y="625"/>
                  </a:cubicBezTo>
                  <a:cubicBezTo>
                    <a:pt x="76" y="675"/>
                    <a:pt x="1" y="538"/>
                    <a:pt x="88" y="4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7" name="Google Shape;5267;p110"/>
            <p:cNvSpPr/>
            <p:nvPr/>
          </p:nvSpPr>
          <p:spPr>
            <a:xfrm>
              <a:off x="6655500" y="1418950"/>
              <a:ext cx="25" cy="325"/>
            </a:xfrm>
            <a:custGeom>
              <a:rect b="b" l="l" r="r" t="t"/>
              <a:pathLst>
                <a:path extrusionOk="0" h="13" w="1">
                  <a:moveTo>
                    <a:pt x="0" y="1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8" name="Google Shape;5268;p110"/>
            <p:cNvSpPr/>
            <p:nvPr/>
          </p:nvSpPr>
          <p:spPr>
            <a:xfrm>
              <a:off x="6641425" y="1240875"/>
              <a:ext cx="206550" cy="104050"/>
            </a:xfrm>
            <a:custGeom>
              <a:rect b="b" l="l" r="r" t="t"/>
              <a:pathLst>
                <a:path extrusionOk="0" h="4162" w="8262">
                  <a:moveTo>
                    <a:pt x="138" y="25"/>
                  </a:moveTo>
                  <a:cubicBezTo>
                    <a:pt x="1263" y="263"/>
                    <a:pt x="2325" y="725"/>
                    <a:pt x="3275" y="1375"/>
                  </a:cubicBezTo>
                  <a:cubicBezTo>
                    <a:pt x="4725" y="2387"/>
                    <a:pt x="6199" y="4162"/>
                    <a:pt x="8086" y="2875"/>
                  </a:cubicBezTo>
                  <a:cubicBezTo>
                    <a:pt x="8161" y="2825"/>
                    <a:pt x="8261" y="2950"/>
                    <a:pt x="8186" y="3012"/>
                  </a:cubicBezTo>
                  <a:cubicBezTo>
                    <a:pt x="7436" y="3699"/>
                    <a:pt x="6487" y="3699"/>
                    <a:pt x="5562" y="3299"/>
                  </a:cubicBezTo>
                  <a:cubicBezTo>
                    <a:pt x="4887" y="2999"/>
                    <a:pt x="4362" y="2475"/>
                    <a:pt x="3787" y="2025"/>
                  </a:cubicBezTo>
                  <a:cubicBezTo>
                    <a:pt x="2713" y="1137"/>
                    <a:pt x="1450" y="500"/>
                    <a:pt x="88" y="175"/>
                  </a:cubicBezTo>
                  <a:cubicBezTo>
                    <a:pt x="1" y="150"/>
                    <a:pt x="38" y="0"/>
                    <a:pt x="138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9" name="Google Shape;5269;p110"/>
            <p:cNvSpPr/>
            <p:nvPr/>
          </p:nvSpPr>
          <p:spPr>
            <a:xfrm>
              <a:off x="6499275" y="1245875"/>
              <a:ext cx="88450" cy="80000"/>
            </a:xfrm>
            <a:custGeom>
              <a:rect b="b" l="l" r="r" t="t"/>
              <a:pathLst>
                <a:path extrusionOk="0" h="3200" w="3538">
                  <a:moveTo>
                    <a:pt x="101" y="313"/>
                  </a:moveTo>
                  <a:cubicBezTo>
                    <a:pt x="988" y="113"/>
                    <a:pt x="1838" y="0"/>
                    <a:pt x="2638" y="488"/>
                  </a:cubicBezTo>
                  <a:cubicBezTo>
                    <a:pt x="3175" y="813"/>
                    <a:pt x="3537" y="1325"/>
                    <a:pt x="3437" y="1975"/>
                  </a:cubicBezTo>
                  <a:cubicBezTo>
                    <a:pt x="3337" y="2587"/>
                    <a:pt x="2838" y="3062"/>
                    <a:pt x="2225" y="3137"/>
                  </a:cubicBezTo>
                  <a:cubicBezTo>
                    <a:pt x="1750" y="3187"/>
                    <a:pt x="1075" y="3024"/>
                    <a:pt x="1026" y="2475"/>
                  </a:cubicBezTo>
                  <a:cubicBezTo>
                    <a:pt x="1013" y="2387"/>
                    <a:pt x="1150" y="2387"/>
                    <a:pt x="1150" y="2475"/>
                  </a:cubicBezTo>
                  <a:cubicBezTo>
                    <a:pt x="1225" y="3199"/>
                    <a:pt x="2438" y="2937"/>
                    <a:pt x="2750" y="2712"/>
                  </a:cubicBezTo>
                  <a:cubicBezTo>
                    <a:pt x="3237" y="2362"/>
                    <a:pt x="3387" y="1700"/>
                    <a:pt x="3087" y="1175"/>
                  </a:cubicBezTo>
                  <a:cubicBezTo>
                    <a:pt x="2475" y="163"/>
                    <a:pt x="1125" y="263"/>
                    <a:pt x="151" y="488"/>
                  </a:cubicBezTo>
                  <a:cubicBezTo>
                    <a:pt x="38" y="513"/>
                    <a:pt x="1" y="338"/>
                    <a:pt x="101" y="3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0" name="Google Shape;5270;p110"/>
            <p:cNvSpPr/>
            <p:nvPr/>
          </p:nvSpPr>
          <p:spPr>
            <a:xfrm>
              <a:off x="6443675" y="1272100"/>
              <a:ext cx="33125" cy="43775"/>
            </a:xfrm>
            <a:custGeom>
              <a:rect b="b" l="l" r="r" t="t"/>
              <a:pathLst>
                <a:path extrusionOk="0" h="1751" w="1325">
                  <a:moveTo>
                    <a:pt x="88" y="188"/>
                  </a:moveTo>
                  <a:cubicBezTo>
                    <a:pt x="638" y="1"/>
                    <a:pt x="1325" y="326"/>
                    <a:pt x="1250" y="976"/>
                  </a:cubicBezTo>
                  <a:cubicBezTo>
                    <a:pt x="1200" y="1413"/>
                    <a:pt x="500" y="1750"/>
                    <a:pt x="238" y="1326"/>
                  </a:cubicBezTo>
                  <a:cubicBezTo>
                    <a:pt x="175" y="1213"/>
                    <a:pt x="350" y="1101"/>
                    <a:pt x="425" y="1213"/>
                  </a:cubicBezTo>
                  <a:cubicBezTo>
                    <a:pt x="538" y="1288"/>
                    <a:pt x="675" y="1301"/>
                    <a:pt x="800" y="1263"/>
                  </a:cubicBezTo>
                  <a:cubicBezTo>
                    <a:pt x="1075" y="1026"/>
                    <a:pt x="1125" y="813"/>
                    <a:pt x="950" y="613"/>
                  </a:cubicBezTo>
                  <a:cubicBezTo>
                    <a:pt x="788" y="301"/>
                    <a:pt x="450" y="263"/>
                    <a:pt x="138" y="351"/>
                  </a:cubicBezTo>
                  <a:cubicBezTo>
                    <a:pt x="38" y="376"/>
                    <a:pt x="0" y="226"/>
                    <a:pt x="100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1" name="Google Shape;5271;p110"/>
            <p:cNvSpPr/>
            <p:nvPr/>
          </p:nvSpPr>
          <p:spPr>
            <a:xfrm>
              <a:off x="6835450" y="1292100"/>
              <a:ext cx="31875" cy="31900"/>
            </a:xfrm>
            <a:custGeom>
              <a:rect b="b" l="l" r="r" t="t"/>
              <a:pathLst>
                <a:path extrusionOk="0" h="1276" w="1275">
                  <a:moveTo>
                    <a:pt x="325" y="925"/>
                  </a:moveTo>
                  <a:cubicBezTo>
                    <a:pt x="0" y="563"/>
                    <a:pt x="450" y="1"/>
                    <a:pt x="863" y="326"/>
                  </a:cubicBezTo>
                  <a:cubicBezTo>
                    <a:pt x="1275" y="651"/>
                    <a:pt x="800" y="1275"/>
                    <a:pt x="388" y="975"/>
                  </a:cubicBezTo>
                  <a:cubicBezTo>
                    <a:pt x="325" y="925"/>
                    <a:pt x="375" y="813"/>
                    <a:pt x="463" y="826"/>
                  </a:cubicBezTo>
                  <a:lnTo>
                    <a:pt x="463" y="826"/>
                  </a:lnTo>
                  <a:cubicBezTo>
                    <a:pt x="500" y="901"/>
                    <a:pt x="400" y="1000"/>
                    <a:pt x="338" y="9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2" name="Google Shape;5272;p110"/>
            <p:cNvSpPr/>
            <p:nvPr/>
          </p:nvSpPr>
          <p:spPr>
            <a:xfrm>
              <a:off x="6713600" y="1274925"/>
              <a:ext cx="77825" cy="113125"/>
            </a:xfrm>
            <a:custGeom>
              <a:rect b="b" l="l" r="r" t="t"/>
              <a:pathLst>
                <a:path extrusionOk="0" h="4525" w="3113">
                  <a:moveTo>
                    <a:pt x="163" y="63"/>
                  </a:moveTo>
                  <a:cubicBezTo>
                    <a:pt x="1550" y="1163"/>
                    <a:pt x="2575" y="2675"/>
                    <a:pt x="3087" y="4374"/>
                  </a:cubicBezTo>
                  <a:cubicBezTo>
                    <a:pt x="3112" y="4462"/>
                    <a:pt x="2975" y="4524"/>
                    <a:pt x="2925" y="4437"/>
                  </a:cubicBezTo>
                  <a:cubicBezTo>
                    <a:pt x="2175" y="2825"/>
                    <a:pt x="1413" y="1338"/>
                    <a:pt x="63" y="150"/>
                  </a:cubicBezTo>
                  <a:cubicBezTo>
                    <a:pt x="1" y="100"/>
                    <a:pt x="88" y="0"/>
                    <a:pt x="150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3" name="Google Shape;5273;p110"/>
            <p:cNvSpPr/>
            <p:nvPr/>
          </p:nvSpPr>
          <p:spPr>
            <a:xfrm>
              <a:off x="6777025" y="1376150"/>
              <a:ext cx="30650" cy="32525"/>
            </a:xfrm>
            <a:custGeom>
              <a:rect b="b" l="l" r="r" t="t"/>
              <a:pathLst>
                <a:path extrusionOk="0" h="1301" w="1226">
                  <a:moveTo>
                    <a:pt x="500" y="500"/>
                  </a:moveTo>
                  <a:lnTo>
                    <a:pt x="500" y="563"/>
                  </a:lnTo>
                  <a:cubicBezTo>
                    <a:pt x="425" y="638"/>
                    <a:pt x="313" y="550"/>
                    <a:pt x="350" y="450"/>
                  </a:cubicBezTo>
                  <a:cubicBezTo>
                    <a:pt x="600" y="0"/>
                    <a:pt x="1225" y="550"/>
                    <a:pt x="888" y="925"/>
                  </a:cubicBezTo>
                  <a:cubicBezTo>
                    <a:pt x="550" y="1300"/>
                    <a:pt x="0" y="750"/>
                    <a:pt x="388" y="388"/>
                  </a:cubicBezTo>
                  <a:cubicBezTo>
                    <a:pt x="463" y="325"/>
                    <a:pt x="563" y="425"/>
                    <a:pt x="500" y="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4" name="Google Shape;5274;p110"/>
            <p:cNvSpPr/>
            <p:nvPr/>
          </p:nvSpPr>
          <p:spPr>
            <a:xfrm>
              <a:off x="6753275" y="1393325"/>
              <a:ext cx="5650" cy="9725"/>
            </a:xfrm>
            <a:custGeom>
              <a:rect b="b" l="l" r="r" t="t"/>
              <a:pathLst>
                <a:path extrusionOk="0" h="389" w="226">
                  <a:moveTo>
                    <a:pt x="213" y="126"/>
                  </a:moveTo>
                  <a:cubicBezTo>
                    <a:pt x="226" y="201"/>
                    <a:pt x="213" y="276"/>
                    <a:pt x="163" y="326"/>
                  </a:cubicBezTo>
                  <a:cubicBezTo>
                    <a:pt x="126" y="388"/>
                    <a:pt x="1" y="376"/>
                    <a:pt x="1" y="288"/>
                  </a:cubicBezTo>
                  <a:cubicBezTo>
                    <a:pt x="13" y="238"/>
                    <a:pt x="13" y="176"/>
                    <a:pt x="26" y="126"/>
                  </a:cubicBezTo>
                  <a:cubicBezTo>
                    <a:pt x="26" y="1"/>
                    <a:pt x="213" y="1"/>
                    <a:pt x="213" y="1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5" name="Google Shape;5275;p110"/>
            <p:cNvSpPr/>
            <p:nvPr/>
          </p:nvSpPr>
          <p:spPr>
            <a:xfrm>
              <a:off x="6617075" y="1363650"/>
              <a:ext cx="10000" cy="6900"/>
            </a:xfrm>
            <a:custGeom>
              <a:rect b="b" l="l" r="r" t="t"/>
              <a:pathLst>
                <a:path extrusionOk="0" h="276" w="400">
                  <a:moveTo>
                    <a:pt x="312" y="188"/>
                  </a:moveTo>
                  <a:cubicBezTo>
                    <a:pt x="250" y="225"/>
                    <a:pt x="175" y="250"/>
                    <a:pt x="100" y="263"/>
                  </a:cubicBezTo>
                  <a:cubicBezTo>
                    <a:pt x="38" y="275"/>
                    <a:pt x="0" y="213"/>
                    <a:pt x="38" y="163"/>
                  </a:cubicBezTo>
                  <a:cubicBezTo>
                    <a:pt x="88" y="100"/>
                    <a:pt x="163" y="50"/>
                    <a:pt x="250" y="25"/>
                  </a:cubicBezTo>
                  <a:cubicBezTo>
                    <a:pt x="337" y="0"/>
                    <a:pt x="400" y="138"/>
                    <a:pt x="312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6" name="Google Shape;5276;p110"/>
            <p:cNvSpPr/>
            <p:nvPr/>
          </p:nvSpPr>
          <p:spPr>
            <a:xfrm>
              <a:off x="6611450" y="1234000"/>
              <a:ext cx="156850" cy="27525"/>
            </a:xfrm>
            <a:custGeom>
              <a:rect b="b" l="l" r="r" t="t"/>
              <a:pathLst>
                <a:path extrusionOk="0" h="1101" w="6274">
                  <a:moveTo>
                    <a:pt x="100" y="13"/>
                  </a:moveTo>
                  <a:cubicBezTo>
                    <a:pt x="950" y="0"/>
                    <a:pt x="1812" y="75"/>
                    <a:pt x="2649" y="250"/>
                  </a:cubicBezTo>
                  <a:cubicBezTo>
                    <a:pt x="3812" y="488"/>
                    <a:pt x="4924" y="925"/>
                    <a:pt x="6111" y="613"/>
                  </a:cubicBezTo>
                  <a:cubicBezTo>
                    <a:pt x="6223" y="575"/>
                    <a:pt x="6273" y="763"/>
                    <a:pt x="6161" y="788"/>
                  </a:cubicBezTo>
                  <a:cubicBezTo>
                    <a:pt x="5361" y="1100"/>
                    <a:pt x="4636" y="950"/>
                    <a:pt x="3824" y="775"/>
                  </a:cubicBezTo>
                  <a:cubicBezTo>
                    <a:pt x="2587" y="500"/>
                    <a:pt x="1375" y="250"/>
                    <a:pt x="100" y="188"/>
                  </a:cubicBezTo>
                  <a:cubicBezTo>
                    <a:pt x="0" y="175"/>
                    <a:pt x="0" y="25"/>
                    <a:pt x="100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7" name="Google Shape;5277;p110"/>
            <p:cNvSpPr/>
            <p:nvPr/>
          </p:nvSpPr>
          <p:spPr>
            <a:xfrm>
              <a:off x="6756400" y="1233675"/>
              <a:ext cx="33150" cy="30975"/>
            </a:xfrm>
            <a:custGeom>
              <a:rect b="b" l="l" r="r" t="t"/>
              <a:pathLst>
                <a:path extrusionOk="0" h="1239" w="1326">
                  <a:moveTo>
                    <a:pt x="450" y="688"/>
                  </a:moveTo>
                  <a:lnTo>
                    <a:pt x="563" y="651"/>
                  </a:lnTo>
                  <a:cubicBezTo>
                    <a:pt x="625" y="726"/>
                    <a:pt x="563" y="826"/>
                    <a:pt x="475" y="813"/>
                  </a:cubicBezTo>
                  <a:cubicBezTo>
                    <a:pt x="1" y="651"/>
                    <a:pt x="475" y="1"/>
                    <a:pt x="863" y="226"/>
                  </a:cubicBezTo>
                  <a:cubicBezTo>
                    <a:pt x="1325" y="526"/>
                    <a:pt x="788" y="1238"/>
                    <a:pt x="350" y="801"/>
                  </a:cubicBezTo>
                  <a:cubicBezTo>
                    <a:pt x="301" y="738"/>
                    <a:pt x="375" y="638"/>
                    <a:pt x="450" y="6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8" name="Google Shape;5278;p110"/>
            <p:cNvSpPr/>
            <p:nvPr/>
          </p:nvSpPr>
          <p:spPr>
            <a:xfrm>
              <a:off x="6761100" y="1291175"/>
              <a:ext cx="72800" cy="22525"/>
            </a:xfrm>
            <a:custGeom>
              <a:rect b="b" l="l" r="r" t="t"/>
              <a:pathLst>
                <a:path extrusionOk="0" h="901" w="2912">
                  <a:moveTo>
                    <a:pt x="100" y="638"/>
                  </a:moveTo>
                  <a:cubicBezTo>
                    <a:pt x="412" y="338"/>
                    <a:pt x="800" y="150"/>
                    <a:pt x="1225" y="100"/>
                  </a:cubicBezTo>
                  <a:cubicBezTo>
                    <a:pt x="1700" y="38"/>
                    <a:pt x="2387" y="0"/>
                    <a:pt x="2799" y="263"/>
                  </a:cubicBezTo>
                  <a:cubicBezTo>
                    <a:pt x="2912" y="325"/>
                    <a:pt x="2837" y="488"/>
                    <a:pt x="2724" y="463"/>
                  </a:cubicBezTo>
                  <a:cubicBezTo>
                    <a:pt x="1937" y="263"/>
                    <a:pt x="900" y="213"/>
                    <a:pt x="262" y="800"/>
                  </a:cubicBezTo>
                  <a:cubicBezTo>
                    <a:pt x="150" y="900"/>
                    <a:pt x="0" y="738"/>
                    <a:pt x="113" y="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9" name="Google Shape;5279;p110"/>
            <p:cNvSpPr/>
            <p:nvPr/>
          </p:nvSpPr>
          <p:spPr>
            <a:xfrm>
              <a:off x="6762650" y="1296800"/>
              <a:ext cx="70325" cy="23450"/>
            </a:xfrm>
            <a:custGeom>
              <a:rect b="b" l="l" r="r" t="t"/>
              <a:pathLst>
                <a:path extrusionOk="0" h="938" w="2813">
                  <a:moveTo>
                    <a:pt x="2750" y="200"/>
                  </a:moveTo>
                  <a:cubicBezTo>
                    <a:pt x="2237" y="887"/>
                    <a:pt x="800" y="937"/>
                    <a:pt x="100" y="575"/>
                  </a:cubicBezTo>
                  <a:cubicBezTo>
                    <a:pt x="1" y="513"/>
                    <a:pt x="75" y="375"/>
                    <a:pt x="175" y="388"/>
                  </a:cubicBezTo>
                  <a:cubicBezTo>
                    <a:pt x="888" y="500"/>
                    <a:pt x="2050" y="762"/>
                    <a:pt x="2600" y="88"/>
                  </a:cubicBezTo>
                  <a:cubicBezTo>
                    <a:pt x="2675" y="0"/>
                    <a:pt x="2812" y="113"/>
                    <a:pt x="2762" y="2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0" name="Google Shape;5280;p110"/>
            <p:cNvSpPr/>
            <p:nvPr/>
          </p:nvSpPr>
          <p:spPr>
            <a:xfrm>
              <a:off x="6662675" y="1249000"/>
              <a:ext cx="18150" cy="56875"/>
            </a:xfrm>
            <a:custGeom>
              <a:rect b="b" l="l" r="r" t="t"/>
              <a:pathLst>
                <a:path extrusionOk="0" h="2275" w="726">
                  <a:moveTo>
                    <a:pt x="413" y="163"/>
                  </a:moveTo>
                  <a:cubicBezTo>
                    <a:pt x="238" y="800"/>
                    <a:pt x="325" y="1475"/>
                    <a:pt x="650" y="2037"/>
                  </a:cubicBezTo>
                  <a:cubicBezTo>
                    <a:pt x="725" y="2162"/>
                    <a:pt x="538" y="2275"/>
                    <a:pt x="463" y="2150"/>
                  </a:cubicBezTo>
                  <a:cubicBezTo>
                    <a:pt x="88" y="1537"/>
                    <a:pt x="1" y="800"/>
                    <a:pt x="226" y="113"/>
                  </a:cubicBezTo>
                  <a:cubicBezTo>
                    <a:pt x="263" y="0"/>
                    <a:pt x="438" y="50"/>
                    <a:pt x="413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1" name="Google Shape;5281;p110"/>
            <p:cNvSpPr/>
            <p:nvPr/>
          </p:nvSpPr>
          <p:spPr>
            <a:xfrm>
              <a:off x="6669850" y="1250875"/>
              <a:ext cx="15975" cy="54375"/>
            </a:xfrm>
            <a:custGeom>
              <a:rect b="b" l="l" r="r" t="t"/>
              <a:pathLst>
                <a:path extrusionOk="0" h="2175" w="639">
                  <a:moveTo>
                    <a:pt x="176" y="1987"/>
                  </a:moveTo>
                  <a:cubicBezTo>
                    <a:pt x="313" y="1625"/>
                    <a:pt x="351" y="1225"/>
                    <a:pt x="301" y="850"/>
                  </a:cubicBezTo>
                  <a:cubicBezTo>
                    <a:pt x="251" y="563"/>
                    <a:pt x="101" y="388"/>
                    <a:pt x="13" y="150"/>
                  </a:cubicBezTo>
                  <a:cubicBezTo>
                    <a:pt x="1" y="100"/>
                    <a:pt x="26" y="63"/>
                    <a:pt x="63" y="50"/>
                  </a:cubicBezTo>
                  <a:cubicBezTo>
                    <a:pt x="363" y="0"/>
                    <a:pt x="463" y="325"/>
                    <a:pt x="526" y="563"/>
                  </a:cubicBezTo>
                  <a:cubicBezTo>
                    <a:pt x="638" y="1062"/>
                    <a:pt x="588" y="1575"/>
                    <a:pt x="401" y="2050"/>
                  </a:cubicBezTo>
                  <a:cubicBezTo>
                    <a:pt x="351" y="2175"/>
                    <a:pt x="138" y="2125"/>
                    <a:pt x="188" y="19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2" name="Google Shape;5282;p110"/>
            <p:cNvSpPr/>
            <p:nvPr/>
          </p:nvSpPr>
          <p:spPr>
            <a:xfrm>
              <a:off x="6330275" y="1310225"/>
              <a:ext cx="82800" cy="26900"/>
            </a:xfrm>
            <a:custGeom>
              <a:rect b="b" l="l" r="r" t="t"/>
              <a:pathLst>
                <a:path extrusionOk="0" h="1076" w="3312">
                  <a:moveTo>
                    <a:pt x="138" y="151"/>
                  </a:moveTo>
                  <a:cubicBezTo>
                    <a:pt x="1150" y="1"/>
                    <a:pt x="2512" y="151"/>
                    <a:pt x="3262" y="913"/>
                  </a:cubicBezTo>
                  <a:cubicBezTo>
                    <a:pt x="3312" y="963"/>
                    <a:pt x="3262" y="1075"/>
                    <a:pt x="3174" y="1050"/>
                  </a:cubicBezTo>
                  <a:cubicBezTo>
                    <a:pt x="2712" y="888"/>
                    <a:pt x="2299" y="600"/>
                    <a:pt x="1812" y="475"/>
                  </a:cubicBezTo>
                  <a:cubicBezTo>
                    <a:pt x="1275" y="338"/>
                    <a:pt x="712" y="300"/>
                    <a:pt x="150" y="363"/>
                  </a:cubicBezTo>
                  <a:cubicBezTo>
                    <a:pt x="38" y="375"/>
                    <a:pt x="0" y="163"/>
                    <a:pt x="125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3" name="Google Shape;5283;p110"/>
            <p:cNvSpPr/>
            <p:nvPr/>
          </p:nvSpPr>
          <p:spPr>
            <a:xfrm>
              <a:off x="6312450" y="1314900"/>
              <a:ext cx="100625" cy="30975"/>
            </a:xfrm>
            <a:custGeom>
              <a:rect b="b" l="l" r="r" t="t"/>
              <a:pathLst>
                <a:path extrusionOk="0" h="1239" w="4025">
                  <a:moveTo>
                    <a:pt x="3900" y="1001"/>
                  </a:moveTo>
                  <a:cubicBezTo>
                    <a:pt x="3275" y="1113"/>
                    <a:pt x="2613" y="1238"/>
                    <a:pt x="1975" y="1151"/>
                  </a:cubicBezTo>
                  <a:cubicBezTo>
                    <a:pt x="1300" y="1038"/>
                    <a:pt x="713" y="688"/>
                    <a:pt x="151" y="313"/>
                  </a:cubicBezTo>
                  <a:cubicBezTo>
                    <a:pt x="1" y="226"/>
                    <a:pt x="138" y="1"/>
                    <a:pt x="276" y="88"/>
                  </a:cubicBezTo>
                  <a:cubicBezTo>
                    <a:pt x="751" y="401"/>
                    <a:pt x="1238" y="713"/>
                    <a:pt x="1788" y="851"/>
                  </a:cubicBezTo>
                  <a:cubicBezTo>
                    <a:pt x="2463" y="1013"/>
                    <a:pt x="3175" y="901"/>
                    <a:pt x="3837" y="788"/>
                  </a:cubicBezTo>
                  <a:cubicBezTo>
                    <a:pt x="3975" y="776"/>
                    <a:pt x="4025" y="976"/>
                    <a:pt x="3900" y="10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4" name="Google Shape;5284;p110"/>
            <p:cNvSpPr/>
            <p:nvPr/>
          </p:nvSpPr>
          <p:spPr>
            <a:xfrm>
              <a:off x="6814825" y="1460800"/>
              <a:ext cx="199975" cy="551150"/>
            </a:xfrm>
            <a:custGeom>
              <a:rect b="b" l="l" r="r" t="t"/>
              <a:pathLst>
                <a:path extrusionOk="0" h="22046" w="7999">
                  <a:moveTo>
                    <a:pt x="4512" y="21958"/>
                  </a:moveTo>
                  <a:cubicBezTo>
                    <a:pt x="3200" y="20621"/>
                    <a:pt x="2700" y="19108"/>
                    <a:pt x="2925" y="17209"/>
                  </a:cubicBezTo>
                  <a:cubicBezTo>
                    <a:pt x="3087" y="15809"/>
                    <a:pt x="3712" y="14560"/>
                    <a:pt x="4249" y="13285"/>
                  </a:cubicBezTo>
                  <a:cubicBezTo>
                    <a:pt x="6124" y="8811"/>
                    <a:pt x="7998" y="576"/>
                    <a:pt x="213" y="238"/>
                  </a:cubicBezTo>
                  <a:cubicBezTo>
                    <a:pt x="138" y="238"/>
                    <a:pt x="138" y="113"/>
                    <a:pt x="213" y="101"/>
                  </a:cubicBezTo>
                  <a:cubicBezTo>
                    <a:pt x="3262" y="1"/>
                    <a:pt x="5599" y="1975"/>
                    <a:pt x="6286" y="4962"/>
                  </a:cubicBezTo>
                  <a:cubicBezTo>
                    <a:pt x="7598" y="10611"/>
                    <a:pt x="0" y="17034"/>
                    <a:pt x="4637" y="21833"/>
                  </a:cubicBezTo>
                  <a:cubicBezTo>
                    <a:pt x="4724" y="21908"/>
                    <a:pt x="4599" y="22045"/>
                    <a:pt x="4512" y="219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5" name="Google Shape;5285;p110"/>
            <p:cNvSpPr/>
            <p:nvPr/>
          </p:nvSpPr>
          <p:spPr>
            <a:xfrm>
              <a:off x="6715800" y="1465800"/>
              <a:ext cx="121550" cy="180925"/>
            </a:xfrm>
            <a:custGeom>
              <a:rect b="b" l="l" r="r" t="t"/>
              <a:pathLst>
                <a:path extrusionOk="0" h="7237" w="4862">
                  <a:moveTo>
                    <a:pt x="3187" y="201"/>
                  </a:moveTo>
                  <a:cubicBezTo>
                    <a:pt x="1450" y="326"/>
                    <a:pt x="450" y="2288"/>
                    <a:pt x="637" y="3837"/>
                  </a:cubicBezTo>
                  <a:cubicBezTo>
                    <a:pt x="850" y="5462"/>
                    <a:pt x="3137" y="7124"/>
                    <a:pt x="4661" y="5724"/>
                  </a:cubicBezTo>
                  <a:cubicBezTo>
                    <a:pt x="4736" y="5649"/>
                    <a:pt x="4861" y="5774"/>
                    <a:pt x="4786" y="5849"/>
                  </a:cubicBezTo>
                  <a:cubicBezTo>
                    <a:pt x="3537" y="7237"/>
                    <a:pt x="987" y="5924"/>
                    <a:pt x="537" y="4412"/>
                  </a:cubicBezTo>
                  <a:cubicBezTo>
                    <a:pt x="0" y="2600"/>
                    <a:pt x="1162" y="151"/>
                    <a:pt x="3187" y="13"/>
                  </a:cubicBezTo>
                  <a:cubicBezTo>
                    <a:pt x="3312" y="1"/>
                    <a:pt x="3312" y="201"/>
                    <a:pt x="3187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6" name="Google Shape;5286;p110"/>
            <p:cNvSpPr/>
            <p:nvPr/>
          </p:nvSpPr>
          <p:spPr>
            <a:xfrm>
              <a:off x="6781700" y="1520175"/>
              <a:ext cx="77200" cy="73125"/>
            </a:xfrm>
            <a:custGeom>
              <a:rect b="b" l="l" r="r" t="t"/>
              <a:pathLst>
                <a:path extrusionOk="0" h="2925" w="3088">
                  <a:moveTo>
                    <a:pt x="2463" y="2775"/>
                  </a:moveTo>
                  <a:cubicBezTo>
                    <a:pt x="2838" y="2037"/>
                    <a:pt x="2613" y="1138"/>
                    <a:pt x="1925" y="675"/>
                  </a:cubicBezTo>
                  <a:cubicBezTo>
                    <a:pt x="1188" y="188"/>
                    <a:pt x="351" y="713"/>
                    <a:pt x="213" y="1512"/>
                  </a:cubicBezTo>
                  <a:cubicBezTo>
                    <a:pt x="188" y="1625"/>
                    <a:pt x="1" y="1600"/>
                    <a:pt x="13" y="1487"/>
                  </a:cubicBezTo>
                  <a:cubicBezTo>
                    <a:pt x="101" y="613"/>
                    <a:pt x="1026" y="0"/>
                    <a:pt x="1850" y="388"/>
                  </a:cubicBezTo>
                  <a:cubicBezTo>
                    <a:pt x="2738" y="800"/>
                    <a:pt x="3088" y="2025"/>
                    <a:pt x="2600" y="2850"/>
                  </a:cubicBezTo>
                  <a:cubicBezTo>
                    <a:pt x="2550" y="2925"/>
                    <a:pt x="2425" y="2862"/>
                    <a:pt x="2463" y="27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7" name="Google Shape;5287;p110"/>
            <p:cNvSpPr/>
            <p:nvPr/>
          </p:nvSpPr>
          <p:spPr>
            <a:xfrm>
              <a:off x="6787950" y="1566400"/>
              <a:ext cx="25" cy="350"/>
            </a:xfrm>
            <a:custGeom>
              <a:rect b="b" l="l" r="r" t="t"/>
              <a:pathLst>
                <a:path extrusionOk="0" h="14" w="1">
                  <a:moveTo>
                    <a:pt x="1" y="13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8" name="Google Shape;5288;p110"/>
            <p:cNvSpPr/>
            <p:nvPr/>
          </p:nvSpPr>
          <p:spPr>
            <a:xfrm>
              <a:off x="6862300" y="1373950"/>
              <a:ext cx="104075" cy="206550"/>
            </a:xfrm>
            <a:custGeom>
              <a:rect b="b" l="l" r="r" t="t"/>
              <a:pathLst>
                <a:path extrusionOk="0" h="8262" w="4163">
                  <a:moveTo>
                    <a:pt x="3987" y="8174"/>
                  </a:moveTo>
                  <a:cubicBezTo>
                    <a:pt x="3700" y="6974"/>
                    <a:pt x="3175" y="5862"/>
                    <a:pt x="2438" y="4887"/>
                  </a:cubicBezTo>
                  <a:cubicBezTo>
                    <a:pt x="1913" y="4187"/>
                    <a:pt x="1226" y="3525"/>
                    <a:pt x="851" y="2700"/>
                  </a:cubicBezTo>
                  <a:cubicBezTo>
                    <a:pt x="451" y="1788"/>
                    <a:pt x="463" y="826"/>
                    <a:pt x="1138" y="76"/>
                  </a:cubicBezTo>
                  <a:cubicBezTo>
                    <a:pt x="1201" y="1"/>
                    <a:pt x="1338" y="88"/>
                    <a:pt x="1276" y="176"/>
                  </a:cubicBezTo>
                  <a:cubicBezTo>
                    <a:pt x="1" y="2050"/>
                    <a:pt x="1763" y="3537"/>
                    <a:pt x="2775" y="4987"/>
                  </a:cubicBezTo>
                  <a:cubicBezTo>
                    <a:pt x="3425" y="5937"/>
                    <a:pt x="3887" y="6999"/>
                    <a:pt x="4137" y="8124"/>
                  </a:cubicBezTo>
                  <a:cubicBezTo>
                    <a:pt x="4162" y="8224"/>
                    <a:pt x="4012" y="8261"/>
                    <a:pt x="3975" y="8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9" name="Google Shape;5289;p110"/>
            <p:cNvSpPr/>
            <p:nvPr/>
          </p:nvSpPr>
          <p:spPr>
            <a:xfrm>
              <a:off x="6879800" y="1634200"/>
              <a:ext cx="81575" cy="88450"/>
            </a:xfrm>
            <a:custGeom>
              <a:rect b="b" l="l" r="r" t="t"/>
              <a:pathLst>
                <a:path extrusionOk="0" h="3538" w="3263">
                  <a:moveTo>
                    <a:pt x="2775" y="3387"/>
                  </a:moveTo>
                  <a:cubicBezTo>
                    <a:pt x="2988" y="2413"/>
                    <a:pt x="3087" y="1050"/>
                    <a:pt x="2088" y="438"/>
                  </a:cubicBezTo>
                  <a:cubicBezTo>
                    <a:pt x="1613" y="176"/>
                    <a:pt x="1013" y="263"/>
                    <a:pt x="638" y="650"/>
                  </a:cubicBezTo>
                  <a:cubicBezTo>
                    <a:pt x="338" y="975"/>
                    <a:pt x="1" y="2300"/>
                    <a:pt x="788" y="2388"/>
                  </a:cubicBezTo>
                  <a:cubicBezTo>
                    <a:pt x="876" y="2388"/>
                    <a:pt x="876" y="2525"/>
                    <a:pt x="788" y="2512"/>
                  </a:cubicBezTo>
                  <a:cubicBezTo>
                    <a:pt x="251" y="2462"/>
                    <a:pt x="76" y="1788"/>
                    <a:pt x="126" y="1313"/>
                  </a:cubicBezTo>
                  <a:cubicBezTo>
                    <a:pt x="201" y="700"/>
                    <a:pt x="676" y="201"/>
                    <a:pt x="1288" y="101"/>
                  </a:cubicBezTo>
                  <a:cubicBezTo>
                    <a:pt x="1938" y="1"/>
                    <a:pt x="2450" y="363"/>
                    <a:pt x="2775" y="900"/>
                  </a:cubicBezTo>
                  <a:cubicBezTo>
                    <a:pt x="3262" y="1700"/>
                    <a:pt x="3150" y="2562"/>
                    <a:pt x="2950" y="3425"/>
                  </a:cubicBezTo>
                  <a:cubicBezTo>
                    <a:pt x="2925" y="3537"/>
                    <a:pt x="2750" y="3500"/>
                    <a:pt x="2775" y="33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0" name="Google Shape;5290;p110"/>
            <p:cNvSpPr/>
            <p:nvPr/>
          </p:nvSpPr>
          <p:spPr>
            <a:xfrm>
              <a:off x="6891050" y="1745425"/>
              <a:ext cx="44075" cy="33150"/>
            </a:xfrm>
            <a:custGeom>
              <a:rect b="b" l="l" r="r" t="t"/>
              <a:pathLst>
                <a:path extrusionOk="0" h="1326" w="1763">
                  <a:moveTo>
                    <a:pt x="1413" y="1175"/>
                  </a:moveTo>
                  <a:cubicBezTo>
                    <a:pt x="1500" y="863"/>
                    <a:pt x="1450" y="538"/>
                    <a:pt x="1150" y="363"/>
                  </a:cubicBezTo>
                  <a:cubicBezTo>
                    <a:pt x="938" y="188"/>
                    <a:pt x="725" y="238"/>
                    <a:pt x="501" y="525"/>
                  </a:cubicBezTo>
                  <a:cubicBezTo>
                    <a:pt x="451" y="650"/>
                    <a:pt x="463" y="788"/>
                    <a:pt x="538" y="900"/>
                  </a:cubicBezTo>
                  <a:cubicBezTo>
                    <a:pt x="650" y="975"/>
                    <a:pt x="551" y="1150"/>
                    <a:pt x="438" y="1075"/>
                  </a:cubicBezTo>
                  <a:cubicBezTo>
                    <a:pt x="1" y="813"/>
                    <a:pt x="351" y="113"/>
                    <a:pt x="775" y="63"/>
                  </a:cubicBezTo>
                  <a:cubicBezTo>
                    <a:pt x="1438" y="0"/>
                    <a:pt x="1763" y="688"/>
                    <a:pt x="1563" y="1225"/>
                  </a:cubicBezTo>
                  <a:cubicBezTo>
                    <a:pt x="1525" y="1325"/>
                    <a:pt x="1375" y="1288"/>
                    <a:pt x="1400" y="1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1" name="Google Shape;5291;p110"/>
            <p:cNvSpPr/>
            <p:nvPr/>
          </p:nvSpPr>
          <p:spPr>
            <a:xfrm>
              <a:off x="6882925" y="1354600"/>
              <a:ext cx="32200" cy="31875"/>
            </a:xfrm>
            <a:custGeom>
              <a:rect b="b" l="l" r="r" t="t"/>
              <a:pathLst>
                <a:path extrusionOk="0" h="1275" w="1288">
                  <a:moveTo>
                    <a:pt x="463" y="825"/>
                  </a:moveTo>
                  <a:lnTo>
                    <a:pt x="463" y="825"/>
                  </a:lnTo>
                  <a:cubicBezTo>
                    <a:pt x="463" y="900"/>
                    <a:pt x="363" y="950"/>
                    <a:pt x="301" y="887"/>
                  </a:cubicBezTo>
                  <a:cubicBezTo>
                    <a:pt x="1" y="475"/>
                    <a:pt x="638" y="0"/>
                    <a:pt x="963" y="412"/>
                  </a:cubicBezTo>
                  <a:cubicBezTo>
                    <a:pt x="1288" y="825"/>
                    <a:pt x="726" y="1275"/>
                    <a:pt x="363" y="950"/>
                  </a:cubicBezTo>
                  <a:cubicBezTo>
                    <a:pt x="288" y="887"/>
                    <a:pt x="376" y="775"/>
                    <a:pt x="463" y="8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2" name="Google Shape;5292;p110"/>
            <p:cNvSpPr/>
            <p:nvPr/>
          </p:nvSpPr>
          <p:spPr>
            <a:xfrm>
              <a:off x="6819200" y="1430500"/>
              <a:ext cx="113125" cy="77500"/>
            </a:xfrm>
            <a:custGeom>
              <a:rect b="b" l="l" r="r" t="t"/>
              <a:pathLst>
                <a:path extrusionOk="0" h="3100" w="4525">
                  <a:moveTo>
                    <a:pt x="4374" y="3050"/>
                  </a:moveTo>
                  <a:cubicBezTo>
                    <a:pt x="3187" y="1688"/>
                    <a:pt x="1700" y="926"/>
                    <a:pt x="88" y="176"/>
                  </a:cubicBezTo>
                  <a:cubicBezTo>
                    <a:pt x="0" y="138"/>
                    <a:pt x="63" y="1"/>
                    <a:pt x="150" y="26"/>
                  </a:cubicBezTo>
                  <a:cubicBezTo>
                    <a:pt x="1850" y="538"/>
                    <a:pt x="3362" y="1550"/>
                    <a:pt x="4462" y="2950"/>
                  </a:cubicBezTo>
                  <a:cubicBezTo>
                    <a:pt x="4524" y="3012"/>
                    <a:pt x="4424" y="3100"/>
                    <a:pt x="4374" y="30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3" name="Google Shape;5293;p110"/>
            <p:cNvSpPr/>
            <p:nvPr/>
          </p:nvSpPr>
          <p:spPr>
            <a:xfrm>
              <a:off x="6798275" y="1413950"/>
              <a:ext cx="32500" cy="30950"/>
            </a:xfrm>
            <a:custGeom>
              <a:rect b="b" l="l" r="r" t="t"/>
              <a:pathLst>
                <a:path extrusionOk="0" h="1238" w="1300">
                  <a:moveTo>
                    <a:pt x="912" y="850"/>
                  </a:moveTo>
                  <a:cubicBezTo>
                    <a:pt x="550" y="1238"/>
                    <a:pt x="0" y="700"/>
                    <a:pt x="375" y="350"/>
                  </a:cubicBezTo>
                  <a:cubicBezTo>
                    <a:pt x="750" y="0"/>
                    <a:pt x="1300" y="638"/>
                    <a:pt x="850" y="888"/>
                  </a:cubicBezTo>
                  <a:cubicBezTo>
                    <a:pt x="762" y="925"/>
                    <a:pt x="675" y="813"/>
                    <a:pt x="737" y="738"/>
                  </a:cubicBezTo>
                  <a:lnTo>
                    <a:pt x="800" y="738"/>
                  </a:lnTo>
                  <a:cubicBezTo>
                    <a:pt x="875" y="675"/>
                    <a:pt x="975" y="775"/>
                    <a:pt x="912" y="8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4" name="Google Shape;5294;p110"/>
            <p:cNvSpPr/>
            <p:nvPr/>
          </p:nvSpPr>
          <p:spPr>
            <a:xfrm>
              <a:off x="6803900" y="1462675"/>
              <a:ext cx="10000" cy="5975"/>
            </a:xfrm>
            <a:custGeom>
              <a:rect b="b" l="l" r="r" t="t"/>
              <a:pathLst>
                <a:path extrusionOk="0" h="239" w="400">
                  <a:moveTo>
                    <a:pt x="275" y="213"/>
                  </a:moveTo>
                  <a:cubicBezTo>
                    <a:pt x="213" y="213"/>
                    <a:pt x="163" y="213"/>
                    <a:pt x="100" y="226"/>
                  </a:cubicBezTo>
                  <a:cubicBezTo>
                    <a:pt x="25" y="238"/>
                    <a:pt x="0" y="113"/>
                    <a:pt x="63" y="76"/>
                  </a:cubicBezTo>
                  <a:cubicBezTo>
                    <a:pt x="125" y="26"/>
                    <a:pt x="200" y="1"/>
                    <a:pt x="275" y="13"/>
                  </a:cubicBezTo>
                  <a:cubicBezTo>
                    <a:pt x="400" y="13"/>
                    <a:pt x="400" y="201"/>
                    <a:pt x="275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5" name="Google Shape;5295;p110"/>
            <p:cNvSpPr/>
            <p:nvPr/>
          </p:nvSpPr>
          <p:spPr>
            <a:xfrm>
              <a:off x="6836375" y="1594850"/>
              <a:ext cx="7225" cy="10000"/>
            </a:xfrm>
            <a:custGeom>
              <a:rect b="b" l="l" r="r" t="t"/>
              <a:pathLst>
                <a:path extrusionOk="0" h="400" w="289">
                  <a:moveTo>
                    <a:pt x="251" y="150"/>
                  </a:moveTo>
                  <a:cubicBezTo>
                    <a:pt x="226" y="237"/>
                    <a:pt x="176" y="312"/>
                    <a:pt x="113" y="362"/>
                  </a:cubicBezTo>
                  <a:cubicBezTo>
                    <a:pt x="76" y="400"/>
                    <a:pt x="1" y="362"/>
                    <a:pt x="13" y="300"/>
                  </a:cubicBezTo>
                  <a:cubicBezTo>
                    <a:pt x="26" y="225"/>
                    <a:pt x="51" y="150"/>
                    <a:pt x="101" y="88"/>
                  </a:cubicBezTo>
                  <a:cubicBezTo>
                    <a:pt x="138" y="0"/>
                    <a:pt x="288" y="63"/>
                    <a:pt x="251" y="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6" name="Google Shape;5296;p110"/>
            <p:cNvSpPr/>
            <p:nvPr/>
          </p:nvSpPr>
          <p:spPr>
            <a:xfrm>
              <a:off x="6945425" y="1453625"/>
              <a:ext cx="27825" cy="156850"/>
            </a:xfrm>
            <a:custGeom>
              <a:rect b="b" l="l" r="r" t="t"/>
              <a:pathLst>
                <a:path extrusionOk="0" h="6274" w="1113">
                  <a:moveTo>
                    <a:pt x="925" y="6174"/>
                  </a:moveTo>
                  <a:cubicBezTo>
                    <a:pt x="862" y="4899"/>
                    <a:pt x="612" y="3675"/>
                    <a:pt x="338" y="2437"/>
                  </a:cubicBezTo>
                  <a:cubicBezTo>
                    <a:pt x="163" y="1625"/>
                    <a:pt x="0" y="913"/>
                    <a:pt x="325" y="113"/>
                  </a:cubicBezTo>
                  <a:cubicBezTo>
                    <a:pt x="350" y="1"/>
                    <a:pt x="537" y="51"/>
                    <a:pt x="500" y="163"/>
                  </a:cubicBezTo>
                  <a:cubicBezTo>
                    <a:pt x="188" y="1338"/>
                    <a:pt x="637" y="2462"/>
                    <a:pt x="862" y="3625"/>
                  </a:cubicBezTo>
                  <a:cubicBezTo>
                    <a:pt x="1037" y="4462"/>
                    <a:pt x="1112" y="5312"/>
                    <a:pt x="1112" y="6174"/>
                  </a:cubicBezTo>
                  <a:cubicBezTo>
                    <a:pt x="1087" y="6274"/>
                    <a:pt x="937" y="6274"/>
                    <a:pt x="925" y="6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7" name="Google Shape;5297;p110"/>
            <p:cNvSpPr/>
            <p:nvPr/>
          </p:nvSpPr>
          <p:spPr>
            <a:xfrm>
              <a:off x="6942300" y="1432375"/>
              <a:ext cx="30950" cy="33150"/>
            </a:xfrm>
            <a:custGeom>
              <a:rect b="b" l="l" r="r" t="t"/>
              <a:pathLst>
                <a:path extrusionOk="0" h="1326" w="1238">
                  <a:moveTo>
                    <a:pt x="438" y="976"/>
                  </a:moveTo>
                  <a:cubicBezTo>
                    <a:pt x="0" y="551"/>
                    <a:pt x="725" y="1"/>
                    <a:pt x="1012" y="476"/>
                  </a:cubicBezTo>
                  <a:cubicBezTo>
                    <a:pt x="1237" y="851"/>
                    <a:pt x="575" y="1325"/>
                    <a:pt x="425" y="851"/>
                  </a:cubicBezTo>
                  <a:cubicBezTo>
                    <a:pt x="413" y="763"/>
                    <a:pt x="512" y="701"/>
                    <a:pt x="587" y="763"/>
                  </a:cubicBezTo>
                  <a:cubicBezTo>
                    <a:pt x="575" y="801"/>
                    <a:pt x="562" y="838"/>
                    <a:pt x="550" y="876"/>
                  </a:cubicBezTo>
                  <a:cubicBezTo>
                    <a:pt x="600" y="963"/>
                    <a:pt x="500" y="1038"/>
                    <a:pt x="425" y="9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8" name="Google Shape;5298;p110"/>
            <p:cNvSpPr/>
            <p:nvPr/>
          </p:nvSpPr>
          <p:spPr>
            <a:xfrm>
              <a:off x="6893250" y="1388025"/>
              <a:ext cx="22500" cy="72800"/>
            </a:xfrm>
            <a:custGeom>
              <a:rect b="b" l="l" r="r" t="t"/>
              <a:pathLst>
                <a:path extrusionOk="0" h="2912" w="900">
                  <a:moveTo>
                    <a:pt x="100" y="2650"/>
                  </a:moveTo>
                  <a:cubicBezTo>
                    <a:pt x="687" y="2012"/>
                    <a:pt x="637" y="975"/>
                    <a:pt x="450" y="188"/>
                  </a:cubicBezTo>
                  <a:cubicBezTo>
                    <a:pt x="413" y="63"/>
                    <a:pt x="575" y="0"/>
                    <a:pt x="650" y="113"/>
                  </a:cubicBezTo>
                  <a:cubicBezTo>
                    <a:pt x="900" y="525"/>
                    <a:pt x="875" y="1225"/>
                    <a:pt x="800" y="1687"/>
                  </a:cubicBezTo>
                  <a:cubicBezTo>
                    <a:pt x="750" y="2112"/>
                    <a:pt x="562" y="2500"/>
                    <a:pt x="263" y="2812"/>
                  </a:cubicBezTo>
                  <a:cubicBezTo>
                    <a:pt x="163" y="2912"/>
                    <a:pt x="0" y="2750"/>
                    <a:pt x="113" y="2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9" name="Google Shape;5299;p110"/>
            <p:cNvSpPr/>
            <p:nvPr/>
          </p:nvSpPr>
          <p:spPr>
            <a:xfrm>
              <a:off x="6886375" y="1388950"/>
              <a:ext cx="23450" cy="70625"/>
            </a:xfrm>
            <a:custGeom>
              <a:rect b="b" l="l" r="r" t="t"/>
              <a:pathLst>
                <a:path extrusionOk="0" h="2825" w="938">
                  <a:moveTo>
                    <a:pt x="875" y="213"/>
                  </a:moveTo>
                  <a:cubicBezTo>
                    <a:pt x="188" y="763"/>
                    <a:pt x="450" y="1938"/>
                    <a:pt x="563" y="2650"/>
                  </a:cubicBezTo>
                  <a:cubicBezTo>
                    <a:pt x="575" y="2750"/>
                    <a:pt x="438" y="2825"/>
                    <a:pt x="375" y="2725"/>
                  </a:cubicBezTo>
                  <a:cubicBezTo>
                    <a:pt x="0" y="2013"/>
                    <a:pt x="63" y="588"/>
                    <a:pt x="750" y="63"/>
                  </a:cubicBezTo>
                  <a:cubicBezTo>
                    <a:pt x="825" y="1"/>
                    <a:pt x="937" y="138"/>
                    <a:pt x="862" y="2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0" name="Google Shape;5300;p110"/>
            <p:cNvSpPr/>
            <p:nvPr/>
          </p:nvSpPr>
          <p:spPr>
            <a:xfrm>
              <a:off x="6901375" y="1541100"/>
              <a:ext cx="56875" cy="18150"/>
            </a:xfrm>
            <a:custGeom>
              <a:rect b="b" l="l" r="r" t="t"/>
              <a:pathLst>
                <a:path extrusionOk="0" h="726" w="2275">
                  <a:moveTo>
                    <a:pt x="2149" y="500"/>
                  </a:moveTo>
                  <a:cubicBezTo>
                    <a:pt x="1475" y="725"/>
                    <a:pt x="725" y="638"/>
                    <a:pt x="125" y="251"/>
                  </a:cubicBezTo>
                  <a:cubicBezTo>
                    <a:pt x="0" y="188"/>
                    <a:pt x="113" y="1"/>
                    <a:pt x="237" y="63"/>
                  </a:cubicBezTo>
                  <a:cubicBezTo>
                    <a:pt x="800" y="401"/>
                    <a:pt x="1475" y="488"/>
                    <a:pt x="2112" y="313"/>
                  </a:cubicBezTo>
                  <a:cubicBezTo>
                    <a:pt x="2224" y="288"/>
                    <a:pt x="2274" y="463"/>
                    <a:pt x="2149" y="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1" name="Google Shape;5301;p110"/>
            <p:cNvSpPr/>
            <p:nvPr/>
          </p:nvSpPr>
          <p:spPr>
            <a:xfrm>
              <a:off x="6901675" y="1530800"/>
              <a:ext cx="56250" cy="21250"/>
            </a:xfrm>
            <a:custGeom>
              <a:rect b="b" l="l" r="r" t="t"/>
              <a:pathLst>
                <a:path extrusionOk="0" h="850" w="2250">
                  <a:moveTo>
                    <a:pt x="138" y="450"/>
                  </a:moveTo>
                  <a:cubicBezTo>
                    <a:pt x="488" y="313"/>
                    <a:pt x="2250" y="0"/>
                    <a:pt x="2137" y="788"/>
                  </a:cubicBezTo>
                  <a:cubicBezTo>
                    <a:pt x="2125" y="825"/>
                    <a:pt x="2075" y="850"/>
                    <a:pt x="2038" y="838"/>
                  </a:cubicBezTo>
                  <a:cubicBezTo>
                    <a:pt x="1788" y="738"/>
                    <a:pt x="1613" y="600"/>
                    <a:pt x="1338" y="550"/>
                  </a:cubicBezTo>
                  <a:cubicBezTo>
                    <a:pt x="950" y="488"/>
                    <a:pt x="563" y="538"/>
                    <a:pt x="188" y="663"/>
                  </a:cubicBezTo>
                  <a:cubicBezTo>
                    <a:pt x="63" y="713"/>
                    <a:pt x="1" y="513"/>
                    <a:pt x="138" y="4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2" name="Google Shape;5302;p110"/>
            <p:cNvSpPr/>
            <p:nvPr/>
          </p:nvSpPr>
          <p:spPr>
            <a:xfrm>
              <a:off x="6869800" y="1808525"/>
              <a:ext cx="26900" cy="82825"/>
            </a:xfrm>
            <a:custGeom>
              <a:rect b="b" l="l" r="r" t="t"/>
              <a:pathLst>
                <a:path extrusionOk="0" h="3313" w="1076">
                  <a:moveTo>
                    <a:pt x="726" y="3162"/>
                  </a:moveTo>
                  <a:cubicBezTo>
                    <a:pt x="788" y="2600"/>
                    <a:pt x="751" y="2038"/>
                    <a:pt x="613" y="1500"/>
                  </a:cubicBezTo>
                  <a:cubicBezTo>
                    <a:pt x="476" y="1013"/>
                    <a:pt x="188" y="613"/>
                    <a:pt x="38" y="138"/>
                  </a:cubicBezTo>
                  <a:cubicBezTo>
                    <a:pt x="1" y="63"/>
                    <a:pt x="113" y="1"/>
                    <a:pt x="176" y="63"/>
                  </a:cubicBezTo>
                  <a:cubicBezTo>
                    <a:pt x="951" y="813"/>
                    <a:pt x="1076" y="2175"/>
                    <a:pt x="938" y="3187"/>
                  </a:cubicBezTo>
                  <a:cubicBezTo>
                    <a:pt x="913" y="3312"/>
                    <a:pt x="713" y="3287"/>
                    <a:pt x="726" y="3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3" name="Google Shape;5303;p110"/>
            <p:cNvSpPr/>
            <p:nvPr/>
          </p:nvSpPr>
          <p:spPr>
            <a:xfrm>
              <a:off x="6861050" y="1808525"/>
              <a:ext cx="30975" cy="100950"/>
            </a:xfrm>
            <a:custGeom>
              <a:rect b="b" l="l" r="r" t="t"/>
              <a:pathLst>
                <a:path extrusionOk="0" h="4038" w="1239">
                  <a:moveTo>
                    <a:pt x="451" y="201"/>
                  </a:moveTo>
                  <a:cubicBezTo>
                    <a:pt x="351" y="876"/>
                    <a:pt x="238" y="1575"/>
                    <a:pt x="401" y="2250"/>
                  </a:cubicBezTo>
                  <a:cubicBezTo>
                    <a:pt x="526" y="2800"/>
                    <a:pt x="838" y="3287"/>
                    <a:pt x="1151" y="3762"/>
                  </a:cubicBezTo>
                  <a:cubicBezTo>
                    <a:pt x="1238" y="3900"/>
                    <a:pt x="1013" y="4037"/>
                    <a:pt x="926" y="3887"/>
                  </a:cubicBezTo>
                  <a:cubicBezTo>
                    <a:pt x="551" y="3325"/>
                    <a:pt x="201" y="2738"/>
                    <a:pt x="101" y="2050"/>
                  </a:cubicBezTo>
                  <a:cubicBezTo>
                    <a:pt x="1" y="1425"/>
                    <a:pt x="126" y="763"/>
                    <a:pt x="251" y="138"/>
                  </a:cubicBezTo>
                  <a:cubicBezTo>
                    <a:pt x="276" y="1"/>
                    <a:pt x="476" y="63"/>
                    <a:pt x="451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4" name="Google Shape;5304;p110"/>
            <p:cNvSpPr/>
            <p:nvPr/>
          </p:nvSpPr>
          <p:spPr>
            <a:xfrm>
              <a:off x="6704850" y="1496125"/>
              <a:ext cx="8475" cy="8125"/>
            </a:xfrm>
            <a:custGeom>
              <a:rect b="b" l="l" r="r" t="t"/>
              <a:pathLst>
                <a:path extrusionOk="0" h="325" w="339">
                  <a:moveTo>
                    <a:pt x="88" y="13"/>
                  </a:moveTo>
                  <a:cubicBezTo>
                    <a:pt x="176" y="0"/>
                    <a:pt x="263" y="38"/>
                    <a:pt x="301" y="113"/>
                  </a:cubicBezTo>
                  <a:cubicBezTo>
                    <a:pt x="326" y="125"/>
                    <a:pt x="338" y="163"/>
                    <a:pt x="326" y="188"/>
                  </a:cubicBezTo>
                  <a:lnTo>
                    <a:pt x="301" y="275"/>
                  </a:lnTo>
                  <a:cubicBezTo>
                    <a:pt x="288" y="313"/>
                    <a:pt x="226" y="325"/>
                    <a:pt x="213" y="288"/>
                  </a:cubicBezTo>
                  <a:lnTo>
                    <a:pt x="76" y="150"/>
                  </a:lnTo>
                  <a:cubicBezTo>
                    <a:pt x="1" y="125"/>
                    <a:pt x="13" y="0"/>
                    <a:pt x="88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5" name="Google Shape;5305;p110"/>
            <p:cNvSpPr/>
            <p:nvPr/>
          </p:nvSpPr>
          <p:spPr>
            <a:xfrm>
              <a:off x="6648000" y="1496125"/>
              <a:ext cx="59075" cy="15000"/>
            </a:xfrm>
            <a:custGeom>
              <a:rect b="b" l="l" r="r" t="t"/>
              <a:pathLst>
                <a:path extrusionOk="0" h="600" w="2363">
                  <a:moveTo>
                    <a:pt x="2300" y="125"/>
                  </a:moveTo>
                  <a:cubicBezTo>
                    <a:pt x="1625" y="462"/>
                    <a:pt x="825" y="600"/>
                    <a:pt x="100" y="375"/>
                  </a:cubicBezTo>
                  <a:cubicBezTo>
                    <a:pt x="0" y="350"/>
                    <a:pt x="13" y="188"/>
                    <a:pt x="125" y="200"/>
                  </a:cubicBezTo>
                  <a:cubicBezTo>
                    <a:pt x="862" y="288"/>
                    <a:pt x="1537" y="288"/>
                    <a:pt x="2262" y="25"/>
                  </a:cubicBezTo>
                  <a:cubicBezTo>
                    <a:pt x="2325" y="0"/>
                    <a:pt x="2362" y="88"/>
                    <a:pt x="2300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6" name="Google Shape;5306;p110"/>
            <p:cNvSpPr/>
            <p:nvPr/>
          </p:nvSpPr>
          <p:spPr>
            <a:xfrm>
              <a:off x="6648000" y="1501125"/>
              <a:ext cx="25325" cy="17200"/>
            </a:xfrm>
            <a:custGeom>
              <a:rect b="b" l="l" r="r" t="t"/>
              <a:pathLst>
                <a:path extrusionOk="0" h="688" w="1013">
                  <a:moveTo>
                    <a:pt x="188" y="75"/>
                  </a:moveTo>
                  <a:cubicBezTo>
                    <a:pt x="400" y="337"/>
                    <a:pt x="638" y="412"/>
                    <a:pt x="937" y="525"/>
                  </a:cubicBezTo>
                  <a:cubicBezTo>
                    <a:pt x="1012" y="562"/>
                    <a:pt x="1012" y="687"/>
                    <a:pt x="925" y="675"/>
                  </a:cubicBezTo>
                  <a:cubicBezTo>
                    <a:pt x="563" y="662"/>
                    <a:pt x="250" y="475"/>
                    <a:pt x="63" y="187"/>
                  </a:cubicBezTo>
                  <a:cubicBezTo>
                    <a:pt x="0" y="100"/>
                    <a:pt x="125" y="0"/>
                    <a:pt x="188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7" name="Google Shape;5307;p110"/>
            <p:cNvSpPr/>
            <p:nvPr/>
          </p:nvSpPr>
          <p:spPr>
            <a:xfrm>
              <a:off x="6687050" y="1501125"/>
              <a:ext cx="26575" cy="55300"/>
            </a:xfrm>
            <a:custGeom>
              <a:rect b="b" l="l" r="r" t="t"/>
              <a:pathLst>
                <a:path extrusionOk="0" h="2212" w="1063">
                  <a:moveTo>
                    <a:pt x="1025" y="138"/>
                  </a:moveTo>
                  <a:cubicBezTo>
                    <a:pt x="850" y="437"/>
                    <a:pt x="700" y="750"/>
                    <a:pt x="575" y="1087"/>
                  </a:cubicBezTo>
                  <a:cubicBezTo>
                    <a:pt x="475" y="1437"/>
                    <a:pt x="538" y="1737"/>
                    <a:pt x="575" y="2099"/>
                  </a:cubicBezTo>
                  <a:cubicBezTo>
                    <a:pt x="588" y="2187"/>
                    <a:pt x="463" y="2212"/>
                    <a:pt x="425" y="2137"/>
                  </a:cubicBezTo>
                  <a:cubicBezTo>
                    <a:pt x="0" y="1437"/>
                    <a:pt x="475" y="600"/>
                    <a:pt x="938" y="50"/>
                  </a:cubicBezTo>
                  <a:cubicBezTo>
                    <a:pt x="988" y="0"/>
                    <a:pt x="1063" y="75"/>
                    <a:pt x="1038" y="1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8" name="Google Shape;5308;p110"/>
            <p:cNvSpPr/>
            <p:nvPr/>
          </p:nvSpPr>
          <p:spPr>
            <a:xfrm>
              <a:off x="6686100" y="1522975"/>
              <a:ext cx="17225" cy="34700"/>
            </a:xfrm>
            <a:custGeom>
              <a:rect b="b" l="l" r="r" t="t"/>
              <a:pathLst>
                <a:path extrusionOk="0" h="1388" w="689">
                  <a:moveTo>
                    <a:pt x="388" y="1263"/>
                  </a:moveTo>
                  <a:cubicBezTo>
                    <a:pt x="126" y="938"/>
                    <a:pt x="1" y="513"/>
                    <a:pt x="63" y="101"/>
                  </a:cubicBezTo>
                  <a:cubicBezTo>
                    <a:pt x="76" y="1"/>
                    <a:pt x="226" y="38"/>
                    <a:pt x="226" y="126"/>
                  </a:cubicBezTo>
                  <a:cubicBezTo>
                    <a:pt x="251" y="513"/>
                    <a:pt x="313" y="813"/>
                    <a:pt x="576" y="1101"/>
                  </a:cubicBezTo>
                  <a:cubicBezTo>
                    <a:pt x="688" y="1238"/>
                    <a:pt x="488" y="1388"/>
                    <a:pt x="388" y="1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9" name="Google Shape;5309;p110"/>
            <p:cNvSpPr/>
            <p:nvPr/>
          </p:nvSpPr>
          <p:spPr>
            <a:xfrm>
              <a:off x="6669850" y="1521425"/>
              <a:ext cx="22525" cy="11275"/>
            </a:xfrm>
            <a:custGeom>
              <a:rect b="b" l="l" r="r" t="t"/>
              <a:pathLst>
                <a:path extrusionOk="0" h="451" w="901">
                  <a:moveTo>
                    <a:pt x="776" y="213"/>
                  </a:moveTo>
                  <a:cubicBezTo>
                    <a:pt x="563" y="275"/>
                    <a:pt x="351" y="388"/>
                    <a:pt x="126" y="425"/>
                  </a:cubicBezTo>
                  <a:cubicBezTo>
                    <a:pt x="51" y="450"/>
                    <a:pt x="1" y="338"/>
                    <a:pt x="63" y="288"/>
                  </a:cubicBezTo>
                  <a:cubicBezTo>
                    <a:pt x="263" y="163"/>
                    <a:pt x="488" y="75"/>
                    <a:pt x="726" y="38"/>
                  </a:cubicBezTo>
                  <a:cubicBezTo>
                    <a:pt x="851" y="0"/>
                    <a:pt x="901" y="175"/>
                    <a:pt x="776" y="2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0" name="Google Shape;5310;p110"/>
            <p:cNvSpPr/>
            <p:nvPr/>
          </p:nvSpPr>
          <p:spPr>
            <a:xfrm>
              <a:off x="6668925" y="1512975"/>
              <a:ext cx="15650" cy="19100"/>
            </a:xfrm>
            <a:custGeom>
              <a:rect b="b" l="l" r="r" t="t"/>
              <a:pathLst>
                <a:path extrusionOk="0" h="764" w="626">
                  <a:moveTo>
                    <a:pt x="50" y="563"/>
                  </a:moveTo>
                  <a:cubicBezTo>
                    <a:pt x="138" y="376"/>
                    <a:pt x="263" y="201"/>
                    <a:pt x="425" y="63"/>
                  </a:cubicBezTo>
                  <a:cubicBezTo>
                    <a:pt x="500" y="1"/>
                    <a:pt x="625" y="88"/>
                    <a:pt x="575" y="176"/>
                  </a:cubicBezTo>
                  <a:cubicBezTo>
                    <a:pt x="463" y="351"/>
                    <a:pt x="338" y="501"/>
                    <a:pt x="238" y="663"/>
                  </a:cubicBezTo>
                  <a:cubicBezTo>
                    <a:pt x="163" y="763"/>
                    <a:pt x="1" y="676"/>
                    <a:pt x="50" y="5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1" name="Google Shape;5311;p110"/>
            <p:cNvSpPr/>
            <p:nvPr/>
          </p:nvSpPr>
          <p:spPr>
            <a:xfrm>
              <a:off x="6665800" y="1513300"/>
              <a:ext cx="17525" cy="6900"/>
            </a:xfrm>
            <a:custGeom>
              <a:rect b="b" l="l" r="r" t="t"/>
              <a:pathLst>
                <a:path extrusionOk="0" h="276" w="701">
                  <a:moveTo>
                    <a:pt x="575" y="225"/>
                  </a:moveTo>
                  <a:cubicBezTo>
                    <a:pt x="400" y="275"/>
                    <a:pt x="225" y="250"/>
                    <a:pt x="76" y="163"/>
                  </a:cubicBezTo>
                  <a:cubicBezTo>
                    <a:pt x="1" y="113"/>
                    <a:pt x="63" y="0"/>
                    <a:pt x="138" y="25"/>
                  </a:cubicBezTo>
                  <a:lnTo>
                    <a:pt x="513" y="38"/>
                  </a:lnTo>
                  <a:cubicBezTo>
                    <a:pt x="638" y="13"/>
                    <a:pt x="700" y="188"/>
                    <a:pt x="575" y="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2" name="Google Shape;5312;p110"/>
            <p:cNvSpPr/>
            <p:nvPr/>
          </p:nvSpPr>
          <p:spPr>
            <a:xfrm>
              <a:off x="6645800" y="1528925"/>
              <a:ext cx="28775" cy="23450"/>
            </a:xfrm>
            <a:custGeom>
              <a:rect b="b" l="l" r="r" t="t"/>
              <a:pathLst>
                <a:path extrusionOk="0" h="938" w="1151">
                  <a:moveTo>
                    <a:pt x="638" y="163"/>
                  </a:moveTo>
                  <a:cubicBezTo>
                    <a:pt x="1150" y="263"/>
                    <a:pt x="863" y="937"/>
                    <a:pt x="426" y="838"/>
                  </a:cubicBezTo>
                  <a:cubicBezTo>
                    <a:pt x="1" y="750"/>
                    <a:pt x="126" y="0"/>
                    <a:pt x="626" y="150"/>
                  </a:cubicBezTo>
                  <a:cubicBezTo>
                    <a:pt x="738" y="188"/>
                    <a:pt x="713" y="350"/>
                    <a:pt x="601" y="350"/>
                  </a:cubicBezTo>
                  <a:lnTo>
                    <a:pt x="601" y="325"/>
                  </a:lnTo>
                  <a:cubicBezTo>
                    <a:pt x="501" y="288"/>
                    <a:pt x="538" y="138"/>
                    <a:pt x="651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3" name="Google Shape;5313;p110"/>
            <p:cNvSpPr/>
            <p:nvPr/>
          </p:nvSpPr>
          <p:spPr>
            <a:xfrm>
              <a:off x="6217175" y="4309125"/>
              <a:ext cx="551125" cy="190600"/>
            </a:xfrm>
            <a:custGeom>
              <a:rect b="b" l="l" r="r" t="t"/>
              <a:pathLst>
                <a:path extrusionOk="0" h="7624" w="22045">
                  <a:moveTo>
                    <a:pt x="213" y="4662"/>
                  </a:moveTo>
                  <a:cubicBezTo>
                    <a:pt x="5036" y="0"/>
                    <a:pt x="11447" y="7623"/>
                    <a:pt x="17083" y="6311"/>
                  </a:cubicBezTo>
                  <a:cubicBezTo>
                    <a:pt x="20070" y="5611"/>
                    <a:pt x="22044" y="3300"/>
                    <a:pt x="21932" y="238"/>
                  </a:cubicBezTo>
                  <a:cubicBezTo>
                    <a:pt x="21932" y="150"/>
                    <a:pt x="21795" y="150"/>
                    <a:pt x="21795" y="238"/>
                  </a:cubicBezTo>
                  <a:cubicBezTo>
                    <a:pt x="21532" y="6511"/>
                    <a:pt x="14521" y="6724"/>
                    <a:pt x="10160" y="4887"/>
                  </a:cubicBezTo>
                  <a:cubicBezTo>
                    <a:pt x="8448" y="4162"/>
                    <a:pt x="6723" y="3175"/>
                    <a:pt x="4824" y="2950"/>
                  </a:cubicBezTo>
                  <a:cubicBezTo>
                    <a:pt x="2924" y="2725"/>
                    <a:pt x="1425" y="3225"/>
                    <a:pt x="88" y="4537"/>
                  </a:cubicBezTo>
                  <a:cubicBezTo>
                    <a:pt x="0" y="4612"/>
                    <a:pt x="125" y="4737"/>
                    <a:pt x="213" y="46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4" name="Google Shape;5314;p110"/>
            <p:cNvSpPr/>
            <p:nvPr/>
          </p:nvSpPr>
          <p:spPr>
            <a:xfrm>
              <a:off x="6582375" y="4210725"/>
              <a:ext cx="180925" cy="121225"/>
            </a:xfrm>
            <a:custGeom>
              <a:rect b="b" l="l" r="r" t="t"/>
              <a:pathLst>
                <a:path extrusionOk="0" h="4849" w="7237">
                  <a:moveTo>
                    <a:pt x="7224" y="3174"/>
                  </a:moveTo>
                  <a:cubicBezTo>
                    <a:pt x="7087" y="1162"/>
                    <a:pt x="4637" y="0"/>
                    <a:pt x="2825" y="537"/>
                  </a:cubicBezTo>
                  <a:cubicBezTo>
                    <a:pt x="1326" y="987"/>
                    <a:pt x="1" y="3524"/>
                    <a:pt x="1388" y="4774"/>
                  </a:cubicBezTo>
                  <a:cubicBezTo>
                    <a:pt x="1463" y="4849"/>
                    <a:pt x="1575" y="4736"/>
                    <a:pt x="1513" y="4661"/>
                  </a:cubicBezTo>
                  <a:cubicBezTo>
                    <a:pt x="113" y="3137"/>
                    <a:pt x="1775" y="837"/>
                    <a:pt x="3400" y="637"/>
                  </a:cubicBezTo>
                  <a:cubicBezTo>
                    <a:pt x="4950" y="437"/>
                    <a:pt x="6912" y="1450"/>
                    <a:pt x="7037" y="3174"/>
                  </a:cubicBezTo>
                  <a:cubicBezTo>
                    <a:pt x="7037" y="3299"/>
                    <a:pt x="7237" y="3299"/>
                    <a:pt x="7224" y="3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5" name="Google Shape;5315;p110"/>
            <p:cNvSpPr/>
            <p:nvPr/>
          </p:nvSpPr>
          <p:spPr>
            <a:xfrm>
              <a:off x="6636125" y="4276625"/>
              <a:ext cx="72825" cy="77200"/>
            </a:xfrm>
            <a:custGeom>
              <a:rect b="b" l="l" r="r" t="t"/>
              <a:pathLst>
                <a:path extrusionOk="0" h="3088" w="2913">
                  <a:moveTo>
                    <a:pt x="63" y="2600"/>
                  </a:moveTo>
                  <a:cubicBezTo>
                    <a:pt x="888" y="3087"/>
                    <a:pt x="2112" y="2738"/>
                    <a:pt x="2537" y="1850"/>
                  </a:cubicBezTo>
                  <a:cubicBezTo>
                    <a:pt x="2912" y="1026"/>
                    <a:pt x="2300" y="101"/>
                    <a:pt x="1437" y="13"/>
                  </a:cubicBezTo>
                  <a:cubicBezTo>
                    <a:pt x="1325" y="1"/>
                    <a:pt x="1300" y="188"/>
                    <a:pt x="1412" y="213"/>
                  </a:cubicBezTo>
                  <a:cubicBezTo>
                    <a:pt x="2225" y="351"/>
                    <a:pt x="2725" y="1176"/>
                    <a:pt x="2250" y="1925"/>
                  </a:cubicBezTo>
                  <a:cubicBezTo>
                    <a:pt x="1787" y="2613"/>
                    <a:pt x="888" y="2838"/>
                    <a:pt x="150" y="2463"/>
                  </a:cubicBezTo>
                  <a:cubicBezTo>
                    <a:pt x="63" y="2425"/>
                    <a:pt x="0" y="2538"/>
                    <a:pt x="75" y="26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6" name="Google Shape;5316;p110"/>
            <p:cNvSpPr/>
            <p:nvPr/>
          </p:nvSpPr>
          <p:spPr>
            <a:xfrm>
              <a:off x="6662675" y="4282575"/>
              <a:ext cx="25" cy="325"/>
            </a:xfrm>
            <a:custGeom>
              <a:rect b="b" l="l" r="r" t="t"/>
              <a:pathLst>
                <a:path extrusionOk="0" h="13" w="1">
                  <a:moveTo>
                    <a:pt x="1" y="0"/>
                  </a:moveTo>
                  <a:lnTo>
                    <a:pt x="1" y="1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7" name="Google Shape;5317;p110"/>
            <p:cNvSpPr/>
            <p:nvPr/>
          </p:nvSpPr>
          <p:spPr>
            <a:xfrm>
              <a:off x="6648925" y="4357225"/>
              <a:ext cx="206550" cy="103750"/>
            </a:xfrm>
            <a:custGeom>
              <a:rect b="b" l="l" r="r" t="t"/>
              <a:pathLst>
                <a:path extrusionOk="0" h="4150" w="8262">
                  <a:moveTo>
                    <a:pt x="126" y="4137"/>
                  </a:moveTo>
                  <a:cubicBezTo>
                    <a:pt x="1250" y="3887"/>
                    <a:pt x="2325" y="3425"/>
                    <a:pt x="3275" y="2775"/>
                  </a:cubicBezTo>
                  <a:cubicBezTo>
                    <a:pt x="4724" y="1763"/>
                    <a:pt x="6199" y="1"/>
                    <a:pt x="8074" y="1276"/>
                  </a:cubicBezTo>
                  <a:cubicBezTo>
                    <a:pt x="8161" y="1326"/>
                    <a:pt x="8261" y="1201"/>
                    <a:pt x="8186" y="1138"/>
                  </a:cubicBezTo>
                  <a:cubicBezTo>
                    <a:pt x="7424" y="451"/>
                    <a:pt x="6474" y="451"/>
                    <a:pt x="5549" y="851"/>
                  </a:cubicBezTo>
                  <a:cubicBezTo>
                    <a:pt x="4887" y="1151"/>
                    <a:pt x="4350" y="1676"/>
                    <a:pt x="3787" y="2125"/>
                  </a:cubicBezTo>
                  <a:cubicBezTo>
                    <a:pt x="2700" y="3013"/>
                    <a:pt x="1450" y="3650"/>
                    <a:pt x="88" y="3987"/>
                  </a:cubicBezTo>
                  <a:cubicBezTo>
                    <a:pt x="1" y="4000"/>
                    <a:pt x="38" y="4150"/>
                    <a:pt x="138" y="41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8" name="Google Shape;5318;p110"/>
            <p:cNvSpPr/>
            <p:nvPr/>
          </p:nvSpPr>
          <p:spPr>
            <a:xfrm>
              <a:off x="6506475" y="4375975"/>
              <a:ext cx="88425" cy="80000"/>
            </a:xfrm>
            <a:custGeom>
              <a:rect b="b" l="l" r="r" t="t"/>
              <a:pathLst>
                <a:path extrusionOk="0" h="3200" w="3537">
                  <a:moveTo>
                    <a:pt x="113" y="2888"/>
                  </a:moveTo>
                  <a:cubicBezTo>
                    <a:pt x="987" y="3087"/>
                    <a:pt x="1837" y="3200"/>
                    <a:pt x="2650" y="2713"/>
                  </a:cubicBezTo>
                  <a:cubicBezTo>
                    <a:pt x="3174" y="2388"/>
                    <a:pt x="3537" y="1875"/>
                    <a:pt x="3437" y="1225"/>
                  </a:cubicBezTo>
                  <a:cubicBezTo>
                    <a:pt x="3349" y="613"/>
                    <a:pt x="2849" y="138"/>
                    <a:pt x="2225" y="63"/>
                  </a:cubicBezTo>
                  <a:cubicBezTo>
                    <a:pt x="1750" y="13"/>
                    <a:pt x="1075" y="176"/>
                    <a:pt x="1025" y="726"/>
                  </a:cubicBezTo>
                  <a:cubicBezTo>
                    <a:pt x="1025" y="813"/>
                    <a:pt x="1150" y="813"/>
                    <a:pt x="1150" y="726"/>
                  </a:cubicBezTo>
                  <a:cubicBezTo>
                    <a:pt x="1225" y="1"/>
                    <a:pt x="2437" y="263"/>
                    <a:pt x="2762" y="488"/>
                  </a:cubicBezTo>
                  <a:cubicBezTo>
                    <a:pt x="3249" y="838"/>
                    <a:pt x="3387" y="1500"/>
                    <a:pt x="3099" y="2025"/>
                  </a:cubicBezTo>
                  <a:cubicBezTo>
                    <a:pt x="2475" y="3037"/>
                    <a:pt x="1125" y="2937"/>
                    <a:pt x="150" y="2713"/>
                  </a:cubicBezTo>
                  <a:cubicBezTo>
                    <a:pt x="38" y="2688"/>
                    <a:pt x="0" y="2863"/>
                    <a:pt x="113" y="28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9" name="Google Shape;5319;p110"/>
            <p:cNvSpPr/>
            <p:nvPr/>
          </p:nvSpPr>
          <p:spPr>
            <a:xfrm>
              <a:off x="6450850" y="4386300"/>
              <a:ext cx="33150" cy="43450"/>
            </a:xfrm>
            <a:custGeom>
              <a:rect b="b" l="l" r="r" t="t"/>
              <a:pathLst>
                <a:path extrusionOk="0" h="1738" w="1326">
                  <a:moveTo>
                    <a:pt x="101" y="1550"/>
                  </a:moveTo>
                  <a:cubicBezTo>
                    <a:pt x="638" y="1737"/>
                    <a:pt x="1325" y="1412"/>
                    <a:pt x="1263" y="762"/>
                  </a:cubicBezTo>
                  <a:cubicBezTo>
                    <a:pt x="1213" y="338"/>
                    <a:pt x="513" y="0"/>
                    <a:pt x="251" y="425"/>
                  </a:cubicBezTo>
                  <a:cubicBezTo>
                    <a:pt x="176" y="538"/>
                    <a:pt x="351" y="637"/>
                    <a:pt x="426" y="525"/>
                  </a:cubicBezTo>
                  <a:cubicBezTo>
                    <a:pt x="538" y="463"/>
                    <a:pt x="676" y="438"/>
                    <a:pt x="801" y="488"/>
                  </a:cubicBezTo>
                  <a:cubicBezTo>
                    <a:pt x="1076" y="712"/>
                    <a:pt x="1125" y="937"/>
                    <a:pt x="951" y="1137"/>
                  </a:cubicBezTo>
                  <a:cubicBezTo>
                    <a:pt x="776" y="1450"/>
                    <a:pt x="451" y="1487"/>
                    <a:pt x="138" y="1400"/>
                  </a:cubicBezTo>
                  <a:cubicBezTo>
                    <a:pt x="38" y="1362"/>
                    <a:pt x="1" y="1525"/>
                    <a:pt x="101" y="15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0" name="Google Shape;5320;p110"/>
            <p:cNvSpPr/>
            <p:nvPr/>
          </p:nvSpPr>
          <p:spPr>
            <a:xfrm>
              <a:off x="6842625" y="4377850"/>
              <a:ext cx="31900" cy="31900"/>
            </a:xfrm>
            <a:custGeom>
              <a:rect b="b" l="l" r="r" t="t"/>
              <a:pathLst>
                <a:path extrusionOk="0" h="1276" w="1276">
                  <a:moveTo>
                    <a:pt x="326" y="351"/>
                  </a:moveTo>
                  <a:cubicBezTo>
                    <a:pt x="1" y="713"/>
                    <a:pt x="451" y="1275"/>
                    <a:pt x="863" y="950"/>
                  </a:cubicBezTo>
                  <a:cubicBezTo>
                    <a:pt x="1275" y="626"/>
                    <a:pt x="800" y="1"/>
                    <a:pt x="401" y="301"/>
                  </a:cubicBezTo>
                  <a:cubicBezTo>
                    <a:pt x="326" y="351"/>
                    <a:pt x="376" y="463"/>
                    <a:pt x="463" y="451"/>
                  </a:cubicBezTo>
                  <a:lnTo>
                    <a:pt x="463" y="451"/>
                  </a:lnTo>
                  <a:cubicBezTo>
                    <a:pt x="501" y="376"/>
                    <a:pt x="401" y="276"/>
                    <a:pt x="338" y="3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1" name="Google Shape;5321;p110"/>
            <p:cNvSpPr/>
            <p:nvPr/>
          </p:nvSpPr>
          <p:spPr>
            <a:xfrm>
              <a:off x="6720775" y="4313800"/>
              <a:ext cx="77825" cy="113125"/>
            </a:xfrm>
            <a:custGeom>
              <a:rect b="b" l="l" r="r" t="t"/>
              <a:pathLst>
                <a:path extrusionOk="0" h="4525" w="3113">
                  <a:moveTo>
                    <a:pt x="163" y="4462"/>
                  </a:moveTo>
                  <a:cubicBezTo>
                    <a:pt x="1551" y="3363"/>
                    <a:pt x="2575" y="1850"/>
                    <a:pt x="3088" y="151"/>
                  </a:cubicBezTo>
                  <a:cubicBezTo>
                    <a:pt x="3113" y="63"/>
                    <a:pt x="2975" y="1"/>
                    <a:pt x="2925" y="88"/>
                  </a:cubicBezTo>
                  <a:cubicBezTo>
                    <a:pt x="2188" y="1700"/>
                    <a:pt x="1413" y="3188"/>
                    <a:pt x="63" y="4375"/>
                  </a:cubicBezTo>
                  <a:cubicBezTo>
                    <a:pt x="1" y="4437"/>
                    <a:pt x="88" y="4525"/>
                    <a:pt x="163" y="44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2" name="Google Shape;5322;p110"/>
            <p:cNvSpPr/>
            <p:nvPr/>
          </p:nvSpPr>
          <p:spPr>
            <a:xfrm>
              <a:off x="6784200" y="4293200"/>
              <a:ext cx="30650" cy="32500"/>
            </a:xfrm>
            <a:custGeom>
              <a:rect b="b" l="l" r="r" t="t"/>
              <a:pathLst>
                <a:path extrusionOk="0" h="1300" w="1226">
                  <a:moveTo>
                    <a:pt x="501" y="800"/>
                  </a:moveTo>
                  <a:lnTo>
                    <a:pt x="501" y="737"/>
                  </a:lnTo>
                  <a:cubicBezTo>
                    <a:pt x="426" y="662"/>
                    <a:pt x="313" y="750"/>
                    <a:pt x="363" y="850"/>
                  </a:cubicBezTo>
                  <a:cubicBezTo>
                    <a:pt x="601" y="1300"/>
                    <a:pt x="1225" y="750"/>
                    <a:pt x="888" y="375"/>
                  </a:cubicBezTo>
                  <a:cubicBezTo>
                    <a:pt x="551" y="0"/>
                    <a:pt x="1" y="550"/>
                    <a:pt x="388" y="912"/>
                  </a:cubicBezTo>
                  <a:cubicBezTo>
                    <a:pt x="463" y="975"/>
                    <a:pt x="563" y="875"/>
                    <a:pt x="501" y="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3" name="Google Shape;5323;p110"/>
            <p:cNvSpPr/>
            <p:nvPr/>
          </p:nvSpPr>
          <p:spPr>
            <a:xfrm>
              <a:off x="6760775" y="4298825"/>
              <a:ext cx="5650" cy="9375"/>
            </a:xfrm>
            <a:custGeom>
              <a:rect b="b" l="l" r="r" t="t"/>
              <a:pathLst>
                <a:path extrusionOk="0" h="375" w="226">
                  <a:moveTo>
                    <a:pt x="213" y="263"/>
                  </a:moveTo>
                  <a:cubicBezTo>
                    <a:pt x="225" y="188"/>
                    <a:pt x="200" y="113"/>
                    <a:pt x="150" y="63"/>
                  </a:cubicBezTo>
                  <a:cubicBezTo>
                    <a:pt x="113" y="0"/>
                    <a:pt x="1" y="13"/>
                    <a:pt x="1" y="100"/>
                  </a:cubicBezTo>
                  <a:cubicBezTo>
                    <a:pt x="1" y="150"/>
                    <a:pt x="13" y="213"/>
                    <a:pt x="13" y="263"/>
                  </a:cubicBezTo>
                  <a:cubicBezTo>
                    <a:pt x="26" y="375"/>
                    <a:pt x="188" y="375"/>
                    <a:pt x="200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4" name="Google Shape;5324;p110"/>
            <p:cNvSpPr/>
            <p:nvPr/>
          </p:nvSpPr>
          <p:spPr>
            <a:xfrm>
              <a:off x="6624250" y="4331300"/>
              <a:ext cx="10025" cy="6900"/>
            </a:xfrm>
            <a:custGeom>
              <a:rect b="b" l="l" r="r" t="t"/>
              <a:pathLst>
                <a:path extrusionOk="0" h="276" w="401">
                  <a:moveTo>
                    <a:pt x="313" y="88"/>
                  </a:moveTo>
                  <a:cubicBezTo>
                    <a:pt x="250" y="51"/>
                    <a:pt x="175" y="26"/>
                    <a:pt x="100" y="13"/>
                  </a:cubicBezTo>
                  <a:cubicBezTo>
                    <a:pt x="38" y="1"/>
                    <a:pt x="0" y="63"/>
                    <a:pt x="50" y="113"/>
                  </a:cubicBezTo>
                  <a:cubicBezTo>
                    <a:pt x="100" y="176"/>
                    <a:pt x="163" y="226"/>
                    <a:pt x="250" y="251"/>
                  </a:cubicBezTo>
                  <a:cubicBezTo>
                    <a:pt x="338" y="276"/>
                    <a:pt x="400" y="138"/>
                    <a:pt x="313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5" name="Google Shape;5325;p110"/>
            <p:cNvSpPr/>
            <p:nvPr/>
          </p:nvSpPr>
          <p:spPr>
            <a:xfrm>
              <a:off x="6618625" y="4440350"/>
              <a:ext cx="156850" cy="27825"/>
            </a:xfrm>
            <a:custGeom>
              <a:rect b="b" l="l" r="r" t="t"/>
              <a:pathLst>
                <a:path extrusionOk="0" h="1113" w="6274">
                  <a:moveTo>
                    <a:pt x="101" y="1100"/>
                  </a:moveTo>
                  <a:cubicBezTo>
                    <a:pt x="963" y="1112"/>
                    <a:pt x="1813" y="1025"/>
                    <a:pt x="2662" y="850"/>
                  </a:cubicBezTo>
                  <a:cubicBezTo>
                    <a:pt x="3812" y="625"/>
                    <a:pt x="4937" y="175"/>
                    <a:pt x="6111" y="500"/>
                  </a:cubicBezTo>
                  <a:cubicBezTo>
                    <a:pt x="6224" y="525"/>
                    <a:pt x="6274" y="362"/>
                    <a:pt x="6161" y="313"/>
                  </a:cubicBezTo>
                  <a:cubicBezTo>
                    <a:pt x="5362" y="0"/>
                    <a:pt x="4649" y="163"/>
                    <a:pt x="3837" y="337"/>
                  </a:cubicBezTo>
                  <a:cubicBezTo>
                    <a:pt x="2587" y="612"/>
                    <a:pt x="1375" y="862"/>
                    <a:pt x="101" y="925"/>
                  </a:cubicBezTo>
                  <a:cubicBezTo>
                    <a:pt x="1" y="937"/>
                    <a:pt x="1" y="1087"/>
                    <a:pt x="101" y="1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6" name="Google Shape;5326;p110"/>
            <p:cNvSpPr/>
            <p:nvPr/>
          </p:nvSpPr>
          <p:spPr>
            <a:xfrm>
              <a:off x="6763900" y="4437225"/>
              <a:ext cx="32825" cy="31250"/>
            </a:xfrm>
            <a:custGeom>
              <a:rect b="b" l="l" r="r" t="t"/>
              <a:pathLst>
                <a:path extrusionOk="0" h="1250" w="1313">
                  <a:moveTo>
                    <a:pt x="450" y="550"/>
                  </a:moveTo>
                  <a:lnTo>
                    <a:pt x="563" y="587"/>
                  </a:lnTo>
                  <a:cubicBezTo>
                    <a:pt x="613" y="512"/>
                    <a:pt x="550" y="413"/>
                    <a:pt x="463" y="425"/>
                  </a:cubicBezTo>
                  <a:cubicBezTo>
                    <a:pt x="1" y="587"/>
                    <a:pt x="463" y="1250"/>
                    <a:pt x="850" y="1012"/>
                  </a:cubicBezTo>
                  <a:cubicBezTo>
                    <a:pt x="1313" y="712"/>
                    <a:pt x="775" y="0"/>
                    <a:pt x="350" y="438"/>
                  </a:cubicBezTo>
                  <a:cubicBezTo>
                    <a:pt x="288" y="500"/>
                    <a:pt x="363" y="600"/>
                    <a:pt x="450" y="5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7" name="Google Shape;5327;p110"/>
            <p:cNvSpPr/>
            <p:nvPr/>
          </p:nvSpPr>
          <p:spPr>
            <a:xfrm>
              <a:off x="6768275" y="4388175"/>
              <a:ext cx="72825" cy="22500"/>
            </a:xfrm>
            <a:custGeom>
              <a:rect b="b" l="l" r="r" t="t"/>
              <a:pathLst>
                <a:path extrusionOk="0" h="900" w="2913">
                  <a:moveTo>
                    <a:pt x="100" y="263"/>
                  </a:moveTo>
                  <a:cubicBezTo>
                    <a:pt x="413" y="562"/>
                    <a:pt x="813" y="750"/>
                    <a:pt x="1225" y="800"/>
                  </a:cubicBezTo>
                  <a:cubicBezTo>
                    <a:pt x="1700" y="862"/>
                    <a:pt x="2400" y="900"/>
                    <a:pt x="2812" y="637"/>
                  </a:cubicBezTo>
                  <a:cubicBezTo>
                    <a:pt x="2912" y="575"/>
                    <a:pt x="2850" y="413"/>
                    <a:pt x="2725" y="438"/>
                  </a:cubicBezTo>
                  <a:cubicBezTo>
                    <a:pt x="1937" y="637"/>
                    <a:pt x="900" y="687"/>
                    <a:pt x="263" y="100"/>
                  </a:cubicBezTo>
                  <a:cubicBezTo>
                    <a:pt x="163" y="0"/>
                    <a:pt x="0" y="163"/>
                    <a:pt x="113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8" name="Google Shape;5328;p110"/>
            <p:cNvSpPr/>
            <p:nvPr/>
          </p:nvSpPr>
          <p:spPr>
            <a:xfrm>
              <a:off x="6769525" y="4381600"/>
              <a:ext cx="70625" cy="23450"/>
            </a:xfrm>
            <a:custGeom>
              <a:rect b="b" l="l" r="r" t="t"/>
              <a:pathLst>
                <a:path extrusionOk="0" h="938" w="2825">
                  <a:moveTo>
                    <a:pt x="2762" y="738"/>
                  </a:moveTo>
                  <a:cubicBezTo>
                    <a:pt x="2250" y="51"/>
                    <a:pt x="813" y="1"/>
                    <a:pt x="113" y="376"/>
                  </a:cubicBezTo>
                  <a:cubicBezTo>
                    <a:pt x="0" y="426"/>
                    <a:pt x="88" y="563"/>
                    <a:pt x="188" y="551"/>
                  </a:cubicBezTo>
                  <a:cubicBezTo>
                    <a:pt x="900" y="438"/>
                    <a:pt x="2062" y="176"/>
                    <a:pt x="2612" y="850"/>
                  </a:cubicBezTo>
                  <a:cubicBezTo>
                    <a:pt x="2687" y="938"/>
                    <a:pt x="2825" y="825"/>
                    <a:pt x="2775" y="7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9" name="Google Shape;5329;p110"/>
            <p:cNvSpPr/>
            <p:nvPr/>
          </p:nvSpPr>
          <p:spPr>
            <a:xfrm>
              <a:off x="6669850" y="4396600"/>
              <a:ext cx="17850" cy="55950"/>
            </a:xfrm>
            <a:custGeom>
              <a:rect b="b" l="l" r="r" t="t"/>
              <a:pathLst>
                <a:path extrusionOk="0" h="2238" w="714">
                  <a:moveTo>
                    <a:pt x="413" y="2087"/>
                  </a:moveTo>
                  <a:cubicBezTo>
                    <a:pt x="238" y="1450"/>
                    <a:pt x="326" y="775"/>
                    <a:pt x="663" y="213"/>
                  </a:cubicBezTo>
                  <a:cubicBezTo>
                    <a:pt x="713" y="101"/>
                    <a:pt x="551" y="1"/>
                    <a:pt x="476" y="101"/>
                  </a:cubicBezTo>
                  <a:cubicBezTo>
                    <a:pt x="88" y="713"/>
                    <a:pt x="1" y="1450"/>
                    <a:pt x="238" y="2137"/>
                  </a:cubicBezTo>
                  <a:cubicBezTo>
                    <a:pt x="276" y="2237"/>
                    <a:pt x="426" y="2200"/>
                    <a:pt x="413" y="20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0" name="Google Shape;5330;p110"/>
            <p:cNvSpPr/>
            <p:nvPr/>
          </p:nvSpPr>
          <p:spPr>
            <a:xfrm>
              <a:off x="6677050" y="4396600"/>
              <a:ext cx="16275" cy="54375"/>
            </a:xfrm>
            <a:custGeom>
              <a:rect b="b" l="l" r="r" t="t"/>
              <a:pathLst>
                <a:path extrusionOk="0" h="2175" w="651">
                  <a:moveTo>
                    <a:pt x="188" y="188"/>
                  </a:moveTo>
                  <a:cubicBezTo>
                    <a:pt x="313" y="550"/>
                    <a:pt x="363" y="950"/>
                    <a:pt x="300" y="1338"/>
                  </a:cubicBezTo>
                  <a:cubicBezTo>
                    <a:pt x="250" y="1613"/>
                    <a:pt x="113" y="1788"/>
                    <a:pt x="13" y="2038"/>
                  </a:cubicBezTo>
                  <a:cubicBezTo>
                    <a:pt x="0" y="2075"/>
                    <a:pt x="25" y="2112"/>
                    <a:pt x="63" y="2125"/>
                  </a:cubicBezTo>
                  <a:cubicBezTo>
                    <a:pt x="363" y="2175"/>
                    <a:pt x="463" y="1850"/>
                    <a:pt x="538" y="1613"/>
                  </a:cubicBezTo>
                  <a:cubicBezTo>
                    <a:pt x="650" y="1113"/>
                    <a:pt x="600" y="600"/>
                    <a:pt x="400" y="126"/>
                  </a:cubicBezTo>
                  <a:cubicBezTo>
                    <a:pt x="350" y="1"/>
                    <a:pt x="150" y="51"/>
                    <a:pt x="188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1" name="Google Shape;5331;p110"/>
            <p:cNvSpPr/>
            <p:nvPr/>
          </p:nvSpPr>
          <p:spPr>
            <a:xfrm>
              <a:off x="6337750" y="4364725"/>
              <a:ext cx="82825" cy="26900"/>
            </a:xfrm>
            <a:custGeom>
              <a:rect b="b" l="l" r="r" t="t"/>
              <a:pathLst>
                <a:path extrusionOk="0" h="1076" w="3313">
                  <a:moveTo>
                    <a:pt x="126" y="926"/>
                  </a:moveTo>
                  <a:cubicBezTo>
                    <a:pt x="1138" y="1076"/>
                    <a:pt x="2500" y="926"/>
                    <a:pt x="3263" y="163"/>
                  </a:cubicBezTo>
                  <a:cubicBezTo>
                    <a:pt x="3313" y="113"/>
                    <a:pt x="3263" y="1"/>
                    <a:pt x="3175" y="26"/>
                  </a:cubicBezTo>
                  <a:cubicBezTo>
                    <a:pt x="2713" y="188"/>
                    <a:pt x="2300" y="476"/>
                    <a:pt x="1813" y="601"/>
                  </a:cubicBezTo>
                  <a:cubicBezTo>
                    <a:pt x="1276" y="738"/>
                    <a:pt x="713" y="776"/>
                    <a:pt x="151" y="713"/>
                  </a:cubicBezTo>
                  <a:cubicBezTo>
                    <a:pt x="38" y="701"/>
                    <a:pt x="1" y="913"/>
                    <a:pt x="126" y="9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2" name="Google Shape;5332;p110"/>
            <p:cNvSpPr/>
            <p:nvPr/>
          </p:nvSpPr>
          <p:spPr>
            <a:xfrm>
              <a:off x="6319650" y="4355975"/>
              <a:ext cx="100625" cy="30975"/>
            </a:xfrm>
            <a:custGeom>
              <a:rect b="b" l="l" r="r" t="t"/>
              <a:pathLst>
                <a:path extrusionOk="0" h="1239" w="4025">
                  <a:moveTo>
                    <a:pt x="3887" y="238"/>
                  </a:moveTo>
                  <a:cubicBezTo>
                    <a:pt x="3262" y="126"/>
                    <a:pt x="2612" y="1"/>
                    <a:pt x="1975" y="101"/>
                  </a:cubicBezTo>
                  <a:cubicBezTo>
                    <a:pt x="1300" y="201"/>
                    <a:pt x="712" y="551"/>
                    <a:pt x="138" y="926"/>
                  </a:cubicBezTo>
                  <a:cubicBezTo>
                    <a:pt x="0" y="1013"/>
                    <a:pt x="138" y="1238"/>
                    <a:pt x="275" y="1151"/>
                  </a:cubicBezTo>
                  <a:cubicBezTo>
                    <a:pt x="737" y="838"/>
                    <a:pt x="1225" y="526"/>
                    <a:pt x="1787" y="388"/>
                  </a:cubicBezTo>
                  <a:cubicBezTo>
                    <a:pt x="2450" y="226"/>
                    <a:pt x="3162" y="338"/>
                    <a:pt x="3837" y="451"/>
                  </a:cubicBezTo>
                  <a:cubicBezTo>
                    <a:pt x="3962" y="463"/>
                    <a:pt x="4024" y="263"/>
                    <a:pt x="3887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3" name="Google Shape;5333;p110"/>
            <p:cNvSpPr/>
            <p:nvPr/>
          </p:nvSpPr>
          <p:spPr>
            <a:xfrm>
              <a:off x="6822325" y="3689900"/>
              <a:ext cx="199650" cy="551150"/>
            </a:xfrm>
            <a:custGeom>
              <a:rect b="b" l="l" r="r" t="t"/>
              <a:pathLst>
                <a:path extrusionOk="0" h="22046" w="7986">
                  <a:moveTo>
                    <a:pt x="4499" y="88"/>
                  </a:moveTo>
                  <a:cubicBezTo>
                    <a:pt x="3187" y="1426"/>
                    <a:pt x="2700" y="2938"/>
                    <a:pt x="2912" y="4837"/>
                  </a:cubicBezTo>
                  <a:cubicBezTo>
                    <a:pt x="3087" y="6237"/>
                    <a:pt x="3699" y="7487"/>
                    <a:pt x="4237" y="8761"/>
                  </a:cubicBezTo>
                  <a:cubicBezTo>
                    <a:pt x="6111" y="13235"/>
                    <a:pt x="7986" y="21470"/>
                    <a:pt x="213" y="21808"/>
                  </a:cubicBezTo>
                  <a:cubicBezTo>
                    <a:pt x="125" y="21808"/>
                    <a:pt x="125" y="21933"/>
                    <a:pt x="213" y="21945"/>
                  </a:cubicBezTo>
                  <a:cubicBezTo>
                    <a:pt x="3250" y="22045"/>
                    <a:pt x="5586" y="20071"/>
                    <a:pt x="6274" y="17084"/>
                  </a:cubicBezTo>
                  <a:cubicBezTo>
                    <a:pt x="7598" y="11435"/>
                    <a:pt x="0" y="5012"/>
                    <a:pt x="4637" y="213"/>
                  </a:cubicBezTo>
                  <a:cubicBezTo>
                    <a:pt x="4712" y="138"/>
                    <a:pt x="4587" y="1"/>
                    <a:pt x="4499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4" name="Google Shape;5334;p110"/>
            <p:cNvSpPr/>
            <p:nvPr/>
          </p:nvSpPr>
          <p:spPr>
            <a:xfrm>
              <a:off x="6723275" y="4055125"/>
              <a:ext cx="121250" cy="180925"/>
            </a:xfrm>
            <a:custGeom>
              <a:rect b="b" l="l" r="r" t="t"/>
              <a:pathLst>
                <a:path extrusionOk="0" h="7237" w="4850">
                  <a:moveTo>
                    <a:pt x="3175" y="7036"/>
                  </a:moveTo>
                  <a:cubicBezTo>
                    <a:pt x="1438" y="6911"/>
                    <a:pt x="438" y="4949"/>
                    <a:pt x="626" y="3400"/>
                  </a:cubicBezTo>
                  <a:cubicBezTo>
                    <a:pt x="838" y="1775"/>
                    <a:pt x="3138" y="113"/>
                    <a:pt x="4650" y="1513"/>
                  </a:cubicBezTo>
                  <a:cubicBezTo>
                    <a:pt x="4737" y="1588"/>
                    <a:pt x="4850" y="1463"/>
                    <a:pt x="4775" y="1388"/>
                  </a:cubicBezTo>
                  <a:cubicBezTo>
                    <a:pt x="3525" y="1"/>
                    <a:pt x="988" y="1313"/>
                    <a:pt x="538" y="2825"/>
                  </a:cubicBezTo>
                  <a:cubicBezTo>
                    <a:pt x="1" y="4637"/>
                    <a:pt x="1163" y="7086"/>
                    <a:pt x="3175" y="7224"/>
                  </a:cubicBezTo>
                  <a:cubicBezTo>
                    <a:pt x="3300" y="7236"/>
                    <a:pt x="3300" y="7049"/>
                    <a:pt x="3175" y="70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5" name="Google Shape;5335;p110"/>
            <p:cNvSpPr/>
            <p:nvPr/>
          </p:nvSpPr>
          <p:spPr>
            <a:xfrm>
              <a:off x="6789200" y="4108250"/>
              <a:ext cx="77200" cy="73425"/>
            </a:xfrm>
            <a:custGeom>
              <a:rect b="b" l="l" r="r" t="t"/>
              <a:pathLst>
                <a:path extrusionOk="0" h="2937" w="3088">
                  <a:moveTo>
                    <a:pt x="2463" y="163"/>
                  </a:moveTo>
                  <a:cubicBezTo>
                    <a:pt x="2837" y="900"/>
                    <a:pt x="2600" y="1800"/>
                    <a:pt x="1925" y="2274"/>
                  </a:cubicBezTo>
                  <a:cubicBezTo>
                    <a:pt x="1175" y="2749"/>
                    <a:pt x="338" y="2237"/>
                    <a:pt x="201" y="1425"/>
                  </a:cubicBezTo>
                  <a:cubicBezTo>
                    <a:pt x="188" y="1312"/>
                    <a:pt x="1" y="1337"/>
                    <a:pt x="13" y="1450"/>
                  </a:cubicBezTo>
                  <a:cubicBezTo>
                    <a:pt x="88" y="2324"/>
                    <a:pt x="1013" y="2937"/>
                    <a:pt x="1838" y="2549"/>
                  </a:cubicBezTo>
                  <a:cubicBezTo>
                    <a:pt x="2738" y="2137"/>
                    <a:pt x="3087" y="900"/>
                    <a:pt x="2588" y="75"/>
                  </a:cubicBezTo>
                  <a:cubicBezTo>
                    <a:pt x="2538" y="0"/>
                    <a:pt x="2425" y="75"/>
                    <a:pt x="2463" y="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6" name="Google Shape;5336;p110"/>
            <p:cNvSpPr/>
            <p:nvPr/>
          </p:nvSpPr>
          <p:spPr>
            <a:xfrm>
              <a:off x="6795150" y="4135100"/>
              <a:ext cx="325" cy="350"/>
            </a:xfrm>
            <a:custGeom>
              <a:rect b="b" l="l" r="r" t="t"/>
              <a:pathLst>
                <a:path extrusionOk="0" h="14" w="13">
                  <a:moveTo>
                    <a:pt x="0" y="1"/>
                  </a:moveTo>
                  <a:lnTo>
                    <a:pt x="0" y="13"/>
                  </a:lnTo>
                  <a:cubicBezTo>
                    <a:pt x="0" y="13"/>
                    <a:pt x="13" y="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7" name="Google Shape;5337;p110"/>
            <p:cNvSpPr/>
            <p:nvPr/>
          </p:nvSpPr>
          <p:spPr>
            <a:xfrm>
              <a:off x="6869500" y="4121350"/>
              <a:ext cx="104050" cy="206550"/>
            </a:xfrm>
            <a:custGeom>
              <a:rect b="b" l="l" r="r" t="t"/>
              <a:pathLst>
                <a:path extrusionOk="0" h="8262" w="4162">
                  <a:moveTo>
                    <a:pt x="3987" y="101"/>
                  </a:moveTo>
                  <a:cubicBezTo>
                    <a:pt x="3712" y="1288"/>
                    <a:pt x="3175" y="2400"/>
                    <a:pt x="2450" y="3375"/>
                  </a:cubicBezTo>
                  <a:cubicBezTo>
                    <a:pt x="1925" y="4087"/>
                    <a:pt x="1225" y="4737"/>
                    <a:pt x="863" y="5562"/>
                  </a:cubicBezTo>
                  <a:cubicBezTo>
                    <a:pt x="450" y="6474"/>
                    <a:pt x="463" y="7436"/>
                    <a:pt x="1150" y="8199"/>
                  </a:cubicBezTo>
                  <a:cubicBezTo>
                    <a:pt x="1213" y="8261"/>
                    <a:pt x="1338" y="8174"/>
                    <a:pt x="1275" y="8086"/>
                  </a:cubicBezTo>
                  <a:cubicBezTo>
                    <a:pt x="0" y="6212"/>
                    <a:pt x="1762" y="4725"/>
                    <a:pt x="2775" y="3275"/>
                  </a:cubicBezTo>
                  <a:cubicBezTo>
                    <a:pt x="3437" y="2325"/>
                    <a:pt x="3899" y="1263"/>
                    <a:pt x="4137" y="138"/>
                  </a:cubicBezTo>
                  <a:cubicBezTo>
                    <a:pt x="4162" y="38"/>
                    <a:pt x="4012" y="1"/>
                    <a:pt x="3987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8" name="Google Shape;5338;p110"/>
            <p:cNvSpPr/>
            <p:nvPr/>
          </p:nvSpPr>
          <p:spPr>
            <a:xfrm>
              <a:off x="6887000" y="3978900"/>
              <a:ext cx="81875" cy="88750"/>
            </a:xfrm>
            <a:custGeom>
              <a:rect b="b" l="l" r="r" t="t"/>
              <a:pathLst>
                <a:path extrusionOk="0" h="3550" w="3275">
                  <a:moveTo>
                    <a:pt x="2774" y="163"/>
                  </a:moveTo>
                  <a:cubicBezTo>
                    <a:pt x="2987" y="1138"/>
                    <a:pt x="3099" y="2500"/>
                    <a:pt x="2087" y="3112"/>
                  </a:cubicBezTo>
                  <a:cubicBezTo>
                    <a:pt x="1612" y="3375"/>
                    <a:pt x="1025" y="3287"/>
                    <a:pt x="638" y="2900"/>
                  </a:cubicBezTo>
                  <a:cubicBezTo>
                    <a:pt x="338" y="2575"/>
                    <a:pt x="0" y="1250"/>
                    <a:pt x="800" y="1163"/>
                  </a:cubicBezTo>
                  <a:cubicBezTo>
                    <a:pt x="875" y="1163"/>
                    <a:pt x="875" y="1025"/>
                    <a:pt x="800" y="1038"/>
                  </a:cubicBezTo>
                  <a:cubicBezTo>
                    <a:pt x="250" y="1088"/>
                    <a:pt x="75" y="1762"/>
                    <a:pt x="138" y="2237"/>
                  </a:cubicBezTo>
                  <a:cubicBezTo>
                    <a:pt x="200" y="2850"/>
                    <a:pt x="675" y="3350"/>
                    <a:pt x="1300" y="3450"/>
                  </a:cubicBezTo>
                  <a:cubicBezTo>
                    <a:pt x="1937" y="3550"/>
                    <a:pt x="2450" y="3187"/>
                    <a:pt x="2774" y="2650"/>
                  </a:cubicBezTo>
                  <a:cubicBezTo>
                    <a:pt x="3274" y="1850"/>
                    <a:pt x="3149" y="988"/>
                    <a:pt x="2949" y="113"/>
                  </a:cubicBezTo>
                  <a:cubicBezTo>
                    <a:pt x="2924" y="0"/>
                    <a:pt x="2762" y="50"/>
                    <a:pt x="2787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9" name="Google Shape;5339;p110"/>
            <p:cNvSpPr/>
            <p:nvPr/>
          </p:nvSpPr>
          <p:spPr>
            <a:xfrm>
              <a:off x="6898550" y="3923300"/>
              <a:ext cx="43775" cy="33450"/>
            </a:xfrm>
            <a:custGeom>
              <a:rect b="b" l="l" r="r" t="t"/>
              <a:pathLst>
                <a:path extrusionOk="0" h="1338" w="1751">
                  <a:moveTo>
                    <a:pt x="1400" y="150"/>
                  </a:moveTo>
                  <a:cubicBezTo>
                    <a:pt x="1488" y="462"/>
                    <a:pt x="1450" y="787"/>
                    <a:pt x="1138" y="962"/>
                  </a:cubicBezTo>
                  <a:cubicBezTo>
                    <a:pt x="938" y="1137"/>
                    <a:pt x="713" y="1087"/>
                    <a:pt x="488" y="800"/>
                  </a:cubicBezTo>
                  <a:cubicBezTo>
                    <a:pt x="438" y="675"/>
                    <a:pt x="463" y="537"/>
                    <a:pt x="525" y="425"/>
                  </a:cubicBezTo>
                  <a:cubicBezTo>
                    <a:pt x="638" y="350"/>
                    <a:pt x="538" y="175"/>
                    <a:pt x="425" y="250"/>
                  </a:cubicBezTo>
                  <a:cubicBezTo>
                    <a:pt x="1" y="512"/>
                    <a:pt x="338" y="1212"/>
                    <a:pt x="763" y="1262"/>
                  </a:cubicBezTo>
                  <a:cubicBezTo>
                    <a:pt x="1425" y="1337"/>
                    <a:pt x="1750" y="637"/>
                    <a:pt x="1550" y="100"/>
                  </a:cubicBezTo>
                  <a:cubicBezTo>
                    <a:pt x="1513" y="0"/>
                    <a:pt x="1375" y="38"/>
                    <a:pt x="1388" y="1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0" name="Google Shape;5340;p110"/>
            <p:cNvSpPr/>
            <p:nvPr/>
          </p:nvSpPr>
          <p:spPr>
            <a:xfrm>
              <a:off x="6890425" y="4315375"/>
              <a:ext cx="31900" cy="31900"/>
            </a:xfrm>
            <a:custGeom>
              <a:rect b="b" l="l" r="r" t="t"/>
              <a:pathLst>
                <a:path extrusionOk="0" h="1276" w="1276">
                  <a:moveTo>
                    <a:pt x="451" y="463"/>
                  </a:moveTo>
                  <a:lnTo>
                    <a:pt x="451" y="463"/>
                  </a:lnTo>
                  <a:cubicBezTo>
                    <a:pt x="463" y="375"/>
                    <a:pt x="351" y="325"/>
                    <a:pt x="288" y="388"/>
                  </a:cubicBezTo>
                  <a:cubicBezTo>
                    <a:pt x="1" y="800"/>
                    <a:pt x="626" y="1275"/>
                    <a:pt x="950" y="863"/>
                  </a:cubicBezTo>
                  <a:cubicBezTo>
                    <a:pt x="1275" y="438"/>
                    <a:pt x="713" y="0"/>
                    <a:pt x="351" y="325"/>
                  </a:cubicBezTo>
                  <a:cubicBezTo>
                    <a:pt x="276" y="388"/>
                    <a:pt x="376" y="488"/>
                    <a:pt x="451" y="4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1" name="Google Shape;5341;p110"/>
            <p:cNvSpPr/>
            <p:nvPr/>
          </p:nvSpPr>
          <p:spPr>
            <a:xfrm>
              <a:off x="6826375" y="4193850"/>
              <a:ext cx="112825" cy="77500"/>
            </a:xfrm>
            <a:custGeom>
              <a:rect b="b" l="l" r="r" t="t"/>
              <a:pathLst>
                <a:path extrusionOk="0" h="3100" w="4513">
                  <a:moveTo>
                    <a:pt x="4375" y="50"/>
                  </a:moveTo>
                  <a:cubicBezTo>
                    <a:pt x="3175" y="1412"/>
                    <a:pt x="1700" y="2175"/>
                    <a:pt x="88" y="2924"/>
                  </a:cubicBezTo>
                  <a:cubicBezTo>
                    <a:pt x="1" y="2962"/>
                    <a:pt x="63" y="3099"/>
                    <a:pt x="151" y="3074"/>
                  </a:cubicBezTo>
                  <a:cubicBezTo>
                    <a:pt x="1850" y="2562"/>
                    <a:pt x="3362" y="1550"/>
                    <a:pt x="4462" y="150"/>
                  </a:cubicBezTo>
                  <a:cubicBezTo>
                    <a:pt x="4512" y="88"/>
                    <a:pt x="4425" y="0"/>
                    <a:pt x="4375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2" name="Google Shape;5342;p110"/>
            <p:cNvSpPr/>
            <p:nvPr/>
          </p:nvSpPr>
          <p:spPr>
            <a:xfrm>
              <a:off x="6805775" y="4256950"/>
              <a:ext cx="32500" cy="30950"/>
            </a:xfrm>
            <a:custGeom>
              <a:rect b="b" l="l" r="r" t="t"/>
              <a:pathLst>
                <a:path extrusionOk="0" h="1238" w="1300">
                  <a:moveTo>
                    <a:pt x="912" y="388"/>
                  </a:moveTo>
                  <a:cubicBezTo>
                    <a:pt x="550" y="1"/>
                    <a:pt x="0" y="538"/>
                    <a:pt x="375" y="888"/>
                  </a:cubicBezTo>
                  <a:cubicBezTo>
                    <a:pt x="750" y="1238"/>
                    <a:pt x="1300" y="600"/>
                    <a:pt x="837" y="350"/>
                  </a:cubicBezTo>
                  <a:cubicBezTo>
                    <a:pt x="750" y="313"/>
                    <a:pt x="662" y="425"/>
                    <a:pt x="725" y="500"/>
                  </a:cubicBezTo>
                  <a:lnTo>
                    <a:pt x="800" y="500"/>
                  </a:lnTo>
                  <a:cubicBezTo>
                    <a:pt x="875" y="563"/>
                    <a:pt x="962" y="463"/>
                    <a:pt x="912" y="3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3" name="Google Shape;5343;p110"/>
            <p:cNvSpPr/>
            <p:nvPr/>
          </p:nvSpPr>
          <p:spPr>
            <a:xfrm>
              <a:off x="6811400" y="4233200"/>
              <a:ext cx="9700" cy="5975"/>
            </a:xfrm>
            <a:custGeom>
              <a:rect b="b" l="l" r="r" t="t"/>
              <a:pathLst>
                <a:path extrusionOk="0" h="239" w="388">
                  <a:moveTo>
                    <a:pt x="262" y="26"/>
                  </a:moveTo>
                  <a:cubicBezTo>
                    <a:pt x="212" y="26"/>
                    <a:pt x="150" y="26"/>
                    <a:pt x="100" y="13"/>
                  </a:cubicBezTo>
                  <a:cubicBezTo>
                    <a:pt x="13" y="1"/>
                    <a:pt x="0" y="126"/>
                    <a:pt x="50" y="176"/>
                  </a:cubicBezTo>
                  <a:cubicBezTo>
                    <a:pt x="112" y="213"/>
                    <a:pt x="187" y="238"/>
                    <a:pt x="262" y="226"/>
                  </a:cubicBezTo>
                  <a:cubicBezTo>
                    <a:pt x="387" y="226"/>
                    <a:pt x="387" y="38"/>
                    <a:pt x="262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4" name="Google Shape;5344;p110"/>
            <p:cNvSpPr/>
            <p:nvPr/>
          </p:nvSpPr>
          <p:spPr>
            <a:xfrm>
              <a:off x="6843875" y="4097000"/>
              <a:ext cx="6900" cy="10025"/>
            </a:xfrm>
            <a:custGeom>
              <a:rect b="b" l="l" r="r" t="t"/>
              <a:pathLst>
                <a:path extrusionOk="0" h="401" w="276">
                  <a:moveTo>
                    <a:pt x="238" y="250"/>
                  </a:moveTo>
                  <a:cubicBezTo>
                    <a:pt x="226" y="163"/>
                    <a:pt x="176" y="88"/>
                    <a:pt x="101" y="38"/>
                  </a:cubicBezTo>
                  <a:cubicBezTo>
                    <a:pt x="63" y="0"/>
                    <a:pt x="1" y="38"/>
                    <a:pt x="13" y="100"/>
                  </a:cubicBezTo>
                  <a:cubicBezTo>
                    <a:pt x="26" y="175"/>
                    <a:pt x="51" y="250"/>
                    <a:pt x="88" y="313"/>
                  </a:cubicBezTo>
                  <a:cubicBezTo>
                    <a:pt x="138" y="400"/>
                    <a:pt x="276" y="338"/>
                    <a:pt x="251" y="2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5" name="Google Shape;5345;p110"/>
            <p:cNvSpPr/>
            <p:nvPr/>
          </p:nvSpPr>
          <p:spPr>
            <a:xfrm>
              <a:off x="6952925" y="4091375"/>
              <a:ext cx="27500" cy="156850"/>
            </a:xfrm>
            <a:custGeom>
              <a:rect b="b" l="l" r="r" t="t"/>
              <a:pathLst>
                <a:path extrusionOk="0" h="6274" w="1100">
                  <a:moveTo>
                    <a:pt x="925" y="100"/>
                  </a:moveTo>
                  <a:cubicBezTo>
                    <a:pt x="850" y="1375"/>
                    <a:pt x="612" y="2600"/>
                    <a:pt x="337" y="3837"/>
                  </a:cubicBezTo>
                  <a:cubicBezTo>
                    <a:pt x="150" y="4649"/>
                    <a:pt x="0" y="5361"/>
                    <a:pt x="312" y="6161"/>
                  </a:cubicBezTo>
                  <a:cubicBezTo>
                    <a:pt x="362" y="6274"/>
                    <a:pt x="525" y="6236"/>
                    <a:pt x="487" y="6111"/>
                  </a:cubicBezTo>
                  <a:cubicBezTo>
                    <a:pt x="175" y="4936"/>
                    <a:pt x="625" y="3812"/>
                    <a:pt x="850" y="2650"/>
                  </a:cubicBezTo>
                  <a:cubicBezTo>
                    <a:pt x="1025" y="1812"/>
                    <a:pt x="1100" y="963"/>
                    <a:pt x="1100" y="100"/>
                  </a:cubicBezTo>
                  <a:cubicBezTo>
                    <a:pt x="1087" y="0"/>
                    <a:pt x="937" y="0"/>
                    <a:pt x="925" y="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6" name="Google Shape;5346;p110"/>
            <p:cNvSpPr/>
            <p:nvPr/>
          </p:nvSpPr>
          <p:spPr>
            <a:xfrm>
              <a:off x="6949475" y="4236325"/>
              <a:ext cx="31275" cy="33150"/>
            </a:xfrm>
            <a:custGeom>
              <a:rect b="b" l="l" r="r" t="t"/>
              <a:pathLst>
                <a:path extrusionOk="0" h="1326" w="1251">
                  <a:moveTo>
                    <a:pt x="438" y="351"/>
                  </a:moveTo>
                  <a:cubicBezTo>
                    <a:pt x="1" y="776"/>
                    <a:pt x="725" y="1325"/>
                    <a:pt x="1013" y="851"/>
                  </a:cubicBezTo>
                  <a:cubicBezTo>
                    <a:pt x="1250" y="476"/>
                    <a:pt x="588" y="1"/>
                    <a:pt x="438" y="476"/>
                  </a:cubicBezTo>
                  <a:cubicBezTo>
                    <a:pt x="413" y="563"/>
                    <a:pt x="525" y="626"/>
                    <a:pt x="588" y="563"/>
                  </a:cubicBezTo>
                  <a:lnTo>
                    <a:pt x="563" y="451"/>
                  </a:lnTo>
                  <a:cubicBezTo>
                    <a:pt x="613" y="363"/>
                    <a:pt x="500" y="276"/>
                    <a:pt x="438" y="3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7" name="Google Shape;5347;p110"/>
            <p:cNvSpPr/>
            <p:nvPr/>
          </p:nvSpPr>
          <p:spPr>
            <a:xfrm>
              <a:off x="6900425" y="4241025"/>
              <a:ext cx="22525" cy="72800"/>
            </a:xfrm>
            <a:custGeom>
              <a:rect b="b" l="l" r="r" t="t"/>
              <a:pathLst>
                <a:path extrusionOk="0" h="2912" w="901">
                  <a:moveTo>
                    <a:pt x="113" y="263"/>
                  </a:moveTo>
                  <a:cubicBezTo>
                    <a:pt x="688" y="900"/>
                    <a:pt x="650" y="1937"/>
                    <a:pt x="450" y="2724"/>
                  </a:cubicBezTo>
                  <a:cubicBezTo>
                    <a:pt x="425" y="2837"/>
                    <a:pt x="588" y="2912"/>
                    <a:pt x="650" y="2812"/>
                  </a:cubicBezTo>
                  <a:cubicBezTo>
                    <a:pt x="900" y="2387"/>
                    <a:pt x="875" y="1687"/>
                    <a:pt x="800" y="1225"/>
                  </a:cubicBezTo>
                  <a:cubicBezTo>
                    <a:pt x="750" y="800"/>
                    <a:pt x="563" y="413"/>
                    <a:pt x="263" y="100"/>
                  </a:cubicBezTo>
                  <a:cubicBezTo>
                    <a:pt x="163" y="0"/>
                    <a:pt x="1" y="163"/>
                    <a:pt x="113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8" name="Google Shape;5348;p110"/>
            <p:cNvSpPr/>
            <p:nvPr/>
          </p:nvSpPr>
          <p:spPr>
            <a:xfrm>
              <a:off x="6893875" y="4242575"/>
              <a:ext cx="23450" cy="70625"/>
            </a:xfrm>
            <a:custGeom>
              <a:rect b="b" l="l" r="r" t="t"/>
              <a:pathLst>
                <a:path extrusionOk="0" h="2825" w="938">
                  <a:moveTo>
                    <a:pt x="862" y="2612"/>
                  </a:moveTo>
                  <a:cubicBezTo>
                    <a:pt x="188" y="2063"/>
                    <a:pt x="450" y="888"/>
                    <a:pt x="550" y="176"/>
                  </a:cubicBezTo>
                  <a:cubicBezTo>
                    <a:pt x="562" y="76"/>
                    <a:pt x="425" y="1"/>
                    <a:pt x="375" y="101"/>
                  </a:cubicBezTo>
                  <a:cubicBezTo>
                    <a:pt x="0" y="800"/>
                    <a:pt x="63" y="2238"/>
                    <a:pt x="737" y="2750"/>
                  </a:cubicBezTo>
                  <a:cubicBezTo>
                    <a:pt x="825" y="2825"/>
                    <a:pt x="937" y="2675"/>
                    <a:pt x="850" y="26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9" name="Google Shape;5349;p110"/>
            <p:cNvSpPr/>
            <p:nvPr/>
          </p:nvSpPr>
          <p:spPr>
            <a:xfrm>
              <a:off x="6908850" y="4142600"/>
              <a:ext cx="56575" cy="17850"/>
            </a:xfrm>
            <a:custGeom>
              <a:rect b="b" l="l" r="r" t="t"/>
              <a:pathLst>
                <a:path extrusionOk="0" h="714" w="2263">
                  <a:moveTo>
                    <a:pt x="2150" y="238"/>
                  </a:moveTo>
                  <a:cubicBezTo>
                    <a:pt x="1463" y="1"/>
                    <a:pt x="726" y="88"/>
                    <a:pt x="113" y="476"/>
                  </a:cubicBezTo>
                  <a:cubicBezTo>
                    <a:pt x="1" y="551"/>
                    <a:pt x="101" y="713"/>
                    <a:pt x="226" y="663"/>
                  </a:cubicBezTo>
                  <a:cubicBezTo>
                    <a:pt x="788" y="326"/>
                    <a:pt x="1463" y="238"/>
                    <a:pt x="2100" y="413"/>
                  </a:cubicBezTo>
                  <a:cubicBezTo>
                    <a:pt x="2213" y="438"/>
                    <a:pt x="2263" y="263"/>
                    <a:pt x="2150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0" name="Google Shape;5350;p110"/>
            <p:cNvSpPr/>
            <p:nvPr/>
          </p:nvSpPr>
          <p:spPr>
            <a:xfrm>
              <a:off x="6909175" y="4149800"/>
              <a:ext cx="56250" cy="21250"/>
            </a:xfrm>
            <a:custGeom>
              <a:rect b="b" l="l" r="r" t="t"/>
              <a:pathLst>
                <a:path extrusionOk="0" h="850" w="2250">
                  <a:moveTo>
                    <a:pt x="125" y="400"/>
                  </a:moveTo>
                  <a:cubicBezTo>
                    <a:pt x="475" y="538"/>
                    <a:pt x="2250" y="850"/>
                    <a:pt x="2125" y="63"/>
                  </a:cubicBezTo>
                  <a:cubicBezTo>
                    <a:pt x="2112" y="25"/>
                    <a:pt x="2075" y="0"/>
                    <a:pt x="2037" y="13"/>
                  </a:cubicBezTo>
                  <a:cubicBezTo>
                    <a:pt x="1788" y="113"/>
                    <a:pt x="1613" y="250"/>
                    <a:pt x="1338" y="300"/>
                  </a:cubicBezTo>
                  <a:cubicBezTo>
                    <a:pt x="950" y="363"/>
                    <a:pt x="550" y="313"/>
                    <a:pt x="188" y="188"/>
                  </a:cubicBezTo>
                  <a:cubicBezTo>
                    <a:pt x="50" y="138"/>
                    <a:pt x="0" y="338"/>
                    <a:pt x="125" y="4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1" name="Google Shape;5351;p110"/>
            <p:cNvSpPr/>
            <p:nvPr/>
          </p:nvSpPr>
          <p:spPr>
            <a:xfrm>
              <a:off x="6877300" y="3810500"/>
              <a:ext cx="26600" cy="82825"/>
            </a:xfrm>
            <a:custGeom>
              <a:rect b="b" l="l" r="r" t="t"/>
              <a:pathLst>
                <a:path extrusionOk="0" h="3313" w="1064">
                  <a:moveTo>
                    <a:pt x="713" y="151"/>
                  </a:moveTo>
                  <a:cubicBezTo>
                    <a:pt x="776" y="713"/>
                    <a:pt x="738" y="1275"/>
                    <a:pt x="601" y="1813"/>
                  </a:cubicBezTo>
                  <a:cubicBezTo>
                    <a:pt x="463" y="2300"/>
                    <a:pt x="188" y="2713"/>
                    <a:pt x="26" y="3175"/>
                  </a:cubicBezTo>
                  <a:cubicBezTo>
                    <a:pt x="1" y="3262"/>
                    <a:pt x="101" y="3312"/>
                    <a:pt x="163" y="3262"/>
                  </a:cubicBezTo>
                  <a:cubicBezTo>
                    <a:pt x="938" y="2500"/>
                    <a:pt x="1063" y="1138"/>
                    <a:pt x="926" y="126"/>
                  </a:cubicBezTo>
                  <a:cubicBezTo>
                    <a:pt x="913" y="1"/>
                    <a:pt x="701" y="26"/>
                    <a:pt x="713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2" name="Google Shape;5352;p110"/>
            <p:cNvSpPr/>
            <p:nvPr/>
          </p:nvSpPr>
          <p:spPr>
            <a:xfrm>
              <a:off x="6868550" y="3792700"/>
              <a:ext cx="30975" cy="100625"/>
            </a:xfrm>
            <a:custGeom>
              <a:rect b="b" l="l" r="r" t="t"/>
              <a:pathLst>
                <a:path extrusionOk="0" h="4025" w="1239">
                  <a:moveTo>
                    <a:pt x="438" y="3824"/>
                  </a:moveTo>
                  <a:cubicBezTo>
                    <a:pt x="338" y="3150"/>
                    <a:pt x="226" y="2450"/>
                    <a:pt x="388" y="1775"/>
                  </a:cubicBezTo>
                  <a:cubicBezTo>
                    <a:pt x="513" y="1225"/>
                    <a:pt x="838" y="738"/>
                    <a:pt x="1138" y="263"/>
                  </a:cubicBezTo>
                  <a:cubicBezTo>
                    <a:pt x="1238" y="125"/>
                    <a:pt x="1013" y="0"/>
                    <a:pt x="913" y="138"/>
                  </a:cubicBezTo>
                  <a:cubicBezTo>
                    <a:pt x="551" y="700"/>
                    <a:pt x="201" y="1288"/>
                    <a:pt x="88" y="1975"/>
                  </a:cubicBezTo>
                  <a:cubicBezTo>
                    <a:pt x="1" y="2612"/>
                    <a:pt x="126" y="3262"/>
                    <a:pt x="238" y="3887"/>
                  </a:cubicBezTo>
                  <a:cubicBezTo>
                    <a:pt x="263" y="4024"/>
                    <a:pt x="463" y="3962"/>
                    <a:pt x="438" y="38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3" name="Google Shape;5353;p110"/>
            <p:cNvSpPr/>
            <p:nvPr/>
          </p:nvSpPr>
          <p:spPr>
            <a:xfrm>
              <a:off x="6712050" y="4197600"/>
              <a:ext cx="8450" cy="8150"/>
            </a:xfrm>
            <a:custGeom>
              <a:rect b="b" l="l" r="r" t="t"/>
              <a:pathLst>
                <a:path extrusionOk="0" h="326" w="338">
                  <a:moveTo>
                    <a:pt x="88" y="313"/>
                  </a:moveTo>
                  <a:cubicBezTo>
                    <a:pt x="175" y="325"/>
                    <a:pt x="262" y="288"/>
                    <a:pt x="312" y="213"/>
                  </a:cubicBezTo>
                  <a:cubicBezTo>
                    <a:pt x="325" y="200"/>
                    <a:pt x="337" y="163"/>
                    <a:pt x="325" y="138"/>
                  </a:cubicBezTo>
                  <a:lnTo>
                    <a:pt x="300" y="50"/>
                  </a:lnTo>
                  <a:cubicBezTo>
                    <a:pt x="287" y="13"/>
                    <a:pt x="225" y="0"/>
                    <a:pt x="212" y="38"/>
                  </a:cubicBezTo>
                  <a:lnTo>
                    <a:pt x="75" y="175"/>
                  </a:lnTo>
                  <a:cubicBezTo>
                    <a:pt x="0" y="200"/>
                    <a:pt x="13" y="325"/>
                    <a:pt x="88" y="3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4" name="Google Shape;5354;p110"/>
            <p:cNvSpPr/>
            <p:nvPr/>
          </p:nvSpPr>
          <p:spPr>
            <a:xfrm>
              <a:off x="6655500" y="4190725"/>
              <a:ext cx="58750" cy="15025"/>
            </a:xfrm>
            <a:custGeom>
              <a:rect b="b" l="l" r="r" t="t"/>
              <a:pathLst>
                <a:path extrusionOk="0" h="601" w="2350">
                  <a:moveTo>
                    <a:pt x="2300" y="475"/>
                  </a:moveTo>
                  <a:cubicBezTo>
                    <a:pt x="1625" y="138"/>
                    <a:pt x="825" y="0"/>
                    <a:pt x="88" y="225"/>
                  </a:cubicBezTo>
                  <a:cubicBezTo>
                    <a:pt x="0" y="250"/>
                    <a:pt x="0" y="413"/>
                    <a:pt x="113" y="400"/>
                  </a:cubicBezTo>
                  <a:cubicBezTo>
                    <a:pt x="862" y="313"/>
                    <a:pt x="1537" y="313"/>
                    <a:pt x="2250" y="588"/>
                  </a:cubicBezTo>
                  <a:cubicBezTo>
                    <a:pt x="2312" y="600"/>
                    <a:pt x="2350" y="500"/>
                    <a:pt x="2300" y="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5" name="Google Shape;5355;p110"/>
            <p:cNvSpPr/>
            <p:nvPr/>
          </p:nvSpPr>
          <p:spPr>
            <a:xfrm>
              <a:off x="6655175" y="4183525"/>
              <a:ext cx="25325" cy="16900"/>
            </a:xfrm>
            <a:custGeom>
              <a:rect b="b" l="l" r="r" t="t"/>
              <a:pathLst>
                <a:path extrusionOk="0" h="676" w="1013">
                  <a:moveTo>
                    <a:pt x="201" y="613"/>
                  </a:moveTo>
                  <a:cubicBezTo>
                    <a:pt x="413" y="351"/>
                    <a:pt x="650" y="276"/>
                    <a:pt x="938" y="163"/>
                  </a:cubicBezTo>
                  <a:cubicBezTo>
                    <a:pt x="1013" y="126"/>
                    <a:pt x="1013" y="1"/>
                    <a:pt x="925" y="1"/>
                  </a:cubicBezTo>
                  <a:cubicBezTo>
                    <a:pt x="575" y="26"/>
                    <a:pt x="251" y="201"/>
                    <a:pt x="63" y="501"/>
                  </a:cubicBezTo>
                  <a:cubicBezTo>
                    <a:pt x="1" y="576"/>
                    <a:pt x="138" y="676"/>
                    <a:pt x="201" y="6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6" name="Google Shape;5356;p110"/>
            <p:cNvSpPr/>
            <p:nvPr/>
          </p:nvSpPr>
          <p:spPr>
            <a:xfrm>
              <a:off x="6694550" y="4145425"/>
              <a:ext cx="26575" cy="55325"/>
            </a:xfrm>
            <a:custGeom>
              <a:rect b="b" l="l" r="r" t="t"/>
              <a:pathLst>
                <a:path extrusionOk="0" h="2213" w="1063">
                  <a:moveTo>
                    <a:pt x="1012" y="2075"/>
                  </a:moveTo>
                  <a:cubicBezTo>
                    <a:pt x="838" y="1775"/>
                    <a:pt x="700" y="1462"/>
                    <a:pt x="575" y="1125"/>
                  </a:cubicBezTo>
                  <a:cubicBezTo>
                    <a:pt x="463" y="775"/>
                    <a:pt x="525" y="475"/>
                    <a:pt x="575" y="125"/>
                  </a:cubicBezTo>
                  <a:cubicBezTo>
                    <a:pt x="588" y="25"/>
                    <a:pt x="450" y="0"/>
                    <a:pt x="413" y="75"/>
                  </a:cubicBezTo>
                  <a:cubicBezTo>
                    <a:pt x="0" y="775"/>
                    <a:pt x="463" y="1612"/>
                    <a:pt x="925" y="2162"/>
                  </a:cubicBezTo>
                  <a:cubicBezTo>
                    <a:pt x="975" y="2212"/>
                    <a:pt x="1062" y="2137"/>
                    <a:pt x="1025" y="20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7" name="Google Shape;5357;p110"/>
            <p:cNvSpPr/>
            <p:nvPr/>
          </p:nvSpPr>
          <p:spPr>
            <a:xfrm>
              <a:off x="6693600" y="4144175"/>
              <a:ext cx="16900" cy="34700"/>
            </a:xfrm>
            <a:custGeom>
              <a:rect b="b" l="l" r="r" t="t"/>
              <a:pathLst>
                <a:path extrusionOk="0" h="1388" w="676">
                  <a:moveTo>
                    <a:pt x="376" y="138"/>
                  </a:moveTo>
                  <a:cubicBezTo>
                    <a:pt x="113" y="450"/>
                    <a:pt x="1" y="875"/>
                    <a:pt x="51" y="1287"/>
                  </a:cubicBezTo>
                  <a:cubicBezTo>
                    <a:pt x="63" y="1387"/>
                    <a:pt x="201" y="1350"/>
                    <a:pt x="226" y="1262"/>
                  </a:cubicBezTo>
                  <a:cubicBezTo>
                    <a:pt x="238" y="875"/>
                    <a:pt x="301" y="575"/>
                    <a:pt x="576" y="288"/>
                  </a:cubicBezTo>
                  <a:cubicBezTo>
                    <a:pt x="676" y="150"/>
                    <a:pt x="476" y="0"/>
                    <a:pt x="376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8" name="Google Shape;5358;p110"/>
            <p:cNvSpPr/>
            <p:nvPr/>
          </p:nvSpPr>
          <p:spPr>
            <a:xfrm>
              <a:off x="6676725" y="4169150"/>
              <a:ext cx="22850" cy="11275"/>
            </a:xfrm>
            <a:custGeom>
              <a:rect b="b" l="l" r="r" t="t"/>
              <a:pathLst>
                <a:path extrusionOk="0" h="451" w="914">
                  <a:moveTo>
                    <a:pt x="788" y="238"/>
                  </a:moveTo>
                  <a:cubicBezTo>
                    <a:pt x="576" y="176"/>
                    <a:pt x="363" y="76"/>
                    <a:pt x="138" y="26"/>
                  </a:cubicBezTo>
                  <a:cubicBezTo>
                    <a:pt x="51" y="1"/>
                    <a:pt x="1" y="113"/>
                    <a:pt x="88" y="163"/>
                  </a:cubicBezTo>
                  <a:cubicBezTo>
                    <a:pt x="288" y="288"/>
                    <a:pt x="513" y="376"/>
                    <a:pt x="738" y="426"/>
                  </a:cubicBezTo>
                  <a:cubicBezTo>
                    <a:pt x="863" y="451"/>
                    <a:pt x="913" y="276"/>
                    <a:pt x="788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9" name="Google Shape;5359;p110"/>
            <p:cNvSpPr/>
            <p:nvPr/>
          </p:nvSpPr>
          <p:spPr>
            <a:xfrm>
              <a:off x="6675800" y="4169150"/>
              <a:ext cx="16275" cy="19725"/>
            </a:xfrm>
            <a:custGeom>
              <a:rect b="b" l="l" r="r" t="t"/>
              <a:pathLst>
                <a:path extrusionOk="0" h="789" w="651">
                  <a:moveTo>
                    <a:pt x="63" y="226"/>
                  </a:moveTo>
                  <a:cubicBezTo>
                    <a:pt x="150" y="413"/>
                    <a:pt x="275" y="588"/>
                    <a:pt x="438" y="726"/>
                  </a:cubicBezTo>
                  <a:cubicBezTo>
                    <a:pt x="513" y="788"/>
                    <a:pt x="650" y="701"/>
                    <a:pt x="588" y="613"/>
                  </a:cubicBezTo>
                  <a:cubicBezTo>
                    <a:pt x="488" y="438"/>
                    <a:pt x="363" y="288"/>
                    <a:pt x="250" y="126"/>
                  </a:cubicBezTo>
                  <a:cubicBezTo>
                    <a:pt x="175" y="1"/>
                    <a:pt x="0" y="101"/>
                    <a:pt x="75" y="2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0" name="Google Shape;5360;p110"/>
            <p:cNvSpPr/>
            <p:nvPr/>
          </p:nvSpPr>
          <p:spPr>
            <a:xfrm>
              <a:off x="6672975" y="4181650"/>
              <a:ext cx="17525" cy="6900"/>
            </a:xfrm>
            <a:custGeom>
              <a:rect b="b" l="l" r="r" t="t"/>
              <a:pathLst>
                <a:path extrusionOk="0" h="276" w="701">
                  <a:moveTo>
                    <a:pt x="576" y="51"/>
                  </a:moveTo>
                  <a:cubicBezTo>
                    <a:pt x="413" y="1"/>
                    <a:pt x="226" y="26"/>
                    <a:pt x="88" y="113"/>
                  </a:cubicBezTo>
                  <a:cubicBezTo>
                    <a:pt x="1" y="163"/>
                    <a:pt x="63" y="276"/>
                    <a:pt x="138" y="251"/>
                  </a:cubicBezTo>
                  <a:lnTo>
                    <a:pt x="526" y="238"/>
                  </a:lnTo>
                  <a:cubicBezTo>
                    <a:pt x="638" y="263"/>
                    <a:pt x="701" y="88"/>
                    <a:pt x="576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1" name="Google Shape;5361;p110"/>
            <p:cNvSpPr/>
            <p:nvPr/>
          </p:nvSpPr>
          <p:spPr>
            <a:xfrm>
              <a:off x="6653000" y="4149475"/>
              <a:ext cx="28750" cy="23450"/>
            </a:xfrm>
            <a:custGeom>
              <a:rect b="b" l="l" r="r" t="t"/>
              <a:pathLst>
                <a:path extrusionOk="0" h="938" w="1150">
                  <a:moveTo>
                    <a:pt x="638" y="788"/>
                  </a:moveTo>
                  <a:cubicBezTo>
                    <a:pt x="1150" y="675"/>
                    <a:pt x="862" y="1"/>
                    <a:pt x="425" y="101"/>
                  </a:cubicBezTo>
                  <a:cubicBezTo>
                    <a:pt x="0" y="201"/>
                    <a:pt x="113" y="938"/>
                    <a:pt x="625" y="788"/>
                  </a:cubicBezTo>
                  <a:cubicBezTo>
                    <a:pt x="737" y="750"/>
                    <a:pt x="712" y="588"/>
                    <a:pt x="600" y="600"/>
                  </a:cubicBezTo>
                  <a:lnTo>
                    <a:pt x="600" y="613"/>
                  </a:lnTo>
                  <a:cubicBezTo>
                    <a:pt x="488" y="650"/>
                    <a:pt x="538" y="813"/>
                    <a:pt x="650" y="7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2" name="Google Shape;5362;p110"/>
            <p:cNvSpPr/>
            <p:nvPr/>
          </p:nvSpPr>
          <p:spPr>
            <a:xfrm>
              <a:off x="846700" y="4309125"/>
              <a:ext cx="551125" cy="190600"/>
            </a:xfrm>
            <a:custGeom>
              <a:rect b="b" l="l" r="r" t="t"/>
              <a:pathLst>
                <a:path extrusionOk="0" h="7624" w="22045">
                  <a:moveTo>
                    <a:pt x="21832" y="4662"/>
                  </a:moveTo>
                  <a:cubicBezTo>
                    <a:pt x="17009" y="0"/>
                    <a:pt x="10598" y="7623"/>
                    <a:pt x="4962" y="6311"/>
                  </a:cubicBezTo>
                  <a:cubicBezTo>
                    <a:pt x="1963" y="5611"/>
                    <a:pt x="1" y="3300"/>
                    <a:pt x="101" y="238"/>
                  </a:cubicBezTo>
                  <a:cubicBezTo>
                    <a:pt x="101" y="150"/>
                    <a:pt x="251" y="150"/>
                    <a:pt x="251" y="238"/>
                  </a:cubicBezTo>
                  <a:cubicBezTo>
                    <a:pt x="513" y="6511"/>
                    <a:pt x="7511" y="6724"/>
                    <a:pt x="11885" y="4887"/>
                  </a:cubicBezTo>
                  <a:cubicBezTo>
                    <a:pt x="13597" y="4162"/>
                    <a:pt x="15322" y="3175"/>
                    <a:pt x="17209" y="2950"/>
                  </a:cubicBezTo>
                  <a:cubicBezTo>
                    <a:pt x="19108" y="2725"/>
                    <a:pt x="20620" y="3225"/>
                    <a:pt x="21970" y="4524"/>
                  </a:cubicBezTo>
                  <a:cubicBezTo>
                    <a:pt x="22045" y="4612"/>
                    <a:pt x="21920" y="4737"/>
                    <a:pt x="21832" y="46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3" name="Google Shape;5363;p110"/>
            <p:cNvSpPr/>
            <p:nvPr/>
          </p:nvSpPr>
          <p:spPr>
            <a:xfrm>
              <a:off x="851700" y="4210725"/>
              <a:ext cx="180925" cy="121225"/>
            </a:xfrm>
            <a:custGeom>
              <a:rect b="b" l="l" r="r" t="t"/>
              <a:pathLst>
                <a:path extrusionOk="0" h="4849" w="7237">
                  <a:moveTo>
                    <a:pt x="13" y="3174"/>
                  </a:moveTo>
                  <a:cubicBezTo>
                    <a:pt x="151" y="1162"/>
                    <a:pt x="2612" y="0"/>
                    <a:pt x="4412" y="537"/>
                  </a:cubicBezTo>
                  <a:cubicBezTo>
                    <a:pt x="5924" y="987"/>
                    <a:pt x="7236" y="3524"/>
                    <a:pt x="5849" y="4774"/>
                  </a:cubicBezTo>
                  <a:cubicBezTo>
                    <a:pt x="5774" y="4849"/>
                    <a:pt x="5662" y="4736"/>
                    <a:pt x="5724" y="4661"/>
                  </a:cubicBezTo>
                  <a:cubicBezTo>
                    <a:pt x="7124" y="3137"/>
                    <a:pt x="5462" y="837"/>
                    <a:pt x="3837" y="637"/>
                  </a:cubicBezTo>
                  <a:cubicBezTo>
                    <a:pt x="2287" y="437"/>
                    <a:pt x="325" y="1450"/>
                    <a:pt x="201" y="3174"/>
                  </a:cubicBezTo>
                  <a:cubicBezTo>
                    <a:pt x="201" y="3299"/>
                    <a:pt x="1" y="3299"/>
                    <a:pt x="13" y="3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4" name="Google Shape;5364;p110"/>
            <p:cNvSpPr/>
            <p:nvPr/>
          </p:nvSpPr>
          <p:spPr>
            <a:xfrm>
              <a:off x="905750" y="4276625"/>
              <a:ext cx="73125" cy="77200"/>
            </a:xfrm>
            <a:custGeom>
              <a:rect b="b" l="l" r="r" t="t"/>
              <a:pathLst>
                <a:path extrusionOk="0" h="3088" w="2925">
                  <a:moveTo>
                    <a:pt x="2862" y="2600"/>
                  </a:moveTo>
                  <a:cubicBezTo>
                    <a:pt x="2025" y="3087"/>
                    <a:pt x="800" y="2738"/>
                    <a:pt x="388" y="1850"/>
                  </a:cubicBezTo>
                  <a:cubicBezTo>
                    <a:pt x="0" y="1026"/>
                    <a:pt x="613" y="101"/>
                    <a:pt x="1488" y="13"/>
                  </a:cubicBezTo>
                  <a:cubicBezTo>
                    <a:pt x="1588" y="1"/>
                    <a:pt x="1625" y="188"/>
                    <a:pt x="1513" y="213"/>
                  </a:cubicBezTo>
                  <a:cubicBezTo>
                    <a:pt x="700" y="351"/>
                    <a:pt x="200" y="1176"/>
                    <a:pt x="663" y="1925"/>
                  </a:cubicBezTo>
                  <a:cubicBezTo>
                    <a:pt x="1138" y="2613"/>
                    <a:pt x="2037" y="2838"/>
                    <a:pt x="2775" y="2463"/>
                  </a:cubicBezTo>
                  <a:cubicBezTo>
                    <a:pt x="2850" y="2425"/>
                    <a:pt x="2925" y="2538"/>
                    <a:pt x="2850" y="26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5" name="Google Shape;5365;p110"/>
            <p:cNvSpPr/>
            <p:nvPr/>
          </p:nvSpPr>
          <p:spPr>
            <a:xfrm>
              <a:off x="952300" y="4282575"/>
              <a:ext cx="25" cy="325"/>
            </a:xfrm>
            <a:custGeom>
              <a:rect b="b" l="l" r="r" t="t"/>
              <a:pathLst>
                <a:path extrusionOk="0" h="13" w="1">
                  <a:moveTo>
                    <a:pt x="1" y="0"/>
                  </a:moveTo>
                  <a:lnTo>
                    <a:pt x="1" y="1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6" name="Google Shape;5366;p110"/>
            <p:cNvSpPr/>
            <p:nvPr/>
          </p:nvSpPr>
          <p:spPr>
            <a:xfrm>
              <a:off x="759550" y="4357225"/>
              <a:ext cx="206825" cy="103750"/>
            </a:xfrm>
            <a:custGeom>
              <a:rect b="b" l="l" r="r" t="t"/>
              <a:pathLst>
                <a:path extrusionOk="0" h="4150" w="8273">
                  <a:moveTo>
                    <a:pt x="8135" y="4137"/>
                  </a:moveTo>
                  <a:cubicBezTo>
                    <a:pt x="6998" y="3887"/>
                    <a:pt x="5936" y="3425"/>
                    <a:pt x="4986" y="2775"/>
                  </a:cubicBezTo>
                  <a:cubicBezTo>
                    <a:pt x="3537" y="1763"/>
                    <a:pt x="2062" y="1"/>
                    <a:pt x="175" y="1276"/>
                  </a:cubicBezTo>
                  <a:cubicBezTo>
                    <a:pt x="100" y="1326"/>
                    <a:pt x="0" y="1201"/>
                    <a:pt x="75" y="1138"/>
                  </a:cubicBezTo>
                  <a:cubicBezTo>
                    <a:pt x="837" y="451"/>
                    <a:pt x="1787" y="451"/>
                    <a:pt x="2699" y="851"/>
                  </a:cubicBezTo>
                  <a:cubicBezTo>
                    <a:pt x="3374" y="1151"/>
                    <a:pt x="3912" y="1676"/>
                    <a:pt x="4474" y="2125"/>
                  </a:cubicBezTo>
                  <a:cubicBezTo>
                    <a:pt x="5549" y="3013"/>
                    <a:pt x="6811" y="3650"/>
                    <a:pt x="8173" y="3975"/>
                  </a:cubicBezTo>
                  <a:cubicBezTo>
                    <a:pt x="8273" y="4000"/>
                    <a:pt x="8235" y="4150"/>
                    <a:pt x="8135" y="41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7" name="Google Shape;5367;p110"/>
            <p:cNvSpPr/>
            <p:nvPr/>
          </p:nvSpPr>
          <p:spPr>
            <a:xfrm>
              <a:off x="1020100" y="4375975"/>
              <a:ext cx="88425" cy="80000"/>
            </a:xfrm>
            <a:custGeom>
              <a:rect b="b" l="l" r="r" t="t"/>
              <a:pathLst>
                <a:path extrusionOk="0" h="3200" w="3537">
                  <a:moveTo>
                    <a:pt x="3424" y="2888"/>
                  </a:moveTo>
                  <a:cubicBezTo>
                    <a:pt x="2550" y="3087"/>
                    <a:pt x="1700" y="3200"/>
                    <a:pt x="888" y="2713"/>
                  </a:cubicBezTo>
                  <a:cubicBezTo>
                    <a:pt x="363" y="2388"/>
                    <a:pt x="0" y="1875"/>
                    <a:pt x="100" y="1225"/>
                  </a:cubicBezTo>
                  <a:cubicBezTo>
                    <a:pt x="188" y="613"/>
                    <a:pt x="688" y="138"/>
                    <a:pt x="1312" y="63"/>
                  </a:cubicBezTo>
                  <a:cubicBezTo>
                    <a:pt x="1787" y="13"/>
                    <a:pt x="2462" y="176"/>
                    <a:pt x="2512" y="726"/>
                  </a:cubicBezTo>
                  <a:cubicBezTo>
                    <a:pt x="2525" y="813"/>
                    <a:pt x="2387" y="813"/>
                    <a:pt x="2375" y="726"/>
                  </a:cubicBezTo>
                  <a:cubicBezTo>
                    <a:pt x="2312" y="1"/>
                    <a:pt x="1100" y="263"/>
                    <a:pt x="775" y="488"/>
                  </a:cubicBezTo>
                  <a:cubicBezTo>
                    <a:pt x="288" y="838"/>
                    <a:pt x="138" y="1500"/>
                    <a:pt x="438" y="2025"/>
                  </a:cubicBezTo>
                  <a:cubicBezTo>
                    <a:pt x="1050" y="3037"/>
                    <a:pt x="2400" y="2937"/>
                    <a:pt x="3374" y="2713"/>
                  </a:cubicBezTo>
                  <a:cubicBezTo>
                    <a:pt x="3487" y="2688"/>
                    <a:pt x="3537" y="2863"/>
                    <a:pt x="3424" y="28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8" name="Google Shape;5368;p110"/>
            <p:cNvSpPr/>
            <p:nvPr/>
          </p:nvSpPr>
          <p:spPr>
            <a:xfrm>
              <a:off x="1130700" y="4386300"/>
              <a:ext cx="33450" cy="43450"/>
            </a:xfrm>
            <a:custGeom>
              <a:rect b="b" l="l" r="r" t="t"/>
              <a:pathLst>
                <a:path extrusionOk="0" h="1738" w="1338">
                  <a:moveTo>
                    <a:pt x="1237" y="1550"/>
                  </a:moveTo>
                  <a:cubicBezTo>
                    <a:pt x="700" y="1737"/>
                    <a:pt x="0" y="1412"/>
                    <a:pt x="75" y="762"/>
                  </a:cubicBezTo>
                  <a:cubicBezTo>
                    <a:pt x="125" y="338"/>
                    <a:pt x="825" y="0"/>
                    <a:pt x="1087" y="425"/>
                  </a:cubicBezTo>
                  <a:cubicBezTo>
                    <a:pt x="1162" y="538"/>
                    <a:pt x="987" y="637"/>
                    <a:pt x="912" y="525"/>
                  </a:cubicBezTo>
                  <a:cubicBezTo>
                    <a:pt x="800" y="463"/>
                    <a:pt x="662" y="438"/>
                    <a:pt x="537" y="488"/>
                  </a:cubicBezTo>
                  <a:cubicBezTo>
                    <a:pt x="263" y="712"/>
                    <a:pt x="213" y="937"/>
                    <a:pt x="388" y="1137"/>
                  </a:cubicBezTo>
                  <a:cubicBezTo>
                    <a:pt x="550" y="1450"/>
                    <a:pt x="887" y="1487"/>
                    <a:pt x="1200" y="1400"/>
                  </a:cubicBezTo>
                  <a:cubicBezTo>
                    <a:pt x="1300" y="1362"/>
                    <a:pt x="1337" y="1525"/>
                    <a:pt x="1237" y="15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9" name="Google Shape;5369;p110"/>
            <p:cNvSpPr/>
            <p:nvPr/>
          </p:nvSpPr>
          <p:spPr>
            <a:xfrm>
              <a:off x="740475" y="4377850"/>
              <a:ext cx="31900" cy="31900"/>
            </a:xfrm>
            <a:custGeom>
              <a:rect b="b" l="l" r="r" t="t"/>
              <a:pathLst>
                <a:path extrusionOk="0" h="1276" w="1276">
                  <a:moveTo>
                    <a:pt x="938" y="351"/>
                  </a:moveTo>
                  <a:cubicBezTo>
                    <a:pt x="1275" y="713"/>
                    <a:pt x="813" y="1275"/>
                    <a:pt x="413" y="950"/>
                  </a:cubicBezTo>
                  <a:cubicBezTo>
                    <a:pt x="1" y="626"/>
                    <a:pt x="476" y="1"/>
                    <a:pt x="888" y="301"/>
                  </a:cubicBezTo>
                  <a:cubicBezTo>
                    <a:pt x="950" y="351"/>
                    <a:pt x="900" y="463"/>
                    <a:pt x="813" y="451"/>
                  </a:cubicBezTo>
                  <a:lnTo>
                    <a:pt x="813" y="451"/>
                  </a:lnTo>
                  <a:cubicBezTo>
                    <a:pt x="776" y="376"/>
                    <a:pt x="875" y="276"/>
                    <a:pt x="950" y="3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0" name="Google Shape;5370;p110"/>
            <p:cNvSpPr/>
            <p:nvPr/>
          </p:nvSpPr>
          <p:spPr>
            <a:xfrm>
              <a:off x="816075" y="4313800"/>
              <a:ext cx="77825" cy="113125"/>
            </a:xfrm>
            <a:custGeom>
              <a:rect b="b" l="l" r="r" t="t"/>
              <a:pathLst>
                <a:path extrusionOk="0" h="4525" w="3113">
                  <a:moveTo>
                    <a:pt x="2963" y="4462"/>
                  </a:moveTo>
                  <a:cubicBezTo>
                    <a:pt x="1563" y="3363"/>
                    <a:pt x="538" y="1850"/>
                    <a:pt x="26" y="151"/>
                  </a:cubicBezTo>
                  <a:cubicBezTo>
                    <a:pt x="1" y="63"/>
                    <a:pt x="138" y="1"/>
                    <a:pt x="188" y="88"/>
                  </a:cubicBezTo>
                  <a:cubicBezTo>
                    <a:pt x="926" y="1700"/>
                    <a:pt x="1700" y="3188"/>
                    <a:pt x="3050" y="4375"/>
                  </a:cubicBezTo>
                  <a:cubicBezTo>
                    <a:pt x="3113" y="4437"/>
                    <a:pt x="3025" y="4525"/>
                    <a:pt x="2963" y="44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1" name="Google Shape;5371;p110"/>
            <p:cNvSpPr/>
            <p:nvPr/>
          </p:nvSpPr>
          <p:spPr>
            <a:xfrm>
              <a:off x="799850" y="4293200"/>
              <a:ext cx="30950" cy="32500"/>
            </a:xfrm>
            <a:custGeom>
              <a:rect b="b" l="l" r="r" t="t"/>
              <a:pathLst>
                <a:path extrusionOk="0" h="1300" w="1238">
                  <a:moveTo>
                    <a:pt x="737" y="800"/>
                  </a:moveTo>
                  <a:lnTo>
                    <a:pt x="737" y="737"/>
                  </a:lnTo>
                  <a:cubicBezTo>
                    <a:pt x="812" y="662"/>
                    <a:pt x="925" y="750"/>
                    <a:pt x="875" y="850"/>
                  </a:cubicBezTo>
                  <a:cubicBezTo>
                    <a:pt x="637" y="1300"/>
                    <a:pt x="0" y="750"/>
                    <a:pt x="350" y="375"/>
                  </a:cubicBezTo>
                  <a:cubicBezTo>
                    <a:pt x="687" y="0"/>
                    <a:pt x="1237" y="550"/>
                    <a:pt x="850" y="912"/>
                  </a:cubicBezTo>
                  <a:cubicBezTo>
                    <a:pt x="762" y="975"/>
                    <a:pt x="675" y="875"/>
                    <a:pt x="725" y="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2" name="Google Shape;5372;p110"/>
            <p:cNvSpPr/>
            <p:nvPr/>
          </p:nvSpPr>
          <p:spPr>
            <a:xfrm>
              <a:off x="848575" y="4298825"/>
              <a:ext cx="5650" cy="9375"/>
            </a:xfrm>
            <a:custGeom>
              <a:rect b="b" l="l" r="r" t="t"/>
              <a:pathLst>
                <a:path extrusionOk="0" h="375" w="226">
                  <a:moveTo>
                    <a:pt x="13" y="263"/>
                  </a:moveTo>
                  <a:cubicBezTo>
                    <a:pt x="1" y="188"/>
                    <a:pt x="26" y="113"/>
                    <a:pt x="76" y="63"/>
                  </a:cubicBezTo>
                  <a:cubicBezTo>
                    <a:pt x="113" y="0"/>
                    <a:pt x="226" y="13"/>
                    <a:pt x="226" y="100"/>
                  </a:cubicBezTo>
                  <a:cubicBezTo>
                    <a:pt x="213" y="150"/>
                    <a:pt x="213" y="213"/>
                    <a:pt x="213" y="263"/>
                  </a:cubicBezTo>
                  <a:cubicBezTo>
                    <a:pt x="201" y="375"/>
                    <a:pt x="38" y="375"/>
                    <a:pt x="13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3" name="Google Shape;5373;p110"/>
            <p:cNvSpPr/>
            <p:nvPr/>
          </p:nvSpPr>
          <p:spPr>
            <a:xfrm>
              <a:off x="980725" y="4331300"/>
              <a:ext cx="10025" cy="6900"/>
            </a:xfrm>
            <a:custGeom>
              <a:rect b="b" l="l" r="r" t="t"/>
              <a:pathLst>
                <a:path extrusionOk="0" h="276" w="401">
                  <a:moveTo>
                    <a:pt x="88" y="88"/>
                  </a:moveTo>
                  <a:cubicBezTo>
                    <a:pt x="151" y="51"/>
                    <a:pt x="226" y="26"/>
                    <a:pt x="301" y="13"/>
                  </a:cubicBezTo>
                  <a:cubicBezTo>
                    <a:pt x="351" y="1"/>
                    <a:pt x="401" y="63"/>
                    <a:pt x="351" y="113"/>
                  </a:cubicBezTo>
                  <a:cubicBezTo>
                    <a:pt x="301" y="176"/>
                    <a:pt x="226" y="226"/>
                    <a:pt x="151" y="251"/>
                  </a:cubicBezTo>
                  <a:cubicBezTo>
                    <a:pt x="63" y="276"/>
                    <a:pt x="1" y="138"/>
                    <a:pt x="88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4" name="Google Shape;5374;p110"/>
            <p:cNvSpPr/>
            <p:nvPr/>
          </p:nvSpPr>
          <p:spPr>
            <a:xfrm>
              <a:off x="839525" y="4440350"/>
              <a:ext cx="156850" cy="27825"/>
            </a:xfrm>
            <a:custGeom>
              <a:rect b="b" l="l" r="r" t="t"/>
              <a:pathLst>
                <a:path extrusionOk="0" h="1113" w="6274">
                  <a:moveTo>
                    <a:pt x="6174" y="1100"/>
                  </a:moveTo>
                  <a:cubicBezTo>
                    <a:pt x="5311" y="1112"/>
                    <a:pt x="4449" y="1025"/>
                    <a:pt x="3612" y="850"/>
                  </a:cubicBezTo>
                  <a:cubicBezTo>
                    <a:pt x="2462" y="625"/>
                    <a:pt x="1337" y="175"/>
                    <a:pt x="163" y="500"/>
                  </a:cubicBezTo>
                  <a:cubicBezTo>
                    <a:pt x="38" y="525"/>
                    <a:pt x="0" y="362"/>
                    <a:pt x="113" y="313"/>
                  </a:cubicBezTo>
                  <a:cubicBezTo>
                    <a:pt x="900" y="0"/>
                    <a:pt x="1625" y="163"/>
                    <a:pt x="2437" y="337"/>
                  </a:cubicBezTo>
                  <a:cubicBezTo>
                    <a:pt x="3674" y="612"/>
                    <a:pt x="4899" y="862"/>
                    <a:pt x="6174" y="925"/>
                  </a:cubicBezTo>
                  <a:cubicBezTo>
                    <a:pt x="6274" y="937"/>
                    <a:pt x="6274" y="1087"/>
                    <a:pt x="6174" y="1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5" name="Google Shape;5375;p110"/>
            <p:cNvSpPr/>
            <p:nvPr/>
          </p:nvSpPr>
          <p:spPr>
            <a:xfrm>
              <a:off x="817950" y="4437225"/>
              <a:ext cx="33150" cy="31250"/>
            </a:xfrm>
            <a:custGeom>
              <a:rect b="b" l="l" r="r" t="t"/>
              <a:pathLst>
                <a:path extrusionOk="0" h="1250" w="1326">
                  <a:moveTo>
                    <a:pt x="876" y="550"/>
                  </a:moveTo>
                  <a:lnTo>
                    <a:pt x="763" y="587"/>
                  </a:lnTo>
                  <a:cubicBezTo>
                    <a:pt x="713" y="512"/>
                    <a:pt x="763" y="413"/>
                    <a:pt x="851" y="425"/>
                  </a:cubicBezTo>
                  <a:cubicBezTo>
                    <a:pt x="1326" y="587"/>
                    <a:pt x="851" y="1250"/>
                    <a:pt x="476" y="1012"/>
                  </a:cubicBezTo>
                  <a:cubicBezTo>
                    <a:pt x="1" y="712"/>
                    <a:pt x="551" y="0"/>
                    <a:pt x="976" y="438"/>
                  </a:cubicBezTo>
                  <a:cubicBezTo>
                    <a:pt x="1038" y="500"/>
                    <a:pt x="963" y="600"/>
                    <a:pt x="876" y="5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6" name="Google Shape;5376;p110"/>
            <p:cNvSpPr/>
            <p:nvPr/>
          </p:nvSpPr>
          <p:spPr>
            <a:xfrm>
              <a:off x="773900" y="4388175"/>
              <a:ext cx="72825" cy="22500"/>
            </a:xfrm>
            <a:custGeom>
              <a:rect b="b" l="l" r="r" t="t"/>
              <a:pathLst>
                <a:path extrusionOk="0" h="900" w="2913">
                  <a:moveTo>
                    <a:pt x="2813" y="263"/>
                  </a:moveTo>
                  <a:cubicBezTo>
                    <a:pt x="2500" y="562"/>
                    <a:pt x="2113" y="750"/>
                    <a:pt x="1688" y="800"/>
                  </a:cubicBezTo>
                  <a:cubicBezTo>
                    <a:pt x="1226" y="862"/>
                    <a:pt x="526" y="900"/>
                    <a:pt x="113" y="637"/>
                  </a:cubicBezTo>
                  <a:cubicBezTo>
                    <a:pt x="1" y="575"/>
                    <a:pt x="63" y="413"/>
                    <a:pt x="188" y="438"/>
                  </a:cubicBezTo>
                  <a:cubicBezTo>
                    <a:pt x="976" y="637"/>
                    <a:pt x="2013" y="687"/>
                    <a:pt x="2650" y="100"/>
                  </a:cubicBezTo>
                  <a:cubicBezTo>
                    <a:pt x="2763" y="0"/>
                    <a:pt x="2913" y="163"/>
                    <a:pt x="2800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7" name="Google Shape;5377;p110"/>
            <p:cNvSpPr/>
            <p:nvPr/>
          </p:nvSpPr>
          <p:spPr>
            <a:xfrm>
              <a:off x="774525" y="4381600"/>
              <a:ext cx="70650" cy="23450"/>
            </a:xfrm>
            <a:custGeom>
              <a:rect b="b" l="l" r="r" t="t"/>
              <a:pathLst>
                <a:path extrusionOk="0" h="938" w="2826">
                  <a:moveTo>
                    <a:pt x="63" y="738"/>
                  </a:moveTo>
                  <a:cubicBezTo>
                    <a:pt x="588" y="51"/>
                    <a:pt x="2013" y="1"/>
                    <a:pt x="2725" y="376"/>
                  </a:cubicBezTo>
                  <a:cubicBezTo>
                    <a:pt x="2825" y="426"/>
                    <a:pt x="2750" y="563"/>
                    <a:pt x="2650" y="551"/>
                  </a:cubicBezTo>
                  <a:cubicBezTo>
                    <a:pt x="1938" y="438"/>
                    <a:pt x="776" y="176"/>
                    <a:pt x="213" y="850"/>
                  </a:cubicBezTo>
                  <a:cubicBezTo>
                    <a:pt x="151" y="938"/>
                    <a:pt x="1" y="825"/>
                    <a:pt x="63" y="7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8" name="Google Shape;5378;p110"/>
            <p:cNvSpPr/>
            <p:nvPr/>
          </p:nvSpPr>
          <p:spPr>
            <a:xfrm>
              <a:off x="927300" y="4396600"/>
              <a:ext cx="17850" cy="55950"/>
            </a:xfrm>
            <a:custGeom>
              <a:rect b="b" l="l" r="r" t="t"/>
              <a:pathLst>
                <a:path extrusionOk="0" h="2238" w="714">
                  <a:moveTo>
                    <a:pt x="301" y="2087"/>
                  </a:moveTo>
                  <a:cubicBezTo>
                    <a:pt x="476" y="1450"/>
                    <a:pt x="376" y="775"/>
                    <a:pt x="51" y="213"/>
                  </a:cubicBezTo>
                  <a:cubicBezTo>
                    <a:pt x="1" y="101"/>
                    <a:pt x="163" y="1"/>
                    <a:pt x="238" y="101"/>
                  </a:cubicBezTo>
                  <a:cubicBezTo>
                    <a:pt x="626" y="713"/>
                    <a:pt x="713" y="1450"/>
                    <a:pt x="476" y="2137"/>
                  </a:cubicBezTo>
                  <a:cubicBezTo>
                    <a:pt x="438" y="2237"/>
                    <a:pt x="288" y="2200"/>
                    <a:pt x="301" y="20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9" name="Google Shape;5379;p110"/>
            <p:cNvSpPr/>
            <p:nvPr/>
          </p:nvSpPr>
          <p:spPr>
            <a:xfrm>
              <a:off x="922000" y="4396600"/>
              <a:ext cx="15950" cy="54375"/>
            </a:xfrm>
            <a:custGeom>
              <a:rect b="b" l="l" r="r" t="t"/>
              <a:pathLst>
                <a:path extrusionOk="0" h="2175" w="638">
                  <a:moveTo>
                    <a:pt x="450" y="188"/>
                  </a:moveTo>
                  <a:cubicBezTo>
                    <a:pt x="313" y="550"/>
                    <a:pt x="275" y="950"/>
                    <a:pt x="338" y="1338"/>
                  </a:cubicBezTo>
                  <a:cubicBezTo>
                    <a:pt x="375" y="1613"/>
                    <a:pt x="525" y="1788"/>
                    <a:pt x="625" y="2038"/>
                  </a:cubicBezTo>
                  <a:cubicBezTo>
                    <a:pt x="638" y="2075"/>
                    <a:pt x="613" y="2112"/>
                    <a:pt x="563" y="2125"/>
                  </a:cubicBezTo>
                  <a:cubicBezTo>
                    <a:pt x="275" y="2175"/>
                    <a:pt x="163" y="1850"/>
                    <a:pt x="113" y="1613"/>
                  </a:cubicBezTo>
                  <a:cubicBezTo>
                    <a:pt x="0" y="1113"/>
                    <a:pt x="38" y="600"/>
                    <a:pt x="238" y="126"/>
                  </a:cubicBezTo>
                  <a:cubicBezTo>
                    <a:pt x="288" y="1"/>
                    <a:pt x="500" y="51"/>
                    <a:pt x="450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0" name="Google Shape;5380;p110"/>
            <p:cNvSpPr/>
            <p:nvPr/>
          </p:nvSpPr>
          <p:spPr>
            <a:xfrm>
              <a:off x="1194425" y="4364725"/>
              <a:ext cx="82825" cy="26900"/>
            </a:xfrm>
            <a:custGeom>
              <a:rect b="b" l="l" r="r" t="t"/>
              <a:pathLst>
                <a:path extrusionOk="0" h="1076" w="3313">
                  <a:moveTo>
                    <a:pt x="3187" y="926"/>
                  </a:moveTo>
                  <a:cubicBezTo>
                    <a:pt x="2175" y="1076"/>
                    <a:pt x="800" y="926"/>
                    <a:pt x="50" y="163"/>
                  </a:cubicBezTo>
                  <a:cubicBezTo>
                    <a:pt x="0" y="113"/>
                    <a:pt x="50" y="1"/>
                    <a:pt x="125" y="26"/>
                  </a:cubicBezTo>
                  <a:cubicBezTo>
                    <a:pt x="600" y="188"/>
                    <a:pt x="1013" y="476"/>
                    <a:pt x="1500" y="601"/>
                  </a:cubicBezTo>
                  <a:cubicBezTo>
                    <a:pt x="2037" y="738"/>
                    <a:pt x="2600" y="776"/>
                    <a:pt x="3150" y="713"/>
                  </a:cubicBezTo>
                  <a:cubicBezTo>
                    <a:pt x="3275" y="701"/>
                    <a:pt x="3312" y="913"/>
                    <a:pt x="3187" y="9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1" name="Google Shape;5381;p110"/>
            <p:cNvSpPr/>
            <p:nvPr/>
          </p:nvSpPr>
          <p:spPr>
            <a:xfrm>
              <a:off x="1194425" y="4355975"/>
              <a:ext cx="100625" cy="30975"/>
            </a:xfrm>
            <a:custGeom>
              <a:rect b="b" l="l" r="r" t="t"/>
              <a:pathLst>
                <a:path extrusionOk="0" h="1239" w="4025">
                  <a:moveTo>
                    <a:pt x="138" y="238"/>
                  </a:moveTo>
                  <a:cubicBezTo>
                    <a:pt x="763" y="126"/>
                    <a:pt x="1413" y="1"/>
                    <a:pt x="2050" y="101"/>
                  </a:cubicBezTo>
                  <a:cubicBezTo>
                    <a:pt x="2737" y="201"/>
                    <a:pt x="3312" y="551"/>
                    <a:pt x="3887" y="926"/>
                  </a:cubicBezTo>
                  <a:cubicBezTo>
                    <a:pt x="4024" y="1013"/>
                    <a:pt x="3899" y="1238"/>
                    <a:pt x="3749" y="1151"/>
                  </a:cubicBezTo>
                  <a:cubicBezTo>
                    <a:pt x="3287" y="838"/>
                    <a:pt x="2800" y="526"/>
                    <a:pt x="2237" y="388"/>
                  </a:cubicBezTo>
                  <a:cubicBezTo>
                    <a:pt x="1575" y="226"/>
                    <a:pt x="863" y="338"/>
                    <a:pt x="200" y="451"/>
                  </a:cubicBezTo>
                  <a:cubicBezTo>
                    <a:pt x="63" y="463"/>
                    <a:pt x="0" y="263"/>
                    <a:pt x="138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2" name="Google Shape;5382;p110"/>
            <p:cNvSpPr/>
            <p:nvPr/>
          </p:nvSpPr>
          <p:spPr>
            <a:xfrm>
              <a:off x="593025" y="3689900"/>
              <a:ext cx="199650" cy="551150"/>
            </a:xfrm>
            <a:custGeom>
              <a:rect b="b" l="l" r="r" t="t"/>
              <a:pathLst>
                <a:path extrusionOk="0" h="22046" w="7986">
                  <a:moveTo>
                    <a:pt x="3487" y="88"/>
                  </a:moveTo>
                  <a:cubicBezTo>
                    <a:pt x="4799" y="1426"/>
                    <a:pt x="5286" y="2938"/>
                    <a:pt x="5074" y="4837"/>
                  </a:cubicBezTo>
                  <a:cubicBezTo>
                    <a:pt x="4899" y="6237"/>
                    <a:pt x="4287" y="7487"/>
                    <a:pt x="3749" y="8761"/>
                  </a:cubicBezTo>
                  <a:cubicBezTo>
                    <a:pt x="1875" y="13235"/>
                    <a:pt x="0" y="21470"/>
                    <a:pt x="7773" y="21808"/>
                  </a:cubicBezTo>
                  <a:cubicBezTo>
                    <a:pt x="7861" y="21808"/>
                    <a:pt x="7861" y="21933"/>
                    <a:pt x="7773" y="21945"/>
                  </a:cubicBezTo>
                  <a:cubicBezTo>
                    <a:pt x="4737" y="22045"/>
                    <a:pt x="2400" y="20071"/>
                    <a:pt x="1700" y="17084"/>
                  </a:cubicBezTo>
                  <a:cubicBezTo>
                    <a:pt x="388" y="11435"/>
                    <a:pt x="7986" y="5012"/>
                    <a:pt x="3349" y="213"/>
                  </a:cubicBezTo>
                  <a:cubicBezTo>
                    <a:pt x="3274" y="138"/>
                    <a:pt x="3399" y="1"/>
                    <a:pt x="3487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3" name="Google Shape;5383;p110"/>
            <p:cNvSpPr/>
            <p:nvPr/>
          </p:nvSpPr>
          <p:spPr>
            <a:xfrm>
              <a:off x="770150" y="4055125"/>
              <a:ext cx="121575" cy="180925"/>
            </a:xfrm>
            <a:custGeom>
              <a:rect b="b" l="l" r="r" t="t"/>
              <a:pathLst>
                <a:path extrusionOk="0" h="7237" w="4863">
                  <a:moveTo>
                    <a:pt x="1688" y="7036"/>
                  </a:moveTo>
                  <a:cubicBezTo>
                    <a:pt x="3413" y="6911"/>
                    <a:pt x="4425" y="4949"/>
                    <a:pt x="4225" y="3400"/>
                  </a:cubicBezTo>
                  <a:cubicBezTo>
                    <a:pt x="4025" y="1775"/>
                    <a:pt x="1725" y="113"/>
                    <a:pt x="201" y="1513"/>
                  </a:cubicBezTo>
                  <a:cubicBezTo>
                    <a:pt x="126" y="1588"/>
                    <a:pt x="1" y="1463"/>
                    <a:pt x="88" y="1388"/>
                  </a:cubicBezTo>
                  <a:cubicBezTo>
                    <a:pt x="1338" y="1"/>
                    <a:pt x="3875" y="1313"/>
                    <a:pt x="4325" y="2825"/>
                  </a:cubicBezTo>
                  <a:cubicBezTo>
                    <a:pt x="4862" y="4637"/>
                    <a:pt x="3700" y="7086"/>
                    <a:pt x="1688" y="7224"/>
                  </a:cubicBezTo>
                  <a:cubicBezTo>
                    <a:pt x="1563" y="7236"/>
                    <a:pt x="1563" y="7049"/>
                    <a:pt x="1688" y="70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4" name="Google Shape;5384;p110"/>
            <p:cNvSpPr/>
            <p:nvPr/>
          </p:nvSpPr>
          <p:spPr>
            <a:xfrm>
              <a:off x="748600" y="4108250"/>
              <a:ext cx="77200" cy="73425"/>
            </a:xfrm>
            <a:custGeom>
              <a:rect b="b" l="l" r="r" t="t"/>
              <a:pathLst>
                <a:path extrusionOk="0" h="2937" w="3088">
                  <a:moveTo>
                    <a:pt x="625" y="163"/>
                  </a:moveTo>
                  <a:cubicBezTo>
                    <a:pt x="251" y="900"/>
                    <a:pt x="476" y="1800"/>
                    <a:pt x="1163" y="2274"/>
                  </a:cubicBezTo>
                  <a:cubicBezTo>
                    <a:pt x="1913" y="2749"/>
                    <a:pt x="2750" y="2237"/>
                    <a:pt x="2887" y="1425"/>
                  </a:cubicBezTo>
                  <a:cubicBezTo>
                    <a:pt x="2900" y="1325"/>
                    <a:pt x="3087" y="1337"/>
                    <a:pt x="3075" y="1450"/>
                  </a:cubicBezTo>
                  <a:cubicBezTo>
                    <a:pt x="3000" y="2324"/>
                    <a:pt x="2075" y="2937"/>
                    <a:pt x="1250" y="2549"/>
                  </a:cubicBezTo>
                  <a:cubicBezTo>
                    <a:pt x="351" y="2137"/>
                    <a:pt x="1" y="912"/>
                    <a:pt x="501" y="75"/>
                  </a:cubicBezTo>
                  <a:cubicBezTo>
                    <a:pt x="550" y="0"/>
                    <a:pt x="663" y="75"/>
                    <a:pt x="625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5" name="Google Shape;5385;p110"/>
            <p:cNvSpPr/>
            <p:nvPr/>
          </p:nvSpPr>
          <p:spPr>
            <a:xfrm>
              <a:off x="819525" y="4135100"/>
              <a:ext cx="325" cy="350"/>
            </a:xfrm>
            <a:custGeom>
              <a:rect b="b" l="l" r="r" t="t"/>
              <a:pathLst>
                <a:path extrusionOk="0" h="14" w="13">
                  <a:moveTo>
                    <a:pt x="13" y="1"/>
                  </a:moveTo>
                  <a:lnTo>
                    <a:pt x="13" y="13"/>
                  </a:lnTo>
                  <a:cubicBezTo>
                    <a:pt x="13" y="13"/>
                    <a:pt x="0" y="1"/>
                    <a:pt x="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6" name="Google Shape;5386;p110"/>
            <p:cNvSpPr/>
            <p:nvPr/>
          </p:nvSpPr>
          <p:spPr>
            <a:xfrm>
              <a:off x="641450" y="4121350"/>
              <a:ext cx="103750" cy="206550"/>
            </a:xfrm>
            <a:custGeom>
              <a:rect b="b" l="l" r="r" t="t"/>
              <a:pathLst>
                <a:path extrusionOk="0" h="8262" w="4150">
                  <a:moveTo>
                    <a:pt x="163" y="101"/>
                  </a:moveTo>
                  <a:cubicBezTo>
                    <a:pt x="450" y="1288"/>
                    <a:pt x="975" y="2400"/>
                    <a:pt x="1712" y="3375"/>
                  </a:cubicBezTo>
                  <a:cubicBezTo>
                    <a:pt x="2237" y="4087"/>
                    <a:pt x="2937" y="4737"/>
                    <a:pt x="3299" y="5562"/>
                  </a:cubicBezTo>
                  <a:cubicBezTo>
                    <a:pt x="3699" y="6474"/>
                    <a:pt x="3699" y="7436"/>
                    <a:pt x="3012" y="8199"/>
                  </a:cubicBezTo>
                  <a:cubicBezTo>
                    <a:pt x="2949" y="8261"/>
                    <a:pt x="2825" y="8174"/>
                    <a:pt x="2875" y="8086"/>
                  </a:cubicBezTo>
                  <a:cubicBezTo>
                    <a:pt x="4149" y="6212"/>
                    <a:pt x="2387" y="4725"/>
                    <a:pt x="1375" y="3275"/>
                  </a:cubicBezTo>
                  <a:cubicBezTo>
                    <a:pt x="725" y="2325"/>
                    <a:pt x="263" y="1263"/>
                    <a:pt x="13" y="138"/>
                  </a:cubicBezTo>
                  <a:cubicBezTo>
                    <a:pt x="0" y="38"/>
                    <a:pt x="138" y="1"/>
                    <a:pt x="175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7" name="Google Shape;5387;p110"/>
            <p:cNvSpPr/>
            <p:nvPr/>
          </p:nvSpPr>
          <p:spPr>
            <a:xfrm>
              <a:off x="646450" y="3978900"/>
              <a:ext cx="81250" cy="88750"/>
            </a:xfrm>
            <a:custGeom>
              <a:rect b="b" l="l" r="r" t="t"/>
              <a:pathLst>
                <a:path extrusionOk="0" h="3550" w="3250">
                  <a:moveTo>
                    <a:pt x="488" y="163"/>
                  </a:moveTo>
                  <a:cubicBezTo>
                    <a:pt x="263" y="1138"/>
                    <a:pt x="163" y="2500"/>
                    <a:pt x="1175" y="3112"/>
                  </a:cubicBezTo>
                  <a:cubicBezTo>
                    <a:pt x="1650" y="3375"/>
                    <a:pt x="2237" y="3287"/>
                    <a:pt x="2625" y="2900"/>
                  </a:cubicBezTo>
                  <a:cubicBezTo>
                    <a:pt x="2924" y="2575"/>
                    <a:pt x="3249" y="1250"/>
                    <a:pt x="2475" y="1163"/>
                  </a:cubicBezTo>
                  <a:cubicBezTo>
                    <a:pt x="2387" y="1163"/>
                    <a:pt x="2387" y="1025"/>
                    <a:pt x="2475" y="1038"/>
                  </a:cubicBezTo>
                  <a:cubicBezTo>
                    <a:pt x="3012" y="1088"/>
                    <a:pt x="3187" y="1762"/>
                    <a:pt x="3137" y="2237"/>
                  </a:cubicBezTo>
                  <a:cubicBezTo>
                    <a:pt x="3062" y="2850"/>
                    <a:pt x="2587" y="3350"/>
                    <a:pt x="1975" y="3450"/>
                  </a:cubicBezTo>
                  <a:cubicBezTo>
                    <a:pt x="1325" y="3550"/>
                    <a:pt x="813" y="3187"/>
                    <a:pt x="488" y="2650"/>
                  </a:cubicBezTo>
                  <a:cubicBezTo>
                    <a:pt x="0" y="1850"/>
                    <a:pt x="113" y="988"/>
                    <a:pt x="313" y="113"/>
                  </a:cubicBezTo>
                  <a:cubicBezTo>
                    <a:pt x="338" y="0"/>
                    <a:pt x="513" y="50"/>
                    <a:pt x="488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8" name="Google Shape;5388;p110"/>
            <p:cNvSpPr/>
            <p:nvPr/>
          </p:nvSpPr>
          <p:spPr>
            <a:xfrm>
              <a:off x="672675" y="3923300"/>
              <a:ext cx="43775" cy="33450"/>
            </a:xfrm>
            <a:custGeom>
              <a:rect b="b" l="l" r="r" t="t"/>
              <a:pathLst>
                <a:path extrusionOk="0" h="1338" w="1751">
                  <a:moveTo>
                    <a:pt x="351" y="150"/>
                  </a:moveTo>
                  <a:cubicBezTo>
                    <a:pt x="263" y="462"/>
                    <a:pt x="301" y="787"/>
                    <a:pt x="613" y="962"/>
                  </a:cubicBezTo>
                  <a:cubicBezTo>
                    <a:pt x="813" y="1137"/>
                    <a:pt x="1026" y="1087"/>
                    <a:pt x="1263" y="800"/>
                  </a:cubicBezTo>
                  <a:cubicBezTo>
                    <a:pt x="1301" y="675"/>
                    <a:pt x="1288" y="537"/>
                    <a:pt x="1213" y="425"/>
                  </a:cubicBezTo>
                  <a:cubicBezTo>
                    <a:pt x="1101" y="350"/>
                    <a:pt x="1201" y="175"/>
                    <a:pt x="1326" y="250"/>
                  </a:cubicBezTo>
                  <a:cubicBezTo>
                    <a:pt x="1750" y="512"/>
                    <a:pt x="1413" y="1212"/>
                    <a:pt x="976" y="1262"/>
                  </a:cubicBezTo>
                  <a:cubicBezTo>
                    <a:pt x="326" y="1337"/>
                    <a:pt x="1" y="637"/>
                    <a:pt x="201" y="100"/>
                  </a:cubicBezTo>
                  <a:cubicBezTo>
                    <a:pt x="226" y="0"/>
                    <a:pt x="376" y="38"/>
                    <a:pt x="351" y="1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9" name="Google Shape;5389;p110"/>
            <p:cNvSpPr/>
            <p:nvPr/>
          </p:nvSpPr>
          <p:spPr>
            <a:xfrm>
              <a:off x="692375" y="4315375"/>
              <a:ext cx="32200" cy="31900"/>
            </a:xfrm>
            <a:custGeom>
              <a:rect b="b" l="l" r="r" t="t"/>
              <a:pathLst>
                <a:path extrusionOk="0" h="1276" w="1288">
                  <a:moveTo>
                    <a:pt x="838" y="463"/>
                  </a:moveTo>
                  <a:lnTo>
                    <a:pt x="838" y="463"/>
                  </a:lnTo>
                  <a:cubicBezTo>
                    <a:pt x="825" y="375"/>
                    <a:pt x="937" y="325"/>
                    <a:pt x="987" y="388"/>
                  </a:cubicBezTo>
                  <a:cubicBezTo>
                    <a:pt x="1287" y="800"/>
                    <a:pt x="663" y="1275"/>
                    <a:pt x="338" y="863"/>
                  </a:cubicBezTo>
                  <a:cubicBezTo>
                    <a:pt x="0" y="438"/>
                    <a:pt x="575" y="0"/>
                    <a:pt x="937" y="325"/>
                  </a:cubicBezTo>
                  <a:cubicBezTo>
                    <a:pt x="1012" y="388"/>
                    <a:pt x="912" y="488"/>
                    <a:pt x="838" y="4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0" name="Google Shape;5390;p110"/>
            <p:cNvSpPr/>
            <p:nvPr/>
          </p:nvSpPr>
          <p:spPr>
            <a:xfrm>
              <a:off x="675500" y="4193850"/>
              <a:ext cx="113125" cy="77500"/>
            </a:xfrm>
            <a:custGeom>
              <a:rect b="b" l="l" r="r" t="t"/>
              <a:pathLst>
                <a:path extrusionOk="0" h="3100" w="4525">
                  <a:moveTo>
                    <a:pt x="150" y="50"/>
                  </a:moveTo>
                  <a:cubicBezTo>
                    <a:pt x="1338" y="1412"/>
                    <a:pt x="2825" y="2175"/>
                    <a:pt x="4437" y="2924"/>
                  </a:cubicBezTo>
                  <a:cubicBezTo>
                    <a:pt x="4524" y="2962"/>
                    <a:pt x="4462" y="3099"/>
                    <a:pt x="4374" y="3074"/>
                  </a:cubicBezTo>
                  <a:cubicBezTo>
                    <a:pt x="2675" y="2562"/>
                    <a:pt x="1163" y="1550"/>
                    <a:pt x="63" y="150"/>
                  </a:cubicBezTo>
                  <a:cubicBezTo>
                    <a:pt x="0" y="88"/>
                    <a:pt x="100" y="0"/>
                    <a:pt x="150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1" name="Google Shape;5391;p110"/>
            <p:cNvSpPr/>
            <p:nvPr/>
          </p:nvSpPr>
          <p:spPr>
            <a:xfrm>
              <a:off x="776725" y="4256950"/>
              <a:ext cx="32525" cy="30950"/>
            </a:xfrm>
            <a:custGeom>
              <a:rect b="b" l="l" r="r" t="t"/>
              <a:pathLst>
                <a:path extrusionOk="0" h="1238" w="1301">
                  <a:moveTo>
                    <a:pt x="388" y="388"/>
                  </a:moveTo>
                  <a:cubicBezTo>
                    <a:pt x="750" y="1"/>
                    <a:pt x="1300" y="538"/>
                    <a:pt x="925" y="888"/>
                  </a:cubicBezTo>
                  <a:cubicBezTo>
                    <a:pt x="550" y="1238"/>
                    <a:pt x="0" y="600"/>
                    <a:pt x="450" y="350"/>
                  </a:cubicBezTo>
                  <a:cubicBezTo>
                    <a:pt x="550" y="313"/>
                    <a:pt x="638" y="425"/>
                    <a:pt x="563" y="500"/>
                  </a:cubicBezTo>
                  <a:lnTo>
                    <a:pt x="500" y="500"/>
                  </a:lnTo>
                  <a:cubicBezTo>
                    <a:pt x="425" y="563"/>
                    <a:pt x="325" y="463"/>
                    <a:pt x="388" y="3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2" name="Google Shape;5392;p110"/>
            <p:cNvSpPr/>
            <p:nvPr/>
          </p:nvSpPr>
          <p:spPr>
            <a:xfrm>
              <a:off x="793900" y="4233200"/>
              <a:ext cx="9725" cy="5975"/>
            </a:xfrm>
            <a:custGeom>
              <a:rect b="b" l="l" r="r" t="t"/>
              <a:pathLst>
                <a:path extrusionOk="0" h="239" w="389">
                  <a:moveTo>
                    <a:pt x="126" y="26"/>
                  </a:moveTo>
                  <a:cubicBezTo>
                    <a:pt x="176" y="26"/>
                    <a:pt x="238" y="13"/>
                    <a:pt x="288" y="13"/>
                  </a:cubicBezTo>
                  <a:cubicBezTo>
                    <a:pt x="376" y="1"/>
                    <a:pt x="388" y="113"/>
                    <a:pt x="338" y="163"/>
                  </a:cubicBezTo>
                  <a:cubicBezTo>
                    <a:pt x="276" y="213"/>
                    <a:pt x="201" y="238"/>
                    <a:pt x="126" y="226"/>
                  </a:cubicBezTo>
                  <a:cubicBezTo>
                    <a:pt x="1" y="226"/>
                    <a:pt x="1" y="26"/>
                    <a:pt x="126" y="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3" name="Google Shape;5393;p110"/>
            <p:cNvSpPr/>
            <p:nvPr/>
          </p:nvSpPr>
          <p:spPr>
            <a:xfrm>
              <a:off x="764225" y="4097000"/>
              <a:ext cx="6900" cy="10025"/>
            </a:xfrm>
            <a:custGeom>
              <a:rect b="b" l="l" r="r" t="t"/>
              <a:pathLst>
                <a:path extrusionOk="0" h="401" w="276">
                  <a:moveTo>
                    <a:pt x="25" y="250"/>
                  </a:moveTo>
                  <a:cubicBezTo>
                    <a:pt x="50" y="163"/>
                    <a:pt x="100" y="88"/>
                    <a:pt x="163" y="38"/>
                  </a:cubicBezTo>
                  <a:cubicBezTo>
                    <a:pt x="213" y="0"/>
                    <a:pt x="275" y="38"/>
                    <a:pt x="263" y="100"/>
                  </a:cubicBezTo>
                  <a:cubicBezTo>
                    <a:pt x="250" y="175"/>
                    <a:pt x="225" y="250"/>
                    <a:pt x="188" y="313"/>
                  </a:cubicBezTo>
                  <a:cubicBezTo>
                    <a:pt x="138" y="400"/>
                    <a:pt x="0" y="338"/>
                    <a:pt x="25" y="2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4" name="Google Shape;5394;p110"/>
            <p:cNvSpPr/>
            <p:nvPr/>
          </p:nvSpPr>
          <p:spPr>
            <a:xfrm>
              <a:off x="634250" y="4091375"/>
              <a:ext cx="27850" cy="156850"/>
            </a:xfrm>
            <a:custGeom>
              <a:rect b="b" l="l" r="r" t="t"/>
              <a:pathLst>
                <a:path extrusionOk="0" h="6274" w="1114">
                  <a:moveTo>
                    <a:pt x="188" y="100"/>
                  </a:moveTo>
                  <a:cubicBezTo>
                    <a:pt x="251" y="1375"/>
                    <a:pt x="501" y="2600"/>
                    <a:pt x="776" y="3837"/>
                  </a:cubicBezTo>
                  <a:cubicBezTo>
                    <a:pt x="963" y="4649"/>
                    <a:pt x="1113" y="5361"/>
                    <a:pt x="801" y="6161"/>
                  </a:cubicBezTo>
                  <a:cubicBezTo>
                    <a:pt x="751" y="6274"/>
                    <a:pt x="588" y="6236"/>
                    <a:pt x="613" y="6111"/>
                  </a:cubicBezTo>
                  <a:cubicBezTo>
                    <a:pt x="926" y="4936"/>
                    <a:pt x="488" y="3812"/>
                    <a:pt x="263" y="2650"/>
                  </a:cubicBezTo>
                  <a:cubicBezTo>
                    <a:pt x="88" y="1812"/>
                    <a:pt x="1" y="963"/>
                    <a:pt x="13" y="100"/>
                  </a:cubicBezTo>
                  <a:cubicBezTo>
                    <a:pt x="26" y="0"/>
                    <a:pt x="176" y="0"/>
                    <a:pt x="188" y="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5" name="Google Shape;5395;p110"/>
            <p:cNvSpPr/>
            <p:nvPr/>
          </p:nvSpPr>
          <p:spPr>
            <a:xfrm>
              <a:off x="634250" y="4236325"/>
              <a:ext cx="31275" cy="33150"/>
            </a:xfrm>
            <a:custGeom>
              <a:rect b="b" l="l" r="r" t="t"/>
              <a:pathLst>
                <a:path extrusionOk="0" h="1326" w="1251">
                  <a:moveTo>
                    <a:pt x="813" y="351"/>
                  </a:moveTo>
                  <a:cubicBezTo>
                    <a:pt x="1251" y="776"/>
                    <a:pt x="526" y="1325"/>
                    <a:pt x="238" y="851"/>
                  </a:cubicBezTo>
                  <a:cubicBezTo>
                    <a:pt x="1" y="476"/>
                    <a:pt x="663" y="1"/>
                    <a:pt x="813" y="476"/>
                  </a:cubicBezTo>
                  <a:cubicBezTo>
                    <a:pt x="826" y="563"/>
                    <a:pt x="726" y="626"/>
                    <a:pt x="663" y="563"/>
                  </a:cubicBezTo>
                  <a:lnTo>
                    <a:pt x="688" y="451"/>
                  </a:lnTo>
                  <a:cubicBezTo>
                    <a:pt x="638" y="363"/>
                    <a:pt x="751" y="276"/>
                    <a:pt x="813" y="3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6" name="Google Shape;5396;p110"/>
            <p:cNvSpPr/>
            <p:nvPr/>
          </p:nvSpPr>
          <p:spPr>
            <a:xfrm>
              <a:off x="691750" y="4241025"/>
              <a:ext cx="22525" cy="72800"/>
            </a:xfrm>
            <a:custGeom>
              <a:rect b="b" l="l" r="r" t="t"/>
              <a:pathLst>
                <a:path extrusionOk="0" h="2912" w="901">
                  <a:moveTo>
                    <a:pt x="800" y="263"/>
                  </a:moveTo>
                  <a:cubicBezTo>
                    <a:pt x="213" y="900"/>
                    <a:pt x="263" y="1937"/>
                    <a:pt x="463" y="2724"/>
                  </a:cubicBezTo>
                  <a:cubicBezTo>
                    <a:pt x="488" y="2837"/>
                    <a:pt x="325" y="2912"/>
                    <a:pt x="263" y="2812"/>
                  </a:cubicBezTo>
                  <a:cubicBezTo>
                    <a:pt x="0" y="2387"/>
                    <a:pt x="38" y="1687"/>
                    <a:pt x="100" y="1225"/>
                  </a:cubicBezTo>
                  <a:cubicBezTo>
                    <a:pt x="150" y="800"/>
                    <a:pt x="350" y="413"/>
                    <a:pt x="638" y="100"/>
                  </a:cubicBezTo>
                  <a:cubicBezTo>
                    <a:pt x="750" y="0"/>
                    <a:pt x="900" y="163"/>
                    <a:pt x="800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7" name="Google Shape;5397;p110"/>
            <p:cNvSpPr/>
            <p:nvPr/>
          </p:nvSpPr>
          <p:spPr>
            <a:xfrm>
              <a:off x="697675" y="4242575"/>
              <a:ext cx="23450" cy="70625"/>
            </a:xfrm>
            <a:custGeom>
              <a:rect b="b" l="l" r="r" t="t"/>
              <a:pathLst>
                <a:path extrusionOk="0" h="2825" w="938">
                  <a:moveTo>
                    <a:pt x="76" y="2612"/>
                  </a:moveTo>
                  <a:cubicBezTo>
                    <a:pt x="763" y="2063"/>
                    <a:pt x="501" y="888"/>
                    <a:pt x="388" y="176"/>
                  </a:cubicBezTo>
                  <a:cubicBezTo>
                    <a:pt x="376" y="76"/>
                    <a:pt x="501" y="1"/>
                    <a:pt x="563" y="101"/>
                  </a:cubicBezTo>
                  <a:cubicBezTo>
                    <a:pt x="938" y="800"/>
                    <a:pt x="875" y="2238"/>
                    <a:pt x="188" y="2750"/>
                  </a:cubicBezTo>
                  <a:cubicBezTo>
                    <a:pt x="113" y="2825"/>
                    <a:pt x="1" y="2675"/>
                    <a:pt x="76" y="26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8" name="Google Shape;5398;p110"/>
            <p:cNvSpPr/>
            <p:nvPr/>
          </p:nvSpPr>
          <p:spPr>
            <a:xfrm>
              <a:off x="649250" y="4142600"/>
              <a:ext cx="56900" cy="18150"/>
            </a:xfrm>
            <a:custGeom>
              <a:rect b="b" l="l" r="r" t="t"/>
              <a:pathLst>
                <a:path extrusionOk="0" h="726" w="2276">
                  <a:moveTo>
                    <a:pt x="126" y="238"/>
                  </a:moveTo>
                  <a:cubicBezTo>
                    <a:pt x="800" y="1"/>
                    <a:pt x="1550" y="88"/>
                    <a:pt x="2163" y="476"/>
                  </a:cubicBezTo>
                  <a:cubicBezTo>
                    <a:pt x="2275" y="538"/>
                    <a:pt x="2175" y="726"/>
                    <a:pt x="2050" y="663"/>
                  </a:cubicBezTo>
                  <a:cubicBezTo>
                    <a:pt x="1475" y="326"/>
                    <a:pt x="800" y="238"/>
                    <a:pt x="176" y="413"/>
                  </a:cubicBezTo>
                  <a:cubicBezTo>
                    <a:pt x="51" y="438"/>
                    <a:pt x="1" y="263"/>
                    <a:pt x="126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9" name="Google Shape;5399;p110"/>
            <p:cNvSpPr/>
            <p:nvPr/>
          </p:nvSpPr>
          <p:spPr>
            <a:xfrm>
              <a:off x="649575" y="4149800"/>
              <a:ext cx="56250" cy="21250"/>
            </a:xfrm>
            <a:custGeom>
              <a:rect b="b" l="l" r="r" t="t"/>
              <a:pathLst>
                <a:path extrusionOk="0" h="850" w="2250">
                  <a:moveTo>
                    <a:pt x="2112" y="400"/>
                  </a:moveTo>
                  <a:cubicBezTo>
                    <a:pt x="1762" y="538"/>
                    <a:pt x="0" y="850"/>
                    <a:pt x="125" y="63"/>
                  </a:cubicBezTo>
                  <a:cubicBezTo>
                    <a:pt x="125" y="25"/>
                    <a:pt x="175" y="0"/>
                    <a:pt x="213" y="13"/>
                  </a:cubicBezTo>
                  <a:cubicBezTo>
                    <a:pt x="463" y="113"/>
                    <a:pt x="638" y="250"/>
                    <a:pt x="912" y="300"/>
                  </a:cubicBezTo>
                  <a:cubicBezTo>
                    <a:pt x="1300" y="363"/>
                    <a:pt x="1687" y="313"/>
                    <a:pt x="2062" y="188"/>
                  </a:cubicBezTo>
                  <a:cubicBezTo>
                    <a:pt x="2200" y="138"/>
                    <a:pt x="2250" y="338"/>
                    <a:pt x="2112" y="4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0" name="Google Shape;5400;p110"/>
            <p:cNvSpPr/>
            <p:nvPr/>
          </p:nvSpPr>
          <p:spPr>
            <a:xfrm>
              <a:off x="710800" y="3810500"/>
              <a:ext cx="26575" cy="82825"/>
            </a:xfrm>
            <a:custGeom>
              <a:rect b="b" l="l" r="r" t="t"/>
              <a:pathLst>
                <a:path extrusionOk="0" h="3313" w="1063">
                  <a:moveTo>
                    <a:pt x="363" y="151"/>
                  </a:moveTo>
                  <a:cubicBezTo>
                    <a:pt x="300" y="713"/>
                    <a:pt x="338" y="1275"/>
                    <a:pt x="475" y="1813"/>
                  </a:cubicBezTo>
                  <a:cubicBezTo>
                    <a:pt x="600" y="2300"/>
                    <a:pt x="888" y="2713"/>
                    <a:pt x="1050" y="3175"/>
                  </a:cubicBezTo>
                  <a:cubicBezTo>
                    <a:pt x="1063" y="3262"/>
                    <a:pt x="975" y="3312"/>
                    <a:pt x="913" y="3262"/>
                  </a:cubicBezTo>
                  <a:cubicBezTo>
                    <a:pt x="138" y="2500"/>
                    <a:pt x="1" y="1138"/>
                    <a:pt x="150" y="126"/>
                  </a:cubicBezTo>
                  <a:cubicBezTo>
                    <a:pt x="163" y="1"/>
                    <a:pt x="375" y="26"/>
                    <a:pt x="363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1" name="Google Shape;5401;p110"/>
            <p:cNvSpPr/>
            <p:nvPr/>
          </p:nvSpPr>
          <p:spPr>
            <a:xfrm>
              <a:off x="715475" y="3792700"/>
              <a:ext cx="30975" cy="100625"/>
            </a:xfrm>
            <a:custGeom>
              <a:rect b="b" l="l" r="r" t="t"/>
              <a:pathLst>
                <a:path extrusionOk="0" h="4025" w="1239">
                  <a:moveTo>
                    <a:pt x="788" y="3824"/>
                  </a:moveTo>
                  <a:cubicBezTo>
                    <a:pt x="901" y="3150"/>
                    <a:pt x="1013" y="2450"/>
                    <a:pt x="851" y="1775"/>
                  </a:cubicBezTo>
                  <a:cubicBezTo>
                    <a:pt x="713" y="1225"/>
                    <a:pt x="401" y="738"/>
                    <a:pt x="88" y="263"/>
                  </a:cubicBezTo>
                  <a:cubicBezTo>
                    <a:pt x="1" y="125"/>
                    <a:pt x="226" y="0"/>
                    <a:pt x="313" y="138"/>
                  </a:cubicBezTo>
                  <a:cubicBezTo>
                    <a:pt x="688" y="700"/>
                    <a:pt x="1038" y="1288"/>
                    <a:pt x="1138" y="1975"/>
                  </a:cubicBezTo>
                  <a:cubicBezTo>
                    <a:pt x="1238" y="2612"/>
                    <a:pt x="1113" y="3262"/>
                    <a:pt x="1001" y="3887"/>
                  </a:cubicBezTo>
                  <a:cubicBezTo>
                    <a:pt x="976" y="4024"/>
                    <a:pt x="776" y="3962"/>
                    <a:pt x="788" y="38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2" name="Google Shape;5402;p110"/>
            <p:cNvSpPr/>
            <p:nvPr/>
          </p:nvSpPr>
          <p:spPr>
            <a:xfrm>
              <a:off x="894500" y="4197600"/>
              <a:ext cx="8475" cy="8150"/>
            </a:xfrm>
            <a:custGeom>
              <a:rect b="b" l="l" r="r" t="t"/>
              <a:pathLst>
                <a:path extrusionOk="0" h="326" w="339">
                  <a:moveTo>
                    <a:pt x="238" y="313"/>
                  </a:moveTo>
                  <a:cubicBezTo>
                    <a:pt x="151" y="325"/>
                    <a:pt x="76" y="288"/>
                    <a:pt x="26" y="213"/>
                  </a:cubicBezTo>
                  <a:cubicBezTo>
                    <a:pt x="1" y="200"/>
                    <a:pt x="1" y="163"/>
                    <a:pt x="1" y="138"/>
                  </a:cubicBezTo>
                  <a:lnTo>
                    <a:pt x="38" y="50"/>
                  </a:lnTo>
                  <a:cubicBezTo>
                    <a:pt x="38" y="13"/>
                    <a:pt x="101" y="0"/>
                    <a:pt x="126" y="38"/>
                  </a:cubicBezTo>
                  <a:lnTo>
                    <a:pt x="263" y="175"/>
                  </a:lnTo>
                  <a:cubicBezTo>
                    <a:pt x="338" y="200"/>
                    <a:pt x="326" y="325"/>
                    <a:pt x="238" y="3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3" name="Google Shape;5403;p110"/>
            <p:cNvSpPr/>
            <p:nvPr/>
          </p:nvSpPr>
          <p:spPr>
            <a:xfrm>
              <a:off x="900450" y="4190725"/>
              <a:ext cx="59050" cy="15025"/>
            </a:xfrm>
            <a:custGeom>
              <a:rect b="b" l="l" r="r" t="t"/>
              <a:pathLst>
                <a:path extrusionOk="0" h="601" w="2362">
                  <a:moveTo>
                    <a:pt x="63" y="475"/>
                  </a:moveTo>
                  <a:cubicBezTo>
                    <a:pt x="737" y="138"/>
                    <a:pt x="1537" y="0"/>
                    <a:pt x="2274" y="225"/>
                  </a:cubicBezTo>
                  <a:cubicBezTo>
                    <a:pt x="2362" y="250"/>
                    <a:pt x="2349" y="413"/>
                    <a:pt x="2249" y="400"/>
                  </a:cubicBezTo>
                  <a:cubicBezTo>
                    <a:pt x="1500" y="313"/>
                    <a:pt x="825" y="313"/>
                    <a:pt x="113" y="588"/>
                  </a:cubicBezTo>
                  <a:cubicBezTo>
                    <a:pt x="50" y="600"/>
                    <a:pt x="0" y="500"/>
                    <a:pt x="63" y="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4" name="Google Shape;5404;p110"/>
            <p:cNvSpPr/>
            <p:nvPr/>
          </p:nvSpPr>
          <p:spPr>
            <a:xfrm>
              <a:off x="934175" y="4183525"/>
              <a:ext cx="25325" cy="16900"/>
            </a:xfrm>
            <a:custGeom>
              <a:rect b="b" l="l" r="r" t="t"/>
              <a:pathLst>
                <a:path extrusionOk="0" h="676" w="1013">
                  <a:moveTo>
                    <a:pt x="825" y="613"/>
                  </a:moveTo>
                  <a:cubicBezTo>
                    <a:pt x="613" y="351"/>
                    <a:pt x="376" y="276"/>
                    <a:pt x="76" y="163"/>
                  </a:cubicBezTo>
                  <a:cubicBezTo>
                    <a:pt x="1" y="126"/>
                    <a:pt x="13" y="1"/>
                    <a:pt x="101" y="1"/>
                  </a:cubicBezTo>
                  <a:cubicBezTo>
                    <a:pt x="451" y="26"/>
                    <a:pt x="763" y="201"/>
                    <a:pt x="963" y="501"/>
                  </a:cubicBezTo>
                  <a:cubicBezTo>
                    <a:pt x="1013" y="576"/>
                    <a:pt x="888" y="676"/>
                    <a:pt x="825" y="6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5" name="Google Shape;5405;p110"/>
            <p:cNvSpPr/>
            <p:nvPr/>
          </p:nvSpPr>
          <p:spPr>
            <a:xfrm>
              <a:off x="893875" y="4145425"/>
              <a:ext cx="26575" cy="55325"/>
            </a:xfrm>
            <a:custGeom>
              <a:rect b="b" l="l" r="r" t="t"/>
              <a:pathLst>
                <a:path extrusionOk="0" h="2213" w="1063">
                  <a:moveTo>
                    <a:pt x="38" y="2075"/>
                  </a:moveTo>
                  <a:cubicBezTo>
                    <a:pt x="213" y="1775"/>
                    <a:pt x="363" y="1462"/>
                    <a:pt x="488" y="1125"/>
                  </a:cubicBezTo>
                  <a:cubicBezTo>
                    <a:pt x="600" y="775"/>
                    <a:pt x="538" y="475"/>
                    <a:pt x="488" y="125"/>
                  </a:cubicBezTo>
                  <a:cubicBezTo>
                    <a:pt x="475" y="25"/>
                    <a:pt x="613" y="0"/>
                    <a:pt x="638" y="75"/>
                  </a:cubicBezTo>
                  <a:cubicBezTo>
                    <a:pt x="1063" y="775"/>
                    <a:pt x="600" y="1612"/>
                    <a:pt x="126" y="2162"/>
                  </a:cubicBezTo>
                  <a:cubicBezTo>
                    <a:pt x="76" y="2212"/>
                    <a:pt x="1" y="2137"/>
                    <a:pt x="26" y="20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6" name="Google Shape;5406;p110"/>
            <p:cNvSpPr/>
            <p:nvPr/>
          </p:nvSpPr>
          <p:spPr>
            <a:xfrm>
              <a:off x="904500" y="4144175"/>
              <a:ext cx="16900" cy="34700"/>
            </a:xfrm>
            <a:custGeom>
              <a:rect b="b" l="l" r="r" t="t"/>
              <a:pathLst>
                <a:path extrusionOk="0" h="1388" w="676">
                  <a:moveTo>
                    <a:pt x="300" y="138"/>
                  </a:moveTo>
                  <a:cubicBezTo>
                    <a:pt x="563" y="450"/>
                    <a:pt x="675" y="875"/>
                    <a:pt x="625" y="1287"/>
                  </a:cubicBezTo>
                  <a:cubicBezTo>
                    <a:pt x="600" y="1387"/>
                    <a:pt x="463" y="1350"/>
                    <a:pt x="450" y="1262"/>
                  </a:cubicBezTo>
                  <a:cubicBezTo>
                    <a:pt x="425" y="875"/>
                    <a:pt x="375" y="575"/>
                    <a:pt x="100" y="288"/>
                  </a:cubicBezTo>
                  <a:cubicBezTo>
                    <a:pt x="1" y="150"/>
                    <a:pt x="188" y="0"/>
                    <a:pt x="300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7" name="Google Shape;5407;p110"/>
            <p:cNvSpPr/>
            <p:nvPr/>
          </p:nvSpPr>
          <p:spPr>
            <a:xfrm>
              <a:off x="915425" y="4169150"/>
              <a:ext cx="22525" cy="11275"/>
            </a:xfrm>
            <a:custGeom>
              <a:rect b="b" l="l" r="r" t="t"/>
              <a:pathLst>
                <a:path extrusionOk="0" h="451" w="901">
                  <a:moveTo>
                    <a:pt x="113" y="238"/>
                  </a:moveTo>
                  <a:cubicBezTo>
                    <a:pt x="338" y="176"/>
                    <a:pt x="538" y="76"/>
                    <a:pt x="763" y="26"/>
                  </a:cubicBezTo>
                  <a:cubicBezTo>
                    <a:pt x="851" y="1"/>
                    <a:pt x="901" y="113"/>
                    <a:pt x="826" y="163"/>
                  </a:cubicBezTo>
                  <a:cubicBezTo>
                    <a:pt x="626" y="288"/>
                    <a:pt x="401" y="376"/>
                    <a:pt x="163" y="426"/>
                  </a:cubicBezTo>
                  <a:cubicBezTo>
                    <a:pt x="51" y="451"/>
                    <a:pt x="1" y="276"/>
                    <a:pt x="113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8" name="Google Shape;5408;p110"/>
            <p:cNvSpPr/>
            <p:nvPr/>
          </p:nvSpPr>
          <p:spPr>
            <a:xfrm>
              <a:off x="922925" y="4169150"/>
              <a:ext cx="15975" cy="19725"/>
            </a:xfrm>
            <a:custGeom>
              <a:rect b="b" l="l" r="r" t="t"/>
              <a:pathLst>
                <a:path extrusionOk="0" h="789" w="639">
                  <a:moveTo>
                    <a:pt x="588" y="226"/>
                  </a:moveTo>
                  <a:cubicBezTo>
                    <a:pt x="488" y="413"/>
                    <a:pt x="363" y="588"/>
                    <a:pt x="213" y="726"/>
                  </a:cubicBezTo>
                  <a:cubicBezTo>
                    <a:pt x="138" y="788"/>
                    <a:pt x="1" y="701"/>
                    <a:pt x="51" y="613"/>
                  </a:cubicBezTo>
                  <a:cubicBezTo>
                    <a:pt x="163" y="438"/>
                    <a:pt x="288" y="288"/>
                    <a:pt x="401" y="126"/>
                  </a:cubicBezTo>
                  <a:cubicBezTo>
                    <a:pt x="463" y="1"/>
                    <a:pt x="638" y="101"/>
                    <a:pt x="576" y="2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9" name="Google Shape;5409;p110"/>
            <p:cNvSpPr/>
            <p:nvPr/>
          </p:nvSpPr>
          <p:spPr>
            <a:xfrm>
              <a:off x="924500" y="4181650"/>
              <a:ext cx="17525" cy="6900"/>
            </a:xfrm>
            <a:custGeom>
              <a:rect b="b" l="l" r="r" t="t"/>
              <a:pathLst>
                <a:path extrusionOk="0" h="276" w="701">
                  <a:moveTo>
                    <a:pt x="125" y="51"/>
                  </a:moveTo>
                  <a:cubicBezTo>
                    <a:pt x="288" y="1"/>
                    <a:pt x="463" y="26"/>
                    <a:pt x="613" y="113"/>
                  </a:cubicBezTo>
                  <a:cubicBezTo>
                    <a:pt x="700" y="163"/>
                    <a:pt x="638" y="276"/>
                    <a:pt x="550" y="251"/>
                  </a:cubicBezTo>
                  <a:lnTo>
                    <a:pt x="175" y="238"/>
                  </a:lnTo>
                  <a:cubicBezTo>
                    <a:pt x="50" y="263"/>
                    <a:pt x="0" y="88"/>
                    <a:pt x="125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0" name="Google Shape;5410;p110"/>
            <p:cNvSpPr/>
            <p:nvPr/>
          </p:nvSpPr>
          <p:spPr>
            <a:xfrm>
              <a:off x="933250" y="4149475"/>
              <a:ext cx="28750" cy="23450"/>
            </a:xfrm>
            <a:custGeom>
              <a:rect b="b" l="l" r="r" t="t"/>
              <a:pathLst>
                <a:path extrusionOk="0" h="938" w="1150">
                  <a:moveTo>
                    <a:pt x="513" y="788"/>
                  </a:moveTo>
                  <a:cubicBezTo>
                    <a:pt x="0" y="675"/>
                    <a:pt x="288" y="1"/>
                    <a:pt x="713" y="101"/>
                  </a:cubicBezTo>
                  <a:cubicBezTo>
                    <a:pt x="1150" y="201"/>
                    <a:pt x="1025" y="938"/>
                    <a:pt x="525" y="788"/>
                  </a:cubicBezTo>
                  <a:cubicBezTo>
                    <a:pt x="413" y="750"/>
                    <a:pt x="425" y="588"/>
                    <a:pt x="550" y="600"/>
                  </a:cubicBezTo>
                  <a:lnTo>
                    <a:pt x="550" y="613"/>
                  </a:lnTo>
                  <a:cubicBezTo>
                    <a:pt x="663" y="650"/>
                    <a:pt x="613" y="813"/>
                    <a:pt x="500" y="7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1" name="Google Shape;5411;p110"/>
            <p:cNvSpPr/>
            <p:nvPr/>
          </p:nvSpPr>
          <p:spPr>
            <a:xfrm>
              <a:off x="3701275" y="1305225"/>
              <a:ext cx="111550" cy="104375"/>
            </a:xfrm>
            <a:custGeom>
              <a:rect b="b" l="l" r="r" t="t"/>
              <a:pathLst>
                <a:path extrusionOk="0" h="4175" w="4462">
                  <a:moveTo>
                    <a:pt x="1812" y="288"/>
                  </a:moveTo>
                  <a:cubicBezTo>
                    <a:pt x="3374" y="101"/>
                    <a:pt x="4461" y="1900"/>
                    <a:pt x="3337" y="3125"/>
                  </a:cubicBezTo>
                  <a:cubicBezTo>
                    <a:pt x="2450" y="4062"/>
                    <a:pt x="987" y="3612"/>
                    <a:pt x="88" y="2962"/>
                  </a:cubicBezTo>
                  <a:cubicBezTo>
                    <a:pt x="50" y="2937"/>
                    <a:pt x="0" y="3000"/>
                    <a:pt x="38" y="3025"/>
                  </a:cubicBezTo>
                  <a:cubicBezTo>
                    <a:pt x="1050" y="3962"/>
                    <a:pt x="2987" y="4175"/>
                    <a:pt x="3712" y="2787"/>
                  </a:cubicBezTo>
                  <a:cubicBezTo>
                    <a:pt x="4424" y="1438"/>
                    <a:pt x="3249" y="1"/>
                    <a:pt x="1812" y="176"/>
                  </a:cubicBezTo>
                  <a:cubicBezTo>
                    <a:pt x="1737" y="188"/>
                    <a:pt x="1737" y="288"/>
                    <a:pt x="1812" y="2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2" name="Google Shape;5412;p110"/>
            <p:cNvSpPr/>
            <p:nvPr/>
          </p:nvSpPr>
          <p:spPr>
            <a:xfrm>
              <a:off x="3442900" y="1237425"/>
              <a:ext cx="263700" cy="147175"/>
            </a:xfrm>
            <a:custGeom>
              <a:rect b="b" l="l" r="r" t="t"/>
              <a:pathLst>
                <a:path extrusionOk="0" h="5887" w="10548">
                  <a:moveTo>
                    <a:pt x="10523" y="5812"/>
                  </a:moveTo>
                  <a:cubicBezTo>
                    <a:pt x="9198" y="3937"/>
                    <a:pt x="7998" y="1513"/>
                    <a:pt x="5686" y="738"/>
                  </a:cubicBezTo>
                  <a:cubicBezTo>
                    <a:pt x="3949" y="151"/>
                    <a:pt x="1475" y="1"/>
                    <a:pt x="25" y="1263"/>
                  </a:cubicBezTo>
                  <a:cubicBezTo>
                    <a:pt x="0" y="1288"/>
                    <a:pt x="38" y="1338"/>
                    <a:pt x="75" y="1313"/>
                  </a:cubicBezTo>
                  <a:cubicBezTo>
                    <a:pt x="1700" y="113"/>
                    <a:pt x="4462" y="288"/>
                    <a:pt x="6224" y="1138"/>
                  </a:cubicBezTo>
                  <a:cubicBezTo>
                    <a:pt x="8136" y="2063"/>
                    <a:pt x="9248" y="4175"/>
                    <a:pt x="10448" y="5849"/>
                  </a:cubicBezTo>
                  <a:cubicBezTo>
                    <a:pt x="10485" y="5887"/>
                    <a:pt x="10548" y="5849"/>
                    <a:pt x="10523" y="58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3" name="Google Shape;5413;p110"/>
            <p:cNvSpPr/>
            <p:nvPr/>
          </p:nvSpPr>
          <p:spPr>
            <a:xfrm>
              <a:off x="3410100" y="1277100"/>
              <a:ext cx="100300" cy="85325"/>
            </a:xfrm>
            <a:custGeom>
              <a:rect b="b" l="l" r="r" t="t"/>
              <a:pathLst>
                <a:path extrusionOk="0" h="3413" w="4012">
                  <a:moveTo>
                    <a:pt x="1087" y="51"/>
                  </a:moveTo>
                  <a:cubicBezTo>
                    <a:pt x="575" y="913"/>
                    <a:pt x="388" y="2100"/>
                    <a:pt x="1225" y="2838"/>
                  </a:cubicBezTo>
                  <a:cubicBezTo>
                    <a:pt x="1700" y="3263"/>
                    <a:pt x="2837" y="3412"/>
                    <a:pt x="3387" y="2988"/>
                  </a:cubicBezTo>
                  <a:cubicBezTo>
                    <a:pt x="4012" y="2513"/>
                    <a:pt x="3924" y="1363"/>
                    <a:pt x="3187" y="1026"/>
                  </a:cubicBezTo>
                  <a:cubicBezTo>
                    <a:pt x="2749" y="826"/>
                    <a:pt x="2237" y="851"/>
                    <a:pt x="1812" y="1101"/>
                  </a:cubicBezTo>
                  <a:cubicBezTo>
                    <a:pt x="1175" y="1463"/>
                    <a:pt x="775" y="2425"/>
                    <a:pt x="25" y="2538"/>
                  </a:cubicBezTo>
                  <a:cubicBezTo>
                    <a:pt x="0" y="2538"/>
                    <a:pt x="0" y="2588"/>
                    <a:pt x="25" y="2588"/>
                  </a:cubicBezTo>
                  <a:cubicBezTo>
                    <a:pt x="438" y="2575"/>
                    <a:pt x="675" y="2300"/>
                    <a:pt x="950" y="2013"/>
                  </a:cubicBezTo>
                  <a:cubicBezTo>
                    <a:pt x="1225" y="1725"/>
                    <a:pt x="1512" y="1351"/>
                    <a:pt x="1862" y="1201"/>
                  </a:cubicBezTo>
                  <a:cubicBezTo>
                    <a:pt x="2724" y="838"/>
                    <a:pt x="3724" y="1088"/>
                    <a:pt x="3587" y="2200"/>
                  </a:cubicBezTo>
                  <a:cubicBezTo>
                    <a:pt x="3662" y="2550"/>
                    <a:pt x="3524" y="2775"/>
                    <a:pt x="3174" y="2850"/>
                  </a:cubicBezTo>
                  <a:cubicBezTo>
                    <a:pt x="3087" y="2975"/>
                    <a:pt x="2949" y="3063"/>
                    <a:pt x="2799" y="3063"/>
                  </a:cubicBezTo>
                  <a:cubicBezTo>
                    <a:pt x="2737" y="3063"/>
                    <a:pt x="2675" y="3063"/>
                    <a:pt x="2612" y="3063"/>
                  </a:cubicBezTo>
                  <a:cubicBezTo>
                    <a:pt x="2362" y="3100"/>
                    <a:pt x="2100" y="3088"/>
                    <a:pt x="1850" y="3038"/>
                  </a:cubicBezTo>
                  <a:cubicBezTo>
                    <a:pt x="488" y="2688"/>
                    <a:pt x="613" y="1038"/>
                    <a:pt x="1150" y="88"/>
                  </a:cubicBezTo>
                  <a:cubicBezTo>
                    <a:pt x="1175" y="38"/>
                    <a:pt x="1112" y="1"/>
                    <a:pt x="1087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4" name="Google Shape;5414;p110"/>
            <p:cNvSpPr/>
            <p:nvPr/>
          </p:nvSpPr>
          <p:spPr>
            <a:xfrm>
              <a:off x="3347925" y="1331775"/>
              <a:ext cx="55325" cy="13775"/>
            </a:xfrm>
            <a:custGeom>
              <a:rect b="b" l="l" r="r" t="t"/>
              <a:pathLst>
                <a:path extrusionOk="0" h="551" w="2213">
                  <a:moveTo>
                    <a:pt x="2162" y="401"/>
                  </a:moveTo>
                  <a:cubicBezTo>
                    <a:pt x="1387" y="476"/>
                    <a:pt x="775" y="251"/>
                    <a:pt x="50" y="13"/>
                  </a:cubicBezTo>
                  <a:cubicBezTo>
                    <a:pt x="13" y="1"/>
                    <a:pt x="0" y="63"/>
                    <a:pt x="25" y="76"/>
                  </a:cubicBezTo>
                  <a:cubicBezTo>
                    <a:pt x="625" y="501"/>
                    <a:pt x="1475" y="551"/>
                    <a:pt x="2162" y="476"/>
                  </a:cubicBezTo>
                  <a:cubicBezTo>
                    <a:pt x="2212" y="476"/>
                    <a:pt x="2212" y="401"/>
                    <a:pt x="2162" y="4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5" name="Google Shape;5415;p110"/>
            <p:cNvSpPr/>
            <p:nvPr/>
          </p:nvSpPr>
          <p:spPr>
            <a:xfrm>
              <a:off x="3593475" y="1301475"/>
              <a:ext cx="82500" cy="96575"/>
            </a:xfrm>
            <a:custGeom>
              <a:rect b="b" l="l" r="r" t="t"/>
              <a:pathLst>
                <a:path extrusionOk="0" h="3863" w="3300">
                  <a:moveTo>
                    <a:pt x="2200" y="76"/>
                  </a:moveTo>
                  <a:cubicBezTo>
                    <a:pt x="2725" y="738"/>
                    <a:pt x="3187" y="1563"/>
                    <a:pt x="2938" y="2450"/>
                  </a:cubicBezTo>
                  <a:cubicBezTo>
                    <a:pt x="2813" y="2912"/>
                    <a:pt x="2488" y="3287"/>
                    <a:pt x="2050" y="3500"/>
                  </a:cubicBezTo>
                  <a:cubicBezTo>
                    <a:pt x="1775" y="3662"/>
                    <a:pt x="1463" y="3737"/>
                    <a:pt x="1138" y="3737"/>
                  </a:cubicBezTo>
                  <a:cubicBezTo>
                    <a:pt x="413" y="3725"/>
                    <a:pt x="263" y="3300"/>
                    <a:pt x="688" y="2475"/>
                  </a:cubicBezTo>
                  <a:cubicBezTo>
                    <a:pt x="726" y="2512"/>
                    <a:pt x="788" y="2475"/>
                    <a:pt x="763" y="2425"/>
                  </a:cubicBezTo>
                  <a:cubicBezTo>
                    <a:pt x="476" y="2063"/>
                    <a:pt x="138" y="2475"/>
                    <a:pt x="88" y="2812"/>
                  </a:cubicBezTo>
                  <a:cubicBezTo>
                    <a:pt x="1" y="3487"/>
                    <a:pt x="676" y="3862"/>
                    <a:pt x="1263" y="3837"/>
                  </a:cubicBezTo>
                  <a:cubicBezTo>
                    <a:pt x="2063" y="3812"/>
                    <a:pt x="2838" y="3250"/>
                    <a:pt x="3050" y="2475"/>
                  </a:cubicBezTo>
                  <a:cubicBezTo>
                    <a:pt x="3300" y="1563"/>
                    <a:pt x="2825" y="700"/>
                    <a:pt x="2238" y="26"/>
                  </a:cubicBezTo>
                  <a:cubicBezTo>
                    <a:pt x="2213" y="1"/>
                    <a:pt x="2175" y="38"/>
                    <a:pt x="2200" y="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6" name="Google Shape;5416;p110"/>
            <p:cNvSpPr/>
            <p:nvPr/>
          </p:nvSpPr>
          <p:spPr>
            <a:xfrm>
              <a:off x="3666275" y="1329600"/>
              <a:ext cx="22825" cy="110925"/>
            </a:xfrm>
            <a:custGeom>
              <a:rect b="b" l="l" r="r" t="t"/>
              <a:pathLst>
                <a:path extrusionOk="0" h="4437" w="913">
                  <a:moveTo>
                    <a:pt x="38" y="113"/>
                  </a:moveTo>
                  <a:cubicBezTo>
                    <a:pt x="888" y="1113"/>
                    <a:pt x="913" y="3249"/>
                    <a:pt x="338" y="4374"/>
                  </a:cubicBezTo>
                  <a:cubicBezTo>
                    <a:pt x="325" y="4412"/>
                    <a:pt x="363" y="4437"/>
                    <a:pt x="388" y="4399"/>
                  </a:cubicBezTo>
                  <a:cubicBezTo>
                    <a:pt x="913" y="3712"/>
                    <a:pt x="825" y="2725"/>
                    <a:pt x="738" y="1925"/>
                  </a:cubicBezTo>
                  <a:cubicBezTo>
                    <a:pt x="663" y="1250"/>
                    <a:pt x="550" y="563"/>
                    <a:pt x="100" y="50"/>
                  </a:cubicBezTo>
                  <a:cubicBezTo>
                    <a:pt x="63" y="0"/>
                    <a:pt x="1" y="63"/>
                    <a:pt x="38" y="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7" name="Google Shape;5417;p110"/>
            <p:cNvSpPr/>
            <p:nvPr/>
          </p:nvSpPr>
          <p:spPr>
            <a:xfrm>
              <a:off x="3666600" y="1439875"/>
              <a:ext cx="12200" cy="12225"/>
            </a:xfrm>
            <a:custGeom>
              <a:rect b="b" l="l" r="r" t="t"/>
              <a:pathLst>
                <a:path extrusionOk="0" h="489" w="488">
                  <a:moveTo>
                    <a:pt x="350" y="38"/>
                  </a:moveTo>
                  <a:cubicBezTo>
                    <a:pt x="262" y="1"/>
                    <a:pt x="162" y="13"/>
                    <a:pt x="87" y="88"/>
                  </a:cubicBezTo>
                  <a:cubicBezTo>
                    <a:pt x="25" y="151"/>
                    <a:pt x="0" y="238"/>
                    <a:pt x="25" y="326"/>
                  </a:cubicBezTo>
                  <a:cubicBezTo>
                    <a:pt x="25" y="363"/>
                    <a:pt x="38" y="388"/>
                    <a:pt x="50" y="413"/>
                  </a:cubicBezTo>
                  <a:cubicBezTo>
                    <a:pt x="87" y="438"/>
                    <a:pt x="125" y="451"/>
                    <a:pt x="162" y="463"/>
                  </a:cubicBezTo>
                  <a:cubicBezTo>
                    <a:pt x="287" y="488"/>
                    <a:pt x="412" y="413"/>
                    <a:pt x="462" y="288"/>
                  </a:cubicBezTo>
                  <a:cubicBezTo>
                    <a:pt x="487" y="163"/>
                    <a:pt x="375" y="38"/>
                    <a:pt x="250" y="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8" name="Google Shape;5418;p110"/>
            <p:cNvSpPr/>
            <p:nvPr/>
          </p:nvSpPr>
          <p:spPr>
            <a:xfrm>
              <a:off x="3665025" y="1437700"/>
              <a:ext cx="17825" cy="16275"/>
            </a:xfrm>
            <a:custGeom>
              <a:rect b="b" l="l" r="r" t="t"/>
              <a:pathLst>
                <a:path extrusionOk="0" h="651" w="713">
                  <a:moveTo>
                    <a:pt x="438" y="63"/>
                  </a:moveTo>
                  <a:cubicBezTo>
                    <a:pt x="263" y="0"/>
                    <a:pt x="88" y="100"/>
                    <a:pt x="38" y="263"/>
                  </a:cubicBezTo>
                  <a:cubicBezTo>
                    <a:pt x="1" y="425"/>
                    <a:pt x="51" y="575"/>
                    <a:pt x="225" y="600"/>
                  </a:cubicBezTo>
                  <a:cubicBezTo>
                    <a:pt x="625" y="650"/>
                    <a:pt x="713" y="88"/>
                    <a:pt x="313" y="88"/>
                  </a:cubicBezTo>
                  <a:cubicBezTo>
                    <a:pt x="263" y="88"/>
                    <a:pt x="250" y="163"/>
                    <a:pt x="300" y="175"/>
                  </a:cubicBezTo>
                  <a:cubicBezTo>
                    <a:pt x="413" y="500"/>
                    <a:pt x="400" y="575"/>
                    <a:pt x="250" y="388"/>
                  </a:cubicBezTo>
                  <a:cubicBezTo>
                    <a:pt x="76" y="288"/>
                    <a:pt x="125" y="213"/>
                    <a:pt x="400" y="188"/>
                  </a:cubicBezTo>
                  <a:cubicBezTo>
                    <a:pt x="475" y="213"/>
                    <a:pt x="513" y="88"/>
                    <a:pt x="438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9" name="Google Shape;5419;p110"/>
            <p:cNvSpPr/>
            <p:nvPr/>
          </p:nvSpPr>
          <p:spPr>
            <a:xfrm>
              <a:off x="3437900" y="1271800"/>
              <a:ext cx="2825" cy="3150"/>
            </a:xfrm>
            <a:custGeom>
              <a:rect b="b" l="l" r="r" t="t"/>
              <a:pathLst>
                <a:path extrusionOk="0" h="126" w="113">
                  <a:moveTo>
                    <a:pt x="25" y="63"/>
                  </a:moveTo>
                  <a:lnTo>
                    <a:pt x="25" y="100"/>
                  </a:lnTo>
                  <a:cubicBezTo>
                    <a:pt x="38" y="125"/>
                    <a:pt x="75" y="125"/>
                    <a:pt x="88" y="100"/>
                  </a:cubicBezTo>
                  <a:lnTo>
                    <a:pt x="88" y="63"/>
                  </a:lnTo>
                  <a:cubicBezTo>
                    <a:pt x="113" y="0"/>
                    <a:pt x="0" y="0"/>
                    <a:pt x="13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0" name="Google Shape;5420;p110"/>
            <p:cNvSpPr/>
            <p:nvPr/>
          </p:nvSpPr>
          <p:spPr>
            <a:xfrm>
              <a:off x="3308550" y="1315225"/>
              <a:ext cx="42200" cy="17825"/>
            </a:xfrm>
            <a:custGeom>
              <a:rect b="b" l="l" r="r" t="t"/>
              <a:pathLst>
                <a:path extrusionOk="0" h="713" w="1688">
                  <a:moveTo>
                    <a:pt x="1650" y="613"/>
                  </a:moveTo>
                  <a:cubicBezTo>
                    <a:pt x="1463" y="88"/>
                    <a:pt x="501" y="0"/>
                    <a:pt x="51" y="150"/>
                  </a:cubicBezTo>
                  <a:cubicBezTo>
                    <a:pt x="1" y="163"/>
                    <a:pt x="1" y="250"/>
                    <a:pt x="63" y="250"/>
                  </a:cubicBezTo>
                  <a:cubicBezTo>
                    <a:pt x="301" y="200"/>
                    <a:pt x="551" y="200"/>
                    <a:pt x="801" y="238"/>
                  </a:cubicBezTo>
                  <a:cubicBezTo>
                    <a:pt x="1038" y="275"/>
                    <a:pt x="1450" y="388"/>
                    <a:pt x="1550" y="650"/>
                  </a:cubicBezTo>
                  <a:cubicBezTo>
                    <a:pt x="1575" y="713"/>
                    <a:pt x="1688" y="688"/>
                    <a:pt x="1663" y="6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1" name="Google Shape;5421;p110"/>
            <p:cNvSpPr/>
            <p:nvPr/>
          </p:nvSpPr>
          <p:spPr>
            <a:xfrm>
              <a:off x="3308250" y="1317725"/>
              <a:ext cx="42200" cy="19700"/>
            </a:xfrm>
            <a:custGeom>
              <a:rect b="b" l="l" r="r" t="t"/>
              <a:pathLst>
                <a:path extrusionOk="0" h="788" w="1688">
                  <a:moveTo>
                    <a:pt x="38" y="113"/>
                  </a:moveTo>
                  <a:cubicBezTo>
                    <a:pt x="400" y="475"/>
                    <a:pt x="1112" y="788"/>
                    <a:pt x="1625" y="650"/>
                  </a:cubicBezTo>
                  <a:cubicBezTo>
                    <a:pt x="1687" y="625"/>
                    <a:pt x="1662" y="550"/>
                    <a:pt x="1600" y="550"/>
                  </a:cubicBezTo>
                  <a:cubicBezTo>
                    <a:pt x="1050" y="600"/>
                    <a:pt x="513" y="425"/>
                    <a:pt x="113" y="50"/>
                  </a:cubicBezTo>
                  <a:cubicBezTo>
                    <a:pt x="63" y="0"/>
                    <a:pt x="0" y="75"/>
                    <a:pt x="38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2" name="Google Shape;5422;p110"/>
            <p:cNvSpPr/>
            <p:nvPr/>
          </p:nvSpPr>
          <p:spPr>
            <a:xfrm>
              <a:off x="3377600" y="1341475"/>
              <a:ext cx="33150" cy="30000"/>
            </a:xfrm>
            <a:custGeom>
              <a:rect b="b" l="l" r="r" t="t"/>
              <a:pathLst>
                <a:path extrusionOk="0" h="1200" w="1326">
                  <a:moveTo>
                    <a:pt x="1275" y="25"/>
                  </a:moveTo>
                  <a:cubicBezTo>
                    <a:pt x="938" y="0"/>
                    <a:pt x="663" y="188"/>
                    <a:pt x="400" y="388"/>
                  </a:cubicBezTo>
                  <a:cubicBezTo>
                    <a:pt x="163" y="563"/>
                    <a:pt x="1" y="850"/>
                    <a:pt x="1" y="1162"/>
                  </a:cubicBezTo>
                  <a:cubicBezTo>
                    <a:pt x="1" y="1200"/>
                    <a:pt x="63" y="1200"/>
                    <a:pt x="76" y="1162"/>
                  </a:cubicBezTo>
                  <a:cubicBezTo>
                    <a:pt x="88" y="887"/>
                    <a:pt x="238" y="625"/>
                    <a:pt x="463" y="450"/>
                  </a:cubicBezTo>
                  <a:cubicBezTo>
                    <a:pt x="700" y="263"/>
                    <a:pt x="950" y="88"/>
                    <a:pt x="1275" y="100"/>
                  </a:cubicBezTo>
                  <a:cubicBezTo>
                    <a:pt x="1325" y="100"/>
                    <a:pt x="1325" y="25"/>
                    <a:pt x="1275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3" name="Google Shape;5423;p110"/>
            <p:cNvSpPr/>
            <p:nvPr/>
          </p:nvSpPr>
          <p:spPr>
            <a:xfrm>
              <a:off x="3376975" y="1342100"/>
              <a:ext cx="33150" cy="29375"/>
            </a:xfrm>
            <a:custGeom>
              <a:rect b="b" l="l" r="r" t="t"/>
              <a:pathLst>
                <a:path extrusionOk="0" h="1175" w="1326">
                  <a:moveTo>
                    <a:pt x="63" y="1175"/>
                  </a:moveTo>
                  <a:cubicBezTo>
                    <a:pt x="625" y="1087"/>
                    <a:pt x="1200" y="688"/>
                    <a:pt x="1313" y="100"/>
                  </a:cubicBezTo>
                  <a:cubicBezTo>
                    <a:pt x="1325" y="38"/>
                    <a:pt x="1250" y="0"/>
                    <a:pt x="1213" y="63"/>
                  </a:cubicBezTo>
                  <a:cubicBezTo>
                    <a:pt x="1075" y="300"/>
                    <a:pt x="1013" y="525"/>
                    <a:pt x="775" y="713"/>
                  </a:cubicBezTo>
                  <a:cubicBezTo>
                    <a:pt x="563" y="875"/>
                    <a:pt x="313" y="1012"/>
                    <a:pt x="38" y="1100"/>
                  </a:cubicBezTo>
                  <a:cubicBezTo>
                    <a:pt x="1" y="1112"/>
                    <a:pt x="13" y="1175"/>
                    <a:pt x="63" y="11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4" name="Google Shape;5424;p110"/>
            <p:cNvSpPr/>
            <p:nvPr/>
          </p:nvSpPr>
          <p:spPr>
            <a:xfrm>
              <a:off x="3680025" y="1349275"/>
              <a:ext cx="38450" cy="86875"/>
            </a:xfrm>
            <a:custGeom>
              <a:rect b="b" l="l" r="r" t="t"/>
              <a:pathLst>
                <a:path extrusionOk="0" h="3475" w="1538">
                  <a:moveTo>
                    <a:pt x="38" y="88"/>
                  </a:moveTo>
                  <a:cubicBezTo>
                    <a:pt x="738" y="1075"/>
                    <a:pt x="1213" y="2213"/>
                    <a:pt x="1437" y="3412"/>
                  </a:cubicBezTo>
                  <a:cubicBezTo>
                    <a:pt x="1450" y="3475"/>
                    <a:pt x="1537" y="3450"/>
                    <a:pt x="1537" y="3387"/>
                  </a:cubicBezTo>
                  <a:cubicBezTo>
                    <a:pt x="1313" y="2175"/>
                    <a:pt x="825" y="1038"/>
                    <a:pt x="88" y="38"/>
                  </a:cubicBezTo>
                  <a:cubicBezTo>
                    <a:pt x="63" y="1"/>
                    <a:pt x="0" y="38"/>
                    <a:pt x="25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5" name="Google Shape;5425;p110"/>
            <p:cNvSpPr/>
            <p:nvPr/>
          </p:nvSpPr>
          <p:spPr>
            <a:xfrm>
              <a:off x="3711275" y="1433625"/>
              <a:ext cx="17500" cy="16275"/>
            </a:xfrm>
            <a:custGeom>
              <a:rect b="b" l="l" r="r" t="t"/>
              <a:pathLst>
                <a:path extrusionOk="0" h="651" w="700">
                  <a:moveTo>
                    <a:pt x="187" y="88"/>
                  </a:moveTo>
                  <a:cubicBezTo>
                    <a:pt x="0" y="301"/>
                    <a:pt x="225" y="651"/>
                    <a:pt x="462" y="451"/>
                  </a:cubicBezTo>
                  <a:cubicBezTo>
                    <a:pt x="700" y="251"/>
                    <a:pt x="362" y="1"/>
                    <a:pt x="150" y="101"/>
                  </a:cubicBezTo>
                  <a:cubicBezTo>
                    <a:pt x="113" y="113"/>
                    <a:pt x="138" y="176"/>
                    <a:pt x="175" y="176"/>
                  </a:cubicBezTo>
                  <a:cubicBezTo>
                    <a:pt x="212" y="176"/>
                    <a:pt x="250" y="176"/>
                    <a:pt x="287" y="176"/>
                  </a:cubicBezTo>
                  <a:cubicBezTo>
                    <a:pt x="375" y="188"/>
                    <a:pt x="362" y="176"/>
                    <a:pt x="250" y="151"/>
                  </a:cubicBezTo>
                  <a:cubicBezTo>
                    <a:pt x="287" y="101"/>
                    <a:pt x="225" y="38"/>
                    <a:pt x="187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6" name="Google Shape;5426;p110"/>
            <p:cNvSpPr/>
            <p:nvPr/>
          </p:nvSpPr>
          <p:spPr>
            <a:xfrm>
              <a:off x="3642850" y="1338025"/>
              <a:ext cx="30325" cy="81875"/>
            </a:xfrm>
            <a:custGeom>
              <a:rect b="b" l="l" r="r" t="t"/>
              <a:pathLst>
                <a:path extrusionOk="0" h="3275" w="1213">
                  <a:moveTo>
                    <a:pt x="988" y="63"/>
                  </a:moveTo>
                  <a:cubicBezTo>
                    <a:pt x="1125" y="1275"/>
                    <a:pt x="800" y="2288"/>
                    <a:pt x="13" y="3212"/>
                  </a:cubicBezTo>
                  <a:cubicBezTo>
                    <a:pt x="0" y="3250"/>
                    <a:pt x="38" y="3275"/>
                    <a:pt x="63" y="3262"/>
                  </a:cubicBezTo>
                  <a:cubicBezTo>
                    <a:pt x="1000" y="2538"/>
                    <a:pt x="1212" y="1163"/>
                    <a:pt x="1087" y="63"/>
                  </a:cubicBezTo>
                  <a:cubicBezTo>
                    <a:pt x="1087" y="1"/>
                    <a:pt x="988" y="1"/>
                    <a:pt x="988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7" name="Google Shape;5427;p110"/>
            <p:cNvSpPr/>
            <p:nvPr/>
          </p:nvSpPr>
          <p:spPr>
            <a:xfrm>
              <a:off x="3633475" y="1414575"/>
              <a:ext cx="12825" cy="15025"/>
            </a:xfrm>
            <a:custGeom>
              <a:rect b="b" l="l" r="r" t="t"/>
              <a:pathLst>
                <a:path extrusionOk="0" h="601" w="513">
                  <a:moveTo>
                    <a:pt x="25" y="263"/>
                  </a:moveTo>
                  <a:cubicBezTo>
                    <a:pt x="0" y="563"/>
                    <a:pt x="450" y="600"/>
                    <a:pt x="475" y="300"/>
                  </a:cubicBezTo>
                  <a:cubicBezTo>
                    <a:pt x="513" y="0"/>
                    <a:pt x="75" y="25"/>
                    <a:pt x="75" y="313"/>
                  </a:cubicBezTo>
                  <a:cubicBezTo>
                    <a:pt x="88" y="350"/>
                    <a:pt x="125" y="363"/>
                    <a:pt x="150" y="338"/>
                  </a:cubicBezTo>
                  <a:cubicBezTo>
                    <a:pt x="200" y="275"/>
                    <a:pt x="188" y="250"/>
                    <a:pt x="100" y="263"/>
                  </a:cubicBezTo>
                  <a:cubicBezTo>
                    <a:pt x="100" y="213"/>
                    <a:pt x="25" y="213"/>
                    <a:pt x="25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8" name="Google Shape;5428;p110"/>
            <p:cNvSpPr/>
            <p:nvPr/>
          </p:nvSpPr>
          <p:spPr>
            <a:xfrm>
              <a:off x="3232325" y="1254625"/>
              <a:ext cx="237475" cy="60300"/>
            </a:xfrm>
            <a:custGeom>
              <a:rect b="b" l="l" r="r" t="t"/>
              <a:pathLst>
                <a:path extrusionOk="0" h="2412" w="9499">
                  <a:moveTo>
                    <a:pt x="9448" y="13"/>
                  </a:moveTo>
                  <a:cubicBezTo>
                    <a:pt x="6136" y="1262"/>
                    <a:pt x="3437" y="2412"/>
                    <a:pt x="113" y="375"/>
                  </a:cubicBezTo>
                  <a:cubicBezTo>
                    <a:pt x="51" y="338"/>
                    <a:pt x="1" y="438"/>
                    <a:pt x="63" y="475"/>
                  </a:cubicBezTo>
                  <a:cubicBezTo>
                    <a:pt x="1475" y="1425"/>
                    <a:pt x="2737" y="1825"/>
                    <a:pt x="4449" y="1662"/>
                  </a:cubicBezTo>
                  <a:cubicBezTo>
                    <a:pt x="6374" y="1475"/>
                    <a:pt x="7686" y="762"/>
                    <a:pt x="9461" y="75"/>
                  </a:cubicBezTo>
                  <a:cubicBezTo>
                    <a:pt x="9498" y="63"/>
                    <a:pt x="9486" y="0"/>
                    <a:pt x="9448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9" name="Google Shape;5429;p110"/>
            <p:cNvSpPr/>
            <p:nvPr/>
          </p:nvSpPr>
          <p:spPr>
            <a:xfrm>
              <a:off x="3717200" y="1309300"/>
              <a:ext cx="31900" cy="49700"/>
            </a:xfrm>
            <a:custGeom>
              <a:rect b="b" l="l" r="r" t="t"/>
              <a:pathLst>
                <a:path extrusionOk="0" h="1988" w="1276">
                  <a:moveTo>
                    <a:pt x="1213" y="13"/>
                  </a:moveTo>
                  <a:cubicBezTo>
                    <a:pt x="650" y="113"/>
                    <a:pt x="113" y="450"/>
                    <a:pt x="50" y="1062"/>
                  </a:cubicBezTo>
                  <a:cubicBezTo>
                    <a:pt x="0" y="1550"/>
                    <a:pt x="375" y="1975"/>
                    <a:pt x="863" y="1987"/>
                  </a:cubicBezTo>
                  <a:cubicBezTo>
                    <a:pt x="938" y="1975"/>
                    <a:pt x="938" y="1862"/>
                    <a:pt x="863" y="1875"/>
                  </a:cubicBezTo>
                  <a:cubicBezTo>
                    <a:pt x="288" y="1850"/>
                    <a:pt x="13" y="1275"/>
                    <a:pt x="238" y="775"/>
                  </a:cubicBezTo>
                  <a:cubicBezTo>
                    <a:pt x="425" y="362"/>
                    <a:pt x="813" y="163"/>
                    <a:pt x="1238" y="75"/>
                  </a:cubicBezTo>
                  <a:cubicBezTo>
                    <a:pt x="1275" y="63"/>
                    <a:pt x="1250" y="0"/>
                    <a:pt x="1213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0" name="Google Shape;5430;p110"/>
            <p:cNvSpPr/>
            <p:nvPr/>
          </p:nvSpPr>
          <p:spPr>
            <a:xfrm>
              <a:off x="3471650" y="1283975"/>
              <a:ext cx="62800" cy="31575"/>
            </a:xfrm>
            <a:custGeom>
              <a:rect b="b" l="l" r="r" t="t"/>
              <a:pathLst>
                <a:path extrusionOk="0" h="1263" w="2512">
                  <a:moveTo>
                    <a:pt x="63" y="738"/>
                  </a:moveTo>
                  <a:cubicBezTo>
                    <a:pt x="687" y="713"/>
                    <a:pt x="1187" y="1263"/>
                    <a:pt x="1825" y="1051"/>
                  </a:cubicBezTo>
                  <a:cubicBezTo>
                    <a:pt x="2237" y="901"/>
                    <a:pt x="2512" y="501"/>
                    <a:pt x="2499" y="51"/>
                  </a:cubicBezTo>
                  <a:cubicBezTo>
                    <a:pt x="2499" y="13"/>
                    <a:pt x="2437" y="1"/>
                    <a:pt x="2424" y="51"/>
                  </a:cubicBezTo>
                  <a:cubicBezTo>
                    <a:pt x="2312" y="838"/>
                    <a:pt x="1637" y="1151"/>
                    <a:pt x="937" y="851"/>
                  </a:cubicBezTo>
                  <a:cubicBezTo>
                    <a:pt x="662" y="701"/>
                    <a:pt x="362" y="638"/>
                    <a:pt x="63" y="651"/>
                  </a:cubicBezTo>
                  <a:cubicBezTo>
                    <a:pt x="13" y="651"/>
                    <a:pt x="0" y="738"/>
                    <a:pt x="63" y="7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1" name="Google Shape;5431;p110"/>
            <p:cNvSpPr/>
            <p:nvPr/>
          </p:nvSpPr>
          <p:spPr>
            <a:xfrm>
              <a:off x="3504750" y="1268675"/>
              <a:ext cx="30950" cy="21275"/>
            </a:xfrm>
            <a:custGeom>
              <a:rect b="b" l="l" r="r" t="t"/>
              <a:pathLst>
                <a:path extrusionOk="0" h="851" w="1238">
                  <a:moveTo>
                    <a:pt x="1125" y="813"/>
                  </a:moveTo>
                  <a:cubicBezTo>
                    <a:pt x="1238" y="525"/>
                    <a:pt x="1063" y="275"/>
                    <a:pt x="788" y="163"/>
                  </a:cubicBezTo>
                  <a:cubicBezTo>
                    <a:pt x="563" y="63"/>
                    <a:pt x="163" y="0"/>
                    <a:pt x="26" y="238"/>
                  </a:cubicBezTo>
                  <a:cubicBezTo>
                    <a:pt x="1" y="263"/>
                    <a:pt x="38" y="313"/>
                    <a:pt x="63" y="288"/>
                  </a:cubicBezTo>
                  <a:cubicBezTo>
                    <a:pt x="388" y="38"/>
                    <a:pt x="1238" y="275"/>
                    <a:pt x="1050" y="800"/>
                  </a:cubicBezTo>
                  <a:cubicBezTo>
                    <a:pt x="1038" y="838"/>
                    <a:pt x="1100" y="850"/>
                    <a:pt x="1125" y="8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2" name="Google Shape;5432;p110"/>
            <p:cNvSpPr/>
            <p:nvPr/>
          </p:nvSpPr>
          <p:spPr>
            <a:xfrm>
              <a:off x="3694400" y="1371450"/>
              <a:ext cx="81250" cy="56275"/>
            </a:xfrm>
            <a:custGeom>
              <a:rect b="b" l="l" r="r" t="t"/>
              <a:pathLst>
                <a:path extrusionOk="0" h="2251" w="3250">
                  <a:moveTo>
                    <a:pt x="25" y="88"/>
                  </a:moveTo>
                  <a:cubicBezTo>
                    <a:pt x="825" y="1051"/>
                    <a:pt x="1787" y="2250"/>
                    <a:pt x="3187" y="1963"/>
                  </a:cubicBezTo>
                  <a:cubicBezTo>
                    <a:pt x="3249" y="1950"/>
                    <a:pt x="3224" y="1863"/>
                    <a:pt x="3162" y="1863"/>
                  </a:cubicBezTo>
                  <a:cubicBezTo>
                    <a:pt x="1775" y="2050"/>
                    <a:pt x="887" y="988"/>
                    <a:pt x="88" y="38"/>
                  </a:cubicBezTo>
                  <a:cubicBezTo>
                    <a:pt x="50" y="1"/>
                    <a:pt x="0" y="51"/>
                    <a:pt x="25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3" name="Google Shape;5433;p110"/>
            <p:cNvSpPr/>
            <p:nvPr/>
          </p:nvSpPr>
          <p:spPr>
            <a:xfrm>
              <a:off x="3515075" y="1320225"/>
              <a:ext cx="30950" cy="15325"/>
            </a:xfrm>
            <a:custGeom>
              <a:rect b="b" l="l" r="r" t="t"/>
              <a:pathLst>
                <a:path extrusionOk="0" h="613" w="1238">
                  <a:moveTo>
                    <a:pt x="63" y="113"/>
                  </a:moveTo>
                  <a:cubicBezTo>
                    <a:pt x="475" y="125"/>
                    <a:pt x="862" y="288"/>
                    <a:pt x="1150" y="575"/>
                  </a:cubicBezTo>
                  <a:cubicBezTo>
                    <a:pt x="1187" y="613"/>
                    <a:pt x="1237" y="563"/>
                    <a:pt x="1212" y="525"/>
                  </a:cubicBezTo>
                  <a:cubicBezTo>
                    <a:pt x="1087" y="363"/>
                    <a:pt x="912" y="238"/>
                    <a:pt x="712" y="163"/>
                  </a:cubicBezTo>
                  <a:cubicBezTo>
                    <a:pt x="512" y="50"/>
                    <a:pt x="288" y="0"/>
                    <a:pt x="63" y="25"/>
                  </a:cubicBezTo>
                  <a:cubicBezTo>
                    <a:pt x="13" y="25"/>
                    <a:pt x="0" y="113"/>
                    <a:pt x="63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4" name="Google Shape;5434;p110"/>
            <p:cNvSpPr/>
            <p:nvPr/>
          </p:nvSpPr>
          <p:spPr>
            <a:xfrm>
              <a:off x="3512250" y="1319900"/>
              <a:ext cx="34075" cy="21900"/>
            </a:xfrm>
            <a:custGeom>
              <a:rect b="b" l="l" r="r" t="t"/>
              <a:pathLst>
                <a:path extrusionOk="0" h="876" w="1363">
                  <a:moveTo>
                    <a:pt x="1263" y="551"/>
                  </a:moveTo>
                  <a:cubicBezTo>
                    <a:pt x="825" y="751"/>
                    <a:pt x="313" y="463"/>
                    <a:pt x="126" y="51"/>
                  </a:cubicBezTo>
                  <a:cubicBezTo>
                    <a:pt x="101" y="1"/>
                    <a:pt x="1" y="38"/>
                    <a:pt x="26" y="88"/>
                  </a:cubicBezTo>
                  <a:cubicBezTo>
                    <a:pt x="226" y="576"/>
                    <a:pt x="825" y="876"/>
                    <a:pt x="1313" y="626"/>
                  </a:cubicBezTo>
                  <a:cubicBezTo>
                    <a:pt x="1363" y="601"/>
                    <a:pt x="1313" y="526"/>
                    <a:pt x="1263" y="5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5" name="Google Shape;5435;p110"/>
            <p:cNvSpPr/>
            <p:nvPr/>
          </p:nvSpPr>
          <p:spPr>
            <a:xfrm>
              <a:off x="3177975" y="1278975"/>
              <a:ext cx="132175" cy="60025"/>
            </a:xfrm>
            <a:custGeom>
              <a:rect b="b" l="l" r="r" t="t"/>
              <a:pathLst>
                <a:path extrusionOk="0" h="2401" w="5287">
                  <a:moveTo>
                    <a:pt x="5236" y="576"/>
                  </a:moveTo>
                  <a:cubicBezTo>
                    <a:pt x="3649" y="263"/>
                    <a:pt x="213" y="1"/>
                    <a:pt x="0" y="2350"/>
                  </a:cubicBezTo>
                  <a:cubicBezTo>
                    <a:pt x="0" y="2400"/>
                    <a:pt x="63" y="2388"/>
                    <a:pt x="63" y="2350"/>
                  </a:cubicBezTo>
                  <a:cubicBezTo>
                    <a:pt x="363" y="63"/>
                    <a:pt x="3674" y="363"/>
                    <a:pt x="5211" y="651"/>
                  </a:cubicBezTo>
                  <a:cubicBezTo>
                    <a:pt x="5261" y="663"/>
                    <a:pt x="5286" y="588"/>
                    <a:pt x="5236" y="5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6" name="Google Shape;5436;p110"/>
            <p:cNvSpPr/>
            <p:nvPr/>
          </p:nvSpPr>
          <p:spPr>
            <a:xfrm>
              <a:off x="3184525" y="1311175"/>
              <a:ext cx="61575" cy="65000"/>
            </a:xfrm>
            <a:custGeom>
              <a:rect b="b" l="l" r="r" t="t"/>
              <a:pathLst>
                <a:path extrusionOk="0" h="2600" w="2463">
                  <a:moveTo>
                    <a:pt x="950" y="25"/>
                  </a:moveTo>
                  <a:cubicBezTo>
                    <a:pt x="275" y="350"/>
                    <a:pt x="1" y="1187"/>
                    <a:pt x="450" y="1825"/>
                  </a:cubicBezTo>
                  <a:cubicBezTo>
                    <a:pt x="850" y="2412"/>
                    <a:pt x="1913" y="2599"/>
                    <a:pt x="2412" y="2025"/>
                  </a:cubicBezTo>
                  <a:cubicBezTo>
                    <a:pt x="2462" y="1975"/>
                    <a:pt x="2387" y="1900"/>
                    <a:pt x="2337" y="1950"/>
                  </a:cubicBezTo>
                  <a:cubicBezTo>
                    <a:pt x="1875" y="2474"/>
                    <a:pt x="900" y="2312"/>
                    <a:pt x="525" y="1762"/>
                  </a:cubicBezTo>
                  <a:cubicBezTo>
                    <a:pt x="126" y="1175"/>
                    <a:pt x="338" y="375"/>
                    <a:pt x="988" y="75"/>
                  </a:cubicBezTo>
                  <a:cubicBezTo>
                    <a:pt x="1025" y="63"/>
                    <a:pt x="988" y="0"/>
                    <a:pt x="963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7" name="Google Shape;5437;p110"/>
            <p:cNvSpPr/>
            <p:nvPr/>
          </p:nvSpPr>
          <p:spPr>
            <a:xfrm>
              <a:off x="3219825" y="1318975"/>
              <a:ext cx="35950" cy="46575"/>
            </a:xfrm>
            <a:custGeom>
              <a:rect b="b" l="l" r="r" t="t"/>
              <a:pathLst>
                <a:path extrusionOk="0" h="1863" w="1438">
                  <a:moveTo>
                    <a:pt x="751" y="1850"/>
                  </a:moveTo>
                  <a:cubicBezTo>
                    <a:pt x="1213" y="1663"/>
                    <a:pt x="1438" y="1138"/>
                    <a:pt x="1238" y="675"/>
                  </a:cubicBezTo>
                  <a:cubicBezTo>
                    <a:pt x="1050" y="213"/>
                    <a:pt x="513" y="0"/>
                    <a:pt x="51" y="200"/>
                  </a:cubicBezTo>
                  <a:cubicBezTo>
                    <a:pt x="1" y="225"/>
                    <a:pt x="38" y="300"/>
                    <a:pt x="88" y="288"/>
                  </a:cubicBezTo>
                  <a:cubicBezTo>
                    <a:pt x="513" y="163"/>
                    <a:pt x="963" y="288"/>
                    <a:pt x="1138" y="713"/>
                  </a:cubicBezTo>
                  <a:cubicBezTo>
                    <a:pt x="1300" y="1138"/>
                    <a:pt x="1113" y="1600"/>
                    <a:pt x="713" y="1787"/>
                  </a:cubicBezTo>
                  <a:cubicBezTo>
                    <a:pt x="676" y="1812"/>
                    <a:pt x="713" y="1862"/>
                    <a:pt x="751" y="18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8" name="Google Shape;5438;p110"/>
            <p:cNvSpPr/>
            <p:nvPr/>
          </p:nvSpPr>
          <p:spPr>
            <a:xfrm>
              <a:off x="3208275" y="1322725"/>
              <a:ext cx="17200" cy="30650"/>
            </a:xfrm>
            <a:custGeom>
              <a:rect b="b" l="l" r="r" t="t"/>
              <a:pathLst>
                <a:path extrusionOk="0" h="1226" w="688">
                  <a:moveTo>
                    <a:pt x="650" y="38"/>
                  </a:moveTo>
                  <a:cubicBezTo>
                    <a:pt x="300" y="0"/>
                    <a:pt x="63" y="375"/>
                    <a:pt x="63" y="688"/>
                  </a:cubicBezTo>
                  <a:cubicBezTo>
                    <a:pt x="50" y="988"/>
                    <a:pt x="350" y="1213"/>
                    <a:pt x="638" y="1125"/>
                  </a:cubicBezTo>
                  <a:cubicBezTo>
                    <a:pt x="688" y="1100"/>
                    <a:pt x="663" y="1013"/>
                    <a:pt x="613" y="1038"/>
                  </a:cubicBezTo>
                  <a:cubicBezTo>
                    <a:pt x="0" y="1225"/>
                    <a:pt x="63" y="75"/>
                    <a:pt x="650" y="113"/>
                  </a:cubicBezTo>
                  <a:cubicBezTo>
                    <a:pt x="688" y="113"/>
                    <a:pt x="688" y="38"/>
                    <a:pt x="650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9" name="Google Shape;5439;p110"/>
            <p:cNvSpPr/>
            <p:nvPr/>
          </p:nvSpPr>
          <p:spPr>
            <a:xfrm>
              <a:off x="3454150" y="1312425"/>
              <a:ext cx="55325" cy="71550"/>
            </a:xfrm>
            <a:custGeom>
              <a:rect b="b" l="l" r="r" t="t"/>
              <a:pathLst>
                <a:path extrusionOk="0" h="2862" w="2213">
                  <a:moveTo>
                    <a:pt x="1750" y="75"/>
                  </a:moveTo>
                  <a:cubicBezTo>
                    <a:pt x="2112" y="1387"/>
                    <a:pt x="1300" y="2474"/>
                    <a:pt x="38" y="2799"/>
                  </a:cubicBezTo>
                  <a:cubicBezTo>
                    <a:pt x="0" y="2812"/>
                    <a:pt x="13" y="2862"/>
                    <a:pt x="38" y="2862"/>
                  </a:cubicBezTo>
                  <a:cubicBezTo>
                    <a:pt x="1425" y="2762"/>
                    <a:pt x="2212" y="1325"/>
                    <a:pt x="1825" y="50"/>
                  </a:cubicBezTo>
                  <a:cubicBezTo>
                    <a:pt x="1812" y="0"/>
                    <a:pt x="1725" y="13"/>
                    <a:pt x="1750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0" name="Google Shape;5440;p110"/>
            <p:cNvSpPr/>
            <p:nvPr/>
          </p:nvSpPr>
          <p:spPr>
            <a:xfrm>
              <a:off x="3796875" y="1305225"/>
              <a:ext cx="111550" cy="104375"/>
            </a:xfrm>
            <a:custGeom>
              <a:rect b="b" l="l" r="r" t="t"/>
              <a:pathLst>
                <a:path extrusionOk="0" h="4175" w="4462">
                  <a:moveTo>
                    <a:pt x="2662" y="176"/>
                  </a:moveTo>
                  <a:cubicBezTo>
                    <a:pt x="1212" y="1"/>
                    <a:pt x="38" y="1438"/>
                    <a:pt x="750" y="2787"/>
                  </a:cubicBezTo>
                  <a:cubicBezTo>
                    <a:pt x="1475" y="4175"/>
                    <a:pt x="3424" y="3950"/>
                    <a:pt x="4424" y="3025"/>
                  </a:cubicBezTo>
                  <a:cubicBezTo>
                    <a:pt x="4461" y="2987"/>
                    <a:pt x="4411" y="2937"/>
                    <a:pt x="4386" y="2962"/>
                  </a:cubicBezTo>
                  <a:cubicBezTo>
                    <a:pt x="3474" y="3612"/>
                    <a:pt x="2012" y="4062"/>
                    <a:pt x="1137" y="3125"/>
                  </a:cubicBezTo>
                  <a:cubicBezTo>
                    <a:pt x="0" y="1900"/>
                    <a:pt x="1075" y="88"/>
                    <a:pt x="2662" y="276"/>
                  </a:cubicBezTo>
                  <a:cubicBezTo>
                    <a:pt x="2724" y="288"/>
                    <a:pt x="2724" y="176"/>
                    <a:pt x="2662" y="1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1" name="Google Shape;5441;p110"/>
            <p:cNvSpPr/>
            <p:nvPr/>
          </p:nvSpPr>
          <p:spPr>
            <a:xfrm>
              <a:off x="3903100" y="1237750"/>
              <a:ext cx="263700" cy="146850"/>
            </a:xfrm>
            <a:custGeom>
              <a:rect b="b" l="l" r="r" t="t"/>
              <a:pathLst>
                <a:path extrusionOk="0" h="5874" w="10548">
                  <a:moveTo>
                    <a:pt x="100" y="5836"/>
                  </a:moveTo>
                  <a:cubicBezTo>
                    <a:pt x="1300" y="4162"/>
                    <a:pt x="2412" y="2062"/>
                    <a:pt x="4324" y="1138"/>
                  </a:cubicBezTo>
                  <a:cubicBezTo>
                    <a:pt x="6086" y="275"/>
                    <a:pt x="8848" y="100"/>
                    <a:pt x="10485" y="1312"/>
                  </a:cubicBezTo>
                  <a:cubicBezTo>
                    <a:pt x="10510" y="1325"/>
                    <a:pt x="10547" y="1275"/>
                    <a:pt x="10522" y="1262"/>
                  </a:cubicBezTo>
                  <a:cubicBezTo>
                    <a:pt x="9073" y="0"/>
                    <a:pt x="6586" y="138"/>
                    <a:pt x="4861" y="725"/>
                  </a:cubicBezTo>
                  <a:cubicBezTo>
                    <a:pt x="2549" y="1512"/>
                    <a:pt x="1350" y="3924"/>
                    <a:pt x="25" y="5799"/>
                  </a:cubicBezTo>
                  <a:cubicBezTo>
                    <a:pt x="0" y="5836"/>
                    <a:pt x="63" y="5874"/>
                    <a:pt x="88" y="58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2" name="Google Shape;5442;p110"/>
            <p:cNvSpPr/>
            <p:nvPr/>
          </p:nvSpPr>
          <p:spPr>
            <a:xfrm>
              <a:off x="4098975" y="1277425"/>
              <a:ext cx="100925" cy="84375"/>
            </a:xfrm>
            <a:custGeom>
              <a:rect b="b" l="l" r="r" t="t"/>
              <a:pathLst>
                <a:path extrusionOk="0" h="3375" w="4037">
                  <a:moveTo>
                    <a:pt x="2875" y="88"/>
                  </a:moveTo>
                  <a:cubicBezTo>
                    <a:pt x="3412" y="1025"/>
                    <a:pt x="3525" y="2400"/>
                    <a:pt x="2375" y="2950"/>
                  </a:cubicBezTo>
                  <a:cubicBezTo>
                    <a:pt x="2087" y="3062"/>
                    <a:pt x="1775" y="3100"/>
                    <a:pt x="1475" y="3062"/>
                  </a:cubicBezTo>
                  <a:cubicBezTo>
                    <a:pt x="1400" y="3050"/>
                    <a:pt x="1325" y="3075"/>
                    <a:pt x="1250" y="3062"/>
                  </a:cubicBezTo>
                  <a:cubicBezTo>
                    <a:pt x="488" y="2937"/>
                    <a:pt x="513" y="2737"/>
                    <a:pt x="438" y="2200"/>
                  </a:cubicBezTo>
                  <a:cubicBezTo>
                    <a:pt x="325" y="1300"/>
                    <a:pt x="938" y="963"/>
                    <a:pt x="1713" y="1113"/>
                  </a:cubicBezTo>
                  <a:cubicBezTo>
                    <a:pt x="2300" y="1225"/>
                    <a:pt x="2600" y="1512"/>
                    <a:pt x="3000" y="1925"/>
                  </a:cubicBezTo>
                  <a:cubicBezTo>
                    <a:pt x="3300" y="2237"/>
                    <a:pt x="3550" y="2562"/>
                    <a:pt x="3999" y="2575"/>
                  </a:cubicBezTo>
                  <a:cubicBezTo>
                    <a:pt x="4024" y="2575"/>
                    <a:pt x="4037" y="2537"/>
                    <a:pt x="3999" y="2537"/>
                  </a:cubicBezTo>
                  <a:cubicBezTo>
                    <a:pt x="3287" y="2425"/>
                    <a:pt x="2900" y="1525"/>
                    <a:pt x="2312" y="1150"/>
                  </a:cubicBezTo>
                  <a:cubicBezTo>
                    <a:pt x="1875" y="850"/>
                    <a:pt x="1325" y="800"/>
                    <a:pt x="838" y="1025"/>
                  </a:cubicBezTo>
                  <a:cubicBezTo>
                    <a:pt x="113" y="1350"/>
                    <a:pt x="0" y="2487"/>
                    <a:pt x="638" y="2987"/>
                  </a:cubicBezTo>
                  <a:cubicBezTo>
                    <a:pt x="1163" y="3375"/>
                    <a:pt x="2237" y="3250"/>
                    <a:pt x="2712" y="2887"/>
                  </a:cubicBezTo>
                  <a:cubicBezTo>
                    <a:pt x="3650" y="2187"/>
                    <a:pt x="3462" y="925"/>
                    <a:pt x="2937" y="38"/>
                  </a:cubicBezTo>
                  <a:cubicBezTo>
                    <a:pt x="2912" y="0"/>
                    <a:pt x="2837" y="38"/>
                    <a:pt x="2875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3" name="Google Shape;5443;p110"/>
            <p:cNvSpPr/>
            <p:nvPr/>
          </p:nvSpPr>
          <p:spPr>
            <a:xfrm>
              <a:off x="4206450" y="1331775"/>
              <a:ext cx="55625" cy="13775"/>
            </a:xfrm>
            <a:custGeom>
              <a:rect b="b" l="l" r="r" t="t"/>
              <a:pathLst>
                <a:path extrusionOk="0" h="551" w="2225">
                  <a:moveTo>
                    <a:pt x="50" y="476"/>
                  </a:moveTo>
                  <a:cubicBezTo>
                    <a:pt x="750" y="551"/>
                    <a:pt x="1600" y="501"/>
                    <a:pt x="2187" y="76"/>
                  </a:cubicBezTo>
                  <a:cubicBezTo>
                    <a:pt x="2225" y="63"/>
                    <a:pt x="2200" y="1"/>
                    <a:pt x="2162" y="13"/>
                  </a:cubicBezTo>
                  <a:cubicBezTo>
                    <a:pt x="1437" y="251"/>
                    <a:pt x="838" y="476"/>
                    <a:pt x="50" y="401"/>
                  </a:cubicBezTo>
                  <a:cubicBezTo>
                    <a:pt x="0" y="401"/>
                    <a:pt x="0" y="476"/>
                    <a:pt x="50" y="4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4" name="Google Shape;5444;p110"/>
            <p:cNvSpPr/>
            <p:nvPr/>
          </p:nvSpPr>
          <p:spPr>
            <a:xfrm>
              <a:off x="3934650" y="1301475"/>
              <a:ext cx="81250" cy="96575"/>
            </a:xfrm>
            <a:custGeom>
              <a:rect b="b" l="l" r="r" t="t"/>
              <a:pathLst>
                <a:path extrusionOk="0" h="3863" w="3250">
                  <a:moveTo>
                    <a:pt x="1025" y="26"/>
                  </a:moveTo>
                  <a:cubicBezTo>
                    <a:pt x="463" y="675"/>
                    <a:pt x="0" y="1488"/>
                    <a:pt x="188" y="2375"/>
                  </a:cubicBezTo>
                  <a:cubicBezTo>
                    <a:pt x="363" y="3200"/>
                    <a:pt x="1162" y="3800"/>
                    <a:pt x="2000" y="3837"/>
                  </a:cubicBezTo>
                  <a:cubicBezTo>
                    <a:pt x="2587" y="3862"/>
                    <a:pt x="3249" y="3475"/>
                    <a:pt x="3174" y="2812"/>
                  </a:cubicBezTo>
                  <a:cubicBezTo>
                    <a:pt x="3137" y="2475"/>
                    <a:pt x="2799" y="2050"/>
                    <a:pt x="2512" y="2425"/>
                  </a:cubicBezTo>
                  <a:cubicBezTo>
                    <a:pt x="2475" y="2462"/>
                    <a:pt x="2550" y="2500"/>
                    <a:pt x="2575" y="2462"/>
                  </a:cubicBezTo>
                  <a:cubicBezTo>
                    <a:pt x="3012" y="3300"/>
                    <a:pt x="2862" y="3725"/>
                    <a:pt x="2125" y="3737"/>
                  </a:cubicBezTo>
                  <a:cubicBezTo>
                    <a:pt x="1800" y="3737"/>
                    <a:pt x="1487" y="3650"/>
                    <a:pt x="1212" y="3500"/>
                  </a:cubicBezTo>
                  <a:cubicBezTo>
                    <a:pt x="775" y="3287"/>
                    <a:pt x="463" y="2900"/>
                    <a:pt x="325" y="2437"/>
                  </a:cubicBezTo>
                  <a:cubicBezTo>
                    <a:pt x="75" y="1563"/>
                    <a:pt x="538" y="738"/>
                    <a:pt x="1062" y="63"/>
                  </a:cubicBezTo>
                  <a:cubicBezTo>
                    <a:pt x="1087" y="38"/>
                    <a:pt x="1050" y="1"/>
                    <a:pt x="1025" y="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5" name="Google Shape;5445;p110"/>
            <p:cNvSpPr/>
            <p:nvPr/>
          </p:nvSpPr>
          <p:spPr>
            <a:xfrm>
              <a:off x="3920275" y="1329900"/>
              <a:ext cx="23150" cy="110625"/>
            </a:xfrm>
            <a:custGeom>
              <a:rect b="b" l="l" r="r" t="t"/>
              <a:pathLst>
                <a:path extrusionOk="0" h="4425" w="926">
                  <a:moveTo>
                    <a:pt x="825" y="38"/>
                  </a:moveTo>
                  <a:cubicBezTo>
                    <a:pt x="375" y="551"/>
                    <a:pt x="263" y="1238"/>
                    <a:pt x="188" y="1913"/>
                  </a:cubicBezTo>
                  <a:cubicBezTo>
                    <a:pt x="100" y="2725"/>
                    <a:pt x="13" y="3712"/>
                    <a:pt x="538" y="4400"/>
                  </a:cubicBezTo>
                  <a:cubicBezTo>
                    <a:pt x="563" y="4425"/>
                    <a:pt x="600" y="4400"/>
                    <a:pt x="588" y="4362"/>
                  </a:cubicBezTo>
                  <a:cubicBezTo>
                    <a:pt x="0" y="3250"/>
                    <a:pt x="38" y="1101"/>
                    <a:pt x="888" y="101"/>
                  </a:cubicBezTo>
                  <a:cubicBezTo>
                    <a:pt x="925" y="63"/>
                    <a:pt x="863" y="1"/>
                    <a:pt x="825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6" name="Google Shape;5446;p110"/>
            <p:cNvSpPr/>
            <p:nvPr/>
          </p:nvSpPr>
          <p:spPr>
            <a:xfrm>
              <a:off x="3931200" y="1439875"/>
              <a:ext cx="11900" cy="11900"/>
            </a:xfrm>
            <a:custGeom>
              <a:rect b="b" l="l" r="r" t="t"/>
              <a:pathLst>
                <a:path extrusionOk="0" h="476" w="476">
                  <a:moveTo>
                    <a:pt x="126" y="38"/>
                  </a:moveTo>
                  <a:cubicBezTo>
                    <a:pt x="213" y="1"/>
                    <a:pt x="313" y="13"/>
                    <a:pt x="388" y="88"/>
                  </a:cubicBezTo>
                  <a:cubicBezTo>
                    <a:pt x="451" y="151"/>
                    <a:pt x="476" y="238"/>
                    <a:pt x="451" y="326"/>
                  </a:cubicBezTo>
                  <a:cubicBezTo>
                    <a:pt x="451" y="363"/>
                    <a:pt x="438" y="388"/>
                    <a:pt x="413" y="413"/>
                  </a:cubicBezTo>
                  <a:cubicBezTo>
                    <a:pt x="388" y="438"/>
                    <a:pt x="351" y="451"/>
                    <a:pt x="313" y="463"/>
                  </a:cubicBezTo>
                  <a:cubicBezTo>
                    <a:pt x="188" y="476"/>
                    <a:pt x="63" y="413"/>
                    <a:pt x="13" y="288"/>
                  </a:cubicBezTo>
                  <a:cubicBezTo>
                    <a:pt x="1" y="163"/>
                    <a:pt x="101" y="51"/>
                    <a:pt x="238" y="51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7" name="Google Shape;5447;p110"/>
            <p:cNvSpPr/>
            <p:nvPr/>
          </p:nvSpPr>
          <p:spPr>
            <a:xfrm>
              <a:off x="3926825" y="1437075"/>
              <a:ext cx="22225" cy="17200"/>
            </a:xfrm>
            <a:custGeom>
              <a:rect b="b" l="l" r="r" t="t"/>
              <a:pathLst>
                <a:path extrusionOk="0" h="688" w="889">
                  <a:moveTo>
                    <a:pt x="313" y="213"/>
                  </a:moveTo>
                  <a:cubicBezTo>
                    <a:pt x="588" y="238"/>
                    <a:pt x="651" y="313"/>
                    <a:pt x="476" y="413"/>
                  </a:cubicBezTo>
                  <a:cubicBezTo>
                    <a:pt x="313" y="600"/>
                    <a:pt x="301" y="525"/>
                    <a:pt x="413" y="200"/>
                  </a:cubicBezTo>
                  <a:cubicBezTo>
                    <a:pt x="451" y="175"/>
                    <a:pt x="451" y="113"/>
                    <a:pt x="401" y="113"/>
                  </a:cubicBezTo>
                  <a:cubicBezTo>
                    <a:pt x="1" y="113"/>
                    <a:pt x="88" y="688"/>
                    <a:pt x="488" y="625"/>
                  </a:cubicBezTo>
                  <a:cubicBezTo>
                    <a:pt x="888" y="563"/>
                    <a:pt x="663" y="0"/>
                    <a:pt x="276" y="88"/>
                  </a:cubicBezTo>
                  <a:cubicBezTo>
                    <a:pt x="213" y="113"/>
                    <a:pt x="238" y="213"/>
                    <a:pt x="313" y="2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8" name="Google Shape;5448;p110"/>
            <p:cNvSpPr/>
            <p:nvPr/>
          </p:nvSpPr>
          <p:spPr>
            <a:xfrm>
              <a:off x="4168650" y="1271800"/>
              <a:ext cx="2825" cy="3150"/>
            </a:xfrm>
            <a:custGeom>
              <a:rect b="b" l="l" r="r" t="t"/>
              <a:pathLst>
                <a:path extrusionOk="0" h="126" w="113">
                  <a:moveTo>
                    <a:pt x="25" y="63"/>
                  </a:moveTo>
                  <a:lnTo>
                    <a:pt x="38" y="100"/>
                  </a:lnTo>
                  <a:cubicBezTo>
                    <a:pt x="50" y="125"/>
                    <a:pt x="88" y="125"/>
                    <a:pt x="100" y="100"/>
                  </a:cubicBezTo>
                  <a:lnTo>
                    <a:pt x="100" y="63"/>
                  </a:lnTo>
                  <a:cubicBezTo>
                    <a:pt x="113" y="0"/>
                    <a:pt x="0" y="0"/>
                    <a:pt x="13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9" name="Google Shape;5449;p110"/>
            <p:cNvSpPr/>
            <p:nvPr/>
          </p:nvSpPr>
          <p:spPr>
            <a:xfrm>
              <a:off x="4259250" y="1315225"/>
              <a:ext cx="41875" cy="17825"/>
            </a:xfrm>
            <a:custGeom>
              <a:rect b="b" l="l" r="r" t="t"/>
              <a:pathLst>
                <a:path extrusionOk="0" h="713" w="1675">
                  <a:moveTo>
                    <a:pt x="125" y="650"/>
                  </a:moveTo>
                  <a:cubicBezTo>
                    <a:pt x="225" y="388"/>
                    <a:pt x="650" y="275"/>
                    <a:pt x="875" y="238"/>
                  </a:cubicBezTo>
                  <a:cubicBezTo>
                    <a:pt x="1125" y="200"/>
                    <a:pt x="1375" y="200"/>
                    <a:pt x="1612" y="250"/>
                  </a:cubicBezTo>
                  <a:cubicBezTo>
                    <a:pt x="1675" y="250"/>
                    <a:pt x="1675" y="163"/>
                    <a:pt x="1625" y="150"/>
                  </a:cubicBezTo>
                  <a:cubicBezTo>
                    <a:pt x="1175" y="0"/>
                    <a:pt x="225" y="88"/>
                    <a:pt x="25" y="613"/>
                  </a:cubicBezTo>
                  <a:cubicBezTo>
                    <a:pt x="0" y="675"/>
                    <a:pt x="100" y="713"/>
                    <a:pt x="125" y="6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0" name="Google Shape;5450;p110"/>
            <p:cNvSpPr/>
            <p:nvPr/>
          </p:nvSpPr>
          <p:spPr>
            <a:xfrm>
              <a:off x="4259250" y="1317725"/>
              <a:ext cx="42200" cy="19700"/>
            </a:xfrm>
            <a:custGeom>
              <a:rect b="b" l="l" r="r" t="t"/>
              <a:pathLst>
                <a:path extrusionOk="0" h="788" w="1688">
                  <a:moveTo>
                    <a:pt x="1587" y="50"/>
                  </a:moveTo>
                  <a:cubicBezTo>
                    <a:pt x="1175" y="425"/>
                    <a:pt x="638" y="600"/>
                    <a:pt x="88" y="550"/>
                  </a:cubicBezTo>
                  <a:cubicBezTo>
                    <a:pt x="25" y="550"/>
                    <a:pt x="0" y="625"/>
                    <a:pt x="63" y="650"/>
                  </a:cubicBezTo>
                  <a:cubicBezTo>
                    <a:pt x="575" y="788"/>
                    <a:pt x="1287" y="475"/>
                    <a:pt x="1650" y="113"/>
                  </a:cubicBezTo>
                  <a:cubicBezTo>
                    <a:pt x="1687" y="75"/>
                    <a:pt x="1625" y="0"/>
                    <a:pt x="1587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1" name="Google Shape;5451;p110"/>
            <p:cNvSpPr/>
            <p:nvPr/>
          </p:nvSpPr>
          <p:spPr>
            <a:xfrm>
              <a:off x="4198950" y="1341475"/>
              <a:ext cx="33450" cy="30325"/>
            </a:xfrm>
            <a:custGeom>
              <a:rect b="b" l="l" r="r" t="t"/>
              <a:pathLst>
                <a:path extrusionOk="0" h="1213" w="1338">
                  <a:moveTo>
                    <a:pt x="50" y="100"/>
                  </a:moveTo>
                  <a:cubicBezTo>
                    <a:pt x="363" y="88"/>
                    <a:pt x="625" y="263"/>
                    <a:pt x="863" y="450"/>
                  </a:cubicBezTo>
                  <a:cubicBezTo>
                    <a:pt x="1088" y="625"/>
                    <a:pt x="1238" y="887"/>
                    <a:pt x="1250" y="1162"/>
                  </a:cubicBezTo>
                  <a:cubicBezTo>
                    <a:pt x="1250" y="1212"/>
                    <a:pt x="1338" y="1200"/>
                    <a:pt x="1325" y="1162"/>
                  </a:cubicBezTo>
                  <a:cubicBezTo>
                    <a:pt x="1325" y="850"/>
                    <a:pt x="1175" y="563"/>
                    <a:pt x="925" y="388"/>
                  </a:cubicBezTo>
                  <a:cubicBezTo>
                    <a:pt x="663" y="188"/>
                    <a:pt x="400" y="0"/>
                    <a:pt x="50" y="25"/>
                  </a:cubicBezTo>
                  <a:cubicBezTo>
                    <a:pt x="0" y="25"/>
                    <a:pt x="0" y="113"/>
                    <a:pt x="50" y="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2" name="Google Shape;5452;p110"/>
            <p:cNvSpPr/>
            <p:nvPr/>
          </p:nvSpPr>
          <p:spPr>
            <a:xfrm>
              <a:off x="4199250" y="1342100"/>
              <a:ext cx="33475" cy="29375"/>
            </a:xfrm>
            <a:custGeom>
              <a:rect b="b" l="l" r="r" t="t"/>
              <a:pathLst>
                <a:path extrusionOk="0" h="1175" w="1339">
                  <a:moveTo>
                    <a:pt x="1288" y="1100"/>
                  </a:moveTo>
                  <a:cubicBezTo>
                    <a:pt x="1026" y="1012"/>
                    <a:pt x="776" y="887"/>
                    <a:pt x="551" y="713"/>
                  </a:cubicBezTo>
                  <a:cubicBezTo>
                    <a:pt x="313" y="538"/>
                    <a:pt x="263" y="288"/>
                    <a:pt x="113" y="63"/>
                  </a:cubicBezTo>
                  <a:cubicBezTo>
                    <a:pt x="76" y="0"/>
                    <a:pt x="1" y="38"/>
                    <a:pt x="13" y="100"/>
                  </a:cubicBezTo>
                  <a:cubicBezTo>
                    <a:pt x="126" y="688"/>
                    <a:pt x="713" y="1087"/>
                    <a:pt x="1263" y="1175"/>
                  </a:cubicBezTo>
                  <a:cubicBezTo>
                    <a:pt x="1313" y="1175"/>
                    <a:pt x="1338" y="1112"/>
                    <a:pt x="1288" y="1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3" name="Google Shape;5453;p110"/>
            <p:cNvSpPr/>
            <p:nvPr/>
          </p:nvSpPr>
          <p:spPr>
            <a:xfrm>
              <a:off x="3890900" y="1349275"/>
              <a:ext cx="38775" cy="86875"/>
            </a:xfrm>
            <a:custGeom>
              <a:rect b="b" l="l" r="r" t="t"/>
              <a:pathLst>
                <a:path extrusionOk="0" h="3475" w="1551">
                  <a:moveTo>
                    <a:pt x="1450" y="51"/>
                  </a:moveTo>
                  <a:cubicBezTo>
                    <a:pt x="725" y="1038"/>
                    <a:pt x="238" y="2175"/>
                    <a:pt x="13" y="3387"/>
                  </a:cubicBezTo>
                  <a:cubicBezTo>
                    <a:pt x="1" y="3450"/>
                    <a:pt x="101" y="3475"/>
                    <a:pt x="113" y="3412"/>
                  </a:cubicBezTo>
                  <a:cubicBezTo>
                    <a:pt x="338" y="2213"/>
                    <a:pt x="813" y="1075"/>
                    <a:pt x="1513" y="88"/>
                  </a:cubicBezTo>
                  <a:cubicBezTo>
                    <a:pt x="1550" y="38"/>
                    <a:pt x="1475" y="1"/>
                    <a:pt x="1450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4" name="Google Shape;5454;p110"/>
            <p:cNvSpPr/>
            <p:nvPr/>
          </p:nvSpPr>
          <p:spPr>
            <a:xfrm>
              <a:off x="3880600" y="1433625"/>
              <a:ext cx="18150" cy="16600"/>
            </a:xfrm>
            <a:custGeom>
              <a:rect b="b" l="l" r="r" t="t"/>
              <a:pathLst>
                <a:path extrusionOk="0" h="664" w="726">
                  <a:moveTo>
                    <a:pt x="475" y="151"/>
                  </a:moveTo>
                  <a:cubicBezTo>
                    <a:pt x="363" y="176"/>
                    <a:pt x="350" y="188"/>
                    <a:pt x="438" y="176"/>
                  </a:cubicBezTo>
                  <a:cubicBezTo>
                    <a:pt x="475" y="163"/>
                    <a:pt x="513" y="163"/>
                    <a:pt x="550" y="176"/>
                  </a:cubicBezTo>
                  <a:cubicBezTo>
                    <a:pt x="588" y="176"/>
                    <a:pt x="600" y="113"/>
                    <a:pt x="563" y="101"/>
                  </a:cubicBezTo>
                  <a:cubicBezTo>
                    <a:pt x="350" y="1"/>
                    <a:pt x="0" y="238"/>
                    <a:pt x="250" y="451"/>
                  </a:cubicBezTo>
                  <a:cubicBezTo>
                    <a:pt x="513" y="663"/>
                    <a:pt x="725" y="288"/>
                    <a:pt x="538" y="88"/>
                  </a:cubicBezTo>
                  <a:cubicBezTo>
                    <a:pt x="500" y="38"/>
                    <a:pt x="450" y="101"/>
                    <a:pt x="475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5" name="Google Shape;5455;p110"/>
            <p:cNvSpPr/>
            <p:nvPr/>
          </p:nvSpPr>
          <p:spPr>
            <a:xfrm>
              <a:off x="3936525" y="1338025"/>
              <a:ext cx="30325" cy="81875"/>
            </a:xfrm>
            <a:custGeom>
              <a:rect b="b" l="l" r="r" t="t"/>
              <a:pathLst>
                <a:path extrusionOk="0" h="3275" w="1213">
                  <a:moveTo>
                    <a:pt x="125" y="63"/>
                  </a:moveTo>
                  <a:cubicBezTo>
                    <a:pt x="0" y="1163"/>
                    <a:pt x="213" y="2538"/>
                    <a:pt x="1150" y="3262"/>
                  </a:cubicBezTo>
                  <a:cubicBezTo>
                    <a:pt x="1175" y="3275"/>
                    <a:pt x="1212" y="3250"/>
                    <a:pt x="1187" y="3212"/>
                  </a:cubicBezTo>
                  <a:cubicBezTo>
                    <a:pt x="413" y="2275"/>
                    <a:pt x="88" y="1275"/>
                    <a:pt x="225" y="63"/>
                  </a:cubicBezTo>
                  <a:cubicBezTo>
                    <a:pt x="225" y="1"/>
                    <a:pt x="138" y="1"/>
                    <a:pt x="125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6" name="Google Shape;5456;p110"/>
            <p:cNvSpPr/>
            <p:nvPr/>
          </p:nvSpPr>
          <p:spPr>
            <a:xfrm>
              <a:off x="3963375" y="1414575"/>
              <a:ext cx="13475" cy="15650"/>
            </a:xfrm>
            <a:custGeom>
              <a:rect b="b" l="l" r="r" t="t"/>
              <a:pathLst>
                <a:path extrusionOk="0" h="626" w="539">
                  <a:moveTo>
                    <a:pt x="413" y="263"/>
                  </a:moveTo>
                  <a:cubicBezTo>
                    <a:pt x="326" y="263"/>
                    <a:pt x="313" y="275"/>
                    <a:pt x="363" y="338"/>
                  </a:cubicBezTo>
                  <a:cubicBezTo>
                    <a:pt x="388" y="363"/>
                    <a:pt x="426" y="350"/>
                    <a:pt x="438" y="313"/>
                  </a:cubicBezTo>
                  <a:cubicBezTo>
                    <a:pt x="438" y="25"/>
                    <a:pt x="1" y="0"/>
                    <a:pt x="38" y="300"/>
                  </a:cubicBezTo>
                  <a:cubicBezTo>
                    <a:pt x="38" y="625"/>
                    <a:pt x="538" y="575"/>
                    <a:pt x="488" y="263"/>
                  </a:cubicBezTo>
                  <a:cubicBezTo>
                    <a:pt x="476" y="225"/>
                    <a:pt x="426" y="225"/>
                    <a:pt x="413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7" name="Google Shape;5457;p110"/>
            <p:cNvSpPr/>
            <p:nvPr/>
          </p:nvSpPr>
          <p:spPr>
            <a:xfrm>
              <a:off x="4139900" y="1254625"/>
              <a:ext cx="237775" cy="60000"/>
            </a:xfrm>
            <a:custGeom>
              <a:rect b="b" l="l" r="r" t="t"/>
              <a:pathLst>
                <a:path extrusionOk="0" h="2400" w="9511">
                  <a:moveTo>
                    <a:pt x="38" y="75"/>
                  </a:moveTo>
                  <a:cubicBezTo>
                    <a:pt x="1813" y="762"/>
                    <a:pt x="3137" y="1475"/>
                    <a:pt x="5049" y="1662"/>
                  </a:cubicBezTo>
                  <a:cubicBezTo>
                    <a:pt x="6774" y="1837"/>
                    <a:pt x="8023" y="1437"/>
                    <a:pt x="9448" y="475"/>
                  </a:cubicBezTo>
                  <a:cubicBezTo>
                    <a:pt x="9511" y="438"/>
                    <a:pt x="9448" y="338"/>
                    <a:pt x="9386" y="375"/>
                  </a:cubicBezTo>
                  <a:cubicBezTo>
                    <a:pt x="6061" y="2400"/>
                    <a:pt x="3387" y="1262"/>
                    <a:pt x="63" y="13"/>
                  </a:cubicBezTo>
                  <a:cubicBezTo>
                    <a:pt x="26" y="0"/>
                    <a:pt x="1" y="50"/>
                    <a:pt x="38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8" name="Google Shape;5458;p110"/>
            <p:cNvSpPr/>
            <p:nvPr/>
          </p:nvSpPr>
          <p:spPr>
            <a:xfrm>
              <a:off x="3860900" y="1309600"/>
              <a:ext cx="31900" cy="49400"/>
            </a:xfrm>
            <a:custGeom>
              <a:rect b="b" l="l" r="r" t="t"/>
              <a:pathLst>
                <a:path extrusionOk="0" h="1976" w="1276">
                  <a:moveTo>
                    <a:pt x="38" y="63"/>
                  </a:moveTo>
                  <a:cubicBezTo>
                    <a:pt x="451" y="151"/>
                    <a:pt x="851" y="350"/>
                    <a:pt x="1026" y="763"/>
                  </a:cubicBezTo>
                  <a:cubicBezTo>
                    <a:pt x="1251" y="1263"/>
                    <a:pt x="976" y="1838"/>
                    <a:pt x="401" y="1863"/>
                  </a:cubicBezTo>
                  <a:cubicBezTo>
                    <a:pt x="326" y="1850"/>
                    <a:pt x="326" y="1963"/>
                    <a:pt x="401" y="1975"/>
                  </a:cubicBezTo>
                  <a:cubicBezTo>
                    <a:pt x="901" y="1963"/>
                    <a:pt x="1276" y="1538"/>
                    <a:pt x="1213" y="1050"/>
                  </a:cubicBezTo>
                  <a:cubicBezTo>
                    <a:pt x="1163" y="438"/>
                    <a:pt x="613" y="101"/>
                    <a:pt x="63" y="1"/>
                  </a:cubicBezTo>
                  <a:cubicBezTo>
                    <a:pt x="26" y="1"/>
                    <a:pt x="1" y="51"/>
                    <a:pt x="51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9" name="Google Shape;5459;p110"/>
            <p:cNvSpPr/>
            <p:nvPr/>
          </p:nvSpPr>
          <p:spPr>
            <a:xfrm>
              <a:off x="4075225" y="1283975"/>
              <a:ext cx="62825" cy="31575"/>
            </a:xfrm>
            <a:custGeom>
              <a:rect b="b" l="l" r="r" t="t"/>
              <a:pathLst>
                <a:path extrusionOk="0" h="1263" w="2513">
                  <a:moveTo>
                    <a:pt x="2450" y="651"/>
                  </a:moveTo>
                  <a:cubicBezTo>
                    <a:pt x="2150" y="638"/>
                    <a:pt x="1850" y="701"/>
                    <a:pt x="1588" y="851"/>
                  </a:cubicBezTo>
                  <a:cubicBezTo>
                    <a:pt x="888" y="1151"/>
                    <a:pt x="201" y="851"/>
                    <a:pt x="88" y="51"/>
                  </a:cubicBezTo>
                  <a:cubicBezTo>
                    <a:pt x="88" y="1"/>
                    <a:pt x="13" y="13"/>
                    <a:pt x="26" y="51"/>
                  </a:cubicBezTo>
                  <a:cubicBezTo>
                    <a:pt x="1" y="501"/>
                    <a:pt x="276" y="901"/>
                    <a:pt x="701" y="1051"/>
                  </a:cubicBezTo>
                  <a:cubicBezTo>
                    <a:pt x="1325" y="1263"/>
                    <a:pt x="1825" y="713"/>
                    <a:pt x="2450" y="738"/>
                  </a:cubicBezTo>
                  <a:cubicBezTo>
                    <a:pt x="2513" y="738"/>
                    <a:pt x="2513" y="651"/>
                    <a:pt x="2450" y="6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0" name="Google Shape;5460;p110"/>
            <p:cNvSpPr/>
            <p:nvPr/>
          </p:nvSpPr>
          <p:spPr>
            <a:xfrm>
              <a:off x="4073975" y="1268675"/>
              <a:ext cx="30950" cy="21275"/>
            </a:xfrm>
            <a:custGeom>
              <a:rect b="b" l="l" r="r" t="t"/>
              <a:pathLst>
                <a:path extrusionOk="0" h="851" w="1238">
                  <a:moveTo>
                    <a:pt x="188" y="800"/>
                  </a:moveTo>
                  <a:cubicBezTo>
                    <a:pt x="1" y="275"/>
                    <a:pt x="851" y="38"/>
                    <a:pt x="1175" y="288"/>
                  </a:cubicBezTo>
                  <a:cubicBezTo>
                    <a:pt x="1200" y="313"/>
                    <a:pt x="1238" y="263"/>
                    <a:pt x="1225" y="238"/>
                  </a:cubicBezTo>
                  <a:cubicBezTo>
                    <a:pt x="1063" y="0"/>
                    <a:pt x="676" y="63"/>
                    <a:pt x="451" y="163"/>
                  </a:cubicBezTo>
                  <a:cubicBezTo>
                    <a:pt x="176" y="275"/>
                    <a:pt x="1" y="525"/>
                    <a:pt x="113" y="813"/>
                  </a:cubicBezTo>
                  <a:cubicBezTo>
                    <a:pt x="138" y="850"/>
                    <a:pt x="201" y="838"/>
                    <a:pt x="188" y="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1" name="Google Shape;5461;p110"/>
            <p:cNvSpPr/>
            <p:nvPr/>
          </p:nvSpPr>
          <p:spPr>
            <a:xfrm>
              <a:off x="3834050" y="1371450"/>
              <a:ext cx="81250" cy="56275"/>
            </a:xfrm>
            <a:custGeom>
              <a:rect b="b" l="l" r="r" t="t"/>
              <a:pathLst>
                <a:path extrusionOk="0" h="2251" w="3250">
                  <a:moveTo>
                    <a:pt x="3162" y="38"/>
                  </a:moveTo>
                  <a:cubicBezTo>
                    <a:pt x="2362" y="988"/>
                    <a:pt x="1475" y="2063"/>
                    <a:pt x="88" y="1875"/>
                  </a:cubicBezTo>
                  <a:cubicBezTo>
                    <a:pt x="25" y="1863"/>
                    <a:pt x="0" y="1950"/>
                    <a:pt x="63" y="1963"/>
                  </a:cubicBezTo>
                  <a:cubicBezTo>
                    <a:pt x="1462" y="2250"/>
                    <a:pt x="2425" y="1051"/>
                    <a:pt x="3224" y="88"/>
                  </a:cubicBezTo>
                  <a:cubicBezTo>
                    <a:pt x="3249" y="51"/>
                    <a:pt x="3199" y="1"/>
                    <a:pt x="3162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2" name="Google Shape;5462;p110"/>
            <p:cNvSpPr/>
            <p:nvPr/>
          </p:nvSpPr>
          <p:spPr>
            <a:xfrm>
              <a:off x="4063675" y="1320225"/>
              <a:ext cx="30950" cy="15025"/>
            </a:xfrm>
            <a:custGeom>
              <a:rect b="b" l="l" r="r" t="t"/>
              <a:pathLst>
                <a:path extrusionOk="0" h="601" w="1238">
                  <a:moveTo>
                    <a:pt x="1175" y="13"/>
                  </a:moveTo>
                  <a:cubicBezTo>
                    <a:pt x="950" y="0"/>
                    <a:pt x="725" y="50"/>
                    <a:pt x="525" y="163"/>
                  </a:cubicBezTo>
                  <a:cubicBezTo>
                    <a:pt x="325" y="225"/>
                    <a:pt x="150" y="350"/>
                    <a:pt x="25" y="513"/>
                  </a:cubicBezTo>
                  <a:cubicBezTo>
                    <a:pt x="0" y="563"/>
                    <a:pt x="50" y="600"/>
                    <a:pt x="100" y="575"/>
                  </a:cubicBezTo>
                  <a:cubicBezTo>
                    <a:pt x="388" y="288"/>
                    <a:pt x="763" y="125"/>
                    <a:pt x="1175" y="100"/>
                  </a:cubicBezTo>
                  <a:cubicBezTo>
                    <a:pt x="1238" y="100"/>
                    <a:pt x="1225" y="13"/>
                    <a:pt x="1175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3" name="Google Shape;5463;p110"/>
            <p:cNvSpPr/>
            <p:nvPr/>
          </p:nvSpPr>
          <p:spPr>
            <a:xfrm>
              <a:off x="4063350" y="1319900"/>
              <a:ext cx="34075" cy="21900"/>
            </a:xfrm>
            <a:custGeom>
              <a:rect b="b" l="l" r="r" t="t"/>
              <a:pathLst>
                <a:path extrusionOk="0" h="876" w="1363">
                  <a:moveTo>
                    <a:pt x="51" y="638"/>
                  </a:moveTo>
                  <a:cubicBezTo>
                    <a:pt x="538" y="876"/>
                    <a:pt x="1151" y="576"/>
                    <a:pt x="1338" y="88"/>
                  </a:cubicBezTo>
                  <a:cubicBezTo>
                    <a:pt x="1363" y="38"/>
                    <a:pt x="1276" y="1"/>
                    <a:pt x="1251" y="51"/>
                  </a:cubicBezTo>
                  <a:cubicBezTo>
                    <a:pt x="1051" y="463"/>
                    <a:pt x="538" y="763"/>
                    <a:pt x="101" y="551"/>
                  </a:cubicBezTo>
                  <a:cubicBezTo>
                    <a:pt x="51" y="526"/>
                    <a:pt x="1" y="601"/>
                    <a:pt x="51" y="6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4" name="Google Shape;5464;p110"/>
            <p:cNvSpPr/>
            <p:nvPr/>
          </p:nvSpPr>
          <p:spPr>
            <a:xfrm>
              <a:off x="4299850" y="1278975"/>
              <a:ext cx="132500" cy="60025"/>
            </a:xfrm>
            <a:custGeom>
              <a:rect b="b" l="l" r="r" t="t"/>
              <a:pathLst>
                <a:path extrusionOk="0" h="2401" w="5300">
                  <a:moveTo>
                    <a:pt x="63" y="651"/>
                  </a:moveTo>
                  <a:cubicBezTo>
                    <a:pt x="1600" y="363"/>
                    <a:pt x="4912" y="51"/>
                    <a:pt x="5224" y="2350"/>
                  </a:cubicBezTo>
                  <a:cubicBezTo>
                    <a:pt x="5224" y="2388"/>
                    <a:pt x="5299" y="2400"/>
                    <a:pt x="5287" y="2350"/>
                  </a:cubicBezTo>
                  <a:cubicBezTo>
                    <a:pt x="5075" y="1"/>
                    <a:pt x="1638" y="276"/>
                    <a:pt x="51" y="576"/>
                  </a:cubicBezTo>
                  <a:cubicBezTo>
                    <a:pt x="1" y="588"/>
                    <a:pt x="26" y="663"/>
                    <a:pt x="76" y="6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5" name="Google Shape;5465;p110"/>
            <p:cNvSpPr/>
            <p:nvPr/>
          </p:nvSpPr>
          <p:spPr>
            <a:xfrm>
              <a:off x="4363900" y="1311175"/>
              <a:ext cx="60950" cy="65000"/>
            </a:xfrm>
            <a:custGeom>
              <a:rect b="b" l="l" r="r" t="t"/>
              <a:pathLst>
                <a:path extrusionOk="0" h="2600" w="2438">
                  <a:moveTo>
                    <a:pt x="1463" y="75"/>
                  </a:moveTo>
                  <a:cubicBezTo>
                    <a:pt x="2088" y="400"/>
                    <a:pt x="2350" y="1175"/>
                    <a:pt x="1938" y="1762"/>
                  </a:cubicBezTo>
                  <a:cubicBezTo>
                    <a:pt x="1550" y="2299"/>
                    <a:pt x="588" y="2474"/>
                    <a:pt x="113" y="1950"/>
                  </a:cubicBezTo>
                  <a:cubicBezTo>
                    <a:pt x="76" y="1900"/>
                    <a:pt x="1" y="1975"/>
                    <a:pt x="38" y="2025"/>
                  </a:cubicBezTo>
                  <a:cubicBezTo>
                    <a:pt x="538" y="2599"/>
                    <a:pt x="1600" y="2412"/>
                    <a:pt x="2013" y="1825"/>
                  </a:cubicBezTo>
                  <a:cubicBezTo>
                    <a:pt x="2438" y="1187"/>
                    <a:pt x="2200" y="325"/>
                    <a:pt x="1500" y="13"/>
                  </a:cubicBezTo>
                  <a:cubicBezTo>
                    <a:pt x="1463" y="0"/>
                    <a:pt x="1438" y="50"/>
                    <a:pt x="1475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6" name="Google Shape;5466;p110"/>
            <p:cNvSpPr/>
            <p:nvPr/>
          </p:nvSpPr>
          <p:spPr>
            <a:xfrm>
              <a:off x="4353900" y="1318975"/>
              <a:ext cx="35950" cy="46575"/>
            </a:xfrm>
            <a:custGeom>
              <a:rect b="b" l="l" r="r" t="t"/>
              <a:pathLst>
                <a:path extrusionOk="0" h="1863" w="1438">
                  <a:moveTo>
                    <a:pt x="726" y="1787"/>
                  </a:moveTo>
                  <a:cubicBezTo>
                    <a:pt x="326" y="1600"/>
                    <a:pt x="138" y="1138"/>
                    <a:pt x="301" y="725"/>
                  </a:cubicBezTo>
                  <a:cubicBezTo>
                    <a:pt x="476" y="275"/>
                    <a:pt x="926" y="163"/>
                    <a:pt x="1363" y="288"/>
                  </a:cubicBezTo>
                  <a:cubicBezTo>
                    <a:pt x="1400" y="300"/>
                    <a:pt x="1438" y="225"/>
                    <a:pt x="1388" y="200"/>
                  </a:cubicBezTo>
                  <a:cubicBezTo>
                    <a:pt x="938" y="0"/>
                    <a:pt x="401" y="213"/>
                    <a:pt x="201" y="675"/>
                  </a:cubicBezTo>
                  <a:cubicBezTo>
                    <a:pt x="1" y="1138"/>
                    <a:pt x="226" y="1675"/>
                    <a:pt x="688" y="1850"/>
                  </a:cubicBezTo>
                  <a:cubicBezTo>
                    <a:pt x="738" y="1862"/>
                    <a:pt x="763" y="1812"/>
                    <a:pt x="726" y="17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7" name="Google Shape;5467;p110"/>
            <p:cNvSpPr/>
            <p:nvPr/>
          </p:nvSpPr>
          <p:spPr>
            <a:xfrm>
              <a:off x="4384200" y="1322725"/>
              <a:ext cx="17225" cy="30650"/>
            </a:xfrm>
            <a:custGeom>
              <a:rect b="b" l="l" r="r" t="t"/>
              <a:pathLst>
                <a:path extrusionOk="0" h="1226" w="689">
                  <a:moveTo>
                    <a:pt x="51" y="113"/>
                  </a:moveTo>
                  <a:cubicBezTo>
                    <a:pt x="638" y="75"/>
                    <a:pt x="688" y="1225"/>
                    <a:pt x="76" y="1038"/>
                  </a:cubicBezTo>
                  <a:cubicBezTo>
                    <a:pt x="26" y="1013"/>
                    <a:pt x="1" y="1100"/>
                    <a:pt x="63" y="1125"/>
                  </a:cubicBezTo>
                  <a:cubicBezTo>
                    <a:pt x="351" y="1213"/>
                    <a:pt x="638" y="988"/>
                    <a:pt x="626" y="688"/>
                  </a:cubicBezTo>
                  <a:cubicBezTo>
                    <a:pt x="626" y="375"/>
                    <a:pt x="388" y="0"/>
                    <a:pt x="38" y="38"/>
                  </a:cubicBezTo>
                  <a:cubicBezTo>
                    <a:pt x="1" y="38"/>
                    <a:pt x="1" y="113"/>
                    <a:pt x="51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8" name="Google Shape;5468;p110"/>
            <p:cNvSpPr/>
            <p:nvPr/>
          </p:nvSpPr>
          <p:spPr>
            <a:xfrm>
              <a:off x="4100225" y="1312425"/>
              <a:ext cx="55325" cy="71550"/>
            </a:xfrm>
            <a:custGeom>
              <a:rect b="b" l="l" r="r" t="t"/>
              <a:pathLst>
                <a:path extrusionOk="0" h="2862" w="2213">
                  <a:moveTo>
                    <a:pt x="375" y="50"/>
                  </a:moveTo>
                  <a:cubicBezTo>
                    <a:pt x="0" y="1325"/>
                    <a:pt x="775" y="2762"/>
                    <a:pt x="2175" y="2862"/>
                  </a:cubicBezTo>
                  <a:cubicBezTo>
                    <a:pt x="2200" y="2862"/>
                    <a:pt x="2212" y="2812"/>
                    <a:pt x="2175" y="2812"/>
                  </a:cubicBezTo>
                  <a:cubicBezTo>
                    <a:pt x="913" y="2474"/>
                    <a:pt x="100" y="1400"/>
                    <a:pt x="450" y="75"/>
                  </a:cubicBezTo>
                  <a:cubicBezTo>
                    <a:pt x="463" y="25"/>
                    <a:pt x="388" y="0"/>
                    <a:pt x="375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9" name="Google Shape;5469;p110"/>
            <p:cNvSpPr/>
            <p:nvPr/>
          </p:nvSpPr>
          <p:spPr>
            <a:xfrm>
              <a:off x="3780925" y="1389575"/>
              <a:ext cx="20025" cy="15350"/>
            </a:xfrm>
            <a:custGeom>
              <a:rect b="b" l="l" r="r" t="t"/>
              <a:pathLst>
                <a:path extrusionOk="0" h="614" w="801">
                  <a:moveTo>
                    <a:pt x="676" y="51"/>
                  </a:moveTo>
                  <a:cubicBezTo>
                    <a:pt x="538" y="276"/>
                    <a:pt x="301" y="438"/>
                    <a:pt x="38" y="501"/>
                  </a:cubicBezTo>
                  <a:cubicBezTo>
                    <a:pt x="1" y="526"/>
                    <a:pt x="1" y="613"/>
                    <a:pt x="63" y="601"/>
                  </a:cubicBezTo>
                  <a:cubicBezTo>
                    <a:pt x="363" y="563"/>
                    <a:pt x="626" y="376"/>
                    <a:pt x="763" y="101"/>
                  </a:cubicBezTo>
                  <a:cubicBezTo>
                    <a:pt x="801" y="51"/>
                    <a:pt x="713" y="1"/>
                    <a:pt x="676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0" name="Google Shape;5470;p110"/>
            <p:cNvSpPr/>
            <p:nvPr/>
          </p:nvSpPr>
          <p:spPr>
            <a:xfrm>
              <a:off x="3780300" y="1402400"/>
              <a:ext cx="16900" cy="5950"/>
            </a:xfrm>
            <a:custGeom>
              <a:rect b="b" l="l" r="r" t="t"/>
              <a:pathLst>
                <a:path extrusionOk="0" h="238" w="676">
                  <a:moveTo>
                    <a:pt x="63" y="125"/>
                  </a:moveTo>
                  <a:cubicBezTo>
                    <a:pt x="238" y="213"/>
                    <a:pt x="426" y="238"/>
                    <a:pt x="613" y="213"/>
                  </a:cubicBezTo>
                  <a:cubicBezTo>
                    <a:pt x="676" y="200"/>
                    <a:pt x="651" y="100"/>
                    <a:pt x="601" y="100"/>
                  </a:cubicBezTo>
                  <a:cubicBezTo>
                    <a:pt x="426" y="100"/>
                    <a:pt x="263" y="75"/>
                    <a:pt x="101" y="25"/>
                  </a:cubicBezTo>
                  <a:cubicBezTo>
                    <a:pt x="26" y="0"/>
                    <a:pt x="1" y="100"/>
                    <a:pt x="63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1" name="Google Shape;5471;p110"/>
            <p:cNvSpPr/>
            <p:nvPr/>
          </p:nvSpPr>
          <p:spPr>
            <a:xfrm>
              <a:off x="3799050" y="1384900"/>
              <a:ext cx="9400" cy="7525"/>
            </a:xfrm>
            <a:custGeom>
              <a:rect b="b" l="l" r="r" t="t"/>
              <a:pathLst>
                <a:path extrusionOk="0" h="301" w="376">
                  <a:moveTo>
                    <a:pt x="113" y="225"/>
                  </a:moveTo>
                  <a:cubicBezTo>
                    <a:pt x="163" y="188"/>
                    <a:pt x="238" y="213"/>
                    <a:pt x="276" y="263"/>
                  </a:cubicBezTo>
                  <a:cubicBezTo>
                    <a:pt x="301" y="300"/>
                    <a:pt x="376" y="263"/>
                    <a:pt x="351" y="213"/>
                  </a:cubicBezTo>
                  <a:cubicBezTo>
                    <a:pt x="301" y="63"/>
                    <a:pt x="126" y="0"/>
                    <a:pt x="38" y="163"/>
                  </a:cubicBezTo>
                  <a:cubicBezTo>
                    <a:pt x="1" y="213"/>
                    <a:pt x="76" y="263"/>
                    <a:pt x="113" y="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2" name="Google Shape;5472;p110"/>
            <p:cNvSpPr/>
            <p:nvPr/>
          </p:nvSpPr>
          <p:spPr>
            <a:xfrm>
              <a:off x="3806550" y="1390200"/>
              <a:ext cx="20025" cy="15650"/>
            </a:xfrm>
            <a:custGeom>
              <a:rect b="b" l="l" r="r" t="t"/>
              <a:pathLst>
                <a:path extrusionOk="0" h="626" w="801">
                  <a:moveTo>
                    <a:pt x="26" y="88"/>
                  </a:moveTo>
                  <a:cubicBezTo>
                    <a:pt x="188" y="338"/>
                    <a:pt x="450" y="626"/>
                    <a:pt x="763" y="563"/>
                  </a:cubicBezTo>
                  <a:cubicBezTo>
                    <a:pt x="800" y="551"/>
                    <a:pt x="800" y="488"/>
                    <a:pt x="763" y="476"/>
                  </a:cubicBezTo>
                  <a:cubicBezTo>
                    <a:pt x="488" y="413"/>
                    <a:pt x="250" y="263"/>
                    <a:pt x="101" y="38"/>
                  </a:cubicBezTo>
                  <a:cubicBezTo>
                    <a:pt x="63" y="1"/>
                    <a:pt x="1" y="51"/>
                    <a:pt x="26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3" name="Google Shape;5473;p110"/>
            <p:cNvSpPr/>
            <p:nvPr/>
          </p:nvSpPr>
          <p:spPr>
            <a:xfrm>
              <a:off x="3801875" y="1399900"/>
              <a:ext cx="24375" cy="10325"/>
            </a:xfrm>
            <a:custGeom>
              <a:rect b="b" l="l" r="r" t="t"/>
              <a:pathLst>
                <a:path extrusionOk="0" h="413" w="975">
                  <a:moveTo>
                    <a:pt x="862" y="125"/>
                  </a:moveTo>
                  <a:cubicBezTo>
                    <a:pt x="612" y="288"/>
                    <a:pt x="362" y="225"/>
                    <a:pt x="138" y="50"/>
                  </a:cubicBezTo>
                  <a:cubicBezTo>
                    <a:pt x="88" y="0"/>
                    <a:pt x="0" y="88"/>
                    <a:pt x="63" y="138"/>
                  </a:cubicBezTo>
                  <a:cubicBezTo>
                    <a:pt x="288" y="375"/>
                    <a:pt x="662" y="412"/>
                    <a:pt x="925" y="200"/>
                  </a:cubicBezTo>
                  <a:cubicBezTo>
                    <a:pt x="975" y="163"/>
                    <a:pt x="912" y="88"/>
                    <a:pt x="862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4" name="Google Shape;5474;p110"/>
            <p:cNvSpPr/>
            <p:nvPr/>
          </p:nvSpPr>
          <p:spPr>
            <a:xfrm>
              <a:off x="3791550" y="1399900"/>
              <a:ext cx="13475" cy="7825"/>
            </a:xfrm>
            <a:custGeom>
              <a:rect b="b" l="l" r="r" t="t"/>
              <a:pathLst>
                <a:path extrusionOk="0" h="313" w="539">
                  <a:moveTo>
                    <a:pt x="413" y="50"/>
                  </a:moveTo>
                  <a:cubicBezTo>
                    <a:pt x="313" y="138"/>
                    <a:pt x="188" y="200"/>
                    <a:pt x="63" y="213"/>
                  </a:cubicBezTo>
                  <a:cubicBezTo>
                    <a:pt x="1" y="213"/>
                    <a:pt x="26" y="300"/>
                    <a:pt x="76" y="300"/>
                  </a:cubicBezTo>
                  <a:cubicBezTo>
                    <a:pt x="238" y="313"/>
                    <a:pt x="388" y="250"/>
                    <a:pt x="501" y="138"/>
                  </a:cubicBezTo>
                  <a:cubicBezTo>
                    <a:pt x="538" y="75"/>
                    <a:pt x="476" y="0"/>
                    <a:pt x="413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5" name="Google Shape;5475;p110"/>
            <p:cNvSpPr/>
            <p:nvPr/>
          </p:nvSpPr>
          <p:spPr>
            <a:xfrm>
              <a:off x="3796550" y="1409275"/>
              <a:ext cx="14400" cy="12500"/>
            </a:xfrm>
            <a:custGeom>
              <a:rect b="b" l="l" r="r" t="t"/>
              <a:pathLst>
                <a:path extrusionOk="0" h="500" w="576">
                  <a:moveTo>
                    <a:pt x="301" y="25"/>
                  </a:moveTo>
                  <a:cubicBezTo>
                    <a:pt x="176" y="37"/>
                    <a:pt x="38" y="75"/>
                    <a:pt x="26" y="212"/>
                  </a:cubicBezTo>
                  <a:cubicBezTo>
                    <a:pt x="1" y="337"/>
                    <a:pt x="101" y="437"/>
                    <a:pt x="213" y="437"/>
                  </a:cubicBezTo>
                  <a:cubicBezTo>
                    <a:pt x="513" y="500"/>
                    <a:pt x="575" y="37"/>
                    <a:pt x="276" y="13"/>
                  </a:cubicBezTo>
                  <a:cubicBezTo>
                    <a:pt x="201" y="0"/>
                    <a:pt x="188" y="125"/>
                    <a:pt x="263" y="137"/>
                  </a:cubicBezTo>
                  <a:lnTo>
                    <a:pt x="301" y="150"/>
                  </a:lnTo>
                  <a:cubicBezTo>
                    <a:pt x="376" y="150"/>
                    <a:pt x="376" y="25"/>
                    <a:pt x="301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6" name="Google Shape;5476;p110"/>
            <p:cNvSpPr/>
            <p:nvPr/>
          </p:nvSpPr>
          <p:spPr>
            <a:xfrm>
              <a:off x="3796550" y="4276950"/>
              <a:ext cx="111875" cy="104375"/>
            </a:xfrm>
            <a:custGeom>
              <a:rect b="b" l="l" r="r" t="t"/>
              <a:pathLst>
                <a:path extrusionOk="0" h="4175" w="4475">
                  <a:moveTo>
                    <a:pt x="2675" y="3887"/>
                  </a:moveTo>
                  <a:cubicBezTo>
                    <a:pt x="1100" y="4074"/>
                    <a:pt x="1" y="2275"/>
                    <a:pt x="1150" y="1050"/>
                  </a:cubicBezTo>
                  <a:cubicBezTo>
                    <a:pt x="2025" y="113"/>
                    <a:pt x="3487" y="563"/>
                    <a:pt x="4399" y="1212"/>
                  </a:cubicBezTo>
                  <a:cubicBezTo>
                    <a:pt x="4424" y="1237"/>
                    <a:pt x="4474" y="1175"/>
                    <a:pt x="4437" y="1150"/>
                  </a:cubicBezTo>
                  <a:cubicBezTo>
                    <a:pt x="3425" y="213"/>
                    <a:pt x="1488" y="0"/>
                    <a:pt x="763" y="1375"/>
                  </a:cubicBezTo>
                  <a:cubicBezTo>
                    <a:pt x="51" y="2725"/>
                    <a:pt x="1225" y="4174"/>
                    <a:pt x="2675" y="3999"/>
                  </a:cubicBezTo>
                  <a:cubicBezTo>
                    <a:pt x="2737" y="3999"/>
                    <a:pt x="2737" y="3874"/>
                    <a:pt x="2675" y="38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7" name="Google Shape;5477;p110"/>
            <p:cNvSpPr/>
            <p:nvPr/>
          </p:nvSpPr>
          <p:spPr>
            <a:xfrm>
              <a:off x="3903400" y="4301950"/>
              <a:ext cx="263400" cy="146850"/>
            </a:xfrm>
            <a:custGeom>
              <a:rect b="b" l="l" r="r" t="t"/>
              <a:pathLst>
                <a:path extrusionOk="0" h="5874" w="10536">
                  <a:moveTo>
                    <a:pt x="26" y="75"/>
                  </a:moveTo>
                  <a:cubicBezTo>
                    <a:pt x="1338" y="1950"/>
                    <a:pt x="2537" y="4361"/>
                    <a:pt x="4862" y="5136"/>
                  </a:cubicBezTo>
                  <a:cubicBezTo>
                    <a:pt x="6586" y="5724"/>
                    <a:pt x="9073" y="5873"/>
                    <a:pt x="10510" y="4611"/>
                  </a:cubicBezTo>
                  <a:cubicBezTo>
                    <a:pt x="10535" y="4586"/>
                    <a:pt x="10510" y="4536"/>
                    <a:pt x="10473" y="4561"/>
                  </a:cubicBezTo>
                  <a:cubicBezTo>
                    <a:pt x="8848" y="5761"/>
                    <a:pt x="6074" y="5586"/>
                    <a:pt x="4324" y="4736"/>
                  </a:cubicBezTo>
                  <a:cubicBezTo>
                    <a:pt x="2412" y="3812"/>
                    <a:pt x="1300" y="1700"/>
                    <a:pt x="88" y="38"/>
                  </a:cubicBezTo>
                  <a:cubicBezTo>
                    <a:pt x="63" y="0"/>
                    <a:pt x="1" y="38"/>
                    <a:pt x="26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8" name="Google Shape;5478;p110"/>
            <p:cNvSpPr/>
            <p:nvPr/>
          </p:nvSpPr>
          <p:spPr>
            <a:xfrm>
              <a:off x="4099600" y="4324125"/>
              <a:ext cx="100300" cy="85000"/>
            </a:xfrm>
            <a:custGeom>
              <a:rect b="b" l="l" r="r" t="t"/>
              <a:pathLst>
                <a:path extrusionOk="0" h="3400" w="4012">
                  <a:moveTo>
                    <a:pt x="2925" y="3362"/>
                  </a:moveTo>
                  <a:cubicBezTo>
                    <a:pt x="3425" y="2500"/>
                    <a:pt x="3612" y="1312"/>
                    <a:pt x="2787" y="575"/>
                  </a:cubicBezTo>
                  <a:cubicBezTo>
                    <a:pt x="2312" y="150"/>
                    <a:pt x="1175" y="0"/>
                    <a:pt x="625" y="413"/>
                  </a:cubicBezTo>
                  <a:cubicBezTo>
                    <a:pt x="0" y="900"/>
                    <a:pt x="88" y="2050"/>
                    <a:pt x="813" y="2375"/>
                  </a:cubicBezTo>
                  <a:cubicBezTo>
                    <a:pt x="1263" y="2575"/>
                    <a:pt x="1775" y="2550"/>
                    <a:pt x="2187" y="2300"/>
                  </a:cubicBezTo>
                  <a:cubicBezTo>
                    <a:pt x="2837" y="1937"/>
                    <a:pt x="3237" y="975"/>
                    <a:pt x="3987" y="863"/>
                  </a:cubicBezTo>
                  <a:cubicBezTo>
                    <a:pt x="4012" y="863"/>
                    <a:pt x="3999" y="825"/>
                    <a:pt x="3987" y="825"/>
                  </a:cubicBezTo>
                  <a:cubicBezTo>
                    <a:pt x="3575" y="838"/>
                    <a:pt x="3337" y="1100"/>
                    <a:pt x="3062" y="1387"/>
                  </a:cubicBezTo>
                  <a:cubicBezTo>
                    <a:pt x="2787" y="1675"/>
                    <a:pt x="2500" y="2050"/>
                    <a:pt x="2137" y="2200"/>
                  </a:cubicBezTo>
                  <a:cubicBezTo>
                    <a:pt x="1275" y="2575"/>
                    <a:pt x="288" y="2325"/>
                    <a:pt x="425" y="1200"/>
                  </a:cubicBezTo>
                  <a:cubicBezTo>
                    <a:pt x="350" y="850"/>
                    <a:pt x="488" y="638"/>
                    <a:pt x="838" y="550"/>
                  </a:cubicBezTo>
                  <a:cubicBezTo>
                    <a:pt x="913" y="425"/>
                    <a:pt x="1050" y="338"/>
                    <a:pt x="1213" y="338"/>
                  </a:cubicBezTo>
                  <a:cubicBezTo>
                    <a:pt x="1275" y="338"/>
                    <a:pt x="1325" y="338"/>
                    <a:pt x="1388" y="338"/>
                  </a:cubicBezTo>
                  <a:cubicBezTo>
                    <a:pt x="1650" y="313"/>
                    <a:pt x="1900" y="325"/>
                    <a:pt x="2150" y="375"/>
                  </a:cubicBezTo>
                  <a:cubicBezTo>
                    <a:pt x="3525" y="713"/>
                    <a:pt x="3387" y="2375"/>
                    <a:pt x="2850" y="3312"/>
                  </a:cubicBezTo>
                  <a:cubicBezTo>
                    <a:pt x="2825" y="3362"/>
                    <a:pt x="2900" y="3399"/>
                    <a:pt x="2925" y="33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9" name="Google Shape;5479;p110"/>
            <p:cNvSpPr/>
            <p:nvPr/>
          </p:nvSpPr>
          <p:spPr>
            <a:xfrm>
              <a:off x="4206450" y="4341000"/>
              <a:ext cx="55325" cy="13450"/>
            </a:xfrm>
            <a:custGeom>
              <a:rect b="b" l="l" r="r" t="t"/>
              <a:pathLst>
                <a:path extrusionOk="0" h="538" w="2213">
                  <a:moveTo>
                    <a:pt x="50" y="150"/>
                  </a:moveTo>
                  <a:cubicBezTo>
                    <a:pt x="838" y="75"/>
                    <a:pt x="1437" y="300"/>
                    <a:pt x="2162" y="525"/>
                  </a:cubicBezTo>
                  <a:cubicBezTo>
                    <a:pt x="2200" y="537"/>
                    <a:pt x="2212" y="488"/>
                    <a:pt x="2187" y="475"/>
                  </a:cubicBezTo>
                  <a:cubicBezTo>
                    <a:pt x="1600" y="50"/>
                    <a:pt x="750" y="0"/>
                    <a:pt x="50" y="75"/>
                  </a:cubicBezTo>
                  <a:cubicBezTo>
                    <a:pt x="0" y="75"/>
                    <a:pt x="0" y="150"/>
                    <a:pt x="50" y="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0" name="Google Shape;5480;p110"/>
            <p:cNvSpPr/>
            <p:nvPr/>
          </p:nvSpPr>
          <p:spPr>
            <a:xfrm>
              <a:off x="3933700" y="4288500"/>
              <a:ext cx="82500" cy="96575"/>
            </a:xfrm>
            <a:custGeom>
              <a:rect b="b" l="l" r="r" t="t"/>
              <a:pathLst>
                <a:path extrusionOk="0" h="3863" w="3300">
                  <a:moveTo>
                    <a:pt x="1100" y="3787"/>
                  </a:moveTo>
                  <a:cubicBezTo>
                    <a:pt x="576" y="3125"/>
                    <a:pt x="113" y="2300"/>
                    <a:pt x="363" y="1413"/>
                  </a:cubicBezTo>
                  <a:cubicBezTo>
                    <a:pt x="501" y="950"/>
                    <a:pt x="813" y="563"/>
                    <a:pt x="1250" y="363"/>
                  </a:cubicBezTo>
                  <a:cubicBezTo>
                    <a:pt x="1525" y="201"/>
                    <a:pt x="1838" y="126"/>
                    <a:pt x="2163" y="126"/>
                  </a:cubicBezTo>
                  <a:cubicBezTo>
                    <a:pt x="2887" y="138"/>
                    <a:pt x="3037" y="563"/>
                    <a:pt x="2613" y="1388"/>
                  </a:cubicBezTo>
                  <a:cubicBezTo>
                    <a:pt x="2588" y="1350"/>
                    <a:pt x="2513" y="1388"/>
                    <a:pt x="2550" y="1438"/>
                  </a:cubicBezTo>
                  <a:cubicBezTo>
                    <a:pt x="2837" y="1800"/>
                    <a:pt x="3175" y="1388"/>
                    <a:pt x="3212" y="1050"/>
                  </a:cubicBezTo>
                  <a:cubicBezTo>
                    <a:pt x="3300" y="376"/>
                    <a:pt x="2625" y="1"/>
                    <a:pt x="2038" y="26"/>
                  </a:cubicBezTo>
                  <a:cubicBezTo>
                    <a:pt x="1250" y="51"/>
                    <a:pt x="463" y="601"/>
                    <a:pt x="251" y="1388"/>
                  </a:cubicBezTo>
                  <a:cubicBezTo>
                    <a:pt x="1" y="2300"/>
                    <a:pt x="476" y="3162"/>
                    <a:pt x="1063" y="3837"/>
                  </a:cubicBezTo>
                  <a:cubicBezTo>
                    <a:pt x="1088" y="3862"/>
                    <a:pt x="1125" y="3825"/>
                    <a:pt x="1100" y="37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1" name="Google Shape;5481;p110"/>
            <p:cNvSpPr/>
            <p:nvPr/>
          </p:nvSpPr>
          <p:spPr>
            <a:xfrm>
              <a:off x="3920575" y="4246025"/>
              <a:ext cx="22850" cy="110925"/>
            </a:xfrm>
            <a:custGeom>
              <a:rect b="b" l="l" r="r" t="t"/>
              <a:pathLst>
                <a:path extrusionOk="0" h="4437" w="914">
                  <a:moveTo>
                    <a:pt x="876" y="4324"/>
                  </a:moveTo>
                  <a:cubicBezTo>
                    <a:pt x="26" y="3324"/>
                    <a:pt x="1" y="1187"/>
                    <a:pt x="588" y="63"/>
                  </a:cubicBezTo>
                  <a:cubicBezTo>
                    <a:pt x="588" y="25"/>
                    <a:pt x="551" y="0"/>
                    <a:pt x="526" y="25"/>
                  </a:cubicBezTo>
                  <a:cubicBezTo>
                    <a:pt x="1" y="712"/>
                    <a:pt x="88" y="1712"/>
                    <a:pt x="176" y="2512"/>
                  </a:cubicBezTo>
                  <a:cubicBezTo>
                    <a:pt x="251" y="3187"/>
                    <a:pt x="363" y="3862"/>
                    <a:pt x="826" y="4386"/>
                  </a:cubicBezTo>
                  <a:cubicBezTo>
                    <a:pt x="851" y="4436"/>
                    <a:pt x="913" y="4374"/>
                    <a:pt x="876" y="43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2" name="Google Shape;5482;p110"/>
            <p:cNvSpPr/>
            <p:nvPr/>
          </p:nvSpPr>
          <p:spPr>
            <a:xfrm>
              <a:off x="3930900" y="4234450"/>
              <a:ext cx="12200" cy="12225"/>
            </a:xfrm>
            <a:custGeom>
              <a:rect b="b" l="l" r="r" t="t"/>
              <a:pathLst>
                <a:path extrusionOk="0" h="489" w="488">
                  <a:moveTo>
                    <a:pt x="138" y="451"/>
                  </a:moveTo>
                  <a:cubicBezTo>
                    <a:pt x="225" y="488"/>
                    <a:pt x="325" y="476"/>
                    <a:pt x="400" y="401"/>
                  </a:cubicBezTo>
                  <a:cubicBezTo>
                    <a:pt x="463" y="338"/>
                    <a:pt x="488" y="251"/>
                    <a:pt x="463" y="163"/>
                  </a:cubicBezTo>
                  <a:cubicBezTo>
                    <a:pt x="463" y="126"/>
                    <a:pt x="450" y="101"/>
                    <a:pt x="425" y="76"/>
                  </a:cubicBezTo>
                  <a:cubicBezTo>
                    <a:pt x="400" y="51"/>
                    <a:pt x="363" y="26"/>
                    <a:pt x="325" y="26"/>
                  </a:cubicBezTo>
                  <a:cubicBezTo>
                    <a:pt x="200" y="1"/>
                    <a:pt x="75" y="76"/>
                    <a:pt x="25" y="188"/>
                  </a:cubicBezTo>
                  <a:cubicBezTo>
                    <a:pt x="0" y="313"/>
                    <a:pt x="113" y="438"/>
                    <a:pt x="238" y="4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3" name="Google Shape;5483;p110"/>
            <p:cNvSpPr/>
            <p:nvPr/>
          </p:nvSpPr>
          <p:spPr>
            <a:xfrm>
              <a:off x="3926825" y="4232575"/>
              <a:ext cx="18475" cy="15975"/>
            </a:xfrm>
            <a:custGeom>
              <a:rect b="b" l="l" r="r" t="t"/>
              <a:pathLst>
                <a:path extrusionOk="0" h="639" w="739">
                  <a:moveTo>
                    <a:pt x="276" y="588"/>
                  </a:moveTo>
                  <a:cubicBezTo>
                    <a:pt x="451" y="638"/>
                    <a:pt x="626" y="551"/>
                    <a:pt x="676" y="376"/>
                  </a:cubicBezTo>
                  <a:cubicBezTo>
                    <a:pt x="738" y="238"/>
                    <a:pt x="651" y="76"/>
                    <a:pt x="488" y="51"/>
                  </a:cubicBezTo>
                  <a:cubicBezTo>
                    <a:pt x="88" y="1"/>
                    <a:pt x="1" y="563"/>
                    <a:pt x="401" y="563"/>
                  </a:cubicBezTo>
                  <a:cubicBezTo>
                    <a:pt x="451" y="563"/>
                    <a:pt x="463" y="488"/>
                    <a:pt x="413" y="476"/>
                  </a:cubicBezTo>
                  <a:cubicBezTo>
                    <a:pt x="301" y="151"/>
                    <a:pt x="313" y="76"/>
                    <a:pt x="476" y="263"/>
                  </a:cubicBezTo>
                  <a:cubicBezTo>
                    <a:pt x="651" y="363"/>
                    <a:pt x="588" y="438"/>
                    <a:pt x="313" y="463"/>
                  </a:cubicBezTo>
                  <a:cubicBezTo>
                    <a:pt x="238" y="438"/>
                    <a:pt x="201" y="563"/>
                    <a:pt x="276" y="5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4" name="Google Shape;5484;p110"/>
            <p:cNvSpPr/>
            <p:nvPr/>
          </p:nvSpPr>
          <p:spPr>
            <a:xfrm>
              <a:off x="4169275" y="4411600"/>
              <a:ext cx="2825" cy="3150"/>
            </a:xfrm>
            <a:custGeom>
              <a:rect b="b" l="l" r="r" t="t"/>
              <a:pathLst>
                <a:path extrusionOk="0" h="126" w="113">
                  <a:moveTo>
                    <a:pt x="88" y="63"/>
                  </a:moveTo>
                  <a:cubicBezTo>
                    <a:pt x="88" y="50"/>
                    <a:pt x="88" y="38"/>
                    <a:pt x="88" y="25"/>
                  </a:cubicBezTo>
                  <a:cubicBezTo>
                    <a:pt x="75" y="0"/>
                    <a:pt x="38" y="0"/>
                    <a:pt x="25" y="25"/>
                  </a:cubicBezTo>
                  <a:lnTo>
                    <a:pt x="13" y="63"/>
                  </a:lnTo>
                  <a:cubicBezTo>
                    <a:pt x="0" y="125"/>
                    <a:pt x="113" y="125"/>
                    <a:pt x="88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5" name="Google Shape;5485;p110"/>
            <p:cNvSpPr/>
            <p:nvPr/>
          </p:nvSpPr>
          <p:spPr>
            <a:xfrm>
              <a:off x="4259250" y="4353500"/>
              <a:ext cx="41875" cy="17825"/>
            </a:xfrm>
            <a:custGeom>
              <a:rect b="b" l="l" r="r" t="t"/>
              <a:pathLst>
                <a:path extrusionOk="0" h="713" w="1675">
                  <a:moveTo>
                    <a:pt x="25" y="100"/>
                  </a:moveTo>
                  <a:cubicBezTo>
                    <a:pt x="213" y="625"/>
                    <a:pt x="1175" y="712"/>
                    <a:pt x="1625" y="562"/>
                  </a:cubicBezTo>
                  <a:cubicBezTo>
                    <a:pt x="1675" y="550"/>
                    <a:pt x="1675" y="462"/>
                    <a:pt x="1612" y="462"/>
                  </a:cubicBezTo>
                  <a:cubicBezTo>
                    <a:pt x="1375" y="512"/>
                    <a:pt x="1125" y="512"/>
                    <a:pt x="875" y="475"/>
                  </a:cubicBezTo>
                  <a:cubicBezTo>
                    <a:pt x="650" y="425"/>
                    <a:pt x="225" y="325"/>
                    <a:pt x="125" y="62"/>
                  </a:cubicBezTo>
                  <a:cubicBezTo>
                    <a:pt x="100" y="0"/>
                    <a:pt x="0" y="25"/>
                    <a:pt x="25" y="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6" name="Google Shape;5486;p110"/>
            <p:cNvSpPr/>
            <p:nvPr/>
          </p:nvSpPr>
          <p:spPr>
            <a:xfrm>
              <a:off x="4259250" y="4349125"/>
              <a:ext cx="42200" cy="19700"/>
            </a:xfrm>
            <a:custGeom>
              <a:rect b="b" l="l" r="r" t="t"/>
              <a:pathLst>
                <a:path extrusionOk="0" h="788" w="1688">
                  <a:moveTo>
                    <a:pt x="1650" y="675"/>
                  </a:moveTo>
                  <a:cubicBezTo>
                    <a:pt x="1287" y="312"/>
                    <a:pt x="575" y="0"/>
                    <a:pt x="63" y="138"/>
                  </a:cubicBezTo>
                  <a:cubicBezTo>
                    <a:pt x="0" y="163"/>
                    <a:pt x="25" y="237"/>
                    <a:pt x="88" y="237"/>
                  </a:cubicBezTo>
                  <a:cubicBezTo>
                    <a:pt x="638" y="175"/>
                    <a:pt x="1175" y="362"/>
                    <a:pt x="1587" y="737"/>
                  </a:cubicBezTo>
                  <a:cubicBezTo>
                    <a:pt x="1625" y="787"/>
                    <a:pt x="1687" y="712"/>
                    <a:pt x="1650" y="6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7" name="Google Shape;5487;p110"/>
            <p:cNvSpPr/>
            <p:nvPr/>
          </p:nvSpPr>
          <p:spPr>
            <a:xfrm>
              <a:off x="4198950" y="4314750"/>
              <a:ext cx="33150" cy="30025"/>
            </a:xfrm>
            <a:custGeom>
              <a:rect b="b" l="l" r="r" t="t"/>
              <a:pathLst>
                <a:path extrusionOk="0" h="1201" w="1326">
                  <a:moveTo>
                    <a:pt x="50" y="1188"/>
                  </a:moveTo>
                  <a:cubicBezTo>
                    <a:pt x="400" y="1200"/>
                    <a:pt x="663" y="1025"/>
                    <a:pt x="925" y="825"/>
                  </a:cubicBezTo>
                  <a:cubicBezTo>
                    <a:pt x="1175" y="638"/>
                    <a:pt x="1325" y="363"/>
                    <a:pt x="1325" y="50"/>
                  </a:cubicBezTo>
                  <a:cubicBezTo>
                    <a:pt x="1325" y="13"/>
                    <a:pt x="1263" y="0"/>
                    <a:pt x="1250" y="38"/>
                  </a:cubicBezTo>
                  <a:cubicBezTo>
                    <a:pt x="1238" y="325"/>
                    <a:pt x="1088" y="588"/>
                    <a:pt x="863" y="763"/>
                  </a:cubicBezTo>
                  <a:cubicBezTo>
                    <a:pt x="625" y="950"/>
                    <a:pt x="375" y="1125"/>
                    <a:pt x="50" y="1113"/>
                  </a:cubicBezTo>
                  <a:cubicBezTo>
                    <a:pt x="0" y="1113"/>
                    <a:pt x="0" y="1188"/>
                    <a:pt x="50" y="1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8" name="Google Shape;5488;p110"/>
            <p:cNvSpPr/>
            <p:nvPr/>
          </p:nvSpPr>
          <p:spPr>
            <a:xfrm>
              <a:off x="4199575" y="4315050"/>
              <a:ext cx="33150" cy="29100"/>
            </a:xfrm>
            <a:custGeom>
              <a:rect b="b" l="l" r="r" t="t"/>
              <a:pathLst>
                <a:path extrusionOk="0" h="1164" w="1326">
                  <a:moveTo>
                    <a:pt x="1250" y="1"/>
                  </a:moveTo>
                  <a:cubicBezTo>
                    <a:pt x="700" y="88"/>
                    <a:pt x="113" y="488"/>
                    <a:pt x="0" y="1076"/>
                  </a:cubicBezTo>
                  <a:cubicBezTo>
                    <a:pt x="0" y="1138"/>
                    <a:pt x="75" y="1163"/>
                    <a:pt x="113" y="1113"/>
                  </a:cubicBezTo>
                  <a:cubicBezTo>
                    <a:pt x="250" y="876"/>
                    <a:pt x="300" y="651"/>
                    <a:pt x="538" y="463"/>
                  </a:cubicBezTo>
                  <a:cubicBezTo>
                    <a:pt x="763" y="288"/>
                    <a:pt x="1013" y="163"/>
                    <a:pt x="1275" y="76"/>
                  </a:cubicBezTo>
                  <a:cubicBezTo>
                    <a:pt x="1325" y="63"/>
                    <a:pt x="1300" y="1"/>
                    <a:pt x="12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9" name="Google Shape;5489;p110"/>
            <p:cNvSpPr/>
            <p:nvPr/>
          </p:nvSpPr>
          <p:spPr>
            <a:xfrm>
              <a:off x="3891225" y="4250400"/>
              <a:ext cx="38450" cy="86550"/>
            </a:xfrm>
            <a:custGeom>
              <a:rect b="b" l="l" r="r" t="t"/>
              <a:pathLst>
                <a:path extrusionOk="0" h="3462" w="1538">
                  <a:moveTo>
                    <a:pt x="1512" y="3387"/>
                  </a:moveTo>
                  <a:cubicBezTo>
                    <a:pt x="800" y="2399"/>
                    <a:pt x="325" y="1262"/>
                    <a:pt x="100" y="63"/>
                  </a:cubicBezTo>
                  <a:cubicBezTo>
                    <a:pt x="88" y="0"/>
                    <a:pt x="0" y="25"/>
                    <a:pt x="13" y="88"/>
                  </a:cubicBezTo>
                  <a:cubicBezTo>
                    <a:pt x="225" y="1300"/>
                    <a:pt x="712" y="2437"/>
                    <a:pt x="1450" y="3424"/>
                  </a:cubicBezTo>
                  <a:cubicBezTo>
                    <a:pt x="1475" y="3462"/>
                    <a:pt x="1537" y="3424"/>
                    <a:pt x="1512" y="33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0" name="Google Shape;5490;p110"/>
            <p:cNvSpPr/>
            <p:nvPr/>
          </p:nvSpPr>
          <p:spPr>
            <a:xfrm>
              <a:off x="3880900" y="4236650"/>
              <a:ext cx="17850" cy="16275"/>
            </a:xfrm>
            <a:custGeom>
              <a:rect b="b" l="l" r="r" t="t"/>
              <a:pathLst>
                <a:path extrusionOk="0" h="651" w="714">
                  <a:moveTo>
                    <a:pt x="526" y="563"/>
                  </a:moveTo>
                  <a:cubicBezTo>
                    <a:pt x="713" y="350"/>
                    <a:pt x="488" y="0"/>
                    <a:pt x="238" y="200"/>
                  </a:cubicBezTo>
                  <a:cubicBezTo>
                    <a:pt x="1" y="400"/>
                    <a:pt x="338" y="650"/>
                    <a:pt x="551" y="550"/>
                  </a:cubicBezTo>
                  <a:cubicBezTo>
                    <a:pt x="588" y="538"/>
                    <a:pt x="576" y="475"/>
                    <a:pt x="538" y="475"/>
                  </a:cubicBezTo>
                  <a:cubicBezTo>
                    <a:pt x="501" y="475"/>
                    <a:pt x="463" y="475"/>
                    <a:pt x="426" y="475"/>
                  </a:cubicBezTo>
                  <a:cubicBezTo>
                    <a:pt x="338" y="463"/>
                    <a:pt x="351" y="475"/>
                    <a:pt x="463" y="500"/>
                  </a:cubicBezTo>
                  <a:cubicBezTo>
                    <a:pt x="426" y="538"/>
                    <a:pt x="488" y="600"/>
                    <a:pt x="526" y="5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1" name="Google Shape;5491;p110"/>
            <p:cNvSpPr/>
            <p:nvPr/>
          </p:nvSpPr>
          <p:spPr>
            <a:xfrm>
              <a:off x="3936525" y="4266325"/>
              <a:ext cx="30625" cy="82200"/>
            </a:xfrm>
            <a:custGeom>
              <a:rect b="b" l="l" r="r" t="t"/>
              <a:pathLst>
                <a:path extrusionOk="0" h="3288" w="1225">
                  <a:moveTo>
                    <a:pt x="225" y="3225"/>
                  </a:moveTo>
                  <a:cubicBezTo>
                    <a:pt x="88" y="2012"/>
                    <a:pt x="413" y="1013"/>
                    <a:pt x="1200" y="75"/>
                  </a:cubicBezTo>
                  <a:cubicBezTo>
                    <a:pt x="1225" y="50"/>
                    <a:pt x="1175" y="0"/>
                    <a:pt x="1150" y="38"/>
                  </a:cubicBezTo>
                  <a:cubicBezTo>
                    <a:pt x="213" y="763"/>
                    <a:pt x="0" y="2125"/>
                    <a:pt x="125" y="3225"/>
                  </a:cubicBezTo>
                  <a:cubicBezTo>
                    <a:pt x="138" y="3287"/>
                    <a:pt x="225" y="3287"/>
                    <a:pt x="225" y="3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2" name="Google Shape;5492;p110"/>
            <p:cNvSpPr/>
            <p:nvPr/>
          </p:nvSpPr>
          <p:spPr>
            <a:xfrm>
              <a:off x="3963700" y="4258200"/>
              <a:ext cx="13450" cy="13775"/>
            </a:xfrm>
            <a:custGeom>
              <a:rect b="b" l="l" r="r" t="t"/>
              <a:pathLst>
                <a:path extrusionOk="0" h="551" w="538">
                  <a:moveTo>
                    <a:pt x="475" y="288"/>
                  </a:moveTo>
                  <a:cubicBezTo>
                    <a:pt x="538" y="38"/>
                    <a:pt x="13" y="1"/>
                    <a:pt x="25" y="263"/>
                  </a:cubicBezTo>
                  <a:cubicBezTo>
                    <a:pt x="0" y="550"/>
                    <a:pt x="425" y="525"/>
                    <a:pt x="425" y="238"/>
                  </a:cubicBezTo>
                  <a:cubicBezTo>
                    <a:pt x="425" y="200"/>
                    <a:pt x="375" y="188"/>
                    <a:pt x="363" y="225"/>
                  </a:cubicBezTo>
                  <a:cubicBezTo>
                    <a:pt x="300" y="275"/>
                    <a:pt x="313" y="300"/>
                    <a:pt x="413" y="300"/>
                  </a:cubicBezTo>
                  <a:cubicBezTo>
                    <a:pt x="413" y="338"/>
                    <a:pt x="475" y="338"/>
                    <a:pt x="475" y="3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3" name="Google Shape;5493;p110"/>
            <p:cNvSpPr/>
            <p:nvPr/>
          </p:nvSpPr>
          <p:spPr>
            <a:xfrm>
              <a:off x="4139900" y="4371600"/>
              <a:ext cx="237775" cy="60325"/>
            </a:xfrm>
            <a:custGeom>
              <a:rect b="b" l="l" r="r" t="t"/>
              <a:pathLst>
                <a:path extrusionOk="0" h="2413" w="9511">
                  <a:moveTo>
                    <a:pt x="63" y="2400"/>
                  </a:moveTo>
                  <a:cubicBezTo>
                    <a:pt x="3375" y="1151"/>
                    <a:pt x="6061" y="1"/>
                    <a:pt x="9386" y="2038"/>
                  </a:cubicBezTo>
                  <a:cubicBezTo>
                    <a:pt x="9448" y="2075"/>
                    <a:pt x="9511" y="1975"/>
                    <a:pt x="9448" y="1938"/>
                  </a:cubicBezTo>
                  <a:cubicBezTo>
                    <a:pt x="8023" y="988"/>
                    <a:pt x="6761" y="588"/>
                    <a:pt x="5049" y="751"/>
                  </a:cubicBezTo>
                  <a:cubicBezTo>
                    <a:pt x="3125" y="938"/>
                    <a:pt x="1825" y="1650"/>
                    <a:pt x="38" y="2338"/>
                  </a:cubicBezTo>
                  <a:cubicBezTo>
                    <a:pt x="1" y="2350"/>
                    <a:pt x="26" y="2413"/>
                    <a:pt x="63" y="24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4" name="Google Shape;5494;p110"/>
            <p:cNvSpPr/>
            <p:nvPr/>
          </p:nvSpPr>
          <p:spPr>
            <a:xfrm>
              <a:off x="3860600" y="4327550"/>
              <a:ext cx="31900" cy="49700"/>
            </a:xfrm>
            <a:custGeom>
              <a:rect b="b" l="l" r="r" t="t"/>
              <a:pathLst>
                <a:path extrusionOk="0" h="1988" w="1276">
                  <a:moveTo>
                    <a:pt x="63" y="1975"/>
                  </a:moveTo>
                  <a:cubicBezTo>
                    <a:pt x="625" y="1875"/>
                    <a:pt x="1163" y="1538"/>
                    <a:pt x="1225" y="926"/>
                  </a:cubicBezTo>
                  <a:cubicBezTo>
                    <a:pt x="1275" y="438"/>
                    <a:pt x="900" y="13"/>
                    <a:pt x="413" y="1"/>
                  </a:cubicBezTo>
                  <a:cubicBezTo>
                    <a:pt x="338" y="1"/>
                    <a:pt x="338" y="113"/>
                    <a:pt x="413" y="113"/>
                  </a:cubicBezTo>
                  <a:cubicBezTo>
                    <a:pt x="988" y="138"/>
                    <a:pt x="1263" y="713"/>
                    <a:pt x="1038" y="1213"/>
                  </a:cubicBezTo>
                  <a:cubicBezTo>
                    <a:pt x="850" y="1613"/>
                    <a:pt x="463" y="1825"/>
                    <a:pt x="38" y="1913"/>
                  </a:cubicBezTo>
                  <a:cubicBezTo>
                    <a:pt x="0" y="1925"/>
                    <a:pt x="25" y="1988"/>
                    <a:pt x="63" y="19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5" name="Google Shape;5495;p110"/>
            <p:cNvSpPr/>
            <p:nvPr/>
          </p:nvSpPr>
          <p:spPr>
            <a:xfrm>
              <a:off x="4075225" y="4370975"/>
              <a:ext cx="62825" cy="31575"/>
            </a:xfrm>
            <a:custGeom>
              <a:rect b="b" l="l" r="r" t="t"/>
              <a:pathLst>
                <a:path extrusionOk="0" h="1263" w="2513">
                  <a:moveTo>
                    <a:pt x="2450" y="526"/>
                  </a:moveTo>
                  <a:cubicBezTo>
                    <a:pt x="1825" y="551"/>
                    <a:pt x="1338" y="1"/>
                    <a:pt x="701" y="213"/>
                  </a:cubicBezTo>
                  <a:cubicBezTo>
                    <a:pt x="276" y="363"/>
                    <a:pt x="1" y="763"/>
                    <a:pt x="26" y="1213"/>
                  </a:cubicBezTo>
                  <a:cubicBezTo>
                    <a:pt x="26" y="1250"/>
                    <a:pt x="88" y="1263"/>
                    <a:pt x="88" y="1213"/>
                  </a:cubicBezTo>
                  <a:cubicBezTo>
                    <a:pt x="201" y="426"/>
                    <a:pt x="888" y="126"/>
                    <a:pt x="1588" y="413"/>
                  </a:cubicBezTo>
                  <a:cubicBezTo>
                    <a:pt x="1850" y="551"/>
                    <a:pt x="2150" y="626"/>
                    <a:pt x="2450" y="613"/>
                  </a:cubicBezTo>
                  <a:cubicBezTo>
                    <a:pt x="2513" y="613"/>
                    <a:pt x="2513" y="526"/>
                    <a:pt x="2450" y="5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6" name="Google Shape;5496;p110"/>
            <p:cNvSpPr/>
            <p:nvPr/>
          </p:nvSpPr>
          <p:spPr>
            <a:xfrm>
              <a:off x="4073975" y="4396300"/>
              <a:ext cx="30950" cy="21575"/>
            </a:xfrm>
            <a:custGeom>
              <a:rect b="b" l="l" r="r" t="t"/>
              <a:pathLst>
                <a:path extrusionOk="0" h="863" w="1238">
                  <a:moveTo>
                    <a:pt x="113" y="50"/>
                  </a:moveTo>
                  <a:cubicBezTo>
                    <a:pt x="1" y="337"/>
                    <a:pt x="176" y="587"/>
                    <a:pt x="451" y="700"/>
                  </a:cubicBezTo>
                  <a:cubicBezTo>
                    <a:pt x="676" y="787"/>
                    <a:pt x="1075" y="862"/>
                    <a:pt x="1225" y="612"/>
                  </a:cubicBezTo>
                  <a:cubicBezTo>
                    <a:pt x="1238" y="587"/>
                    <a:pt x="1200" y="550"/>
                    <a:pt x="1175" y="575"/>
                  </a:cubicBezTo>
                  <a:cubicBezTo>
                    <a:pt x="851" y="825"/>
                    <a:pt x="1" y="587"/>
                    <a:pt x="188" y="63"/>
                  </a:cubicBezTo>
                  <a:cubicBezTo>
                    <a:pt x="201" y="25"/>
                    <a:pt x="138" y="0"/>
                    <a:pt x="113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7" name="Google Shape;5497;p110"/>
            <p:cNvSpPr/>
            <p:nvPr/>
          </p:nvSpPr>
          <p:spPr>
            <a:xfrm>
              <a:off x="3834050" y="4258825"/>
              <a:ext cx="81250" cy="56250"/>
            </a:xfrm>
            <a:custGeom>
              <a:rect b="b" l="l" r="r" t="t"/>
              <a:pathLst>
                <a:path extrusionOk="0" h="2250" w="3250">
                  <a:moveTo>
                    <a:pt x="3224" y="2162"/>
                  </a:moveTo>
                  <a:cubicBezTo>
                    <a:pt x="2437" y="1200"/>
                    <a:pt x="1462" y="0"/>
                    <a:pt x="63" y="288"/>
                  </a:cubicBezTo>
                  <a:cubicBezTo>
                    <a:pt x="0" y="300"/>
                    <a:pt x="25" y="375"/>
                    <a:pt x="88" y="375"/>
                  </a:cubicBezTo>
                  <a:cubicBezTo>
                    <a:pt x="1475" y="188"/>
                    <a:pt x="2362" y="1263"/>
                    <a:pt x="3162" y="2200"/>
                  </a:cubicBezTo>
                  <a:cubicBezTo>
                    <a:pt x="3199" y="2250"/>
                    <a:pt x="3249" y="2187"/>
                    <a:pt x="3224" y="2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8" name="Google Shape;5498;p110"/>
            <p:cNvSpPr/>
            <p:nvPr/>
          </p:nvSpPr>
          <p:spPr>
            <a:xfrm>
              <a:off x="4063350" y="4351000"/>
              <a:ext cx="31275" cy="15325"/>
            </a:xfrm>
            <a:custGeom>
              <a:rect b="b" l="l" r="r" t="t"/>
              <a:pathLst>
                <a:path extrusionOk="0" h="613" w="1251">
                  <a:moveTo>
                    <a:pt x="1188" y="500"/>
                  </a:moveTo>
                  <a:cubicBezTo>
                    <a:pt x="776" y="487"/>
                    <a:pt x="401" y="312"/>
                    <a:pt x="113" y="38"/>
                  </a:cubicBezTo>
                  <a:cubicBezTo>
                    <a:pt x="63" y="0"/>
                    <a:pt x="1" y="38"/>
                    <a:pt x="38" y="88"/>
                  </a:cubicBezTo>
                  <a:cubicBezTo>
                    <a:pt x="163" y="250"/>
                    <a:pt x="338" y="375"/>
                    <a:pt x="538" y="450"/>
                  </a:cubicBezTo>
                  <a:cubicBezTo>
                    <a:pt x="738" y="562"/>
                    <a:pt x="963" y="612"/>
                    <a:pt x="1188" y="587"/>
                  </a:cubicBezTo>
                  <a:cubicBezTo>
                    <a:pt x="1238" y="587"/>
                    <a:pt x="1251" y="500"/>
                    <a:pt x="1188" y="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9" name="Google Shape;5499;p110"/>
            <p:cNvSpPr/>
            <p:nvPr/>
          </p:nvSpPr>
          <p:spPr>
            <a:xfrm>
              <a:off x="4063350" y="4344750"/>
              <a:ext cx="34075" cy="21875"/>
            </a:xfrm>
            <a:custGeom>
              <a:rect b="b" l="l" r="r" t="t"/>
              <a:pathLst>
                <a:path extrusionOk="0" h="875" w="1363">
                  <a:moveTo>
                    <a:pt x="101" y="325"/>
                  </a:moveTo>
                  <a:cubicBezTo>
                    <a:pt x="538" y="125"/>
                    <a:pt x="1051" y="412"/>
                    <a:pt x="1251" y="825"/>
                  </a:cubicBezTo>
                  <a:cubicBezTo>
                    <a:pt x="1276" y="875"/>
                    <a:pt x="1363" y="837"/>
                    <a:pt x="1350" y="787"/>
                  </a:cubicBezTo>
                  <a:cubicBezTo>
                    <a:pt x="1138" y="300"/>
                    <a:pt x="538" y="0"/>
                    <a:pt x="51" y="250"/>
                  </a:cubicBezTo>
                  <a:cubicBezTo>
                    <a:pt x="1" y="275"/>
                    <a:pt x="51" y="350"/>
                    <a:pt x="101" y="3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0" name="Google Shape;5500;p110"/>
            <p:cNvSpPr/>
            <p:nvPr/>
          </p:nvSpPr>
          <p:spPr>
            <a:xfrm>
              <a:off x="4299550" y="4347550"/>
              <a:ext cx="132475" cy="60000"/>
            </a:xfrm>
            <a:custGeom>
              <a:rect b="b" l="l" r="r" t="t"/>
              <a:pathLst>
                <a:path extrusionOk="0" h="2400" w="5299">
                  <a:moveTo>
                    <a:pt x="50" y="1825"/>
                  </a:moveTo>
                  <a:cubicBezTo>
                    <a:pt x="1650" y="2138"/>
                    <a:pt x="5074" y="2400"/>
                    <a:pt x="5299" y="51"/>
                  </a:cubicBezTo>
                  <a:cubicBezTo>
                    <a:pt x="5299" y="1"/>
                    <a:pt x="5224" y="13"/>
                    <a:pt x="5224" y="51"/>
                  </a:cubicBezTo>
                  <a:cubicBezTo>
                    <a:pt x="4924" y="2337"/>
                    <a:pt x="1612" y="2038"/>
                    <a:pt x="63" y="1750"/>
                  </a:cubicBezTo>
                  <a:cubicBezTo>
                    <a:pt x="25" y="1738"/>
                    <a:pt x="0" y="1813"/>
                    <a:pt x="50" y="18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1" name="Google Shape;5501;p110"/>
            <p:cNvSpPr/>
            <p:nvPr/>
          </p:nvSpPr>
          <p:spPr>
            <a:xfrm>
              <a:off x="4363900" y="4310050"/>
              <a:ext cx="61575" cy="65325"/>
            </a:xfrm>
            <a:custGeom>
              <a:rect b="b" l="l" r="r" t="t"/>
              <a:pathLst>
                <a:path extrusionOk="0" h="2613" w="2463">
                  <a:moveTo>
                    <a:pt x="1500" y="2588"/>
                  </a:moveTo>
                  <a:cubicBezTo>
                    <a:pt x="2175" y="2263"/>
                    <a:pt x="2463" y="1426"/>
                    <a:pt x="2013" y="788"/>
                  </a:cubicBezTo>
                  <a:cubicBezTo>
                    <a:pt x="1600" y="201"/>
                    <a:pt x="538" y="1"/>
                    <a:pt x="38" y="588"/>
                  </a:cubicBezTo>
                  <a:cubicBezTo>
                    <a:pt x="1" y="638"/>
                    <a:pt x="63" y="713"/>
                    <a:pt x="113" y="663"/>
                  </a:cubicBezTo>
                  <a:cubicBezTo>
                    <a:pt x="588" y="138"/>
                    <a:pt x="1550" y="301"/>
                    <a:pt x="1925" y="851"/>
                  </a:cubicBezTo>
                  <a:cubicBezTo>
                    <a:pt x="2338" y="1438"/>
                    <a:pt x="2113" y="2238"/>
                    <a:pt x="1463" y="2538"/>
                  </a:cubicBezTo>
                  <a:cubicBezTo>
                    <a:pt x="1425" y="2550"/>
                    <a:pt x="1463" y="2613"/>
                    <a:pt x="1488" y="25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2" name="Google Shape;5502;p110"/>
            <p:cNvSpPr/>
            <p:nvPr/>
          </p:nvSpPr>
          <p:spPr>
            <a:xfrm>
              <a:off x="4353900" y="4321000"/>
              <a:ext cx="35950" cy="46575"/>
            </a:xfrm>
            <a:custGeom>
              <a:rect b="b" l="l" r="r" t="t"/>
              <a:pathLst>
                <a:path extrusionOk="0" h="1863" w="1438">
                  <a:moveTo>
                    <a:pt x="688" y="13"/>
                  </a:moveTo>
                  <a:cubicBezTo>
                    <a:pt x="226" y="188"/>
                    <a:pt x="1" y="725"/>
                    <a:pt x="201" y="1188"/>
                  </a:cubicBezTo>
                  <a:cubicBezTo>
                    <a:pt x="401" y="1650"/>
                    <a:pt x="938" y="1862"/>
                    <a:pt x="1388" y="1662"/>
                  </a:cubicBezTo>
                  <a:cubicBezTo>
                    <a:pt x="1438" y="1637"/>
                    <a:pt x="1400" y="1562"/>
                    <a:pt x="1363" y="1575"/>
                  </a:cubicBezTo>
                  <a:cubicBezTo>
                    <a:pt x="938" y="1700"/>
                    <a:pt x="476" y="1575"/>
                    <a:pt x="301" y="1150"/>
                  </a:cubicBezTo>
                  <a:cubicBezTo>
                    <a:pt x="138" y="725"/>
                    <a:pt x="326" y="263"/>
                    <a:pt x="726" y="75"/>
                  </a:cubicBezTo>
                  <a:cubicBezTo>
                    <a:pt x="763" y="50"/>
                    <a:pt x="726" y="0"/>
                    <a:pt x="688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3" name="Google Shape;5503;p110"/>
            <p:cNvSpPr/>
            <p:nvPr/>
          </p:nvSpPr>
          <p:spPr>
            <a:xfrm>
              <a:off x="4384200" y="4332875"/>
              <a:ext cx="17225" cy="30950"/>
            </a:xfrm>
            <a:custGeom>
              <a:rect b="b" l="l" r="r" t="t"/>
              <a:pathLst>
                <a:path extrusionOk="0" h="1238" w="689">
                  <a:moveTo>
                    <a:pt x="51" y="1200"/>
                  </a:moveTo>
                  <a:cubicBezTo>
                    <a:pt x="388" y="1237"/>
                    <a:pt x="626" y="862"/>
                    <a:pt x="626" y="550"/>
                  </a:cubicBezTo>
                  <a:cubicBezTo>
                    <a:pt x="613" y="238"/>
                    <a:pt x="351" y="0"/>
                    <a:pt x="63" y="113"/>
                  </a:cubicBezTo>
                  <a:cubicBezTo>
                    <a:pt x="1" y="138"/>
                    <a:pt x="26" y="225"/>
                    <a:pt x="76" y="200"/>
                  </a:cubicBezTo>
                  <a:cubicBezTo>
                    <a:pt x="688" y="13"/>
                    <a:pt x="638" y="1162"/>
                    <a:pt x="51" y="1125"/>
                  </a:cubicBezTo>
                  <a:cubicBezTo>
                    <a:pt x="1" y="1125"/>
                    <a:pt x="1" y="1200"/>
                    <a:pt x="51" y="12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4" name="Google Shape;5504;p110"/>
            <p:cNvSpPr/>
            <p:nvPr/>
          </p:nvSpPr>
          <p:spPr>
            <a:xfrm>
              <a:off x="4100225" y="4302575"/>
              <a:ext cx="55325" cy="71550"/>
            </a:xfrm>
            <a:custGeom>
              <a:rect b="b" l="l" r="r" t="t"/>
              <a:pathLst>
                <a:path extrusionOk="0" h="2862" w="2213">
                  <a:moveTo>
                    <a:pt x="463" y="2787"/>
                  </a:moveTo>
                  <a:cubicBezTo>
                    <a:pt x="113" y="1462"/>
                    <a:pt x="925" y="387"/>
                    <a:pt x="2175" y="63"/>
                  </a:cubicBezTo>
                  <a:cubicBezTo>
                    <a:pt x="2212" y="50"/>
                    <a:pt x="2200" y="0"/>
                    <a:pt x="2175" y="0"/>
                  </a:cubicBezTo>
                  <a:cubicBezTo>
                    <a:pt x="788" y="100"/>
                    <a:pt x="0" y="1537"/>
                    <a:pt x="388" y="2812"/>
                  </a:cubicBezTo>
                  <a:cubicBezTo>
                    <a:pt x="400" y="2862"/>
                    <a:pt x="488" y="2849"/>
                    <a:pt x="463" y="27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5" name="Google Shape;5505;p110"/>
            <p:cNvSpPr/>
            <p:nvPr/>
          </p:nvSpPr>
          <p:spPr>
            <a:xfrm>
              <a:off x="3701275" y="4276950"/>
              <a:ext cx="111850" cy="104375"/>
            </a:xfrm>
            <a:custGeom>
              <a:rect b="b" l="l" r="r" t="t"/>
              <a:pathLst>
                <a:path extrusionOk="0" h="4175" w="4474">
                  <a:moveTo>
                    <a:pt x="1812" y="3999"/>
                  </a:moveTo>
                  <a:cubicBezTo>
                    <a:pt x="3249" y="4174"/>
                    <a:pt x="4424" y="2737"/>
                    <a:pt x="3712" y="1387"/>
                  </a:cubicBezTo>
                  <a:cubicBezTo>
                    <a:pt x="2987" y="0"/>
                    <a:pt x="1050" y="213"/>
                    <a:pt x="38" y="1150"/>
                  </a:cubicBezTo>
                  <a:cubicBezTo>
                    <a:pt x="0" y="1187"/>
                    <a:pt x="50" y="1237"/>
                    <a:pt x="88" y="1212"/>
                  </a:cubicBezTo>
                  <a:cubicBezTo>
                    <a:pt x="987" y="563"/>
                    <a:pt x="2450" y="113"/>
                    <a:pt x="3337" y="1050"/>
                  </a:cubicBezTo>
                  <a:cubicBezTo>
                    <a:pt x="4474" y="2275"/>
                    <a:pt x="3387" y="4087"/>
                    <a:pt x="1812" y="3899"/>
                  </a:cubicBezTo>
                  <a:cubicBezTo>
                    <a:pt x="1737" y="3887"/>
                    <a:pt x="1737" y="3999"/>
                    <a:pt x="1812" y="39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6" name="Google Shape;5506;p110"/>
            <p:cNvSpPr/>
            <p:nvPr/>
          </p:nvSpPr>
          <p:spPr>
            <a:xfrm>
              <a:off x="3442900" y="4301950"/>
              <a:ext cx="263700" cy="146525"/>
            </a:xfrm>
            <a:custGeom>
              <a:rect b="b" l="l" r="r" t="t"/>
              <a:pathLst>
                <a:path extrusionOk="0" h="5861" w="10548">
                  <a:moveTo>
                    <a:pt x="10460" y="38"/>
                  </a:moveTo>
                  <a:cubicBezTo>
                    <a:pt x="9248" y="1712"/>
                    <a:pt x="8136" y="3812"/>
                    <a:pt x="6224" y="4736"/>
                  </a:cubicBezTo>
                  <a:cubicBezTo>
                    <a:pt x="4462" y="5599"/>
                    <a:pt x="1700" y="5774"/>
                    <a:pt x="75" y="4561"/>
                  </a:cubicBezTo>
                  <a:cubicBezTo>
                    <a:pt x="38" y="4549"/>
                    <a:pt x="0" y="4599"/>
                    <a:pt x="38" y="4611"/>
                  </a:cubicBezTo>
                  <a:cubicBezTo>
                    <a:pt x="1475" y="5861"/>
                    <a:pt x="3962" y="5736"/>
                    <a:pt x="5686" y="5149"/>
                  </a:cubicBezTo>
                  <a:cubicBezTo>
                    <a:pt x="7998" y="4349"/>
                    <a:pt x="9198" y="1950"/>
                    <a:pt x="10523" y="75"/>
                  </a:cubicBezTo>
                  <a:cubicBezTo>
                    <a:pt x="10548" y="38"/>
                    <a:pt x="10485" y="0"/>
                    <a:pt x="10460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7" name="Google Shape;5507;p110"/>
            <p:cNvSpPr/>
            <p:nvPr/>
          </p:nvSpPr>
          <p:spPr>
            <a:xfrm>
              <a:off x="3410100" y="4324750"/>
              <a:ext cx="100625" cy="84375"/>
            </a:xfrm>
            <a:custGeom>
              <a:rect b="b" l="l" r="r" t="t"/>
              <a:pathLst>
                <a:path extrusionOk="0" h="3375" w="4025">
                  <a:moveTo>
                    <a:pt x="1150" y="3287"/>
                  </a:moveTo>
                  <a:cubicBezTo>
                    <a:pt x="613" y="2350"/>
                    <a:pt x="500" y="975"/>
                    <a:pt x="1650" y="425"/>
                  </a:cubicBezTo>
                  <a:cubicBezTo>
                    <a:pt x="1937" y="313"/>
                    <a:pt x="2250" y="263"/>
                    <a:pt x="2550" y="313"/>
                  </a:cubicBezTo>
                  <a:cubicBezTo>
                    <a:pt x="2625" y="325"/>
                    <a:pt x="2699" y="300"/>
                    <a:pt x="2774" y="313"/>
                  </a:cubicBezTo>
                  <a:cubicBezTo>
                    <a:pt x="3537" y="438"/>
                    <a:pt x="3512" y="638"/>
                    <a:pt x="3587" y="1175"/>
                  </a:cubicBezTo>
                  <a:cubicBezTo>
                    <a:pt x="3699" y="2075"/>
                    <a:pt x="3087" y="2412"/>
                    <a:pt x="2312" y="2262"/>
                  </a:cubicBezTo>
                  <a:cubicBezTo>
                    <a:pt x="1725" y="2150"/>
                    <a:pt x="1425" y="1862"/>
                    <a:pt x="1025" y="1450"/>
                  </a:cubicBezTo>
                  <a:cubicBezTo>
                    <a:pt x="725" y="1138"/>
                    <a:pt x="475" y="813"/>
                    <a:pt x="25" y="800"/>
                  </a:cubicBezTo>
                  <a:cubicBezTo>
                    <a:pt x="0" y="800"/>
                    <a:pt x="0" y="838"/>
                    <a:pt x="25" y="838"/>
                  </a:cubicBezTo>
                  <a:cubicBezTo>
                    <a:pt x="738" y="950"/>
                    <a:pt x="1137" y="1850"/>
                    <a:pt x="1725" y="2225"/>
                  </a:cubicBezTo>
                  <a:cubicBezTo>
                    <a:pt x="2150" y="2525"/>
                    <a:pt x="2712" y="2575"/>
                    <a:pt x="3187" y="2350"/>
                  </a:cubicBezTo>
                  <a:cubicBezTo>
                    <a:pt x="3912" y="2025"/>
                    <a:pt x="4024" y="888"/>
                    <a:pt x="3387" y="388"/>
                  </a:cubicBezTo>
                  <a:cubicBezTo>
                    <a:pt x="2874" y="0"/>
                    <a:pt x="1800" y="125"/>
                    <a:pt x="1312" y="488"/>
                  </a:cubicBezTo>
                  <a:cubicBezTo>
                    <a:pt x="388" y="1187"/>
                    <a:pt x="563" y="2450"/>
                    <a:pt x="1087" y="3337"/>
                  </a:cubicBezTo>
                  <a:cubicBezTo>
                    <a:pt x="1112" y="3374"/>
                    <a:pt x="1187" y="3337"/>
                    <a:pt x="1162" y="32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8" name="Google Shape;5508;p110"/>
            <p:cNvSpPr/>
            <p:nvPr/>
          </p:nvSpPr>
          <p:spPr>
            <a:xfrm>
              <a:off x="3347925" y="4341000"/>
              <a:ext cx="55325" cy="13450"/>
            </a:xfrm>
            <a:custGeom>
              <a:rect b="b" l="l" r="r" t="t"/>
              <a:pathLst>
                <a:path extrusionOk="0" h="538" w="2213">
                  <a:moveTo>
                    <a:pt x="2162" y="75"/>
                  </a:moveTo>
                  <a:cubicBezTo>
                    <a:pt x="1475" y="0"/>
                    <a:pt x="625" y="50"/>
                    <a:pt x="25" y="475"/>
                  </a:cubicBezTo>
                  <a:cubicBezTo>
                    <a:pt x="0" y="488"/>
                    <a:pt x="13" y="537"/>
                    <a:pt x="50" y="525"/>
                  </a:cubicBezTo>
                  <a:cubicBezTo>
                    <a:pt x="775" y="300"/>
                    <a:pt x="1387" y="75"/>
                    <a:pt x="2162" y="150"/>
                  </a:cubicBezTo>
                  <a:cubicBezTo>
                    <a:pt x="2212" y="150"/>
                    <a:pt x="2212" y="75"/>
                    <a:pt x="2162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9" name="Google Shape;5509;p110"/>
            <p:cNvSpPr/>
            <p:nvPr/>
          </p:nvSpPr>
          <p:spPr>
            <a:xfrm>
              <a:off x="3593800" y="4288500"/>
              <a:ext cx="81250" cy="96575"/>
            </a:xfrm>
            <a:custGeom>
              <a:rect b="b" l="l" r="r" t="t"/>
              <a:pathLst>
                <a:path extrusionOk="0" h="3863" w="3250">
                  <a:moveTo>
                    <a:pt x="2225" y="3837"/>
                  </a:moveTo>
                  <a:cubicBezTo>
                    <a:pt x="2787" y="3187"/>
                    <a:pt x="3249" y="2375"/>
                    <a:pt x="3062" y="1488"/>
                  </a:cubicBezTo>
                  <a:cubicBezTo>
                    <a:pt x="2887" y="663"/>
                    <a:pt x="2087" y="63"/>
                    <a:pt x="1250" y="26"/>
                  </a:cubicBezTo>
                  <a:cubicBezTo>
                    <a:pt x="663" y="1"/>
                    <a:pt x="0" y="376"/>
                    <a:pt x="75" y="1050"/>
                  </a:cubicBezTo>
                  <a:cubicBezTo>
                    <a:pt x="113" y="1388"/>
                    <a:pt x="463" y="1813"/>
                    <a:pt x="750" y="1438"/>
                  </a:cubicBezTo>
                  <a:cubicBezTo>
                    <a:pt x="775" y="1400"/>
                    <a:pt x="713" y="1363"/>
                    <a:pt x="675" y="1400"/>
                  </a:cubicBezTo>
                  <a:cubicBezTo>
                    <a:pt x="238" y="563"/>
                    <a:pt x="388" y="138"/>
                    <a:pt x="1125" y="126"/>
                  </a:cubicBezTo>
                  <a:cubicBezTo>
                    <a:pt x="1450" y="126"/>
                    <a:pt x="1762" y="213"/>
                    <a:pt x="2037" y="363"/>
                  </a:cubicBezTo>
                  <a:cubicBezTo>
                    <a:pt x="2475" y="576"/>
                    <a:pt x="2800" y="950"/>
                    <a:pt x="2925" y="1413"/>
                  </a:cubicBezTo>
                  <a:cubicBezTo>
                    <a:pt x="3174" y="2300"/>
                    <a:pt x="2712" y="3125"/>
                    <a:pt x="2187" y="3800"/>
                  </a:cubicBezTo>
                  <a:cubicBezTo>
                    <a:pt x="2162" y="3825"/>
                    <a:pt x="2200" y="3862"/>
                    <a:pt x="2225" y="38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0" name="Google Shape;5510;p110"/>
            <p:cNvSpPr/>
            <p:nvPr/>
          </p:nvSpPr>
          <p:spPr>
            <a:xfrm>
              <a:off x="3666275" y="4246025"/>
              <a:ext cx="22825" cy="110600"/>
            </a:xfrm>
            <a:custGeom>
              <a:rect b="b" l="l" r="r" t="t"/>
              <a:pathLst>
                <a:path extrusionOk="0" h="4424" w="913">
                  <a:moveTo>
                    <a:pt x="100" y="4386"/>
                  </a:moveTo>
                  <a:cubicBezTo>
                    <a:pt x="550" y="3862"/>
                    <a:pt x="663" y="3187"/>
                    <a:pt x="738" y="2512"/>
                  </a:cubicBezTo>
                  <a:cubicBezTo>
                    <a:pt x="825" y="1700"/>
                    <a:pt x="913" y="712"/>
                    <a:pt x="388" y="25"/>
                  </a:cubicBezTo>
                  <a:cubicBezTo>
                    <a:pt x="363" y="0"/>
                    <a:pt x="325" y="25"/>
                    <a:pt x="338" y="63"/>
                  </a:cubicBezTo>
                  <a:cubicBezTo>
                    <a:pt x="913" y="1175"/>
                    <a:pt x="888" y="3312"/>
                    <a:pt x="38" y="4324"/>
                  </a:cubicBezTo>
                  <a:cubicBezTo>
                    <a:pt x="1" y="4361"/>
                    <a:pt x="63" y="4424"/>
                    <a:pt x="100" y="43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1" name="Google Shape;5511;p110"/>
            <p:cNvSpPr/>
            <p:nvPr/>
          </p:nvSpPr>
          <p:spPr>
            <a:xfrm>
              <a:off x="3666600" y="4234450"/>
              <a:ext cx="12200" cy="12225"/>
            </a:xfrm>
            <a:custGeom>
              <a:rect b="b" l="l" r="r" t="t"/>
              <a:pathLst>
                <a:path extrusionOk="0" h="489" w="488">
                  <a:moveTo>
                    <a:pt x="350" y="451"/>
                  </a:moveTo>
                  <a:cubicBezTo>
                    <a:pt x="262" y="488"/>
                    <a:pt x="162" y="476"/>
                    <a:pt x="87" y="401"/>
                  </a:cubicBezTo>
                  <a:cubicBezTo>
                    <a:pt x="25" y="338"/>
                    <a:pt x="0" y="251"/>
                    <a:pt x="25" y="163"/>
                  </a:cubicBezTo>
                  <a:cubicBezTo>
                    <a:pt x="25" y="126"/>
                    <a:pt x="38" y="101"/>
                    <a:pt x="50" y="76"/>
                  </a:cubicBezTo>
                  <a:cubicBezTo>
                    <a:pt x="87" y="51"/>
                    <a:pt x="125" y="26"/>
                    <a:pt x="162" y="26"/>
                  </a:cubicBezTo>
                  <a:cubicBezTo>
                    <a:pt x="287" y="1"/>
                    <a:pt x="412" y="63"/>
                    <a:pt x="462" y="188"/>
                  </a:cubicBezTo>
                  <a:cubicBezTo>
                    <a:pt x="487" y="313"/>
                    <a:pt x="375" y="438"/>
                    <a:pt x="250" y="4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2" name="Google Shape;5512;p110"/>
            <p:cNvSpPr/>
            <p:nvPr/>
          </p:nvSpPr>
          <p:spPr>
            <a:xfrm>
              <a:off x="3660650" y="4232275"/>
              <a:ext cx="22200" cy="17200"/>
            </a:xfrm>
            <a:custGeom>
              <a:rect b="b" l="l" r="r" t="t"/>
              <a:pathLst>
                <a:path extrusionOk="0" h="688" w="888">
                  <a:moveTo>
                    <a:pt x="575" y="475"/>
                  </a:moveTo>
                  <a:cubicBezTo>
                    <a:pt x="300" y="450"/>
                    <a:pt x="251" y="375"/>
                    <a:pt x="425" y="275"/>
                  </a:cubicBezTo>
                  <a:cubicBezTo>
                    <a:pt x="575" y="88"/>
                    <a:pt x="588" y="163"/>
                    <a:pt x="475" y="488"/>
                  </a:cubicBezTo>
                  <a:cubicBezTo>
                    <a:pt x="425" y="488"/>
                    <a:pt x="438" y="575"/>
                    <a:pt x="488" y="575"/>
                  </a:cubicBezTo>
                  <a:cubicBezTo>
                    <a:pt x="888" y="575"/>
                    <a:pt x="800" y="0"/>
                    <a:pt x="400" y="63"/>
                  </a:cubicBezTo>
                  <a:cubicBezTo>
                    <a:pt x="1" y="125"/>
                    <a:pt x="238" y="688"/>
                    <a:pt x="613" y="600"/>
                  </a:cubicBezTo>
                  <a:cubicBezTo>
                    <a:pt x="688" y="575"/>
                    <a:pt x="650" y="450"/>
                    <a:pt x="575" y="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3" name="Google Shape;5513;p110"/>
            <p:cNvSpPr/>
            <p:nvPr/>
          </p:nvSpPr>
          <p:spPr>
            <a:xfrm>
              <a:off x="3438200" y="4411600"/>
              <a:ext cx="2850" cy="3150"/>
            </a:xfrm>
            <a:custGeom>
              <a:rect b="b" l="l" r="r" t="t"/>
              <a:pathLst>
                <a:path extrusionOk="0" h="126" w="114">
                  <a:moveTo>
                    <a:pt x="88" y="63"/>
                  </a:moveTo>
                  <a:lnTo>
                    <a:pt x="76" y="25"/>
                  </a:lnTo>
                  <a:cubicBezTo>
                    <a:pt x="76" y="0"/>
                    <a:pt x="26" y="0"/>
                    <a:pt x="13" y="25"/>
                  </a:cubicBezTo>
                  <a:cubicBezTo>
                    <a:pt x="13" y="38"/>
                    <a:pt x="13" y="50"/>
                    <a:pt x="13" y="63"/>
                  </a:cubicBezTo>
                  <a:cubicBezTo>
                    <a:pt x="1" y="125"/>
                    <a:pt x="113" y="125"/>
                    <a:pt x="101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4" name="Google Shape;5514;p110"/>
            <p:cNvSpPr/>
            <p:nvPr/>
          </p:nvSpPr>
          <p:spPr>
            <a:xfrm>
              <a:off x="3308550" y="4353500"/>
              <a:ext cx="42200" cy="17500"/>
            </a:xfrm>
            <a:custGeom>
              <a:rect b="b" l="l" r="r" t="t"/>
              <a:pathLst>
                <a:path extrusionOk="0" h="700" w="1688">
                  <a:moveTo>
                    <a:pt x="1550" y="62"/>
                  </a:moveTo>
                  <a:cubicBezTo>
                    <a:pt x="1463" y="312"/>
                    <a:pt x="1026" y="437"/>
                    <a:pt x="801" y="475"/>
                  </a:cubicBezTo>
                  <a:cubicBezTo>
                    <a:pt x="551" y="512"/>
                    <a:pt x="313" y="512"/>
                    <a:pt x="63" y="462"/>
                  </a:cubicBezTo>
                  <a:cubicBezTo>
                    <a:pt x="1" y="462"/>
                    <a:pt x="1" y="550"/>
                    <a:pt x="51" y="562"/>
                  </a:cubicBezTo>
                  <a:cubicBezTo>
                    <a:pt x="501" y="700"/>
                    <a:pt x="1463" y="625"/>
                    <a:pt x="1663" y="100"/>
                  </a:cubicBezTo>
                  <a:cubicBezTo>
                    <a:pt x="1688" y="37"/>
                    <a:pt x="1575" y="0"/>
                    <a:pt x="1550" y="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5" name="Google Shape;5515;p110"/>
            <p:cNvSpPr/>
            <p:nvPr/>
          </p:nvSpPr>
          <p:spPr>
            <a:xfrm>
              <a:off x="3308250" y="4349125"/>
              <a:ext cx="42200" cy="19700"/>
            </a:xfrm>
            <a:custGeom>
              <a:rect b="b" l="l" r="r" t="t"/>
              <a:pathLst>
                <a:path extrusionOk="0" h="788" w="1688">
                  <a:moveTo>
                    <a:pt x="113" y="737"/>
                  </a:moveTo>
                  <a:cubicBezTo>
                    <a:pt x="513" y="362"/>
                    <a:pt x="1050" y="175"/>
                    <a:pt x="1600" y="237"/>
                  </a:cubicBezTo>
                  <a:cubicBezTo>
                    <a:pt x="1662" y="237"/>
                    <a:pt x="1687" y="163"/>
                    <a:pt x="1625" y="138"/>
                  </a:cubicBezTo>
                  <a:cubicBezTo>
                    <a:pt x="1112" y="0"/>
                    <a:pt x="400" y="312"/>
                    <a:pt x="38" y="675"/>
                  </a:cubicBezTo>
                  <a:cubicBezTo>
                    <a:pt x="0" y="712"/>
                    <a:pt x="63" y="787"/>
                    <a:pt x="113" y="7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6" name="Google Shape;5516;p110"/>
            <p:cNvSpPr/>
            <p:nvPr/>
          </p:nvSpPr>
          <p:spPr>
            <a:xfrm>
              <a:off x="3377300" y="4314750"/>
              <a:ext cx="33450" cy="30025"/>
            </a:xfrm>
            <a:custGeom>
              <a:rect b="b" l="l" r="r" t="t"/>
              <a:pathLst>
                <a:path extrusionOk="0" h="1201" w="1338">
                  <a:moveTo>
                    <a:pt x="1287" y="1113"/>
                  </a:moveTo>
                  <a:cubicBezTo>
                    <a:pt x="975" y="1125"/>
                    <a:pt x="712" y="950"/>
                    <a:pt x="475" y="763"/>
                  </a:cubicBezTo>
                  <a:cubicBezTo>
                    <a:pt x="250" y="588"/>
                    <a:pt x="100" y="325"/>
                    <a:pt x="88" y="38"/>
                  </a:cubicBezTo>
                  <a:cubicBezTo>
                    <a:pt x="75" y="0"/>
                    <a:pt x="0" y="13"/>
                    <a:pt x="13" y="50"/>
                  </a:cubicBezTo>
                  <a:cubicBezTo>
                    <a:pt x="13" y="363"/>
                    <a:pt x="175" y="638"/>
                    <a:pt x="412" y="825"/>
                  </a:cubicBezTo>
                  <a:cubicBezTo>
                    <a:pt x="675" y="1025"/>
                    <a:pt x="937" y="1200"/>
                    <a:pt x="1287" y="1188"/>
                  </a:cubicBezTo>
                  <a:cubicBezTo>
                    <a:pt x="1337" y="1188"/>
                    <a:pt x="1337" y="1100"/>
                    <a:pt x="1287" y="1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7" name="Google Shape;5517;p110"/>
            <p:cNvSpPr/>
            <p:nvPr/>
          </p:nvSpPr>
          <p:spPr>
            <a:xfrm>
              <a:off x="3376975" y="4315050"/>
              <a:ext cx="33450" cy="29100"/>
            </a:xfrm>
            <a:custGeom>
              <a:rect b="b" l="l" r="r" t="t"/>
              <a:pathLst>
                <a:path extrusionOk="0" h="1164" w="1338">
                  <a:moveTo>
                    <a:pt x="51" y="76"/>
                  </a:moveTo>
                  <a:cubicBezTo>
                    <a:pt x="325" y="163"/>
                    <a:pt x="563" y="288"/>
                    <a:pt x="788" y="463"/>
                  </a:cubicBezTo>
                  <a:cubicBezTo>
                    <a:pt x="1025" y="638"/>
                    <a:pt x="1075" y="876"/>
                    <a:pt x="1225" y="1113"/>
                  </a:cubicBezTo>
                  <a:cubicBezTo>
                    <a:pt x="1263" y="1163"/>
                    <a:pt x="1338" y="1138"/>
                    <a:pt x="1325" y="1076"/>
                  </a:cubicBezTo>
                  <a:cubicBezTo>
                    <a:pt x="1213" y="488"/>
                    <a:pt x="625" y="88"/>
                    <a:pt x="76" y="1"/>
                  </a:cubicBezTo>
                  <a:cubicBezTo>
                    <a:pt x="26" y="1"/>
                    <a:pt x="1" y="63"/>
                    <a:pt x="51" y="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8" name="Google Shape;5518;p110"/>
            <p:cNvSpPr/>
            <p:nvPr/>
          </p:nvSpPr>
          <p:spPr>
            <a:xfrm>
              <a:off x="3680325" y="4250400"/>
              <a:ext cx="38450" cy="86550"/>
            </a:xfrm>
            <a:custGeom>
              <a:rect b="b" l="l" r="r" t="t"/>
              <a:pathLst>
                <a:path extrusionOk="0" h="3462" w="1538">
                  <a:moveTo>
                    <a:pt x="88" y="3424"/>
                  </a:moveTo>
                  <a:cubicBezTo>
                    <a:pt x="813" y="2437"/>
                    <a:pt x="1301" y="1300"/>
                    <a:pt x="1525" y="88"/>
                  </a:cubicBezTo>
                  <a:cubicBezTo>
                    <a:pt x="1538" y="25"/>
                    <a:pt x="1438" y="0"/>
                    <a:pt x="1425" y="63"/>
                  </a:cubicBezTo>
                  <a:cubicBezTo>
                    <a:pt x="1213" y="1262"/>
                    <a:pt x="726" y="2399"/>
                    <a:pt x="26" y="3387"/>
                  </a:cubicBezTo>
                  <a:cubicBezTo>
                    <a:pt x="1" y="3437"/>
                    <a:pt x="63" y="3462"/>
                    <a:pt x="88" y="34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9" name="Google Shape;5519;p110"/>
            <p:cNvSpPr/>
            <p:nvPr/>
          </p:nvSpPr>
          <p:spPr>
            <a:xfrm>
              <a:off x="3710950" y="4236025"/>
              <a:ext cx="18150" cy="16575"/>
            </a:xfrm>
            <a:custGeom>
              <a:rect b="b" l="l" r="r" t="t"/>
              <a:pathLst>
                <a:path extrusionOk="0" h="663" w="726">
                  <a:moveTo>
                    <a:pt x="263" y="525"/>
                  </a:moveTo>
                  <a:cubicBezTo>
                    <a:pt x="363" y="488"/>
                    <a:pt x="375" y="488"/>
                    <a:pt x="288" y="500"/>
                  </a:cubicBezTo>
                  <a:cubicBezTo>
                    <a:pt x="250" y="500"/>
                    <a:pt x="213" y="500"/>
                    <a:pt x="176" y="500"/>
                  </a:cubicBezTo>
                  <a:cubicBezTo>
                    <a:pt x="138" y="500"/>
                    <a:pt x="126" y="550"/>
                    <a:pt x="163" y="563"/>
                  </a:cubicBezTo>
                  <a:cubicBezTo>
                    <a:pt x="375" y="663"/>
                    <a:pt x="725" y="438"/>
                    <a:pt x="475" y="213"/>
                  </a:cubicBezTo>
                  <a:cubicBezTo>
                    <a:pt x="213" y="0"/>
                    <a:pt x="1" y="375"/>
                    <a:pt x="188" y="575"/>
                  </a:cubicBezTo>
                  <a:cubicBezTo>
                    <a:pt x="225" y="625"/>
                    <a:pt x="288" y="563"/>
                    <a:pt x="250" y="5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0" name="Google Shape;5520;p110"/>
            <p:cNvSpPr/>
            <p:nvPr/>
          </p:nvSpPr>
          <p:spPr>
            <a:xfrm>
              <a:off x="3642525" y="4266325"/>
              <a:ext cx="30650" cy="82200"/>
            </a:xfrm>
            <a:custGeom>
              <a:rect b="b" l="l" r="r" t="t"/>
              <a:pathLst>
                <a:path extrusionOk="0" h="3288" w="1226">
                  <a:moveTo>
                    <a:pt x="1100" y="3225"/>
                  </a:moveTo>
                  <a:cubicBezTo>
                    <a:pt x="1225" y="2125"/>
                    <a:pt x="1013" y="763"/>
                    <a:pt x="76" y="38"/>
                  </a:cubicBezTo>
                  <a:cubicBezTo>
                    <a:pt x="51" y="0"/>
                    <a:pt x="1" y="50"/>
                    <a:pt x="38" y="75"/>
                  </a:cubicBezTo>
                  <a:cubicBezTo>
                    <a:pt x="813" y="1013"/>
                    <a:pt x="1138" y="2012"/>
                    <a:pt x="1013" y="3225"/>
                  </a:cubicBezTo>
                  <a:cubicBezTo>
                    <a:pt x="1013" y="3287"/>
                    <a:pt x="1088" y="3287"/>
                    <a:pt x="1100" y="3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1" name="Google Shape;5521;p110"/>
            <p:cNvSpPr/>
            <p:nvPr/>
          </p:nvSpPr>
          <p:spPr>
            <a:xfrm>
              <a:off x="3633475" y="4256950"/>
              <a:ext cx="12825" cy="15025"/>
            </a:xfrm>
            <a:custGeom>
              <a:rect b="b" l="l" r="r" t="t"/>
              <a:pathLst>
                <a:path extrusionOk="0" h="601" w="513">
                  <a:moveTo>
                    <a:pt x="100" y="338"/>
                  </a:moveTo>
                  <a:cubicBezTo>
                    <a:pt x="188" y="338"/>
                    <a:pt x="200" y="325"/>
                    <a:pt x="150" y="263"/>
                  </a:cubicBezTo>
                  <a:cubicBezTo>
                    <a:pt x="125" y="238"/>
                    <a:pt x="88" y="250"/>
                    <a:pt x="75" y="288"/>
                  </a:cubicBezTo>
                  <a:cubicBezTo>
                    <a:pt x="75" y="575"/>
                    <a:pt x="513" y="600"/>
                    <a:pt x="475" y="300"/>
                  </a:cubicBezTo>
                  <a:cubicBezTo>
                    <a:pt x="450" y="1"/>
                    <a:pt x="0" y="38"/>
                    <a:pt x="25" y="338"/>
                  </a:cubicBezTo>
                  <a:cubicBezTo>
                    <a:pt x="25" y="388"/>
                    <a:pt x="100" y="388"/>
                    <a:pt x="100" y="3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2" name="Google Shape;5522;p110"/>
            <p:cNvSpPr/>
            <p:nvPr/>
          </p:nvSpPr>
          <p:spPr>
            <a:xfrm>
              <a:off x="3232025" y="4371600"/>
              <a:ext cx="237775" cy="60325"/>
            </a:xfrm>
            <a:custGeom>
              <a:rect b="b" l="l" r="r" t="t"/>
              <a:pathLst>
                <a:path extrusionOk="0" h="2413" w="9511">
                  <a:moveTo>
                    <a:pt x="9473" y="2338"/>
                  </a:moveTo>
                  <a:cubicBezTo>
                    <a:pt x="7711" y="1650"/>
                    <a:pt x="6386" y="938"/>
                    <a:pt x="4461" y="751"/>
                  </a:cubicBezTo>
                  <a:cubicBezTo>
                    <a:pt x="2749" y="576"/>
                    <a:pt x="1500" y="976"/>
                    <a:pt x="63" y="1938"/>
                  </a:cubicBezTo>
                  <a:cubicBezTo>
                    <a:pt x="0" y="1975"/>
                    <a:pt x="63" y="2075"/>
                    <a:pt x="125" y="2038"/>
                  </a:cubicBezTo>
                  <a:cubicBezTo>
                    <a:pt x="3462" y="1"/>
                    <a:pt x="6123" y="1151"/>
                    <a:pt x="9460" y="2400"/>
                  </a:cubicBezTo>
                  <a:cubicBezTo>
                    <a:pt x="9498" y="2413"/>
                    <a:pt x="9510" y="2350"/>
                    <a:pt x="9473" y="23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3" name="Google Shape;5523;p110"/>
            <p:cNvSpPr/>
            <p:nvPr/>
          </p:nvSpPr>
          <p:spPr>
            <a:xfrm>
              <a:off x="3717200" y="4327550"/>
              <a:ext cx="31575" cy="49400"/>
            </a:xfrm>
            <a:custGeom>
              <a:rect b="b" l="l" r="r" t="t"/>
              <a:pathLst>
                <a:path extrusionOk="0" h="1976" w="1263">
                  <a:moveTo>
                    <a:pt x="1225" y="1913"/>
                  </a:moveTo>
                  <a:cubicBezTo>
                    <a:pt x="813" y="1825"/>
                    <a:pt x="413" y="1625"/>
                    <a:pt x="238" y="1213"/>
                  </a:cubicBezTo>
                  <a:cubicBezTo>
                    <a:pt x="13" y="713"/>
                    <a:pt x="288" y="138"/>
                    <a:pt x="863" y="113"/>
                  </a:cubicBezTo>
                  <a:cubicBezTo>
                    <a:pt x="938" y="113"/>
                    <a:pt x="938" y="1"/>
                    <a:pt x="863" y="1"/>
                  </a:cubicBezTo>
                  <a:cubicBezTo>
                    <a:pt x="375" y="13"/>
                    <a:pt x="0" y="438"/>
                    <a:pt x="50" y="926"/>
                  </a:cubicBezTo>
                  <a:cubicBezTo>
                    <a:pt x="100" y="1525"/>
                    <a:pt x="650" y="1875"/>
                    <a:pt x="1200" y="1975"/>
                  </a:cubicBezTo>
                  <a:cubicBezTo>
                    <a:pt x="1238" y="1975"/>
                    <a:pt x="1263" y="1913"/>
                    <a:pt x="1225" y="19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4" name="Google Shape;5524;p110"/>
            <p:cNvSpPr/>
            <p:nvPr/>
          </p:nvSpPr>
          <p:spPr>
            <a:xfrm>
              <a:off x="3471650" y="4370975"/>
              <a:ext cx="62800" cy="31575"/>
            </a:xfrm>
            <a:custGeom>
              <a:rect b="b" l="l" r="r" t="t"/>
              <a:pathLst>
                <a:path extrusionOk="0" h="1263" w="2512">
                  <a:moveTo>
                    <a:pt x="63" y="613"/>
                  </a:moveTo>
                  <a:cubicBezTo>
                    <a:pt x="362" y="626"/>
                    <a:pt x="662" y="551"/>
                    <a:pt x="937" y="413"/>
                  </a:cubicBezTo>
                  <a:cubicBezTo>
                    <a:pt x="1637" y="113"/>
                    <a:pt x="2312" y="426"/>
                    <a:pt x="2424" y="1213"/>
                  </a:cubicBezTo>
                  <a:cubicBezTo>
                    <a:pt x="2424" y="1263"/>
                    <a:pt x="2499" y="1250"/>
                    <a:pt x="2499" y="1213"/>
                  </a:cubicBezTo>
                  <a:cubicBezTo>
                    <a:pt x="2512" y="763"/>
                    <a:pt x="2237" y="363"/>
                    <a:pt x="1825" y="213"/>
                  </a:cubicBezTo>
                  <a:cubicBezTo>
                    <a:pt x="1187" y="1"/>
                    <a:pt x="687" y="551"/>
                    <a:pt x="63" y="526"/>
                  </a:cubicBezTo>
                  <a:cubicBezTo>
                    <a:pt x="0" y="526"/>
                    <a:pt x="13" y="613"/>
                    <a:pt x="63" y="6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5" name="Google Shape;5525;p110"/>
            <p:cNvSpPr/>
            <p:nvPr/>
          </p:nvSpPr>
          <p:spPr>
            <a:xfrm>
              <a:off x="3504750" y="4396300"/>
              <a:ext cx="30650" cy="21575"/>
            </a:xfrm>
            <a:custGeom>
              <a:rect b="b" l="l" r="r" t="t"/>
              <a:pathLst>
                <a:path extrusionOk="0" h="863" w="1226">
                  <a:moveTo>
                    <a:pt x="1050" y="63"/>
                  </a:moveTo>
                  <a:cubicBezTo>
                    <a:pt x="1225" y="587"/>
                    <a:pt x="388" y="825"/>
                    <a:pt x="63" y="575"/>
                  </a:cubicBezTo>
                  <a:cubicBezTo>
                    <a:pt x="38" y="550"/>
                    <a:pt x="1" y="600"/>
                    <a:pt x="13" y="625"/>
                  </a:cubicBezTo>
                  <a:cubicBezTo>
                    <a:pt x="176" y="862"/>
                    <a:pt x="551" y="800"/>
                    <a:pt x="788" y="700"/>
                  </a:cubicBezTo>
                  <a:cubicBezTo>
                    <a:pt x="1063" y="587"/>
                    <a:pt x="1225" y="337"/>
                    <a:pt x="1113" y="50"/>
                  </a:cubicBezTo>
                  <a:cubicBezTo>
                    <a:pt x="1100" y="0"/>
                    <a:pt x="1038" y="25"/>
                    <a:pt x="1050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6" name="Google Shape;5526;p110"/>
            <p:cNvSpPr/>
            <p:nvPr/>
          </p:nvSpPr>
          <p:spPr>
            <a:xfrm>
              <a:off x="3694400" y="4258825"/>
              <a:ext cx="81250" cy="56575"/>
            </a:xfrm>
            <a:custGeom>
              <a:rect b="b" l="l" r="r" t="t"/>
              <a:pathLst>
                <a:path extrusionOk="0" h="2263" w="3250">
                  <a:moveTo>
                    <a:pt x="88" y="2212"/>
                  </a:moveTo>
                  <a:cubicBezTo>
                    <a:pt x="887" y="1263"/>
                    <a:pt x="1775" y="188"/>
                    <a:pt x="3162" y="375"/>
                  </a:cubicBezTo>
                  <a:cubicBezTo>
                    <a:pt x="3224" y="375"/>
                    <a:pt x="3249" y="300"/>
                    <a:pt x="3187" y="288"/>
                  </a:cubicBezTo>
                  <a:cubicBezTo>
                    <a:pt x="1787" y="0"/>
                    <a:pt x="825" y="1200"/>
                    <a:pt x="25" y="2162"/>
                  </a:cubicBezTo>
                  <a:cubicBezTo>
                    <a:pt x="0" y="2200"/>
                    <a:pt x="50" y="2262"/>
                    <a:pt x="88" y="2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7" name="Google Shape;5527;p110"/>
            <p:cNvSpPr/>
            <p:nvPr/>
          </p:nvSpPr>
          <p:spPr>
            <a:xfrm>
              <a:off x="3515075" y="4351000"/>
              <a:ext cx="31250" cy="15325"/>
            </a:xfrm>
            <a:custGeom>
              <a:rect b="b" l="l" r="r" t="t"/>
              <a:pathLst>
                <a:path extrusionOk="0" h="613" w="1250">
                  <a:moveTo>
                    <a:pt x="63" y="600"/>
                  </a:moveTo>
                  <a:cubicBezTo>
                    <a:pt x="288" y="612"/>
                    <a:pt x="512" y="562"/>
                    <a:pt x="712" y="450"/>
                  </a:cubicBezTo>
                  <a:cubicBezTo>
                    <a:pt x="912" y="387"/>
                    <a:pt x="1087" y="262"/>
                    <a:pt x="1212" y="88"/>
                  </a:cubicBezTo>
                  <a:cubicBezTo>
                    <a:pt x="1250" y="50"/>
                    <a:pt x="1187" y="0"/>
                    <a:pt x="1150" y="38"/>
                  </a:cubicBezTo>
                  <a:cubicBezTo>
                    <a:pt x="862" y="325"/>
                    <a:pt x="475" y="487"/>
                    <a:pt x="63" y="512"/>
                  </a:cubicBezTo>
                  <a:cubicBezTo>
                    <a:pt x="0" y="512"/>
                    <a:pt x="13" y="587"/>
                    <a:pt x="63" y="6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8" name="Google Shape;5528;p110"/>
            <p:cNvSpPr/>
            <p:nvPr/>
          </p:nvSpPr>
          <p:spPr>
            <a:xfrm>
              <a:off x="3512250" y="4344750"/>
              <a:ext cx="34075" cy="22200"/>
            </a:xfrm>
            <a:custGeom>
              <a:rect b="b" l="l" r="r" t="t"/>
              <a:pathLst>
                <a:path extrusionOk="0" h="888" w="1363">
                  <a:moveTo>
                    <a:pt x="1313" y="250"/>
                  </a:moveTo>
                  <a:cubicBezTo>
                    <a:pt x="825" y="0"/>
                    <a:pt x="226" y="300"/>
                    <a:pt x="26" y="787"/>
                  </a:cubicBezTo>
                  <a:cubicBezTo>
                    <a:pt x="1" y="837"/>
                    <a:pt x="101" y="887"/>
                    <a:pt x="126" y="825"/>
                  </a:cubicBezTo>
                  <a:cubicBezTo>
                    <a:pt x="313" y="412"/>
                    <a:pt x="825" y="125"/>
                    <a:pt x="1263" y="325"/>
                  </a:cubicBezTo>
                  <a:cubicBezTo>
                    <a:pt x="1325" y="350"/>
                    <a:pt x="1363" y="275"/>
                    <a:pt x="1313" y="2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9" name="Google Shape;5529;p110"/>
            <p:cNvSpPr/>
            <p:nvPr/>
          </p:nvSpPr>
          <p:spPr>
            <a:xfrm>
              <a:off x="3177650" y="4347550"/>
              <a:ext cx="132500" cy="60000"/>
            </a:xfrm>
            <a:custGeom>
              <a:rect b="b" l="l" r="r" t="t"/>
              <a:pathLst>
                <a:path extrusionOk="0" h="2400" w="5300">
                  <a:moveTo>
                    <a:pt x="5224" y="1750"/>
                  </a:moveTo>
                  <a:cubicBezTo>
                    <a:pt x="3687" y="2038"/>
                    <a:pt x="388" y="2350"/>
                    <a:pt x="76" y="51"/>
                  </a:cubicBezTo>
                  <a:cubicBezTo>
                    <a:pt x="76" y="13"/>
                    <a:pt x="1" y="1"/>
                    <a:pt x="13" y="51"/>
                  </a:cubicBezTo>
                  <a:cubicBezTo>
                    <a:pt x="226" y="2400"/>
                    <a:pt x="3662" y="2125"/>
                    <a:pt x="5249" y="1825"/>
                  </a:cubicBezTo>
                  <a:cubicBezTo>
                    <a:pt x="5299" y="1813"/>
                    <a:pt x="5274" y="1738"/>
                    <a:pt x="5224" y="17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0" name="Google Shape;5530;p110"/>
            <p:cNvSpPr/>
            <p:nvPr/>
          </p:nvSpPr>
          <p:spPr>
            <a:xfrm>
              <a:off x="3184850" y="4310375"/>
              <a:ext cx="60925" cy="65000"/>
            </a:xfrm>
            <a:custGeom>
              <a:rect b="b" l="l" r="r" t="t"/>
              <a:pathLst>
                <a:path extrusionOk="0" h="2600" w="2437">
                  <a:moveTo>
                    <a:pt x="975" y="2525"/>
                  </a:moveTo>
                  <a:cubicBezTo>
                    <a:pt x="350" y="2200"/>
                    <a:pt x="88" y="1425"/>
                    <a:pt x="512" y="838"/>
                  </a:cubicBezTo>
                  <a:cubicBezTo>
                    <a:pt x="887" y="300"/>
                    <a:pt x="1850" y="125"/>
                    <a:pt x="2324" y="650"/>
                  </a:cubicBezTo>
                  <a:cubicBezTo>
                    <a:pt x="2362" y="700"/>
                    <a:pt x="2437" y="625"/>
                    <a:pt x="2399" y="575"/>
                  </a:cubicBezTo>
                  <a:cubicBezTo>
                    <a:pt x="1900" y="0"/>
                    <a:pt x="837" y="188"/>
                    <a:pt x="425" y="775"/>
                  </a:cubicBezTo>
                  <a:cubicBezTo>
                    <a:pt x="0" y="1400"/>
                    <a:pt x="238" y="2262"/>
                    <a:pt x="937" y="2575"/>
                  </a:cubicBezTo>
                  <a:cubicBezTo>
                    <a:pt x="975" y="2600"/>
                    <a:pt x="1012" y="2537"/>
                    <a:pt x="975" y="25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1" name="Google Shape;5531;p110"/>
            <p:cNvSpPr/>
            <p:nvPr/>
          </p:nvSpPr>
          <p:spPr>
            <a:xfrm>
              <a:off x="3219825" y="4320675"/>
              <a:ext cx="35950" cy="46900"/>
            </a:xfrm>
            <a:custGeom>
              <a:rect b="b" l="l" r="r" t="t"/>
              <a:pathLst>
                <a:path extrusionOk="0" h="1876" w="1438">
                  <a:moveTo>
                    <a:pt x="713" y="88"/>
                  </a:moveTo>
                  <a:cubicBezTo>
                    <a:pt x="1113" y="276"/>
                    <a:pt x="1300" y="738"/>
                    <a:pt x="1138" y="1151"/>
                  </a:cubicBezTo>
                  <a:cubicBezTo>
                    <a:pt x="963" y="1588"/>
                    <a:pt x="513" y="1713"/>
                    <a:pt x="88" y="1588"/>
                  </a:cubicBezTo>
                  <a:cubicBezTo>
                    <a:pt x="38" y="1575"/>
                    <a:pt x="1" y="1650"/>
                    <a:pt x="51" y="1663"/>
                  </a:cubicBezTo>
                  <a:cubicBezTo>
                    <a:pt x="513" y="1875"/>
                    <a:pt x="1050" y="1663"/>
                    <a:pt x="1238" y="1201"/>
                  </a:cubicBezTo>
                  <a:cubicBezTo>
                    <a:pt x="1438" y="738"/>
                    <a:pt x="1213" y="201"/>
                    <a:pt x="751" y="26"/>
                  </a:cubicBezTo>
                  <a:cubicBezTo>
                    <a:pt x="713" y="1"/>
                    <a:pt x="676" y="63"/>
                    <a:pt x="713" y="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2" name="Google Shape;5532;p110"/>
            <p:cNvSpPr/>
            <p:nvPr/>
          </p:nvSpPr>
          <p:spPr>
            <a:xfrm>
              <a:off x="3208275" y="4332875"/>
              <a:ext cx="17200" cy="30950"/>
            </a:xfrm>
            <a:custGeom>
              <a:rect b="b" l="l" r="r" t="t"/>
              <a:pathLst>
                <a:path extrusionOk="0" h="1238" w="688">
                  <a:moveTo>
                    <a:pt x="650" y="1125"/>
                  </a:moveTo>
                  <a:cubicBezTo>
                    <a:pt x="63" y="1162"/>
                    <a:pt x="0" y="13"/>
                    <a:pt x="613" y="200"/>
                  </a:cubicBezTo>
                  <a:cubicBezTo>
                    <a:pt x="663" y="225"/>
                    <a:pt x="688" y="138"/>
                    <a:pt x="638" y="113"/>
                  </a:cubicBezTo>
                  <a:cubicBezTo>
                    <a:pt x="338" y="0"/>
                    <a:pt x="75" y="263"/>
                    <a:pt x="63" y="550"/>
                  </a:cubicBezTo>
                  <a:cubicBezTo>
                    <a:pt x="63" y="837"/>
                    <a:pt x="300" y="1237"/>
                    <a:pt x="650" y="1200"/>
                  </a:cubicBezTo>
                  <a:cubicBezTo>
                    <a:pt x="688" y="1200"/>
                    <a:pt x="688" y="1125"/>
                    <a:pt x="650" y="1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3" name="Google Shape;5533;p110"/>
            <p:cNvSpPr/>
            <p:nvPr/>
          </p:nvSpPr>
          <p:spPr>
            <a:xfrm>
              <a:off x="3454450" y="4302575"/>
              <a:ext cx="55025" cy="71550"/>
            </a:xfrm>
            <a:custGeom>
              <a:rect b="b" l="l" r="r" t="t"/>
              <a:pathLst>
                <a:path extrusionOk="0" h="2862" w="2201">
                  <a:moveTo>
                    <a:pt x="1825" y="2812"/>
                  </a:moveTo>
                  <a:cubicBezTo>
                    <a:pt x="2200" y="1537"/>
                    <a:pt x="1425" y="100"/>
                    <a:pt x="38" y="0"/>
                  </a:cubicBezTo>
                  <a:cubicBezTo>
                    <a:pt x="1" y="0"/>
                    <a:pt x="1" y="50"/>
                    <a:pt x="38" y="50"/>
                  </a:cubicBezTo>
                  <a:cubicBezTo>
                    <a:pt x="1300" y="375"/>
                    <a:pt x="2100" y="1462"/>
                    <a:pt x="1750" y="2787"/>
                  </a:cubicBezTo>
                  <a:cubicBezTo>
                    <a:pt x="1738" y="2837"/>
                    <a:pt x="1813" y="2862"/>
                    <a:pt x="1838" y="27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4" name="Google Shape;5534;p110"/>
            <p:cNvSpPr/>
            <p:nvPr/>
          </p:nvSpPr>
          <p:spPr>
            <a:xfrm>
              <a:off x="3809050" y="4281625"/>
              <a:ext cx="20025" cy="15350"/>
            </a:xfrm>
            <a:custGeom>
              <a:rect b="b" l="l" r="r" t="t"/>
              <a:pathLst>
                <a:path extrusionOk="0" h="614" w="801">
                  <a:moveTo>
                    <a:pt x="113" y="563"/>
                  </a:moveTo>
                  <a:cubicBezTo>
                    <a:pt x="250" y="326"/>
                    <a:pt x="488" y="163"/>
                    <a:pt x="750" y="101"/>
                  </a:cubicBezTo>
                  <a:cubicBezTo>
                    <a:pt x="800" y="88"/>
                    <a:pt x="788" y="1"/>
                    <a:pt x="738" y="1"/>
                  </a:cubicBezTo>
                  <a:cubicBezTo>
                    <a:pt x="425" y="38"/>
                    <a:pt x="163" y="226"/>
                    <a:pt x="26" y="501"/>
                  </a:cubicBezTo>
                  <a:cubicBezTo>
                    <a:pt x="1" y="563"/>
                    <a:pt x="75" y="613"/>
                    <a:pt x="113" y="5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5" name="Google Shape;5535;p110"/>
            <p:cNvSpPr/>
            <p:nvPr/>
          </p:nvSpPr>
          <p:spPr>
            <a:xfrm>
              <a:off x="3812475" y="4278200"/>
              <a:ext cx="16900" cy="5950"/>
            </a:xfrm>
            <a:custGeom>
              <a:rect b="b" l="l" r="r" t="t"/>
              <a:pathLst>
                <a:path extrusionOk="0" h="238" w="676">
                  <a:moveTo>
                    <a:pt x="613" y="113"/>
                  </a:moveTo>
                  <a:cubicBezTo>
                    <a:pt x="438" y="25"/>
                    <a:pt x="251" y="0"/>
                    <a:pt x="63" y="25"/>
                  </a:cubicBezTo>
                  <a:cubicBezTo>
                    <a:pt x="1" y="38"/>
                    <a:pt x="26" y="138"/>
                    <a:pt x="76" y="138"/>
                  </a:cubicBezTo>
                  <a:cubicBezTo>
                    <a:pt x="251" y="138"/>
                    <a:pt x="413" y="163"/>
                    <a:pt x="576" y="213"/>
                  </a:cubicBezTo>
                  <a:cubicBezTo>
                    <a:pt x="651" y="238"/>
                    <a:pt x="676" y="138"/>
                    <a:pt x="613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6" name="Google Shape;5536;p110"/>
            <p:cNvSpPr/>
            <p:nvPr/>
          </p:nvSpPr>
          <p:spPr>
            <a:xfrm>
              <a:off x="3801250" y="4294125"/>
              <a:ext cx="9375" cy="7850"/>
            </a:xfrm>
            <a:custGeom>
              <a:rect b="b" l="l" r="r" t="t"/>
              <a:pathLst>
                <a:path extrusionOk="0" h="314" w="375">
                  <a:moveTo>
                    <a:pt x="263" y="88"/>
                  </a:moveTo>
                  <a:cubicBezTo>
                    <a:pt x="213" y="113"/>
                    <a:pt x="138" y="88"/>
                    <a:pt x="113" y="38"/>
                  </a:cubicBezTo>
                  <a:cubicBezTo>
                    <a:pt x="75" y="1"/>
                    <a:pt x="0" y="38"/>
                    <a:pt x="13" y="88"/>
                  </a:cubicBezTo>
                  <a:cubicBezTo>
                    <a:pt x="75" y="238"/>
                    <a:pt x="250" y="313"/>
                    <a:pt x="338" y="151"/>
                  </a:cubicBezTo>
                  <a:cubicBezTo>
                    <a:pt x="375" y="101"/>
                    <a:pt x="300" y="38"/>
                    <a:pt x="263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7" name="Google Shape;5537;p110"/>
            <p:cNvSpPr/>
            <p:nvPr/>
          </p:nvSpPr>
          <p:spPr>
            <a:xfrm>
              <a:off x="3783125" y="4280700"/>
              <a:ext cx="20025" cy="15650"/>
            </a:xfrm>
            <a:custGeom>
              <a:rect b="b" l="l" r="r" t="t"/>
              <a:pathLst>
                <a:path extrusionOk="0" h="626" w="801">
                  <a:moveTo>
                    <a:pt x="775" y="538"/>
                  </a:moveTo>
                  <a:cubicBezTo>
                    <a:pt x="625" y="288"/>
                    <a:pt x="350" y="0"/>
                    <a:pt x="38" y="63"/>
                  </a:cubicBezTo>
                  <a:cubicBezTo>
                    <a:pt x="0" y="75"/>
                    <a:pt x="0" y="138"/>
                    <a:pt x="38" y="150"/>
                  </a:cubicBezTo>
                  <a:cubicBezTo>
                    <a:pt x="313" y="213"/>
                    <a:pt x="550" y="363"/>
                    <a:pt x="700" y="588"/>
                  </a:cubicBezTo>
                  <a:cubicBezTo>
                    <a:pt x="738" y="625"/>
                    <a:pt x="800" y="575"/>
                    <a:pt x="775" y="5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8" name="Google Shape;5538;p110"/>
            <p:cNvSpPr/>
            <p:nvPr/>
          </p:nvSpPr>
          <p:spPr>
            <a:xfrm>
              <a:off x="3783425" y="4276325"/>
              <a:ext cx="24400" cy="10325"/>
            </a:xfrm>
            <a:custGeom>
              <a:rect b="b" l="l" r="r" t="t"/>
              <a:pathLst>
                <a:path extrusionOk="0" h="413" w="976">
                  <a:moveTo>
                    <a:pt x="113" y="288"/>
                  </a:moveTo>
                  <a:cubicBezTo>
                    <a:pt x="363" y="125"/>
                    <a:pt x="613" y="188"/>
                    <a:pt x="838" y="363"/>
                  </a:cubicBezTo>
                  <a:cubicBezTo>
                    <a:pt x="888" y="413"/>
                    <a:pt x="976" y="325"/>
                    <a:pt x="913" y="275"/>
                  </a:cubicBezTo>
                  <a:cubicBezTo>
                    <a:pt x="688" y="25"/>
                    <a:pt x="313" y="0"/>
                    <a:pt x="51" y="213"/>
                  </a:cubicBezTo>
                  <a:cubicBezTo>
                    <a:pt x="1" y="250"/>
                    <a:pt x="63" y="325"/>
                    <a:pt x="113" y="2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9" name="Google Shape;5539;p110"/>
            <p:cNvSpPr/>
            <p:nvPr/>
          </p:nvSpPr>
          <p:spPr>
            <a:xfrm>
              <a:off x="3804375" y="4278500"/>
              <a:ext cx="13750" cy="8150"/>
            </a:xfrm>
            <a:custGeom>
              <a:rect b="b" l="l" r="r" t="t"/>
              <a:pathLst>
                <a:path extrusionOk="0" h="326" w="550">
                  <a:moveTo>
                    <a:pt x="138" y="276"/>
                  </a:moveTo>
                  <a:cubicBezTo>
                    <a:pt x="238" y="188"/>
                    <a:pt x="362" y="126"/>
                    <a:pt x="487" y="113"/>
                  </a:cubicBezTo>
                  <a:cubicBezTo>
                    <a:pt x="550" y="113"/>
                    <a:pt x="525" y="26"/>
                    <a:pt x="475" y="13"/>
                  </a:cubicBezTo>
                  <a:cubicBezTo>
                    <a:pt x="312" y="1"/>
                    <a:pt x="163" y="76"/>
                    <a:pt x="50" y="188"/>
                  </a:cubicBezTo>
                  <a:cubicBezTo>
                    <a:pt x="0" y="238"/>
                    <a:pt x="88" y="326"/>
                    <a:pt x="138" y="2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0" name="Google Shape;5540;p110"/>
            <p:cNvSpPr/>
            <p:nvPr/>
          </p:nvSpPr>
          <p:spPr>
            <a:xfrm>
              <a:off x="3798750" y="4264450"/>
              <a:ext cx="14375" cy="12525"/>
            </a:xfrm>
            <a:custGeom>
              <a:rect b="b" l="l" r="r" t="t"/>
              <a:pathLst>
                <a:path extrusionOk="0" h="501" w="575">
                  <a:moveTo>
                    <a:pt x="275" y="475"/>
                  </a:moveTo>
                  <a:cubicBezTo>
                    <a:pt x="400" y="463"/>
                    <a:pt x="537" y="425"/>
                    <a:pt x="550" y="288"/>
                  </a:cubicBezTo>
                  <a:cubicBezTo>
                    <a:pt x="575" y="163"/>
                    <a:pt x="475" y="63"/>
                    <a:pt x="363" y="63"/>
                  </a:cubicBezTo>
                  <a:cubicBezTo>
                    <a:pt x="63" y="0"/>
                    <a:pt x="0" y="463"/>
                    <a:pt x="300" y="488"/>
                  </a:cubicBezTo>
                  <a:cubicBezTo>
                    <a:pt x="375" y="500"/>
                    <a:pt x="400" y="375"/>
                    <a:pt x="325" y="363"/>
                  </a:cubicBezTo>
                  <a:lnTo>
                    <a:pt x="275" y="350"/>
                  </a:lnTo>
                  <a:cubicBezTo>
                    <a:pt x="200" y="350"/>
                    <a:pt x="200" y="475"/>
                    <a:pt x="275" y="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1" name="Google Shape;5541;p110"/>
            <p:cNvSpPr/>
            <p:nvPr/>
          </p:nvSpPr>
          <p:spPr>
            <a:xfrm>
              <a:off x="6793275" y="2739850"/>
              <a:ext cx="104675" cy="111550"/>
            </a:xfrm>
            <a:custGeom>
              <a:rect b="b" l="l" r="r" t="t"/>
              <a:pathLst>
                <a:path extrusionOk="0" h="4462" w="4187">
                  <a:moveTo>
                    <a:pt x="3899" y="1800"/>
                  </a:moveTo>
                  <a:cubicBezTo>
                    <a:pt x="4087" y="3375"/>
                    <a:pt x="2275" y="4462"/>
                    <a:pt x="1062" y="3325"/>
                  </a:cubicBezTo>
                  <a:cubicBezTo>
                    <a:pt x="125" y="2450"/>
                    <a:pt x="563" y="988"/>
                    <a:pt x="1212" y="75"/>
                  </a:cubicBezTo>
                  <a:cubicBezTo>
                    <a:pt x="1237" y="38"/>
                    <a:pt x="1187" y="0"/>
                    <a:pt x="1150" y="25"/>
                  </a:cubicBezTo>
                  <a:cubicBezTo>
                    <a:pt x="213" y="1038"/>
                    <a:pt x="0" y="2975"/>
                    <a:pt x="1387" y="3712"/>
                  </a:cubicBezTo>
                  <a:cubicBezTo>
                    <a:pt x="2737" y="4424"/>
                    <a:pt x="4187" y="3237"/>
                    <a:pt x="3999" y="1800"/>
                  </a:cubicBezTo>
                  <a:cubicBezTo>
                    <a:pt x="3999" y="1738"/>
                    <a:pt x="3887" y="1738"/>
                    <a:pt x="3899" y="1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2" name="Google Shape;5542;p110"/>
            <p:cNvSpPr/>
            <p:nvPr/>
          </p:nvSpPr>
          <p:spPr>
            <a:xfrm>
              <a:off x="6818575" y="2481475"/>
              <a:ext cx="146850" cy="263400"/>
            </a:xfrm>
            <a:custGeom>
              <a:rect b="b" l="l" r="r" t="t"/>
              <a:pathLst>
                <a:path extrusionOk="0" h="10536" w="5874">
                  <a:moveTo>
                    <a:pt x="75" y="10510"/>
                  </a:moveTo>
                  <a:cubicBezTo>
                    <a:pt x="1950" y="9186"/>
                    <a:pt x="4362" y="7986"/>
                    <a:pt x="5137" y="5674"/>
                  </a:cubicBezTo>
                  <a:cubicBezTo>
                    <a:pt x="5724" y="3950"/>
                    <a:pt x="5874" y="1463"/>
                    <a:pt x="4612" y="26"/>
                  </a:cubicBezTo>
                  <a:cubicBezTo>
                    <a:pt x="4587" y="1"/>
                    <a:pt x="4537" y="38"/>
                    <a:pt x="4562" y="63"/>
                  </a:cubicBezTo>
                  <a:cubicBezTo>
                    <a:pt x="5761" y="1700"/>
                    <a:pt x="5586" y="4462"/>
                    <a:pt x="4737" y="6224"/>
                  </a:cubicBezTo>
                  <a:cubicBezTo>
                    <a:pt x="3812" y="8124"/>
                    <a:pt x="1700" y="9236"/>
                    <a:pt x="38" y="10448"/>
                  </a:cubicBezTo>
                  <a:cubicBezTo>
                    <a:pt x="0" y="10473"/>
                    <a:pt x="38" y="10535"/>
                    <a:pt x="75" y="1051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3" name="Google Shape;5543;p110"/>
            <p:cNvSpPr/>
            <p:nvPr/>
          </p:nvSpPr>
          <p:spPr>
            <a:xfrm>
              <a:off x="6840750" y="2448375"/>
              <a:ext cx="85000" cy="100300"/>
            </a:xfrm>
            <a:custGeom>
              <a:rect b="b" l="l" r="r" t="t"/>
              <a:pathLst>
                <a:path extrusionOk="0" h="4012" w="3400">
                  <a:moveTo>
                    <a:pt x="3350" y="1087"/>
                  </a:moveTo>
                  <a:cubicBezTo>
                    <a:pt x="2500" y="587"/>
                    <a:pt x="1313" y="387"/>
                    <a:pt x="576" y="1225"/>
                  </a:cubicBezTo>
                  <a:cubicBezTo>
                    <a:pt x="151" y="1700"/>
                    <a:pt x="1" y="2837"/>
                    <a:pt x="413" y="3387"/>
                  </a:cubicBezTo>
                  <a:cubicBezTo>
                    <a:pt x="900" y="4012"/>
                    <a:pt x="2038" y="3924"/>
                    <a:pt x="2375" y="3187"/>
                  </a:cubicBezTo>
                  <a:cubicBezTo>
                    <a:pt x="2575" y="2749"/>
                    <a:pt x="2550" y="2237"/>
                    <a:pt x="2300" y="1812"/>
                  </a:cubicBezTo>
                  <a:cubicBezTo>
                    <a:pt x="1938" y="1175"/>
                    <a:pt x="975" y="775"/>
                    <a:pt x="863" y="25"/>
                  </a:cubicBezTo>
                  <a:cubicBezTo>
                    <a:pt x="863" y="0"/>
                    <a:pt x="813" y="0"/>
                    <a:pt x="813" y="25"/>
                  </a:cubicBezTo>
                  <a:cubicBezTo>
                    <a:pt x="825" y="437"/>
                    <a:pt x="1100" y="675"/>
                    <a:pt x="1388" y="950"/>
                  </a:cubicBezTo>
                  <a:cubicBezTo>
                    <a:pt x="1675" y="1225"/>
                    <a:pt x="2050" y="1512"/>
                    <a:pt x="2200" y="1862"/>
                  </a:cubicBezTo>
                  <a:cubicBezTo>
                    <a:pt x="2563" y="2724"/>
                    <a:pt x="2313" y="3724"/>
                    <a:pt x="1200" y="3587"/>
                  </a:cubicBezTo>
                  <a:cubicBezTo>
                    <a:pt x="850" y="3649"/>
                    <a:pt x="626" y="3524"/>
                    <a:pt x="551" y="3174"/>
                  </a:cubicBezTo>
                  <a:cubicBezTo>
                    <a:pt x="426" y="3087"/>
                    <a:pt x="338" y="2949"/>
                    <a:pt x="338" y="2799"/>
                  </a:cubicBezTo>
                  <a:cubicBezTo>
                    <a:pt x="338" y="2737"/>
                    <a:pt x="338" y="2674"/>
                    <a:pt x="338" y="2612"/>
                  </a:cubicBezTo>
                  <a:cubicBezTo>
                    <a:pt x="313" y="2362"/>
                    <a:pt x="313" y="2100"/>
                    <a:pt x="363" y="1850"/>
                  </a:cubicBezTo>
                  <a:cubicBezTo>
                    <a:pt x="713" y="487"/>
                    <a:pt x="2375" y="612"/>
                    <a:pt x="3312" y="1150"/>
                  </a:cubicBezTo>
                  <a:cubicBezTo>
                    <a:pt x="3362" y="1175"/>
                    <a:pt x="3400" y="1112"/>
                    <a:pt x="3362" y="10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4" name="Google Shape;5544;p110"/>
            <p:cNvSpPr/>
            <p:nvPr/>
          </p:nvSpPr>
          <p:spPr>
            <a:xfrm>
              <a:off x="6857625" y="2386200"/>
              <a:ext cx="13450" cy="55325"/>
            </a:xfrm>
            <a:custGeom>
              <a:rect b="b" l="l" r="r" t="t"/>
              <a:pathLst>
                <a:path extrusionOk="0" h="2213" w="538">
                  <a:moveTo>
                    <a:pt x="138" y="2162"/>
                  </a:moveTo>
                  <a:cubicBezTo>
                    <a:pt x="63" y="1387"/>
                    <a:pt x="300" y="775"/>
                    <a:pt x="525" y="50"/>
                  </a:cubicBezTo>
                  <a:cubicBezTo>
                    <a:pt x="538" y="13"/>
                    <a:pt x="488" y="0"/>
                    <a:pt x="463" y="25"/>
                  </a:cubicBezTo>
                  <a:cubicBezTo>
                    <a:pt x="51" y="613"/>
                    <a:pt x="1" y="1475"/>
                    <a:pt x="63" y="2162"/>
                  </a:cubicBezTo>
                  <a:cubicBezTo>
                    <a:pt x="63" y="2212"/>
                    <a:pt x="150" y="2212"/>
                    <a:pt x="138" y="2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5" name="Google Shape;5545;p110"/>
            <p:cNvSpPr/>
            <p:nvPr/>
          </p:nvSpPr>
          <p:spPr>
            <a:xfrm>
              <a:off x="6804825" y="2632075"/>
              <a:ext cx="96875" cy="82175"/>
            </a:xfrm>
            <a:custGeom>
              <a:rect b="b" l="l" r="r" t="t"/>
              <a:pathLst>
                <a:path extrusionOk="0" h="3287" w="3875">
                  <a:moveTo>
                    <a:pt x="3800" y="2200"/>
                  </a:moveTo>
                  <a:cubicBezTo>
                    <a:pt x="3125" y="2712"/>
                    <a:pt x="2300" y="3174"/>
                    <a:pt x="1425" y="2937"/>
                  </a:cubicBezTo>
                  <a:cubicBezTo>
                    <a:pt x="963" y="2799"/>
                    <a:pt x="575" y="2474"/>
                    <a:pt x="363" y="2050"/>
                  </a:cubicBezTo>
                  <a:cubicBezTo>
                    <a:pt x="213" y="1762"/>
                    <a:pt x="126" y="1450"/>
                    <a:pt x="126" y="1137"/>
                  </a:cubicBezTo>
                  <a:cubicBezTo>
                    <a:pt x="138" y="400"/>
                    <a:pt x="563" y="250"/>
                    <a:pt x="1400" y="687"/>
                  </a:cubicBezTo>
                  <a:cubicBezTo>
                    <a:pt x="1363" y="712"/>
                    <a:pt x="1400" y="787"/>
                    <a:pt x="1438" y="750"/>
                  </a:cubicBezTo>
                  <a:cubicBezTo>
                    <a:pt x="1813" y="463"/>
                    <a:pt x="1400" y="125"/>
                    <a:pt x="1050" y="75"/>
                  </a:cubicBezTo>
                  <a:cubicBezTo>
                    <a:pt x="388" y="0"/>
                    <a:pt x="1" y="675"/>
                    <a:pt x="26" y="1262"/>
                  </a:cubicBezTo>
                  <a:cubicBezTo>
                    <a:pt x="63" y="2050"/>
                    <a:pt x="613" y="2837"/>
                    <a:pt x="1388" y="3049"/>
                  </a:cubicBezTo>
                  <a:cubicBezTo>
                    <a:pt x="2312" y="3287"/>
                    <a:pt x="3162" y="2824"/>
                    <a:pt x="3837" y="2237"/>
                  </a:cubicBezTo>
                  <a:cubicBezTo>
                    <a:pt x="3875" y="2212"/>
                    <a:pt x="3825" y="2175"/>
                    <a:pt x="3800" y="22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6" name="Google Shape;5546;p110"/>
            <p:cNvSpPr/>
            <p:nvPr/>
          </p:nvSpPr>
          <p:spPr>
            <a:xfrm>
              <a:off x="6762650" y="2704850"/>
              <a:ext cx="110625" cy="22850"/>
            </a:xfrm>
            <a:custGeom>
              <a:rect b="b" l="l" r="r" t="t"/>
              <a:pathLst>
                <a:path extrusionOk="0" h="914" w="4425">
                  <a:moveTo>
                    <a:pt x="4324" y="26"/>
                  </a:moveTo>
                  <a:cubicBezTo>
                    <a:pt x="3325" y="876"/>
                    <a:pt x="1175" y="913"/>
                    <a:pt x="63" y="326"/>
                  </a:cubicBezTo>
                  <a:cubicBezTo>
                    <a:pt x="26" y="313"/>
                    <a:pt x="1" y="363"/>
                    <a:pt x="26" y="388"/>
                  </a:cubicBezTo>
                  <a:cubicBezTo>
                    <a:pt x="713" y="901"/>
                    <a:pt x="1700" y="826"/>
                    <a:pt x="2512" y="738"/>
                  </a:cubicBezTo>
                  <a:cubicBezTo>
                    <a:pt x="3175" y="663"/>
                    <a:pt x="3862" y="538"/>
                    <a:pt x="4387" y="88"/>
                  </a:cubicBezTo>
                  <a:cubicBezTo>
                    <a:pt x="4424" y="51"/>
                    <a:pt x="4374" y="1"/>
                    <a:pt x="4324" y="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7" name="Google Shape;5547;p110"/>
            <p:cNvSpPr/>
            <p:nvPr/>
          </p:nvSpPr>
          <p:spPr>
            <a:xfrm>
              <a:off x="6751100" y="2705175"/>
              <a:ext cx="12200" cy="11900"/>
            </a:xfrm>
            <a:custGeom>
              <a:rect b="b" l="l" r="r" t="t"/>
              <a:pathLst>
                <a:path extrusionOk="0" h="476" w="488">
                  <a:moveTo>
                    <a:pt x="450" y="350"/>
                  </a:moveTo>
                  <a:cubicBezTo>
                    <a:pt x="488" y="263"/>
                    <a:pt x="463" y="150"/>
                    <a:pt x="400" y="88"/>
                  </a:cubicBezTo>
                  <a:cubicBezTo>
                    <a:pt x="338" y="25"/>
                    <a:pt x="238" y="0"/>
                    <a:pt x="150" y="13"/>
                  </a:cubicBezTo>
                  <a:cubicBezTo>
                    <a:pt x="125" y="13"/>
                    <a:pt x="88" y="25"/>
                    <a:pt x="63" y="50"/>
                  </a:cubicBezTo>
                  <a:cubicBezTo>
                    <a:pt x="38" y="88"/>
                    <a:pt x="25" y="125"/>
                    <a:pt x="25" y="163"/>
                  </a:cubicBezTo>
                  <a:cubicBezTo>
                    <a:pt x="0" y="288"/>
                    <a:pt x="63" y="413"/>
                    <a:pt x="175" y="463"/>
                  </a:cubicBezTo>
                  <a:cubicBezTo>
                    <a:pt x="313" y="475"/>
                    <a:pt x="425" y="375"/>
                    <a:pt x="425" y="2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8" name="Google Shape;5548;p110"/>
            <p:cNvSpPr/>
            <p:nvPr/>
          </p:nvSpPr>
          <p:spPr>
            <a:xfrm>
              <a:off x="6748900" y="2702675"/>
              <a:ext cx="16275" cy="18450"/>
            </a:xfrm>
            <a:custGeom>
              <a:rect b="b" l="l" r="r" t="t"/>
              <a:pathLst>
                <a:path extrusionOk="0" h="738" w="651">
                  <a:moveTo>
                    <a:pt x="601" y="463"/>
                  </a:moveTo>
                  <a:cubicBezTo>
                    <a:pt x="650" y="300"/>
                    <a:pt x="563" y="113"/>
                    <a:pt x="388" y="63"/>
                  </a:cubicBezTo>
                  <a:cubicBezTo>
                    <a:pt x="251" y="0"/>
                    <a:pt x="76" y="88"/>
                    <a:pt x="63" y="250"/>
                  </a:cubicBezTo>
                  <a:cubicBezTo>
                    <a:pt x="1" y="650"/>
                    <a:pt x="563" y="738"/>
                    <a:pt x="563" y="338"/>
                  </a:cubicBezTo>
                  <a:cubicBezTo>
                    <a:pt x="563" y="288"/>
                    <a:pt x="501" y="275"/>
                    <a:pt x="488" y="325"/>
                  </a:cubicBezTo>
                  <a:cubicBezTo>
                    <a:pt x="163" y="438"/>
                    <a:pt x="88" y="425"/>
                    <a:pt x="263" y="275"/>
                  </a:cubicBezTo>
                  <a:cubicBezTo>
                    <a:pt x="376" y="100"/>
                    <a:pt x="438" y="150"/>
                    <a:pt x="476" y="425"/>
                  </a:cubicBezTo>
                  <a:cubicBezTo>
                    <a:pt x="451" y="513"/>
                    <a:pt x="576" y="538"/>
                    <a:pt x="601" y="4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9" name="Google Shape;5549;p110"/>
            <p:cNvSpPr/>
            <p:nvPr/>
          </p:nvSpPr>
          <p:spPr>
            <a:xfrm>
              <a:off x="6927925" y="2476175"/>
              <a:ext cx="3450" cy="2825"/>
            </a:xfrm>
            <a:custGeom>
              <a:rect b="b" l="l" r="r" t="t"/>
              <a:pathLst>
                <a:path extrusionOk="0" h="113" w="138">
                  <a:moveTo>
                    <a:pt x="63" y="25"/>
                  </a:moveTo>
                  <a:lnTo>
                    <a:pt x="38" y="38"/>
                  </a:lnTo>
                  <a:cubicBezTo>
                    <a:pt x="0" y="50"/>
                    <a:pt x="0" y="88"/>
                    <a:pt x="38" y="100"/>
                  </a:cubicBezTo>
                  <a:lnTo>
                    <a:pt x="63" y="100"/>
                  </a:lnTo>
                  <a:cubicBezTo>
                    <a:pt x="125" y="113"/>
                    <a:pt x="138" y="0"/>
                    <a:pt x="63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0" name="Google Shape;5550;p110"/>
            <p:cNvSpPr/>
            <p:nvPr/>
          </p:nvSpPr>
          <p:spPr>
            <a:xfrm>
              <a:off x="6869800" y="2346825"/>
              <a:ext cx="17850" cy="42200"/>
            </a:xfrm>
            <a:custGeom>
              <a:rect b="b" l="l" r="r" t="t"/>
              <a:pathLst>
                <a:path extrusionOk="0" h="1688" w="714">
                  <a:moveTo>
                    <a:pt x="101" y="1663"/>
                  </a:moveTo>
                  <a:cubicBezTo>
                    <a:pt x="638" y="1463"/>
                    <a:pt x="713" y="513"/>
                    <a:pt x="576" y="51"/>
                  </a:cubicBezTo>
                  <a:cubicBezTo>
                    <a:pt x="551" y="1"/>
                    <a:pt x="463" y="13"/>
                    <a:pt x="476" y="63"/>
                  </a:cubicBezTo>
                  <a:cubicBezTo>
                    <a:pt x="513" y="313"/>
                    <a:pt x="526" y="563"/>
                    <a:pt x="488" y="800"/>
                  </a:cubicBezTo>
                  <a:cubicBezTo>
                    <a:pt x="438" y="1038"/>
                    <a:pt x="326" y="1463"/>
                    <a:pt x="76" y="1550"/>
                  </a:cubicBezTo>
                  <a:cubicBezTo>
                    <a:pt x="1" y="1575"/>
                    <a:pt x="38" y="1688"/>
                    <a:pt x="101" y="16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1" name="Google Shape;5551;p110"/>
            <p:cNvSpPr/>
            <p:nvPr/>
          </p:nvSpPr>
          <p:spPr>
            <a:xfrm>
              <a:off x="6865425" y="2346525"/>
              <a:ext cx="19725" cy="42200"/>
            </a:xfrm>
            <a:custGeom>
              <a:rect b="b" l="l" r="r" t="t"/>
              <a:pathLst>
                <a:path extrusionOk="0" h="1688" w="789">
                  <a:moveTo>
                    <a:pt x="676" y="50"/>
                  </a:moveTo>
                  <a:cubicBezTo>
                    <a:pt x="313" y="400"/>
                    <a:pt x="1" y="1125"/>
                    <a:pt x="151" y="1625"/>
                  </a:cubicBezTo>
                  <a:cubicBezTo>
                    <a:pt x="163" y="1687"/>
                    <a:pt x="251" y="1662"/>
                    <a:pt x="238" y="1600"/>
                  </a:cubicBezTo>
                  <a:cubicBezTo>
                    <a:pt x="188" y="1062"/>
                    <a:pt x="376" y="513"/>
                    <a:pt x="751" y="113"/>
                  </a:cubicBezTo>
                  <a:cubicBezTo>
                    <a:pt x="788" y="63"/>
                    <a:pt x="726" y="0"/>
                    <a:pt x="676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2" name="Google Shape;5552;p110"/>
            <p:cNvSpPr/>
            <p:nvPr/>
          </p:nvSpPr>
          <p:spPr>
            <a:xfrm>
              <a:off x="6831375" y="2415875"/>
              <a:ext cx="30025" cy="33150"/>
            </a:xfrm>
            <a:custGeom>
              <a:rect b="b" l="l" r="r" t="t"/>
              <a:pathLst>
                <a:path extrusionOk="0" h="1326" w="1201">
                  <a:moveTo>
                    <a:pt x="1188" y="1275"/>
                  </a:moveTo>
                  <a:cubicBezTo>
                    <a:pt x="1200" y="938"/>
                    <a:pt x="1026" y="663"/>
                    <a:pt x="813" y="413"/>
                  </a:cubicBezTo>
                  <a:cubicBezTo>
                    <a:pt x="638" y="163"/>
                    <a:pt x="351" y="13"/>
                    <a:pt x="51" y="0"/>
                  </a:cubicBezTo>
                  <a:cubicBezTo>
                    <a:pt x="13" y="0"/>
                    <a:pt x="1" y="75"/>
                    <a:pt x="38" y="75"/>
                  </a:cubicBezTo>
                  <a:cubicBezTo>
                    <a:pt x="326" y="100"/>
                    <a:pt x="588" y="238"/>
                    <a:pt x="763" y="463"/>
                  </a:cubicBezTo>
                  <a:cubicBezTo>
                    <a:pt x="951" y="713"/>
                    <a:pt x="1125" y="950"/>
                    <a:pt x="1101" y="1275"/>
                  </a:cubicBezTo>
                  <a:cubicBezTo>
                    <a:pt x="1101" y="1325"/>
                    <a:pt x="1175" y="1325"/>
                    <a:pt x="1188" y="12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3" name="Google Shape;5553;p110"/>
            <p:cNvSpPr/>
            <p:nvPr/>
          </p:nvSpPr>
          <p:spPr>
            <a:xfrm>
              <a:off x="6831375" y="2415550"/>
              <a:ext cx="29400" cy="33475"/>
            </a:xfrm>
            <a:custGeom>
              <a:rect b="b" l="l" r="r" t="t"/>
              <a:pathLst>
                <a:path extrusionOk="0" h="1339" w="1176">
                  <a:moveTo>
                    <a:pt x="13" y="63"/>
                  </a:moveTo>
                  <a:cubicBezTo>
                    <a:pt x="101" y="626"/>
                    <a:pt x="501" y="1201"/>
                    <a:pt x="1076" y="1313"/>
                  </a:cubicBezTo>
                  <a:cubicBezTo>
                    <a:pt x="1138" y="1338"/>
                    <a:pt x="1175" y="1251"/>
                    <a:pt x="1125" y="1213"/>
                  </a:cubicBezTo>
                  <a:cubicBezTo>
                    <a:pt x="888" y="1076"/>
                    <a:pt x="651" y="1013"/>
                    <a:pt x="476" y="776"/>
                  </a:cubicBezTo>
                  <a:cubicBezTo>
                    <a:pt x="301" y="563"/>
                    <a:pt x="163" y="313"/>
                    <a:pt x="88" y="38"/>
                  </a:cubicBezTo>
                  <a:cubicBezTo>
                    <a:pt x="76" y="1"/>
                    <a:pt x="1" y="13"/>
                    <a:pt x="13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4" name="Google Shape;5554;p110"/>
            <p:cNvSpPr/>
            <p:nvPr/>
          </p:nvSpPr>
          <p:spPr>
            <a:xfrm>
              <a:off x="6767025" y="2718300"/>
              <a:ext cx="86575" cy="38750"/>
            </a:xfrm>
            <a:custGeom>
              <a:rect b="b" l="l" r="r" t="t"/>
              <a:pathLst>
                <a:path extrusionOk="0" h="1550" w="3463">
                  <a:moveTo>
                    <a:pt x="3387" y="38"/>
                  </a:moveTo>
                  <a:cubicBezTo>
                    <a:pt x="2387" y="738"/>
                    <a:pt x="1250" y="1225"/>
                    <a:pt x="50" y="1437"/>
                  </a:cubicBezTo>
                  <a:cubicBezTo>
                    <a:pt x="0" y="1450"/>
                    <a:pt x="25" y="1550"/>
                    <a:pt x="88" y="1537"/>
                  </a:cubicBezTo>
                  <a:cubicBezTo>
                    <a:pt x="1288" y="1312"/>
                    <a:pt x="2437" y="825"/>
                    <a:pt x="3425" y="100"/>
                  </a:cubicBezTo>
                  <a:cubicBezTo>
                    <a:pt x="3462" y="75"/>
                    <a:pt x="3425" y="0"/>
                    <a:pt x="3387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5" name="Google Shape;5555;p110"/>
            <p:cNvSpPr/>
            <p:nvPr/>
          </p:nvSpPr>
          <p:spPr>
            <a:xfrm>
              <a:off x="6752975" y="2749525"/>
              <a:ext cx="16250" cy="17850"/>
            </a:xfrm>
            <a:custGeom>
              <a:rect b="b" l="l" r="r" t="t"/>
              <a:pathLst>
                <a:path extrusionOk="0" h="714" w="650">
                  <a:moveTo>
                    <a:pt x="575" y="188"/>
                  </a:moveTo>
                  <a:cubicBezTo>
                    <a:pt x="363" y="1"/>
                    <a:pt x="0" y="238"/>
                    <a:pt x="213" y="476"/>
                  </a:cubicBezTo>
                  <a:cubicBezTo>
                    <a:pt x="413" y="713"/>
                    <a:pt x="650" y="376"/>
                    <a:pt x="562" y="163"/>
                  </a:cubicBezTo>
                  <a:cubicBezTo>
                    <a:pt x="537" y="126"/>
                    <a:pt x="487" y="138"/>
                    <a:pt x="487" y="176"/>
                  </a:cubicBezTo>
                  <a:cubicBezTo>
                    <a:pt x="487" y="213"/>
                    <a:pt x="487" y="251"/>
                    <a:pt x="487" y="288"/>
                  </a:cubicBezTo>
                  <a:cubicBezTo>
                    <a:pt x="475" y="376"/>
                    <a:pt x="487" y="363"/>
                    <a:pt x="512" y="263"/>
                  </a:cubicBezTo>
                  <a:cubicBezTo>
                    <a:pt x="550" y="288"/>
                    <a:pt x="612" y="238"/>
                    <a:pt x="575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6" name="Google Shape;5556;p110"/>
            <p:cNvSpPr/>
            <p:nvPr/>
          </p:nvSpPr>
          <p:spPr>
            <a:xfrm>
              <a:off x="6783275" y="2681125"/>
              <a:ext cx="81875" cy="30625"/>
            </a:xfrm>
            <a:custGeom>
              <a:rect b="b" l="l" r="r" t="t"/>
              <a:pathLst>
                <a:path extrusionOk="0" h="1225" w="3275">
                  <a:moveTo>
                    <a:pt x="3212" y="1000"/>
                  </a:moveTo>
                  <a:cubicBezTo>
                    <a:pt x="2000" y="1137"/>
                    <a:pt x="988" y="800"/>
                    <a:pt x="63" y="25"/>
                  </a:cubicBezTo>
                  <a:cubicBezTo>
                    <a:pt x="25" y="0"/>
                    <a:pt x="0" y="38"/>
                    <a:pt x="13" y="75"/>
                  </a:cubicBezTo>
                  <a:cubicBezTo>
                    <a:pt x="738" y="1000"/>
                    <a:pt x="2112" y="1225"/>
                    <a:pt x="3212" y="1087"/>
                  </a:cubicBezTo>
                  <a:cubicBezTo>
                    <a:pt x="3274" y="1087"/>
                    <a:pt x="3274" y="987"/>
                    <a:pt x="3212" y="10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7" name="Google Shape;5557;p110"/>
            <p:cNvSpPr/>
            <p:nvPr/>
          </p:nvSpPr>
          <p:spPr>
            <a:xfrm>
              <a:off x="6773575" y="2671750"/>
              <a:ext cx="15025" cy="12825"/>
            </a:xfrm>
            <a:custGeom>
              <a:rect b="b" l="l" r="r" t="t"/>
              <a:pathLst>
                <a:path extrusionOk="0" h="513" w="601">
                  <a:moveTo>
                    <a:pt x="338" y="25"/>
                  </a:moveTo>
                  <a:cubicBezTo>
                    <a:pt x="38" y="0"/>
                    <a:pt x="1" y="450"/>
                    <a:pt x="301" y="488"/>
                  </a:cubicBezTo>
                  <a:cubicBezTo>
                    <a:pt x="601" y="513"/>
                    <a:pt x="563" y="75"/>
                    <a:pt x="276" y="88"/>
                  </a:cubicBezTo>
                  <a:cubicBezTo>
                    <a:pt x="238" y="88"/>
                    <a:pt x="226" y="138"/>
                    <a:pt x="263" y="150"/>
                  </a:cubicBezTo>
                  <a:cubicBezTo>
                    <a:pt x="313" y="213"/>
                    <a:pt x="338" y="188"/>
                    <a:pt x="338" y="100"/>
                  </a:cubicBezTo>
                  <a:cubicBezTo>
                    <a:pt x="388" y="100"/>
                    <a:pt x="388" y="25"/>
                    <a:pt x="338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8" name="Google Shape;5558;p110"/>
            <p:cNvSpPr/>
            <p:nvPr/>
          </p:nvSpPr>
          <p:spPr>
            <a:xfrm>
              <a:off x="6888250" y="2270600"/>
              <a:ext cx="60000" cy="237450"/>
            </a:xfrm>
            <a:custGeom>
              <a:rect b="b" l="l" r="r" t="t"/>
              <a:pathLst>
                <a:path extrusionOk="0" h="9498" w="2400">
                  <a:moveTo>
                    <a:pt x="2387" y="9448"/>
                  </a:moveTo>
                  <a:cubicBezTo>
                    <a:pt x="1137" y="6136"/>
                    <a:pt x="0" y="3450"/>
                    <a:pt x="2025" y="125"/>
                  </a:cubicBezTo>
                  <a:cubicBezTo>
                    <a:pt x="2062" y="50"/>
                    <a:pt x="1962" y="0"/>
                    <a:pt x="1925" y="63"/>
                  </a:cubicBezTo>
                  <a:cubicBezTo>
                    <a:pt x="975" y="1475"/>
                    <a:pt x="575" y="2750"/>
                    <a:pt x="738" y="4449"/>
                  </a:cubicBezTo>
                  <a:cubicBezTo>
                    <a:pt x="925" y="6386"/>
                    <a:pt x="1637" y="7686"/>
                    <a:pt x="2325" y="9460"/>
                  </a:cubicBezTo>
                  <a:cubicBezTo>
                    <a:pt x="2350" y="9498"/>
                    <a:pt x="2400" y="9485"/>
                    <a:pt x="2387" y="944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9" name="Google Shape;5559;p110"/>
            <p:cNvSpPr/>
            <p:nvPr/>
          </p:nvSpPr>
          <p:spPr>
            <a:xfrm>
              <a:off x="6844200" y="2755475"/>
              <a:ext cx="49375" cy="31875"/>
            </a:xfrm>
            <a:custGeom>
              <a:rect b="b" l="l" r="r" t="t"/>
              <a:pathLst>
                <a:path extrusionOk="0" h="1275" w="1975">
                  <a:moveTo>
                    <a:pt x="1962" y="1213"/>
                  </a:moveTo>
                  <a:cubicBezTo>
                    <a:pt x="1875" y="663"/>
                    <a:pt x="1525" y="125"/>
                    <a:pt x="912" y="63"/>
                  </a:cubicBezTo>
                  <a:cubicBezTo>
                    <a:pt x="425" y="0"/>
                    <a:pt x="0" y="375"/>
                    <a:pt x="0" y="875"/>
                  </a:cubicBezTo>
                  <a:cubicBezTo>
                    <a:pt x="0" y="938"/>
                    <a:pt x="113" y="938"/>
                    <a:pt x="113" y="875"/>
                  </a:cubicBezTo>
                  <a:cubicBezTo>
                    <a:pt x="125" y="300"/>
                    <a:pt x="700" y="13"/>
                    <a:pt x="1200" y="250"/>
                  </a:cubicBezTo>
                  <a:cubicBezTo>
                    <a:pt x="1612" y="425"/>
                    <a:pt x="1812" y="813"/>
                    <a:pt x="1900" y="1238"/>
                  </a:cubicBezTo>
                  <a:cubicBezTo>
                    <a:pt x="1912" y="1275"/>
                    <a:pt x="1975" y="1262"/>
                    <a:pt x="1962" y="1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0" name="Google Shape;5560;p110"/>
            <p:cNvSpPr/>
            <p:nvPr/>
          </p:nvSpPr>
          <p:spPr>
            <a:xfrm>
              <a:off x="6887300" y="2510225"/>
              <a:ext cx="31575" cy="62500"/>
            </a:xfrm>
            <a:custGeom>
              <a:rect b="b" l="l" r="r" t="t"/>
              <a:pathLst>
                <a:path extrusionOk="0" h="2500" w="1263">
                  <a:moveTo>
                    <a:pt x="538" y="50"/>
                  </a:moveTo>
                  <a:cubicBezTo>
                    <a:pt x="563" y="675"/>
                    <a:pt x="1" y="1175"/>
                    <a:pt x="226" y="1812"/>
                  </a:cubicBezTo>
                  <a:cubicBezTo>
                    <a:pt x="376" y="2225"/>
                    <a:pt x="776" y="2500"/>
                    <a:pt x="1213" y="2487"/>
                  </a:cubicBezTo>
                  <a:cubicBezTo>
                    <a:pt x="1250" y="2487"/>
                    <a:pt x="1263" y="2425"/>
                    <a:pt x="1225" y="2412"/>
                  </a:cubicBezTo>
                  <a:cubicBezTo>
                    <a:pt x="438" y="2312"/>
                    <a:pt x="126" y="1625"/>
                    <a:pt x="426" y="925"/>
                  </a:cubicBezTo>
                  <a:cubicBezTo>
                    <a:pt x="563" y="650"/>
                    <a:pt x="626" y="350"/>
                    <a:pt x="626" y="50"/>
                  </a:cubicBezTo>
                  <a:cubicBezTo>
                    <a:pt x="626" y="0"/>
                    <a:pt x="538" y="0"/>
                    <a:pt x="538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1" name="Google Shape;5561;p110"/>
            <p:cNvSpPr/>
            <p:nvPr/>
          </p:nvSpPr>
          <p:spPr>
            <a:xfrm>
              <a:off x="6912925" y="2543350"/>
              <a:ext cx="21575" cy="30625"/>
            </a:xfrm>
            <a:custGeom>
              <a:rect b="b" l="l" r="r" t="t"/>
              <a:pathLst>
                <a:path extrusionOk="0" h="1225" w="863">
                  <a:moveTo>
                    <a:pt x="38" y="1112"/>
                  </a:moveTo>
                  <a:cubicBezTo>
                    <a:pt x="338" y="1225"/>
                    <a:pt x="588" y="1062"/>
                    <a:pt x="700" y="775"/>
                  </a:cubicBezTo>
                  <a:cubicBezTo>
                    <a:pt x="788" y="550"/>
                    <a:pt x="863" y="163"/>
                    <a:pt x="613" y="13"/>
                  </a:cubicBezTo>
                  <a:cubicBezTo>
                    <a:pt x="588" y="0"/>
                    <a:pt x="550" y="25"/>
                    <a:pt x="575" y="63"/>
                  </a:cubicBezTo>
                  <a:cubicBezTo>
                    <a:pt x="825" y="387"/>
                    <a:pt x="588" y="1225"/>
                    <a:pt x="63" y="1050"/>
                  </a:cubicBezTo>
                  <a:cubicBezTo>
                    <a:pt x="13" y="1025"/>
                    <a:pt x="0" y="1100"/>
                    <a:pt x="38" y="11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2" name="Google Shape;5562;p110"/>
            <p:cNvSpPr/>
            <p:nvPr/>
          </p:nvSpPr>
          <p:spPr>
            <a:xfrm>
              <a:off x="6775150" y="2732675"/>
              <a:ext cx="56575" cy="81250"/>
            </a:xfrm>
            <a:custGeom>
              <a:rect b="b" l="l" r="r" t="t"/>
              <a:pathLst>
                <a:path extrusionOk="0" h="3250" w="2263">
                  <a:moveTo>
                    <a:pt x="2162" y="38"/>
                  </a:moveTo>
                  <a:cubicBezTo>
                    <a:pt x="1213" y="825"/>
                    <a:pt x="0" y="1800"/>
                    <a:pt x="300" y="3199"/>
                  </a:cubicBezTo>
                  <a:cubicBezTo>
                    <a:pt x="313" y="3249"/>
                    <a:pt x="400" y="3224"/>
                    <a:pt x="388" y="3174"/>
                  </a:cubicBezTo>
                  <a:cubicBezTo>
                    <a:pt x="200" y="1787"/>
                    <a:pt x="1275" y="900"/>
                    <a:pt x="2225" y="88"/>
                  </a:cubicBezTo>
                  <a:cubicBezTo>
                    <a:pt x="2262" y="63"/>
                    <a:pt x="2200" y="0"/>
                    <a:pt x="2162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3" name="Google Shape;5563;p110"/>
            <p:cNvSpPr/>
            <p:nvPr/>
          </p:nvSpPr>
          <p:spPr>
            <a:xfrm>
              <a:off x="6867625" y="2553650"/>
              <a:ext cx="15025" cy="30950"/>
            </a:xfrm>
            <a:custGeom>
              <a:rect b="b" l="l" r="r" t="t"/>
              <a:pathLst>
                <a:path extrusionOk="0" h="1238" w="601">
                  <a:moveTo>
                    <a:pt x="500" y="63"/>
                  </a:moveTo>
                  <a:cubicBezTo>
                    <a:pt x="475" y="463"/>
                    <a:pt x="313" y="850"/>
                    <a:pt x="25" y="1138"/>
                  </a:cubicBezTo>
                  <a:cubicBezTo>
                    <a:pt x="0" y="1175"/>
                    <a:pt x="38" y="1238"/>
                    <a:pt x="88" y="1213"/>
                  </a:cubicBezTo>
                  <a:cubicBezTo>
                    <a:pt x="250" y="1075"/>
                    <a:pt x="375" y="900"/>
                    <a:pt x="438" y="713"/>
                  </a:cubicBezTo>
                  <a:cubicBezTo>
                    <a:pt x="550" y="513"/>
                    <a:pt x="600" y="288"/>
                    <a:pt x="588" y="63"/>
                  </a:cubicBezTo>
                  <a:cubicBezTo>
                    <a:pt x="588" y="0"/>
                    <a:pt x="488" y="0"/>
                    <a:pt x="488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4" name="Google Shape;5564;p110"/>
            <p:cNvSpPr/>
            <p:nvPr/>
          </p:nvSpPr>
          <p:spPr>
            <a:xfrm>
              <a:off x="6861375" y="2550525"/>
              <a:ext cx="21900" cy="34400"/>
            </a:xfrm>
            <a:custGeom>
              <a:rect b="b" l="l" r="r" t="t"/>
              <a:pathLst>
                <a:path extrusionOk="0" h="1376" w="876">
                  <a:moveTo>
                    <a:pt x="325" y="1275"/>
                  </a:moveTo>
                  <a:cubicBezTo>
                    <a:pt x="113" y="825"/>
                    <a:pt x="413" y="313"/>
                    <a:pt x="825" y="125"/>
                  </a:cubicBezTo>
                  <a:cubicBezTo>
                    <a:pt x="875" y="100"/>
                    <a:pt x="838" y="0"/>
                    <a:pt x="775" y="25"/>
                  </a:cubicBezTo>
                  <a:cubicBezTo>
                    <a:pt x="300" y="238"/>
                    <a:pt x="0" y="838"/>
                    <a:pt x="238" y="1325"/>
                  </a:cubicBezTo>
                  <a:cubicBezTo>
                    <a:pt x="275" y="1375"/>
                    <a:pt x="350" y="1325"/>
                    <a:pt x="325" y="12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5" name="Google Shape;5565;p110"/>
            <p:cNvSpPr/>
            <p:nvPr/>
          </p:nvSpPr>
          <p:spPr>
            <a:xfrm>
              <a:off x="6864175" y="2216250"/>
              <a:ext cx="60025" cy="132175"/>
            </a:xfrm>
            <a:custGeom>
              <a:rect b="b" l="l" r="r" t="t"/>
              <a:pathLst>
                <a:path extrusionOk="0" h="5287" w="2401">
                  <a:moveTo>
                    <a:pt x="1813" y="5236"/>
                  </a:moveTo>
                  <a:cubicBezTo>
                    <a:pt x="2125" y="3649"/>
                    <a:pt x="2400" y="212"/>
                    <a:pt x="51" y="0"/>
                  </a:cubicBezTo>
                  <a:cubicBezTo>
                    <a:pt x="1" y="0"/>
                    <a:pt x="1" y="62"/>
                    <a:pt x="51" y="75"/>
                  </a:cubicBezTo>
                  <a:cubicBezTo>
                    <a:pt x="2338" y="375"/>
                    <a:pt x="2038" y="3687"/>
                    <a:pt x="1738" y="5211"/>
                  </a:cubicBezTo>
                  <a:cubicBezTo>
                    <a:pt x="1738" y="5261"/>
                    <a:pt x="1813" y="5286"/>
                    <a:pt x="1813" y="52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6" name="Google Shape;5566;p110"/>
            <p:cNvSpPr/>
            <p:nvPr/>
          </p:nvSpPr>
          <p:spPr>
            <a:xfrm>
              <a:off x="6826700" y="2222800"/>
              <a:ext cx="65000" cy="61575"/>
            </a:xfrm>
            <a:custGeom>
              <a:rect b="b" l="l" r="r" t="t"/>
              <a:pathLst>
                <a:path extrusionOk="0" h="2463" w="2600">
                  <a:moveTo>
                    <a:pt x="2587" y="963"/>
                  </a:moveTo>
                  <a:cubicBezTo>
                    <a:pt x="2250" y="288"/>
                    <a:pt x="1425" y="0"/>
                    <a:pt x="788" y="450"/>
                  </a:cubicBezTo>
                  <a:cubicBezTo>
                    <a:pt x="200" y="863"/>
                    <a:pt x="0" y="1925"/>
                    <a:pt x="575" y="2425"/>
                  </a:cubicBezTo>
                  <a:cubicBezTo>
                    <a:pt x="638" y="2462"/>
                    <a:pt x="700" y="2387"/>
                    <a:pt x="650" y="2350"/>
                  </a:cubicBezTo>
                  <a:cubicBezTo>
                    <a:pt x="138" y="1875"/>
                    <a:pt x="300" y="900"/>
                    <a:pt x="838" y="525"/>
                  </a:cubicBezTo>
                  <a:cubicBezTo>
                    <a:pt x="1425" y="125"/>
                    <a:pt x="2237" y="350"/>
                    <a:pt x="2537" y="1000"/>
                  </a:cubicBezTo>
                  <a:cubicBezTo>
                    <a:pt x="2550" y="1038"/>
                    <a:pt x="2600" y="1000"/>
                    <a:pt x="2587" y="9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7" name="Google Shape;5567;p110"/>
            <p:cNvSpPr/>
            <p:nvPr/>
          </p:nvSpPr>
          <p:spPr>
            <a:xfrm>
              <a:off x="6837325" y="2258100"/>
              <a:ext cx="46875" cy="35950"/>
            </a:xfrm>
            <a:custGeom>
              <a:rect b="b" l="l" r="r" t="t"/>
              <a:pathLst>
                <a:path extrusionOk="0" h="1438" w="1875">
                  <a:moveTo>
                    <a:pt x="25" y="750"/>
                  </a:moveTo>
                  <a:cubicBezTo>
                    <a:pt x="200" y="1213"/>
                    <a:pt x="738" y="1438"/>
                    <a:pt x="1200" y="1250"/>
                  </a:cubicBezTo>
                  <a:cubicBezTo>
                    <a:pt x="1662" y="1050"/>
                    <a:pt x="1875" y="513"/>
                    <a:pt x="1662" y="51"/>
                  </a:cubicBezTo>
                  <a:cubicBezTo>
                    <a:pt x="1650" y="1"/>
                    <a:pt x="1575" y="38"/>
                    <a:pt x="1587" y="88"/>
                  </a:cubicBezTo>
                  <a:cubicBezTo>
                    <a:pt x="1712" y="513"/>
                    <a:pt x="1587" y="963"/>
                    <a:pt x="1150" y="1150"/>
                  </a:cubicBezTo>
                  <a:cubicBezTo>
                    <a:pt x="738" y="1313"/>
                    <a:pt x="263" y="1125"/>
                    <a:pt x="88" y="713"/>
                  </a:cubicBezTo>
                  <a:cubicBezTo>
                    <a:pt x="63" y="675"/>
                    <a:pt x="0" y="713"/>
                    <a:pt x="25" y="7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8" name="Google Shape;5568;p110"/>
            <p:cNvSpPr/>
            <p:nvPr/>
          </p:nvSpPr>
          <p:spPr>
            <a:xfrm>
              <a:off x="6849500" y="2246850"/>
              <a:ext cx="30650" cy="17200"/>
            </a:xfrm>
            <a:custGeom>
              <a:rect b="b" l="l" r="r" t="t"/>
              <a:pathLst>
                <a:path extrusionOk="0" h="688" w="1226">
                  <a:moveTo>
                    <a:pt x="1200" y="638"/>
                  </a:moveTo>
                  <a:cubicBezTo>
                    <a:pt x="1225" y="301"/>
                    <a:pt x="863" y="51"/>
                    <a:pt x="550" y="63"/>
                  </a:cubicBezTo>
                  <a:cubicBezTo>
                    <a:pt x="238" y="63"/>
                    <a:pt x="1" y="338"/>
                    <a:pt x="113" y="626"/>
                  </a:cubicBezTo>
                  <a:cubicBezTo>
                    <a:pt x="138" y="676"/>
                    <a:pt x="213" y="663"/>
                    <a:pt x="201" y="601"/>
                  </a:cubicBezTo>
                  <a:cubicBezTo>
                    <a:pt x="13" y="1"/>
                    <a:pt x="1163" y="51"/>
                    <a:pt x="1125" y="638"/>
                  </a:cubicBezTo>
                  <a:cubicBezTo>
                    <a:pt x="1125" y="688"/>
                    <a:pt x="1200" y="688"/>
                    <a:pt x="1200" y="6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9" name="Google Shape;5569;p110"/>
            <p:cNvSpPr/>
            <p:nvPr/>
          </p:nvSpPr>
          <p:spPr>
            <a:xfrm>
              <a:off x="6819200" y="2492725"/>
              <a:ext cx="71575" cy="55025"/>
            </a:xfrm>
            <a:custGeom>
              <a:rect b="b" l="l" r="r" t="t"/>
              <a:pathLst>
                <a:path extrusionOk="0" h="2201" w="2863">
                  <a:moveTo>
                    <a:pt x="2787" y="1750"/>
                  </a:moveTo>
                  <a:cubicBezTo>
                    <a:pt x="1463" y="2100"/>
                    <a:pt x="375" y="1288"/>
                    <a:pt x="50" y="26"/>
                  </a:cubicBezTo>
                  <a:cubicBezTo>
                    <a:pt x="50" y="1"/>
                    <a:pt x="0" y="1"/>
                    <a:pt x="0" y="26"/>
                  </a:cubicBezTo>
                  <a:cubicBezTo>
                    <a:pt x="100" y="1425"/>
                    <a:pt x="1538" y="2200"/>
                    <a:pt x="2812" y="1813"/>
                  </a:cubicBezTo>
                  <a:cubicBezTo>
                    <a:pt x="2862" y="1800"/>
                    <a:pt x="2837" y="1725"/>
                    <a:pt x="2787" y="17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0" name="Google Shape;5570;p110"/>
            <p:cNvSpPr/>
            <p:nvPr/>
          </p:nvSpPr>
          <p:spPr>
            <a:xfrm>
              <a:off x="6793275" y="2835125"/>
              <a:ext cx="104675" cy="111575"/>
            </a:xfrm>
            <a:custGeom>
              <a:rect b="b" l="l" r="r" t="t"/>
              <a:pathLst>
                <a:path extrusionOk="0" h="4463" w="4187">
                  <a:moveTo>
                    <a:pt x="3999" y="2663"/>
                  </a:moveTo>
                  <a:cubicBezTo>
                    <a:pt x="4187" y="1213"/>
                    <a:pt x="2737" y="38"/>
                    <a:pt x="1387" y="751"/>
                  </a:cubicBezTo>
                  <a:cubicBezTo>
                    <a:pt x="0" y="1488"/>
                    <a:pt x="225" y="3425"/>
                    <a:pt x="1162" y="4437"/>
                  </a:cubicBezTo>
                  <a:cubicBezTo>
                    <a:pt x="1187" y="4462"/>
                    <a:pt x="1237" y="4425"/>
                    <a:pt x="1212" y="4387"/>
                  </a:cubicBezTo>
                  <a:cubicBezTo>
                    <a:pt x="563" y="3488"/>
                    <a:pt x="125" y="2013"/>
                    <a:pt x="1062" y="1138"/>
                  </a:cubicBezTo>
                  <a:cubicBezTo>
                    <a:pt x="2275" y="1"/>
                    <a:pt x="4087" y="1088"/>
                    <a:pt x="3899" y="2663"/>
                  </a:cubicBezTo>
                  <a:cubicBezTo>
                    <a:pt x="3887" y="2738"/>
                    <a:pt x="3999" y="2725"/>
                    <a:pt x="4012" y="26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1" name="Google Shape;5571;p110"/>
            <p:cNvSpPr/>
            <p:nvPr/>
          </p:nvSpPr>
          <p:spPr>
            <a:xfrm>
              <a:off x="6818575" y="2941350"/>
              <a:ext cx="146550" cy="263725"/>
            </a:xfrm>
            <a:custGeom>
              <a:rect b="b" l="l" r="r" t="t"/>
              <a:pathLst>
                <a:path extrusionOk="0" h="10549" w="5862">
                  <a:moveTo>
                    <a:pt x="38" y="101"/>
                  </a:moveTo>
                  <a:cubicBezTo>
                    <a:pt x="1700" y="1313"/>
                    <a:pt x="3812" y="2425"/>
                    <a:pt x="4737" y="4325"/>
                  </a:cubicBezTo>
                  <a:cubicBezTo>
                    <a:pt x="5586" y="6087"/>
                    <a:pt x="5761" y="8849"/>
                    <a:pt x="4562" y="10486"/>
                  </a:cubicBezTo>
                  <a:cubicBezTo>
                    <a:pt x="4537" y="10511"/>
                    <a:pt x="4587" y="10548"/>
                    <a:pt x="4612" y="10523"/>
                  </a:cubicBezTo>
                  <a:cubicBezTo>
                    <a:pt x="5861" y="9086"/>
                    <a:pt x="5724" y="6587"/>
                    <a:pt x="5137" y="4875"/>
                  </a:cubicBezTo>
                  <a:cubicBezTo>
                    <a:pt x="4349" y="2550"/>
                    <a:pt x="1950" y="1363"/>
                    <a:pt x="75" y="26"/>
                  </a:cubicBezTo>
                  <a:cubicBezTo>
                    <a:pt x="38" y="1"/>
                    <a:pt x="0" y="63"/>
                    <a:pt x="38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2" name="Google Shape;5572;p110"/>
            <p:cNvSpPr/>
            <p:nvPr/>
          </p:nvSpPr>
          <p:spPr>
            <a:xfrm>
              <a:off x="6841075" y="3137250"/>
              <a:ext cx="84375" cy="100925"/>
            </a:xfrm>
            <a:custGeom>
              <a:rect b="b" l="l" r="r" t="t"/>
              <a:pathLst>
                <a:path extrusionOk="0" h="4037" w="3375">
                  <a:moveTo>
                    <a:pt x="3299" y="2875"/>
                  </a:moveTo>
                  <a:cubicBezTo>
                    <a:pt x="2362" y="3412"/>
                    <a:pt x="987" y="3537"/>
                    <a:pt x="438" y="2375"/>
                  </a:cubicBezTo>
                  <a:cubicBezTo>
                    <a:pt x="313" y="2100"/>
                    <a:pt x="275" y="1787"/>
                    <a:pt x="325" y="1487"/>
                  </a:cubicBezTo>
                  <a:cubicBezTo>
                    <a:pt x="325" y="1412"/>
                    <a:pt x="313" y="1325"/>
                    <a:pt x="325" y="1250"/>
                  </a:cubicBezTo>
                  <a:cubicBezTo>
                    <a:pt x="450" y="488"/>
                    <a:pt x="650" y="513"/>
                    <a:pt x="1175" y="450"/>
                  </a:cubicBezTo>
                  <a:cubicBezTo>
                    <a:pt x="2075" y="338"/>
                    <a:pt x="2425" y="938"/>
                    <a:pt x="2275" y="1725"/>
                  </a:cubicBezTo>
                  <a:cubicBezTo>
                    <a:pt x="2162" y="2300"/>
                    <a:pt x="1875" y="2600"/>
                    <a:pt x="1462" y="3000"/>
                  </a:cubicBezTo>
                  <a:cubicBezTo>
                    <a:pt x="1150" y="3299"/>
                    <a:pt x="825" y="3549"/>
                    <a:pt x="800" y="3999"/>
                  </a:cubicBezTo>
                  <a:cubicBezTo>
                    <a:pt x="800" y="4024"/>
                    <a:pt x="850" y="4037"/>
                    <a:pt x="850" y="3999"/>
                  </a:cubicBezTo>
                  <a:cubicBezTo>
                    <a:pt x="950" y="3287"/>
                    <a:pt x="1862" y="2900"/>
                    <a:pt x="2225" y="2312"/>
                  </a:cubicBezTo>
                  <a:cubicBezTo>
                    <a:pt x="2525" y="1875"/>
                    <a:pt x="2575" y="1325"/>
                    <a:pt x="2362" y="850"/>
                  </a:cubicBezTo>
                  <a:cubicBezTo>
                    <a:pt x="2025" y="113"/>
                    <a:pt x="887" y="0"/>
                    <a:pt x="400" y="650"/>
                  </a:cubicBezTo>
                  <a:cubicBezTo>
                    <a:pt x="0" y="1163"/>
                    <a:pt x="138" y="2237"/>
                    <a:pt x="500" y="2725"/>
                  </a:cubicBezTo>
                  <a:cubicBezTo>
                    <a:pt x="1200" y="3662"/>
                    <a:pt x="2450" y="3462"/>
                    <a:pt x="3337" y="2950"/>
                  </a:cubicBezTo>
                  <a:cubicBezTo>
                    <a:pt x="3374" y="2912"/>
                    <a:pt x="3337" y="2850"/>
                    <a:pt x="3299" y="28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3" name="Google Shape;5573;p110"/>
            <p:cNvSpPr/>
            <p:nvPr/>
          </p:nvSpPr>
          <p:spPr>
            <a:xfrm>
              <a:off x="6857325" y="3245025"/>
              <a:ext cx="13750" cy="55325"/>
            </a:xfrm>
            <a:custGeom>
              <a:rect b="b" l="l" r="r" t="t"/>
              <a:pathLst>
                <a:path extrusionOk="0" h="2213" w="550">
                  <a:moveTo>
                    <a:pt x="75" y="51"/>
                  </a:moveTo>
                  <a:cubicBezTo>
                    <a:pt x="0" y="738"/>
                    <a:pt x="63" y="1588"/>
                    <a:pt x="475" y="2188"/>
                  </a:cubicBezTo>
                  <a:cubicBezTo>
                    <a:pt x="500" y="2213"/>
                    <a:pt x="550" y="2200"/>
                    <a:pt x="537" y="2163"/>
                  </a:cubicBezTo>
                  <a:cubicBezTo>
                    <a:pt x="300" y="1438"/>
                    <a:pt x="75" y="825"/>
                    <a:pt x="150" y="51"/>
                  </a:cubicBezTo>
                  <a:cubicBezTo>
                    <a:pt x="150" y="1"/>
                    <a:pt x="87" y="1"/>
                    <a:pt x="75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4" name="Google Shape;5574;p110"/>
            <p:cNvSpPr/>
            <p:nvPr/>
          </p:nvSpPr>
          <p:spPr>
            <a:xfrm>
              <a:off x="6805150" y="2972925"/>
              <a:ext cx="96550" cy="81550"/>
            </a:xfrm>
            <a:custGeom>
              <a:rect b="b" l="l" r="r" t="t"/>
              <a:pathLst>
                <a:path extrusionOk="0" h="3262" w="3862">
                  <a:moveTo>
                    <a:pt x="3824" y="1025"/>
                  </a:moveTo>
                  <a:cubicBezTo>
                    <a:pt x="3187" y="475"/>
                    <a:pt x="2362" y="0"/>
                    <a:pt x="1487" y="187"/>
                  </a:cubicBezTo>
                  <a:cubicBezTo>
                    <a:pt x="662" y="375"/>
                    <a:pt x="50" y="1175"/>
                    <a:pt x="25" y="2012"/>
                  </a:cubicBezTo>
                  <a:cubicBezTo>
                    <a:pt x="0" y="2587"/>
                    <a:pt x="375" y="3262"/>
                    <a:pt x="1037" y="3187"/>
                  </a:cubicBezTo>
                  <a:cubicBezTo>
                    <a:pt x="1387" y="3149"/>
                    <a:pt x="1812" y="2799"/>
                    <a:pt x="1437" y="2512"/>
                  </a:cubicBezTo>
                  <a:cubicBezTo>
                    <a:pt x="1387" y="2487"/>
                    <a:pt x="1350" y="2549"/>
                    <a:pt x="1387" y="2587"/>
                  </a:cubicBezTo>
                  <a:cubicBezTo>
                    <a:pt x="562" y="3012"/>
                    <a:pt x="138" y="2862"/>
                    <a:pt x="125" y="2124"/>
                  </a:cubicBezTo>
                  <a:cubicBezTo>
                    <a:pt x="125" y="1812"/>
                    <a:pt x="200" y="1500"/>
                    <a:pt x="362" y="1225"/>
                  </a:cubicBezTo>
                  <a:cubicBezTo>
                    <a:pt x="562" y="787"/>
                    <a:pt x="950" y="462"/>
                    <a:pt x="1412" y="325"/>
                  </a:cubicBezTo>
                  <a:cubicBezTo>
                    <a:pt x="2299" y="88"/>
                    <a:pt x="3124" y="550"/>
                    <a:pt x="3787" y="1075"/>
                  </a:cubicBezTo>
                  <a:cubicBezTo>
                    <a:pt x="3824" y="1087"/>
                    <a:pt x="3862" y="1050"/>
                    <a:pt x="3837" y="10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5" name="Google Shape;5575;p110"/>
            <p:cNvSpPr/>
            <p:nvPr/>
          </p:nvSpPr>
          <p:spPr>
            <a:xfrm>
              <a:off x="6762350" y="2958850"/>
              <a:ext cx="110600" cy="22825"/>
            </a:xfrm>
            <a:custGeom>
              <a:rect b="b" l="l" r="r" t="t"/>
              <a:pathLst>
                <a:path extrusionOk="0" h="913" w="4424">
                  <a:moveTo>
                    <a:pt x="4399" y="825"/>
                  </a:moveTo>
                  <a:cubicBezTo>
                    <a:pt x="3874" y="376"/>
                    <a:pt x="3187" y="251"/>
                    <a:pt x="2524" y="176"/>
                  </a:cubicBezTo>
                  <a:cubicBezTo>
                    <a:pt x="1700" y="88"/>
                    <a:pt x="725" y="1"/>
                    <a:pt x="38" y="526"/>
                  </a:cubicBezTo>
                  <a:cubicBezTo>
                    <a:pt x="0" y="551"/>
                    <a:pt x="25" y="601"/>
                    <a:pt x="63" y="588"/>
                  </a:cubicBezTo>
                  <a:cubicBezTo>
                    <a:pt x="1187" y="1"/>
                    <a:pt x="3324" y="38"/>
                    <a:pt x="4324" y="875"/>
                  </a:cubicBezTo>
                  <a:cubicBezTo>
                    <a:pt x="4374" y="913"/>
                    <a:pt x="4424" y="863"/>
                    <a:pt x="4386" y="8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6" name="Google Shape;5576;p110"/>
            <p:cNvSpPr/>
            <p:nvPr/>
          </p:nvSpPr>
          <p:spPr>
            <a:xfrm>
              <a:off x="6751100" y="2969475"/>
              <a:ext cx="12200" cy="11900"/>
            </a:xfrm>
            <a:custGeom>
              <a:rect b="b" l="l" r="r" t="t"/>
              <a:pathLst>
                <a:path extrusionOk="0" h="476" w="488">
                  <a:moveTo>
                    <a:pt x="450" y="126"/>
                  </a:moveTo>
                  <a:cubicBezTo>
                    <a:pt x="488" y="213"/>
                    <a:pt x="463" y="313"/>
                    <a:pt x="400" y="388"/>
                  </a:cubicBezTo>
                  <a:cubicBezTo>
                    <a:pt x="338" y="450"/>
                    <a:pt x="238" y="475"/>
                    <a:pt x="150" y="463"/>
                  </a:cubicBezTo>
                  <a:cubicBezTo>
                    <a:pt x="125" y="450"/>
                    <a:pt x="88" y="438"/>
                    <a:pt x="63" y="425"/>
                  </a:cubicBezTo>
                  <a:cubicBezTo>
                    <a:pt x="38" y="388"/>
                    <a:pt x="25" y="350"/>
                    <a:pt x="25" y="313"/>
                  </a:cubicBezTo>
                  <a:cubicBezTo>
                    <a:pt x="0" y="188"/>
                    <a:pt x="63" y="63"/>
                    <a:pt x="175" y="13"/>
                  </a:cubicBezTo>
                  <a:cubicBezTo>
                    <a:pt x="313" y="1"/>
                    <a:pt x="425" y="101"/>
                    <a:pt x="425" y="2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7" name="Google Shape;5577;p110"/>
            <p:cNvSpPr/>
            <p:nvPr/>
          </p:nvSpPr>
          <p:spPr>
            <a:xfrm>
              <a:off x="6748600" y="2965425"/>
              <a:ext cx="17200" cy="22200"/>
            </a:xfrm>
            <a:custGeom>
              <a:rect b="b" l="l" r="r" t="t"/>
              <a:pathLst>
                <a:path extrusionOk="0" h="888" w="688">
                  <a:moveTo>
                    <a:pt x="475" y="300"/>
                  </a:moveTo>
                  <a:cubicBezTo>
                    <a:pt x="450" y="587"/>
                    <a:pt x="375" y="637"/>
                    <a:pt x="275" y="462"/>
                  </a:cubicBezTo>
                  <a:cubicBezTo>
                    <a:pt x="100" y="300"/>
                    <a:pt x="163" y="288"/>
                    <a:pt x="488" y="413"/>
                  </a:cubicBezTo>
                  <a:cubicBezTo>
                    <a:pt x="488" y="450"/>
                    <a:pt x="575" y="438"/>
                    <a:pt x="575" y="400"/>
                  </a:cubicBezTo>
                  <a:cubicBezTo>
                    <a:pt x="575" y="0"/>
                    <a:pt x="0" y="88"/>
                    <a:pt x="63" y="487"/>
                  </a:cubicBezTo>
                  <a:cubicBezTo>
                    <a:pt x="125" y="887"/>
                    <a:pt x="687" y="650"/>
                    <a:pt x="600" y="275"/>
                  </a:cubicBezTo>
                  <a:cubicBezTo>
                    <a:pt x="575" y="200"/>
                    <a:pt x="475" y="238"/>
                    <a:pt x="475" y="3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8" name="Google Shape;5578;p110"/>
            <p:cNvSpPr/>
            <p:nvPr/>
          </p:nvSpPr>
          <p:spPr>
            <a:xfrm>
              <a:off x="6927925" y="3207225"/>
              <a:ext cx="3450" cy="2850"/>
            </a:xfrm>
            <a:custGeom>
              <a:rect b="b" l="l" r="r" t="t"/>
              <a:pathLst>
                <a:path extrusionOk="0" h="114" w="138">
                  <a:moveTo>
                    <a:pt x="63" y="13"/>
                  </a:moveTo>
                  <a:lnTo>
                    <a:pt x="38" y="26"/>
                  </a:lnTo>
                  <a:cubicBezTo>
                    <a:pt x="0" y="38"/>
                    <a:pt x="0" y="76"/>
                    <a:pt x="38" y="88"/>
                  </a:cubicBezTo>
                  <a:lnTo>
                    <a:pt x="63" y="101"/>
                  </a:lnTo>
                  <a:cubicBezTo>
                    <a:pt x="125" y="113"/>
                    <a:pt x="138" y="1"/>
                    <a:pt x="63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9" name="Google Shape;5579;p110"/>
            <p:cNvSpPr/>
            <p:nvPr/>
          </p:nvSpPr>
          <p:spPr>
            <a:xfrm>
              <a:off x="6870125" y="3297525"/>
              <a:ext cx="17525" cy="42200"/>
            </a:xfrm>
            <a:custGeom>
              <a:rect b="b" l="l" r="r" t="t"/>
              <a:pathLst>
                <a:path extrusionOk="0" h="1688" w="701">
                  <a:moveTo>
                    <a:pt x="63" y="138"/>
                  </a:moveTo>
                  <a:cubicBezTo>
                    <a:pt x="313" y="225"/>
                    <a:pt x="425" y="662"/>
                    <a:pt x="475" y="887"/>
                  </a:cubicBezTo>
                  <a:cubicBezTo>
                    <a:pt x="513" y="1125"/>
                    <a:pt x="500" y="1375"/>
                    <a:pt x="463" y="1625"/>
                  </a:cubicBezTo>
                  <a:cubicBezTo>
                    <a:pt x="463" y="1675"/>
                    <a:pt x="550" y="1687"/>
                    <a:pt x="563" y="1637"/>
                  </a:cubicBezTo>
                  <a:cubicBezTo>
                    <a:pt x="700" y="1175"/>
                    <a:pt x="625" y="225"/>
                    <a:pt x="100" y="25"/>
                  </a:cubicBezTo>
                  <a:cubicBezTo>
                    <a:pt x="25" y="0"/>
                    <a:pt x="0" y="113"/>
                    <a:pt x="63" y="1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0" name="Google Shape;5580;p110"/>
            <p:cNvSpPr/>
            <p:nvPr/>
          </p:nvSpPr>
          <p:spPr>
            <a:xfrm>
              <a:off x="6865425" y="3297825"/>
              <a:ext cx="19725" cy="42200"/>
            </a:xfrm>
            <a:custGeom>
              <a:rect b="b" l="l" r="r" t="t"/>
              <a:pathLst>
                <a:path extrusionOk="0" h="1688" w="789">
                  <a:moveTo>
                    <a:pt x="751" y="1575"/>
                  </a:moveTo>
                  <a:cubicBezTo>
                    <a:pt x="376" y="1175"/>
                    <a:pt x="188" y="625"/>
                    <a:pt x="238" y="88"/>
                  </a:cubicBezTo>
                  <a:cubicBezTo>
                    <a:pt x="238" y="26"/>
                    <a:pt x="163" y="1"/>
                    <a:pt x="151" y="63"/>
                  </a:cubicBezTo>
                  <a:cubicBezTo>
                    <a:pt x="1" y="563"/>
                    <a:pt x="313" y="1288"/>
                    <a:pt x="676" y="1638"/>
                  </a:cubicBezTo>
                  <a:cubicBezTo>
                    <a:pt x="726" y="1688"/>
                    <a:pt x="788" y="1613"/>
                    <a:pt x="751" y="1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1" name="Google Shape;5581;p110"/>
            <p:cNvSpPr/>
            <p:nvPr/>
          </p:nvSpPr>
          <p:spPr>
            <a:xfrm>
              <a:off x="6831375" y="3237525"/>
              <a:ext cx="30025" cy="33150"/>
            </a:xfrm>
            <a:custGeom>
              <a:rect b="b" l="l" r="r" t="t"/>
              <a:pathLst>
                <a:path extrusionOk="0" h="1326" w="1201">
                  <a:moveTo>
                    <a:pt x="1101" y="51"/>
                  </a:moveTo>
                  <a:cubicBezTo>
                    <a:pt x="1125" y="363"/>
                    <a:pt x="951" y="613"/>
                    <a:pt x="763" y="863"/>
                  </a:cubicBezTo>
                  <a:cubicBezTo>
                    <a:pt x="588" y="1088"/>
                    <a:pt x="326" y="1225"/>
                    <a:pt x="38" y="1250"/>
                  </a:cubicBezTo>
                  <a:cubicBezTo>
                    <a:pt x="1" y="1250"/>
                    <a:pt x="13" y="1325"/>
                    <a:pt x="51" y="1325"/>
                  </a:cubicBezTo>
                  <a:cubicBezTo>
                    <a:pt x="351" y="1313"/>
                    <a:pt x="638" y="1163"/>
                    <a:pt x="813" y="913"/>
                  </a:cubicBezTo>
                  <a:cubicBezTo>
                    <a:pt x="1013" y="663"/>
                    <a:pt x="1200" y="388"/>
                    <a:pt x="1188" y="51"/>
                  </a:cubicBezTo>
                  <a:cubicBezTo>
                    <a:pt x="1188" y="1"/>
                    <a:pt x="1101" y="1"/>
                    <a:pt x="1101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2" name="Google Shape;5582;p110"/>
            <p:cNvSpPr/>
            <p:nvPr/>
          </p:nvSpPr>
          <p:spPr>
            <a:xfrm>
              <a:off x="6831700" y="3237850"/>
              <a:ext cx="29075" cy="33125"/>
            </a:xfrm>
            <a:custGeom>
              <a:rect b="b" l="l" r="r" t="t"/>
              <a:pathLst>
                <a:path extrusionOk="0" h="1325" w="1163">
                  <a:moveTo>
                    <a:pt x="75" y="1275"/>
                  </a:moveTo>
                  <a:cubicBezTo>
                    <a:pt x="150" y="1012"/>
                    <a:pt x="288" y="763"/>
                    <a:pt x="463" y="538"/>
                  </a:cubicBezTo>
                  <a:cubicBezTo>
                    <a:pt x="638" y="313"/>
                    <a:pt x="875" y="250"/>
                    <a:pt x="1112" y="113"/>
                  </a:cubicBezTo>
                  <a:cubicBezTo>
                    <a:pt x="1162" y="75"/>
                    <a:pt x="1125" y="0"/>
                    <a:pt x="1063" y="13"/>
                  </a:cubicBezTo>
                  <a:cubicBezTo>
                    <a:pt x="488" y="125"/>
                    <a:pt x="88" y="700"/>
                    <a:pt x="0" y="1262"/>
                  </a:cubicBezTo>
                  <a:cubicBezTo>
                    <a:pt x="0" y="1300"/>
                    <a:pt x="63" y="1325"/>
                    <a:pt x="75" y="12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3" name="Google Shape;5583;p110"/>
            <p:cNvSpPr/>
            <p:nvPr/>
          </p:nvSpPr>
          <p:spPr>
            <a:xfrm>
              <a:off x="6767025" y="2929475"/>
              <a:ext cx="86575" cy="38475"/>
            </a:xfrm>
            <a:custGeom>
              <a:rect b="b" l="l" r="r" t="t"/>
              <a:pathLst>
                <a:path extrusionOk="0" h="1539" w="3463">
                  <a:moveTo>
                    <a:pt x="3425" y="1451"/>
                  </a:moveTo>
                  <a:cubicBezTo>
                    <a:pt x="2437" y="713"/>
                    <a:pt x="1288" y="226"/>
                    <a:pt x="88" y="13"/>
                  </a:cubicBezTo>
                  <a:cubicBezTo>
                    <a:pt x="25" y="1"/>
                    <a:pt x="0" y="88"/>
                    <a:pt x="50" y="101"/>
                  </a:cubicBezTo>
                  <a:cubicBezTo>
                    <a:pt x="1250" y="326"/>
                    <a:pt x="2387" y="801"/>
                    <a:pt x="3387" y="1513"/>
                  </a:cubicBezTo>
                  <a:cubicBezTo>
                    <a:pt x="3425" y="1538"/>
                    <a:pt x="3462" y="1476"/>
                    <a:pt x="3425" y="14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4" name="Google Shape;5584;p110"/>
            <p:cNvSpPr/>
            <p:nvPr/>
          </p:nvSpPr>
          <p:spPr>
            <a:xfrm>
              <a:off x="6752650" y="2919175"/>
              <a:ext cx="16575" cy="17825"/>
            </a:xfrm>
            <a:custGeom>
              <a:rect b="b" l="l" r="r" t="t"/>
              <a:pathLst>
                <a:path extrusionOk="0" h="713" w="663">
                  <a:moveTo>
                    <a:pt x="525" y="463"/>
                  </a:moveTo>
                  <a:cubicBezTo>
                    <a:pt x="488" y="363"/>
                    <a:pt x="488" y="351"/>
                    <a:pt x="500" y="425"/>
                  </a:cubicBezTo>
                  <a:cubicBezTo>
                    <a:pt x="500" y="463"/>
                    <a:pt x="500" y="500"/>
                    <a:pt x="500" y="538"/>
                  </a:cubicBezTo>
                  <a:cubicBezTo>
                    <a:pt x="500" y="575"/>
                    <a:pt x="550" y="600"/>
                    <a:pt x="563" y="563"/>
                  </a:cubicBezTo>
                  <a:cubicBezTo>
                    <a:pt x="663" y="338"/>
                    <a:pt x="438" y="1"/>
                    <a:pt x="213" y="238"/>
                  </a:cubicBezTo>
                  <a:cubicBezTo>
                    <a:pt x="1" y="488"/>
                    <a:pt x="376" y="713"/>
                    <a:pt x="575" y="525"/>
                  </a:cubicBezTo>
                  <a:cubicBezTo>
                    <a:pt x="625" y="488"/>
                    <a:pt x="563" y="425"/>
                    <a:pt x="513" y="4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5" name="Google Shape;5585;p110"/>
            <p:cNvSpPr/>
            <p:nvPr/>
          </p:nvSpPr>
          <p:spPr>
            <a:xfrm>
              <a:off x="6783275" y="2974800"/>
              <a:ext cx="81875" cy="30325"/>
            </a:xfrm>
            <a:custGeom>
              <a:rect b="b" l="l" r="r" t="t"/>
              <a:pathLst>
                <a:path extrusionOk="0" h="1213" w="3275">
                  <a:moveTo>
                    <a:pt x="3212" y="137"/>
                  </a:moveTo>
                  <a:cubicBezTo>
                    <a:pt x="2112" y="0"/>
                    <a:pt x="738" y="225"/>
                    <a:pt x="13" y="1150"/>
                  </a:cubicBezTo>
                  <a:cubicBezTo>
                    <a:pt x="0" y="1187"/>
                    <a:pt x="25" y="1212"/>
                    <a:pt x="63" y="1200"/>
                  </a:cubicBezTo>
                  <a:cubicBezTo>
                    <a:pt x="1000" y="412"/>
                    <a:pt x="2000" y="87"/>
                    <a:pt x="3212" y="225"/>
                  </a:cubicBezTo>
                  <a:cubicBezTo>
                    <a:pt x="3274" y="225"/>
                    <a:pt x="3274" y="137"/>
                    <a:pt x="3212" y="1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6" name="Google Shape;5586;p110"/>
            <p:cNvSpPr/>
            <p:nvPr/>
          </p:nvSpPr>
          <p:spPr>
            <a:xfrm>
              <a:off x="6773575" y="3001650"/>
              <a:ext cx="14725" cy="13150"/>
            </a:xfrm>
            <a:custGeom>
              <a:rect b="b" l="l" r="r" t="t"/>
              <a:pathLst>
                <a:path extrusionOk="0" h="526" w="589">
                  <a:moveTo>
                    <a:pt x="338" y="426"/>
                  </a:moveTo>
                  <a:cubicBezTo>
                    <a:pt x="338" y="326"/>
                    <a:pt x="313" y="313"/>
                    <a:pt x="263" y="376"/>
                  </a:cubicBezTo>
                  <a:cubicBezTo>
                    <a:pt x="226" y="388"/>
                    <a:pt x="238" y="438"/>
                    <a:pt x="276" y="438"/>
                  </a:cubicBezTo>
                  <a:cubicBezTo>
                    <a:pt x="563" y="438"/>
                    <a:pt x="588" y="1"/>
                    <a:pt x="301" y="38"/>
                  </a:cubicBezTo>
                  <a:cubicBezTo>
                    <a:pt x="1" y="63"/>
                    <a:pt x="38" y="526"/>
                    <a:pt x="338" y="488"/>
                  </a:cubicBezTo>
                  <a:cubicBezTo>
                    <a:pt x="376" y="488"/>
                    <a:pt x="376" y="426"/>
                    <a:pt x="338" y="4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7" name="Google Shape;5587;p110"/>
            <p:cNvSpPr/>
            <p:nvPr/>
          </p:nvSpPr>
          <p:spPr>
            <a:xfrm>
              <a:off x="6888250" y="3178475"/>
              <a:ext cx="60325" cy="237475"/>
            </a:xfrm>
            <a:custGeom>
              <a:rect b="b" l="l" r="r" t="t"/>
              <a:pathLst>
                <a:path extrusionOk="0" h="9499" w="2413">
                  <a:moveTo>
                    <a:pt x="2337" y="38"/>
                  </a:moveTo>
                  <a:cubicBezTo>
                    <a:pt x="1650" y="1800"/>
                    <a:pt x="925" y="3125"/>
                    <a:pt x="738" y="5050"/>
                  </a:cubicBezTo>
                  <a:cubicBezTo>
                    <a:pt x="575" y="6762"/>
                    <a:pt x="975" y="8011"/>
                    <a:pt x="1925" y="9436"/>
                  </a:cubicBezTo>
                  <a:cubicBezTo>
                    <a:pt x="1975" y="9498"/>
                    <a:pt x="2075" y="9436"/>
                    <a:pt x="2037" y="9373"/>
                  </a:cubicBezTo>
                  <a:cubicBezTo>
                    <a:pt x="0" y="6049"/>
                    <a:pt x="1137" y="3375"/>
                    <a:pt x="2400" y="51"/>
                  </a:cubicBezTo>
                  <a:cubicBezTo>
                    <a:pt x="2412" y="13"/>
                    <a:pt x="2350" y="1"/>
                    <a:pt x="2337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8" name="Google Shape;5588;p110"/>
            <p:cNvSpPr/>
            <p:nvPr/>
          </p:nvSpPr>
          <p:spPr>
            <a:xfrm>
              <a:off x="6844200" y="2899500"/>
              <a:ext cx="49375" cy="31575"/>
            </a:xfrm>
            <a:custGeom>
              <a:rect b="b" l="l" r="r" t="t"/>
              <a:pathLst>
                <a:path extrusionOk="0" h="1263" w="1975">
                  <a:moveTo>
                    <a:pt x="1912" y="25"/>
                  </a:moveTo>
                  <a:cubicBezTo>
                    <a:pt x="1825" y="450"/>
                    <a:pt x="1612" y="838"/>
                    <a:pt x="1212" y="1025"/>
                  </a:cubicBezTo>
                  <a:cubicBezTo>
                    <a:pt x="712" y="1237"/>
                    <a:pt x="125" y="975"/>
                    <a:pt x="113" y="400"/>
                  </a:cubicBezTo>
                  <a:cubicBezTo>
                    <a:pt x="113" y="325"/>
                    <a:pt x="0" y="325"/>
                    <a:pt x="0" y="400"/>
                  </a:cubicBezTo>
                  <a:cubicBezTo>
                    <a:pt x="0" y="888"/>
                    <a:pt x="438" y="1262"/>
                    <a:pt x="925" y="1212"/>
                  </a:cubicBezTo>
                  <a:cubicBezTo>
                    <a:pt x="1525" y="1150"/>
                    <a:pt x="1875" y="613"/>
                    <a:pt x="1975" y="50"/>
                  </a:cubicBezTo>
                  <a:cubicBezTo>
                    <a:pt x="1975" y="13"/>
                    <a:pt x="1912" y="0"/>
                    <a:pt x="1912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9" name="Google Shape;5589;p110"/>
            <p:cNvSpPr/>
            <p:nvPr/>
          </p:nvSpPr>
          <p:spPr>
            <a:xfrm>
              <a:off x="6887300" y="3113825"/>
              <a:ext cx="31575" cy="62500"/>
            </a:xfrm>
            <a:custGeom>
              <a:rect b="b" l="l" r="r" t="t"/>
              <a:pathLst>
                <a:path extrusionOk="0" h="2500" w="1263">
                  <a:moveTo>
                    <a:pt x="626" y="2449"/>
                  </a:moveTo>
                  <a:cubicBezTo>
                    <a:pt x="626" y="2149"/>
                    <a:pt x="563" y="1850"/>
                    <a:pt x="426" y="1575"/>
                  </a:cubicBezTo>
                  <a:cubicBezTo>
                    <a:pt x="126" y="875"/>
                    <a:pt x="426" y="200"/>
                    <a:pt x="1225" y="88"/>
                  </a:cubicBezTo>
                  <a:cubicBezTo>
                    <a:pt x="1263" y="88"/>
                    <a:pt x="1250" y="13"/>
                    <a:pt x="1213" y="13"/>
                  </a:cubicBezTo>
                  <a:cubicBezTo>
                    <a:pt x="776" y="0"/>
                    <a:pt x="376" y="275"/>
                    <a:pt x="226" y="687"/>
                  </a:cubicBezTo>
                  <a:cubicBezTo>
                    <a:pt x="1" y="1325"/>
                    <a:pt x="563" y="1825"/>
                    <a:pt x="538" y="2449"/>
                  </a:cubicBezTo>
                  <a:cubicBezTo>
                    <a:pt x="538" y="2499"/>
                    <a:pt x="613" y="2499"/>
                    <a:pt x="626" y="244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0" name="Google Shape;5590;p110"/>
            <p:cNvSpPr/>
            <p:nvPr/>
          </p:nvSpPr>
          <p:spPr>
            <a:xfrm>
              <a:off x="6912925" y="3112575"/>
              <a:ext cx="21575" cy="30625"/>
            </a:xfrm>
            <a:custGeom>
              <a:rect b="b" l="l" r="r" t="t"/>
              <a:pathLst>
                <a:path extrusionOk="0" h="1225" w="863">
                  <a:moveTo>
                    <a:pt x="63" y="175"/>
                  </a:moveTo>
                  <a:cubicBezTo>
                    <a:pt x="588" y="0"/>
                    <a:pt x="825" y="837"/>
                    <a:pt x="575" y="1162"/>
                  </a:cubicBezTo>
                  <a:cubicBezTo>
                    <a:pt x="550" y="1200"/>
                    <a:pt x="588" y="1225"/>
                    <a:pt x="613" y="1212"/>
                  </a:cubicBezTo>
                  <a:cubicBezTo>
                    <a:pt x="863" y="1062"/>
                    <a:pt x="788" y="675"/>
                    <a:pt x="700" y="437"/>
                  </a:cubicBezTo>
                  <a:cubicBezTo>
                    <a:pt x="588" y="163"/>
                    <a:pt x="338" y="0"/>
                    <a:pt x="38" y="113"/>
                  </a:cubicBezTo>
                  <a:cubicBezTo>
                    <a:pt x="0" y="125"/>
                    <a:pt x="13" y="200"/>
                    <a:pt x="63" y="1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1" name="Google Shape;5591;p110"/>
            <p:cNvSpPr/>
            <p:nvPr/>
          </p:nvSpPr>
          <p:spPr>
            <a:xfrm>
              <a:off x="6775450" y="2872625"/>
              <a:ext cx="56575" cy="81250"/>
            </a:xfrm>
            <a:custGeom>
              <a:rect b="b" l="l" r="r" t="t"/>
              <a:pathLst>
                <a:path extrusionOk="0" h="3250" w="2263">
                  <a:moveTo>
                    <a:pt x="2213" y="3162"/>
                  </a:moveTo>
                  <a:cubicBezTo>
                    <a:pt x="1263" y="2350"/>
                    <a:pt x="201" y="1463"/>
                    <a:pt x="388" y="76"/>
                  </a:cubicBezTo>
                  <a:cubicBezTo>
                    <a:pt x="388" y="26"/>
                    <a:pt x="301" y="1"/>
                    <a:pt x="288" y="51"/>
                  </a:cubicBezTo>
                  <a:cubicBezTo>
                    <a:pt x="1" y="1450"/>
                    <a:pt x="1213" y="2425"/>
                    <a:pt x="2163" y="3212"/>
                  </a:cubicBezTo>
                  <a:cubicBezTo>
                    <a:pt x="2200" y="3250"/>
                    <a:pt x="2263" y="3187"/>
                    <a:pt x="2213" y="3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2" name="Google Shape;5592;p110"/>
            <p:cNvSpPr/>
            <p:nvPr/>
          </p:nvSpPr>
          <p:spPr>
            <a:xfrm>
              <a:off x="6867625" y="3101950"/>
              <a:ext cx="15325" cy="30950"/>
            </a:xfrm>
            <a:custGeom>
              <a:rect b="b" l="l" r="r" t="t"/>
              <a:pathLst>
                <a:path extrusionOk="0" h="1238" w="613">
                  <a:moveTo>
                    <a:pt x="588" y="1175"/>
                  </a:moveTo>
                  <a:cubicBezTo>
                    <a:pt x="613" y="950"/>
                    <a:pt x="563" y="725"/>
                    <a:pt x="450" y="525"/>
                  </a:cubicBezTo>
                  <a:cubicBezTo>
                    <a:pt x="375" y="325"/>
                    <a:pt x="250" y="150"/>
                    <a:pt x="88" y="25"/>
                  </a:cubicBezTo>
                  <a:cubicBezTo>
                    <a:pt x="50" y="0"/>
                    <a:pt x="0" y="63"/>
                    <a:pt x="38" y="100"/>
                  </a:cubicBezTo>
                  <a:cubicBezTo>
                    <a:pt x="313" y="388"/>
                    <a:pt x="488" y="775"/>
                    <a:pt x="500" y="1175"/>
                  </a:cubicBezTo>
                  <a:cubicBezTo>
                    <a:pt x="500" y="1237"/>
                    <a:pt x="588" y="1237"/>
                    <a:pt x="600" y="11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3" name="Google Shape;5593;p110"/>
            <p:cNvSpPr/>
            <p:nvPr/>
          </p:nvSpPr>
          <p:spPr>
            <a:xfrm>
              <a:off x="6861375" y="3101625"/>
              <a:ext cx="21900" cy="34075"/>
            </a:xfrm>
            <a:custGeom>
              <a:rect b="b" l="l" r="r" t="t"/>
              <a:pathLst>
                <a:path extrusionOk="0" h="1363" w="876">
                  <a:moveTo>
                    <a:pt x="238" y="51"/>
                  </a:moveTo>
                  <a:cubicBezTo>
                    <a:pt x="0" y="538"/>
                    <a:pt x="300" y="1150"/>
                    <a:pt x="775" y="1350"/>
                  </a:cubicBezTo>
                  <a:cubicBezTo>
                    <a:pt x="838" y="1363"/>
                    <a:pt x="875" y="1275"/>
                    <a:pt x="825" y="1250"/>
                  </a:cubicBezTo>
                  <a:cubicBezTo>
                    <a:pt x="413" y="1050"/>
                    <a:pt x="113" y="551"/>
                    <a:pt x="325" y="101"/>
                  </a:cubicBezTo>
                  <a:cubicBezTo>
                    <a:pt x="350" y="51"/>
                    <a:pt x="275" y="1"/>
                    <a:pt x="238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4" name="Google Shape;5594;p110"/>
            <p:cNvSpPr/>
            <p:nvPr/>
          </p:nvSpPr>
          <p:spPr>
            <a:xfrm>
              <a:off x="6864175" y="3338125"/>
              <a:ext cx="59700" cy="132175"/>
            </a:xfrm>
            <a:custGeom>
              <a:rect b="b" l="l" r="r" t="t"/>
              <a:pathLst>
                <a:path extrusionOk="0" h="5287" w="2388">
                  <a:moveTo>
                    <a:pt x="1738" y="63"/>
                  </a:moveTo>
                  <a:cubicBezTo>
                    <a:pt x="2038" y="1600"/>
                    <a:pt x="2350" y="4912"/>
                    <a:pt x="51" y="5212"/>
                  </a:cubicBezTo>
                  <a:cubicBezTo>
                    <a:pt x="1" y="5212"/>
                    <a:pt x="1" y="5287"/>
                    <a:pt x="51" y="5287"/>
                  </a:cubicBezTo>
                  <a:cubicBezTo>
                    <a:pt x="2388" y="5074"/>
                    <a:pt x="2125" y="1638"/>
                    <a:pt x="1813" y="51"/>
                  </a:cubicBezTo>
                  <a:cubicBezTo>
                    <a:pt x="1813" y="1"/>
                    <a:pt x="1738" y="26"/>
                    <a:pt x="1738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5" name="Google Shape;5595;p110"/>
            <p:cNvSpPr/>
            <p:nvPr/>
          </p:nvSpPr>
          <p:spPr>
            <a:xfrm>
              <a:off x="6826700" y="3402175"/>
              <a:ext cx="65000" cy="61250"/>
            </a:xfrm>
            <a:custGeom>
              <a:rect b="b" l="l" r="r" t="t"/>
              <a:pathLst>
                <a:path extrusionOk="0" h="2450" w="2600">
                  <a:moveTo>
                    <a:pt x="2537" y="1475"/>
                  </a:moveTo>
                  <a:cubicBezTo>
                    <a:pt x="2212" y="2100"/>
                    <a:pt x="1437" y="2362"/>
                    <a:pt x="838" y="1938"/>
                  </a:cubicBezTo>
                  <a:cubicBezTo>
                    <a:pt x="300" y="1563"/>
                    <a:pt x="138" y="588"/>
                    <a:pt x="650" y="125"/>
                  </a:cubicBezTo>
                  <a:cubicBezTo>
                    <a:pt x="700" y="76"/>
                    <a:pt x="638" y="1"/>
                    <a:pt x="575" y="51"/>
                  </a:cubicBezTo>
                  <a:cubicBezTo>
                    <a:pt x="0" y="538"/>
                    <a:pt x="200" y="1613"/>
                    <a:pt x="788" y="2012"/>
                  </a:cubicBezTo>
                  <a:cubicBezTo>
                    <a:pt x="1412" y="2450"/>
                    <a:pt x="2275" y="2200"/>
                    <a:pt x="2587" y="1500"/>
                  </a:cubicBezTo>
                  <a:cubicBezTo>
                    <a:pt x="2600" y="1475"/>
                    <a:pt x="2550" y="1438"/>
                    <a:pt x="2537" y="1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6" name="Google Shape;5596;p110"/>
            <p:cNvSpPr/>
            <p:nvPr/>
          </p:nvSpPr>
          <p:spPr>
            <a:xfrm>
              <a:off x="6837325" y="3392175"/>
              <a:ext cx="46575" cy="35950"/>
            </a:xfrm>
            <a:custGeom>
              <a:rect b="b" l="l" r="r" t="t"/>
              <a:pathLst>
                <a:path extrusionOk="0" h="1438" w="1863">
                  <a:moveTo>
                    <a:pt x="75" y="738"/>
                  </a:moveTo>
                  <a:cubicBezTo>
                    <a:pt x="263" y="326"/>
                    <a:pt x="738" y="138"/>
                    <a:pt x="1150" y="301"/>
                  </a:cubicBezTo>
                  <a:cubicBezTo>
                    <a:pt x="1587" y="488"/>
                    <a:pt x="1712" y="938"/>
                    <a:pt x="1575" y="1363"/>
                  </a:cubicBezTo>
                  <a:cubicBezTo>
                    <a:pt x="1562" y="1413"/>
                    <a:pt x="1637" y="1438"/>
                    <a:pt x="1662" y="1400"/>
                  </a:cubicBezTo>
                  <a:cubicBezTo>
                    <a:pt x="1862" y="938"/>
                    <a:pt x="1650" y="401"/>
                    <a:pt x="1200" y="201"/>
                  </a:cubicBezTo>
                  <a:cubicBezTo>
                    <a:pt x="738" y="1"/>
                    <a:pt x="200" y="226"/>
                    <a:pt x="13" y="700"/>
                  </a:cubicBezTo>
                  <a:cubicBezTo>
                    <a:pt x="0" y="738"/>
                    <a:pt x="50" y="775"/>
                    <a:pt x="75" y="7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7" name="Google Shape;5597;p110"/>
            <p:cNvSpPr/>
            <p:nvPr/>
          </p:nvSpPr>
          <p:spPr>
            <a:xfrm>
              <a:off x="6849500" y="3422475"/>
              <a:ext cx="30950" cy="17525"/>
            </a:xfrm>
            <a:custGeom>
              <a:rect b="b" l="l" r="r" t="t"/>
              <a:pathLst>
                <a:path extrusionOk="0" h="701" w="1238">
                  <a:moveTo>
                    <a:pt x="1125" y="51"/>
                  </a:moveTo>
                  <a:cubicBezTo>
                    <a:pt x="1163" y="638"/>
                    <a:pt x="13" y="701"/>
                    <a:pt x="201" y="88"/>
                  </a:cubicBezTo>
                  <a:cubicBezTo>
                    <a:pt x="226" y="26"/>
                    <a:pt x="138" y="13"/>
                    <a:pt x="113" y="63"/>
                  </a:cubicBezTo>
                  <a:cubicBezTo>
                    <a:pt x="1" y="351"/>
                    <a:pt x="263" y="626"/>
                    <a:pt x="550" y="626"/>
                  </a:cubicBezTo>
                  <a:cubicBezTo>
                    <a:pt x="838" y="626"/>
                    <a:pt x="1238" y="388"/>
                    <a:pt x="1200" y="51"/>
                  </a:cubicBezTo>
                  <a:cubicBezTo>
                    <a:pt x="1200" y="1"/>
                    <a:pt x="1125" y="1"/>
                    <a:pt x="1125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8" name="Google Shape;5598;p110"/>
            <p:cNvSpPr/>
            <p:nvPr/>
          </p:nvSpPr>
          <p:spPr>
            <a:xfrm>
              <a:off x="6819200" y="3138500"/>
              <a:ext cx="71575" cy="55325"/>
            </a:xfrm>
            <a:custGeom>
              <a:rect b="b" l="l" r="r" t="t"/>
              <a:pathLst>
                <a:path extrusionOk="0" h="2213" w="2863">
                  <a:moveTo>
                    <a:pt x="2812" y="388"/>
                  </a:moveTo>
                  <a:cubicBezTo>
                    <a:pt x="1538" y="0"/>
                    <a:pt x="100" y="788"/>
                    <a:pt x="0" y="2175"/>
                  </a:cubicBezTo>
                  <a:cubicBezTo>
                    <a:pt x="0" y="2212"/>
                    <a:pt x="50" y="2212"/>
                    <a:pt x="50" y="2187"/>
                  </a:cubicBezTo>
                  <a:cubicBezTo>
                    <a:pt x="375" y="925"/>
                    <a:pt x="1463" y="113"/>
                    <a:pt x="2787" y="463"/>
                  </a:cubicBezTo>
                  <a:cubicBezTo>
                    <a:pt x="2837" y="475"/>
                    <a:pt x="2862" y="400"/>
                    <a:pt x="2800" y="3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9" name="Google Shape;5599;p110"/>
            <p:cNvSpPr/>
            <p:nvPr/>
          </p:nvSpPr>
          <p:spPr>
            <a:xfrm>
              <a:off x="6798275" y="2819200"/>
              <a:ext cx="15325" cy="20025"/>
            </a:xfrm>
            <a:custGeom>
              <a:rect b="b" l="l" r="r" t="t"/>
              <a:pathLst>
                <a:path extrusionOk="0" h="801" w="613">
                  <a:moveTo>
                    <a:pt x="550" y="688"/>
                  </a:moveTo>
                  <a:cubicBezTo>
                    <a:pt x="325" y="538"/>
                    <a:pt x="163" y="313"/>
                    <a:pt x="100" y="51"/>
                  </a:cubicBezTo>
                  <a:cubicBezTo>
                    <a:pt x="88" y="1"/>
                    <a:pt x="0" y="1"/>
                    <a:pt x="0" y="63"/>
                  </a:cubicBezTo>
                  <a:cubicBezTo>
                    <a:pt x="50" y="363"/>
                    <a:pt x="238" y="625"/>
                    <a:pt x="513" y="775"/>
                  </a:cubicBezTo>
                  <a:cubicBezTo>
                    <a:pt x="562" y="800"/>
                    <a:pt x="612" y="713"/>
                    <a:pt x="550" y="6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0" name="Google Shape;5600;p110"/>
            <p:cNvSpPr/>
            <p:nvPr/>
          </p:nvSpPr>
          <p:spPr>
            <a:xfrm>
              <a:off x="6794825" y="2818575"/>
              <a:ext cx="5975" cy="16900"/>
            </a:xfrm>
            <a:custGeom>
              <a:rect b="b" l="l" r="r" t="t"/>
              <a:pathLst>
                <a:path extrusionOk="0" h="676" w="239">
                  <a:moveTo>
                    <a:pt x="101" y="76"/>
                  </a:moveTo>
                  <a:cubicBezTo>
                    <a:pt x="26" y="238"/>
                    <a:pt x="1" y="426"/>
                    <a:pt x="26" y="613"/>
                  </a:cubicBezTo>
                  <a:cubicBezTo>
                    <a:pt x="38" y="675"/>
                    <a:pt x="138" y="663"/>
                    <a:pt x="138" y="601"/>
                  </a:cubicBezTo>
                  <a:cubicBezTo>
                    <a:pt x="138" y="426"/>
                    <a:pt x="163" y="263"/>
                    <a:pt x="213" y="101"/>
                  </a:cubicBezTo>
                  <a:cubicBezTo>
                    <a:pt x="238" y="26"/>
                    <a:pt x="126" y="1"/>
                    <a:pt x="101" y="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1" name="Google Shape;5601;p110"/>
            <p:cNvSpPr/>
            <p:nvPr/>
          </p:nvSpPr>
          <p:spPr>
            <a:xfrm>
              <a:off x="6810775" y="2837625"/>
              <a:ext cx="7500" cy="9400"/>
            </a:xfrm>
            <a:custGeom>
              <a:rect b="b" l="l" r="r" t="t"/>
              <a:pathLst>
                <a:path extrusionOk="0" h="376" w="300">
                  <a:moveTo>
                    <a:pt x="75" y="101"/>
                  </a:moveTo>
                  <a:cubicBezTo>
                    <a:pt x="112" y="163"/>
                    <a:pt x="87" y="226"/>
                    <a:pt x="38" y="263"/>
                  </a:cubicBezTo>
                  <a:cubicBezTo>
                    <a:pt x="0" y="301"/>
                    <a:pt x="38" y="376"/>
                    <a:pt x="87" y="351"/>
                  </a:cubicBezTo>
                  <a:cubicBezTo>
                    <a:pt x="237" y="288"/>
                    <a:pt x="300" y="113"/>
                    <a:pt x="137" y="26"/>
                  </a:cubicBezTo>
                  <a:cubicBezTo>
                    <a:pt x="87" y="1"/>
                    <a:pt x="38" y="63"/>
                    <a:pt x="75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2" name="Google Shape;5602;p110"/>
            <p:cNvSpPr/>
            <p:nvPr/>
          </p:nvSpPr>
          <p:spPr>
            <a:xfrm>
              <a:off x="6797325" y="2844825"/>
              <a:ext cx="15650" cy="20325"/>
            </a:xfrm>
            <a:custGeom>
              <a:rect b="b" l="l" r="r" t="t"/>
              <a:pathLst>
                <a:path extrusionOk="0" h="813" w="626">
                  <a:moveTo>
                    <a:pt x="526" y="25"/>
                  </a:moveTo>
                  <a:cubicBezTo>
                    <a:pt x="288" y="188"/>
                    <a:pt x="1" y="450"/>
                    <a:pt x="63" y="763"/>
                  </a:cubicBezTo>
                  <a:cubicBezTo>
                    <a:pt x="76" y="813"/>
                    <a:pt x="138" y="813"/>
                    <a:pt x="151" y="763"/>
                  </a:cubicBezTo>
                  <a:cubicBezTo>
                    <a:pt x="201" y="500"/>
                    <a:pt x="363" y="263"/>
                    <a:pt x="588" y="100"/>
                  </a:cubicBezTo>
                  <a:cubicBezTo>
                    <a:pt x="625" y="63"/>
                    <a:pt x="576" y="0"/>
                    <a:pt x="526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3" name="Google Shape;5603;p110"/>
            <p:cNvSpPr/>
            <p:nvPr/>
          </p:nvSpPr>
          <p:spPr>
            <a:xfrm>
              <a:off x="6792950" y="2840450"/>
              <a:ext cx="10025" cy="24075"/>
            </a:xfrm>
            <a:custGeom>
              <a:rect b="b" l="l" r="r" t="t"/>
              <a:pathLst>
                <a:path extrusionOk="0" h="963" w="401">
                  <a:moveTo>
                    <a:pt x="288" y="850"/>
                  </a:moveTo>
                  <a:cubicBezTo>
                    <a:pt x="113" y="613"/>
                    <a:pt x="188" y="350"/>
                    <a:pt x="351" y="138"/>
                  </a:cubicBezTo>
                  <a:cubicBezTo>
                    <a:pt x="401" y="75"/>
                    <a:pt x="326" y="0"/>
                    <a:pt x="276" y="50"/>
                  </a:cubicBezTo>
                  <a:cubicBezTo>
                    <a:pt x="26" y="275"/>
                    <a:pt x="1" y="663"/>
                    <a:pt x="201" y="925"/>
                  </a:cubicBezTo>
                  <a:cubicBezTo>
                    <a:pt x="238" y="963"/>
                    <a:pt x="326" y="900"/>
                    <a:pt x="288" y="8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4" name="Google Shape;5604;p110"/>
            <p:cNvSpPr/>
            <p:nvPr/>
          </p:nvSpPr>
          <p:spPr>
            <a:xfrm>
              <a:off x="6795150" y="2829825"/>
              <a:ext cx="8150" cy="14075"/>
            </a:xfrm>
            <a:custGeom>
              <a:rect b="b" l="l" r="r" t="t"/>
              <a:pathLst>
                <a:path extrusionOk="0" h="563" w="326">
                  <a:moveTo>
                    <a:pt x="263" y="425"/>
                  </a:moveTo>
                  <a:cubicBezTo>
                    <a:pt x="175" y="325"/>
                    <a:pt x="125" y="200"/>
                    <a:pt x="113" y="63"/>
                  </a:cubicBezTo>
                  <a:cubicBezTo>
                    <a:pt x="100" y="1"/>
                    <a:pt x="13" y="26"/>
                    <a:pt x="13" y="76"/>
                  </a:cubicBezTo>
                  <a:cubicBezTo>
                    <a:pt x="0" y="238"/>
                    <a:pt x="63" y="400"/>
                    <a:pt x="188" y="500"/>
                  </a:cubicBezTo>
                  <a:cubicBezTo>
                    <a:pt x="238" y="563"/>
                    <a:pt x="325" y="475"/>
                    <a:pt x="263" y="4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5" name="Google Shape;5605;p110"/>
            <p:cNvSpPr/>
            <p:nvPr/>
          </p:nvSpPr>
          <p:spPr>
            <a:xfrm>
              <a:off x="6781075" y="2835125"/>
              <a:ext cx="12525" cy="14400"/>
            </a:xfrm>
            <a:custGeom>
              <a:rect b="b" l="l" r="r" t="t"/>
              <a:pathLst>
                <a:path extrusionOk="0" h="576" w="501">
                  <a:moveTo>
                    <a:pt x="476" y="288"/>
                  </a:moveTo>
                  <a:cubicBezTo>
                    <a:pt x="463" y="163"/>
                    <a:pt x="426" y="38"/>
                    <a:pt x="288" y="13"/>
                  </a:cubicBezTo>
                  <a:cubicBezTo>
                    <a:pt x="163" y="1"/>
                    <a:pt x="63" y="88"/>
                    <a:pt x="63" y="213"/>
                  </a:cubicBezTo>
                  <a:cubicBezTo>
                    <a:pt x="1" y="501"/>
                    <a:pt x="463" y="576"/>
                    <a:pt x="488" y="263"/>
                  </a:cubicBezTo>
                  <a:cubicBezTo>
                    <a:pt x="501" y="188"/>
                    <a:pt x="376" y="176"/>
                    <a:pt x="363" y="251"/>
                  </a:cubicBezTo>
                  <a:cubicBezTo>
                    <a:pt x="363" y="263"/>
                    <a:pt x="363" y="276"/>
                    <a:pt x="351" y="288"/>
                  </a:cubicBezTo>
                  <a:cubicBezTo>
                    <a:pt x="351" y="376"/>
                    <a:pt x="488" y="376"/>
                    <a:pt x="476" y="2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6" name="Google Shape;5606;p110"/>
            <p:cNvSpPr/>
            <p:nvPr/>
          </p:nvSpPr>
          <p:spPr>
            <a:xfrm>
              <a:off x="695500" y="2835450"/>
              <a:ext cx="104675" cy="111250"/>
            </a:xfrm>
            <a:custGeom>
              <a:rect b="b" l="l" r="r" t="t"/>
              <a:pathLst>
                <a:path extrusionOk="0" h="4450" w="4187">
                  <a:moveTo>
                    <a:pt x="288" y="2650"/>
                  </a:moveTo>
                  <a:cubicBezTo>
                    <a:pt x="100" y="1075"/>
                    <a:pt x="1912" y="0"/>
                    <a:pt x="3124" y="1125"/>
                  </a:cubicBezTo>
                  <a:cubicBezTo>
                    <a:pt x="4062" y="2000"/>
                    <a:pt x="3624" y="3475"/>
                    <a:pt x="2974" y="4374"/>
                  </a:cubicBezTo>
                  <a:cubicBezTo>
                    <a:pt x="2949" y="4412"/>
                    <a:pt x="2999" y="4449"/>
                    <a:pt x="3037" y="4424"/>
                  </a:cubicBezTo>
                  <a:cubicBezTo>
                    <a:pt x="3974" y="3412"/>
                    <a:pt x="4187" y="1475"/>
                    <a:pt x="2799" y="738"/>
                  </a:cubicBezTo>
                  <a:cubicBezTo>
                    <a:pt x="1450" y="25"/>
                    <a:pt x="0" y="1213"/>
                    <a:pt x="188" y="2650"/>
                  </a:cubicBezTo>
                  <a:cubicBezTo>
                    <a:pt x="188" y="2712"/>
                    <a:pt x="300" y="2725"/>
                    <a:pt x="288" y="2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7" name="Google Shape;5607;p110"/>
            <p:cNvSpPr/>
            <p:nvPr/>
          </p:nvSpPr>
          <p:spPr>
            <a:xfrm>
              <a:off x="628000" y="2941675"/>
              <a:ext cx="146875" cy="263700"/>
            </a:xfrm>
            <a:custGeom>
              <a:rect b="b" l="l" r="r" t="t"/>
              <a:pathLst>
                <a:path extrusionOk="0" h="10548" w="5875">
                  <a:moveTo>
                    <a:pt x="5812" y="25"/>
                  </a:moveTo>
                  <a:cubicBezTo>
                    <a:pt x="3937" y="1350"/>
                    <a:pt x="1513" y="2550"/>
                    <a:pt x="738" y="4862"/>
                  </a:cubicBezTo>
                  <a:cubicBezTo>
                    <a:pt x="151" y="6599"/>
                    <a:pt x="1" y="9073"/>
                    <a:pt x="1263" y="10523"/>
                  </a:cubicBezTo>
                  <a:cubicBezTo>
                    <a:pt x="1288" y="10548"/>
                    <a:pt x="1338" y="10510"/>
                    <a:pt x="1313" y="10485"/>
                  </a:cubicBezTo>
                  <a:cubicBezTo>
                    <a:pt x="113" y="8848"/>
                    <a:pt x="288" y="6086"/>
                    <a:pt x="1138" y="4324"/>
                  </a:cubicBezTo>
                  <a:cubicBezTo>
                    <a:pt x="2063" y="2412"/>
                    <a:pt x="4175" y="1300"/>
                    <a:pt x="5837" y="100"/>
                  </a:cubicBezTo>
                  <a:cubicBezTo>
                    <a:pt x="5874" y="63"/>
                    <a:pt x="5837" y="0"/>
                    <a:pt x="5799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8" name="Google Shape;5608;p110"/>
            <p:cNvSpPr/>
            <p:nvPr/>
          </p:nvSpPr>
          <p:spPr>
            <a:xfrm>
              <a:off x="668000" y="3137875"/>
              <a:ext cx="85000" cy="100300"/>
            </a:xfrm>
            <a:custGeom>
              <a:rect b="b" l="l" r="r" t="t"/>
              <a:pathLst>
                <a:path extrusionOk="0" h="4012" w="3400">
                  <a:moveTo>
                    <a:pt x="38" y="2925"/>
                  </a:moveTo>
                  <a:cubicBezTo>
                    <a:pt x="900" y="3424"/>
                    <a:pt x="2075" y="3624"/>
                    <a:pt x="2812" y="2787"/>
                  </a:cubicBezTo>
                  <a:cubicBezTo>
                    <a:pt x="3237" y="2312"/>
                    <a:pt x="3400" y="1175"/>
                    <a:pt x="2975" y="625"/>
                  </a:cubicBezTo>
                  <a:cubicBezTo>
                    <a:pt x="2500" y="0"/>
                    <a:pt x="1350" y="88"/>
                    <a:pt x="1025" y="825"/>
                  </a:cubicBezTo>
                  <a:cubicBezTo>
                    <a:pt x="813" y="1262"/>
                    <a:pt x="838" y="1775"/>
                    <a:pt x="1088" y="2200"/>
                  </a:cubicBezTo>
                  <a:cubicBezTo>
                    <a:pt x="1450" y="2837"/>
                    <a:pt x="2425" y="3237"/>
                    <a:pt x="2537" y="3987"/>
                  </a:cubicBezTo>
                  <a:cubicBezTo>
                    <a:pt x="2537" y="4012"/>
                    <a:pt x="2575" y="4012"/>
                    <a:pt x="2575" y="3987"/>
                  </a:cubicBezTo>
                  <a:cubicBezTo>
                    <a:pt x="2562" y="3574"/>
                    <a:pt x="2287" y="3337"/>
                    <a:pt x="2000" y="3062"/>
                  </a:cubicBezTo>
                  <a:cubicBezTo>
                    <a:pt x="1713" y="2787"/>
                    <a:pt x="1350" y="2500"/>
                    <a:pt x="1188" y="2150"/>
                  </a:cubicBezTo>
                  <a:cubicBezTo>
                    <a:pt x="825" y="1287"/>
                    <a:pt x="1075" y="288"/>
                    <a:pt x="2200" y="425"/>
                  </a:cubicBezTo>
                  <a:cubicBezTo>
                    <a:pt x="2550" y="350"/>
                    <a:pt x="2762" y="488"/>
                    <a:pt x="2837" y="838"/>
                  </a:cubicBezTo>
                  <a:cubicBezTo>
                    <a:pt x="2975" y="913"/>
                    <a:pt x="3050" y="1063"/>
                    <a:pt x="3050" y="1212"/>
                  </a:cubicBezTo>
                  <a:cubicBezTo>
                    <a:pt x="3062" y="1275"/>
                    <a:pt x="3062" y="1337"/>
                    <a:pt x="3050" y="1400"/>
                  </a:cubicBezTo>
                  <a:cubicBezTo>
                    <a:pt x="3087" y="1650"/>
                    <a:pt x="3075" y="1912"/>
                    <a:pt x="3025" y="2162"/>
                  </a:cubicBezTo>
                  <a:cubicBezTo>
                    <a:pt x="2687" y="3524"/>
                    <a:pt x="1025" y="3399"/>
                    <a:pt x="75" y="2862"/>
                  </a:cubicBezTo>
                  <a:cubicBezTo>
                    <a:pt x="38" y="2837"/>
                    <a:pt x="0" y="2900"/>
                    <a:pt x="38" y="29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9" name="Google Shape;5609;p110"/>
            <p:cNvSpPr/>
            <p:nvPr/>
          </p:nvSpPr>
          <p:spPr>
            <a:xfrm>
              <a:off x="722350" y="3245025"/>
              <a:ext cx="13775" cy="55325"/>
            </a:xfrm>
            <a:custGeom>
              <a:rect b="b" l="l" r="r" t="t"/>
              <a:pathLst>
                <a:path extrusionOk="0" h="2213" w="551">
                  <a:moveTo>
                    <a:pt x="401" y="51"/>
                  </a:moveTo>
                  <a:cubicBezTo>
                    <a:pt x="476" y="825"/>
                    <a:pt x="238" y="1438"/>
                    <a:pt x="13" y="2163"/>
                  </a:cubicBezTo>
                  <a:cubicBezTo>
                    <a:pt x="1" y="2200"/>
                    <a:pt x="51" y="2213"/>
                    <a:pt x="76" y="2188"/>
                  </a:cubicBezTo>
                  <a:cubicBezTo>
                    <a:pt x="488" y="1588"/>
                    <a:pt x="551" y="738"/>
                    <a:pt x="476" y="51"/>
                  </a:cubicBezTo>
                  <a:cubicBezTo>
                    <a:pt x="476" y="1"/>
                    <a:pt x="388" y="1"/>
                    <a:pt x="401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0" name="Google Shape;5610;p110"/>
            <p:cNvSpPr/>
            <p:nvPr/>
          </p:nvSpPr>
          <p:spPr>
            <a:xfrm>
              <a:off x="692050" y="2972300"/>
              <a:ext cx="96575" cy="82175"/>
            </a:xfrm>
            <a:custGeom>
              <a:rect b="b" l="l" r="r" t="t"/>
              <a:pathLst>
                <a:path extrusionOk="0" h="3287" w="3863">
                  <a:moveTo>
                    <a:pt x="63" y="1100"/>
                  </a:moveTo>
                  <a:cubicBezTo>
                    <a:pt x="738" y="575"/>
                    <a:pt x="1563" y="113"/>
                    <a:pt x="2450" y="350"/>
                  </a:cubicBezTo>
                  <a:cubicBezTo>
                    <a:pt x="2900" y="487"/>
                    <a:pt x="3287" y="812"/>
                    <a:pt x="3500" y="1250"/>
                  </a:cubicBezTo>
                  <a:cubicBezTo>
                    <a:pt x="3650" y="1525"/>
                    <a:pt x="3737" y="1837"/>
                    <a:pt x="3737" y="2149"/>
                  </a:cubicBezTo>
                  <a:cubicBezTo>
                    <a:pt x="3725" y="2887"/>
                    <a:pt x="3300" y="3037"/>
                    <a:pt x="2463" y="2612"/>
                  </a:cubicBezTo>
                  <a:cubicBezTo>
                    <a:pt x="2500" y="2574"/>
                    <a:pt x="2463" y="2512"/>
                    <a:pt x="2425" y="2537"/>
                  </a:cubicBezTo>
                  <a:cubicBezTo>
                    <a:pt x="2050" y="2824"/>
                    <a:pt x="2463" y="3162"/>
                    <a:pt x="2812" y="3212"/>
                  </a:cubicBezTo>
                  <a:cubicBezTo>
                    <a:pt x="3475" y="3287"/>
                    <a:pt x="3862" y="2612"/>
                    <a:pt x="3837" y="2037"/>
                  </a:cubicBezTo>
                  <a:cubicBezTo>
                    <a:pt x="3812" y="1237"/>
                    <a:pt x="3250" y="450"/>
                    <a:pt x="2475" y="250"/>
                  </a:cubicBezTo>
                  <a:cubicBezTo>
                    <a:pt x="1550" y="0"/>
                    <a:pt x="701" y="475"/>
                    <a:pt x="26" y="1050"/>
                  </a:cubicBezTo>
                  <a:cubicBezTo>
                    <a:pt x="1" y="1075"/>
                    <a:pt x="38" y="1112"/>
                    <a:pt x="63" y="1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1" name="Google Shape;5611;p110"/>
            <p:cNvSpPr/>
            <p:nvPr/>
          </p:nvSpPr>
          <p:spPr>
            <a:xfrm>
              <a:off x="720175" y="2958850"/>
              <a:ext cx="110625" cy="22825"/>
            </a:xfrm>
            <a:custGeom>
              <a:rect b="b" l="l" r="r" t="t"/>
              <a:pathLst>
                <a:path extrusionOk="0" h="913" w="4425">
                  <a:moveTo>
                    <a:pt x="100" y="875"/>
                  </a:moveTo>
                  <a:cubicBezTo>
                    <a:pt x="1100" y="38"/>
                    <a:pt x="3250" y="1"/>
                    <a:pt x="4362" y="588"/>
                  </a:cubicBezTo>
                  <a:cubicBezTo>
                    <a:pt x="4399" y="601"/>
                    <a:pt x="4424" y="551"/>
                    <a:pt x="4399" y="526"/>
                  </a:cubicBezTo>
                  <a:cubicBezTo>
                    <a:pt x="3712" y="1"/>
                    <a:pt x="2725" y="88"/>
                    <a:pt x="1912" y="176"/>
                  </a:cubicBezTo>
                  <a:cubicBezTo>
                    <a:pt x="1250" y="251"/>
                    <a:pt x="563" y="376"/>
                    <a:pt x="38" y="825"/>
                  </a:cubicBezTo>
                  <a:cubicBezTo>
                    <a:pt x="0" y="863"/>
                    <a:pt x="63" y="913"/>
                    <a:pt x="100" y="8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2" name="Google Shape;5612;p110"/>
            <p:cNvSpPr/>
            <p:nvPr/>
          </p:nvSpPr>
          <p:spPr>
            <a:xfrm>
              <a:off x="830150" y="2969475"/>
              <a:ext cx="12200" cy="11900"/>
            </a:xfrm>
            <a:custGeom>
              <a:rect b="b" l="l" r="r" t="t"/>
              <a:pathLst>
                <a:path extrusionOk="0" h="476" w="488">
                  <a:moveTo>
                    <a:pt x="50" y="126"/>
                  </a:moveTo>
                  <a:cubicBezTo>
                    <a:pt x="0" y="213"/>
                    <a:pt x="25" y="325"/>
                    <a:pt x="88" y="388"/>
                  </a:cubicBezTo>
                  <a:cubicBezTo>
                    <a:pt x="163" y="450"/>
                    <a:pt x="250" y="475"/>
                    <a:pt x="338" y="463"/>
                  </a:cubicBezTo>
                  <a:cubicBezTo>
                    <a:pt x="375" y="450"/>
                    <a:pt x="400" y="438"/>
                    <a:pt x="425" y="425"/>
                  </a:cubicBezTo>
                  <a:cubicBezTo>
                    <a:pt x="450" y="388"/>
                    <a:pt x="463" y="350"/>
                    <a:pt x="463" y="313"/>
                  </a:cubicBezTo>
                  <a:cubicBezTo>
                    <a:pt x="488" y="188"/>
                    <a:pt x="425" y="63"/>
                    <a:pt x="300" y="13"/>
                  </a:cubicBezTo>
                  <a:cubicBezTo>
                    <a:pt x="175" y="1"/>
                    <a:pt x="50" y="101"/>
                    <a:pt x="50" y="2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3" name="Google Shape;5613;p110"/>
            <p:cNvSpPr/>
            <p:nvPr/>
          </p:nvSpPr>
          <p:spPr>
            <a:xfrm>
              <a:off x="828275" y="2965425"/>
              <a:ext cx="16275" cy="17825"/>
            </a:xfrm>
            <a:custGeom>
              <a:rect b="b" l="l" r="r" t="t"/>
              <a:pathLst>
                <a:path extrusionOk="0" h="713" w="651">
                  <a:moveTo>
                    <a:pt x="63" y="275"/>
                  </a:moveTo>
                  <a:cubicBezTo>
                    <a:pt x="0" y="438"/>
                    <a:pt x="88" y="625"/>
                    <a:pt x="263" y="675"/>
                  </a:cubicBezTo>
                  <a:cubicBezTo>
                    <a:pt x="425" y="712"/>
                    <a:pt x="575" y="650"/>
                    <a:pt x="588" y="487"/>
                  </a:cubicBezTo>
                  <a:cubicBezTo>
                    <a:pt x="650" y="88"/>
                    <a:pt x="88" y="0"/>
                    <a:pt x="88" y="400"/>
                  </a:cubicBezTo>
                  <a:cubicBezTo>
                    <a:pt x="88" y="438"/>
                    <a:pt x="163" y="450"/>
                    <a:pt x="163" y="413"/>
                  </a:cubicBezTo>
                  <a:cubicBezTo>
                    <a:pt x="488" y="288"/>
                    <a:pt x="563" y="313"/>
                    <a:pt x="388" y="462"/>
                  </a:cubicBezTo>
                  <a:cubicBezTo>
                    <a:pt x="275" y="637"/>
                    <a:pt x="213" y="587"/>
                    <a:pt x="175" y="300"/>
                  </a:cubicBezTo>
                  <a:cubicBezTo>
                    <a:pt x="188" y="238"/>
                    <a:pt x="88" y="200"/>
                    <a:pt x="63" y="2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4" name="Google Shape;5614;p110"/>
            <p:cNvSpPr/>
            <p:nvPr/>
          </p:nvSpPr>
          <p:spPr>
            <a:xfrm>
              <a:off x="662375" y="3207225"/>
              <a:ext cx="3150" cy="2850"/>
            </a:xfrm>
            <a:custGeom>
              <a:rect b="b" l="l" r="r" t="t"/>
              <a:pathLst>
                <a:path extrusionOk="0" h="114" w="126">
                  <a:moveTo>
                    <a:pt x="63" y="101"/>
                  </a:moveTo>
                  <a:lnTo>
                    <a:pt x="88" y="88"/>
                  </a:lnTo>
                  <a:cubicBezTo>
                    <a:pt x="126" y="76"/>
                    <a:pt x="126" y="38"/>
                    <a:pt x="88" y="26"/>
                  </a:cubicBezTo>
                  <a:lnTo>
                    <a:pt x="63" y="13"/>
                  </a:lnTo>
                  <a:cubicBezTo>
                    <a:pt x="1" y="1"/>
                    <a:pt x="1" y="113"/>
                    <a:pt x="63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5" name="Google Shape;5615;p110"/>
            <p:cNvSpPr/>
            <p:nvPr/>
          </p:nvSpPr>
          <p:spPr>
            <a:xfrm>
              <a:off x="705800" y="3297525"/>
              <a:ext cx="17525" cy="42200"/>
            </a:xfrm>
            <a:custGeom>
              <a:rect b="b" l="l" r="r" t="t"/>
              <a:pathLst>
                <a:path extrusionOk="0" h="1688" w="701">
                  <a:moveTo>
                    <a:pt x="613" y="25"/>
                  </a:moveTo>
                  <a:cubicBezTo>
                    <a:pt x="76" y="225"/>
                    <a:pt x="1" y="1175"/>
                    <a:pt x="138" y="1637"/>
                  </a:cubicBezTo>
                  <a:cubicBezTo>
                    <a:pt x="163" y="1687"/>
                    <a:pt x="251" y="1675"/>
                    <a:pt x="238" y="1612"/>
                  </a:cubicBezTo>
                  <a:cubicBezTo>
                    <a:pt x="201" y="1375"/>
                    <a:pt x="188" y="1125"/>
                    <a:pt x="226" y="887"/>
                  </a:cubicBezTo>
                  <a:cubicBezTo>
                    <a:pt x="263" y="650"/>
                    <a:pt x="375" y="225"/>
                    <a:pt x="638" y="125"/>
                  </a:cubicBezTo>
                  <a:cubicBezTo>
                    <a:pt x="700" y="100"/>
                    <a:pt x="675" y="0"/>
                    <a:pt x="600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6" name="Google Shape;5616;p110"/>
            <p:cNvSpPr/>
            <p:nvPr/>
          </p:nvSpPr>
          <p:spPr>
            <a:xfrm>
              <a:off x="708300" y="3297825"/>
              <a:ext cx="19700" cy="42200"/>
            </a:xfrm>
            <a:custGeom>
              <a:rect b="b" l="l" r="r" t="t"/>
              <a:pathLst>
                <a:path extrusionOk="0" h="1688" w="788">
                  <a:moveTo>
                    <a:pt x="113" y="1638"/>
                  </a:moveTo>
                  <a:cubicBezTo>
                    <a:pt x="475" y="1288"/>
                    <a:pt x="788" y="563"/>
                    <a:pt x="638" y="63"/>
                  </a:cubicBezTo>
                  <a:cubicBezTo>
                    <a:pt x="625" y="1"/>
                    <a:pt x="538" y="26"/>
                    <a:pt x="550" y="88"/>
                  </a:cubicBezTo>
                  <a:cubicBezTo>
                    <a:pt x="600" y="625"/>
                    <a:pt x="413" y="1175"/>
                    <a:pt x="38" y="1575"/>
                  </a:cubicBezTo>
                  <a:cubicBezTo>
                    <a:pt x="1" y="1613"/>
                    <a:pt x="63" y="1688"/>
                    <a:pt x="113" y="16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7" name="Google Shape;5617;p110"/>
            <p:cNvSpPr/>
            <p:nvPr/>
          </p:nvSpPr>
          <p:spPr>
            <a:xfrm>
              <a:off x="732050" y="3237525"/>
              <a:ext cx="30000" cy="33150"/>
            </a:xfrm>
            <a:custGeom>
              <a:rect b="b" l="l" r="r" t="t"/>
              <a:pathLst>
                <a:path extrusionOk="0" h="1326" w="1200">
                  <a:moveTo>
                    <a:pt x="25" y="51"/>
                  </a:moveTo>
                  <a:cubicBezTo>
                    <a:pt x="0" y="388"/>
                    <a:pt x="175" y="663"/>
                    <a:pt x="388" y="913"/>
                  </a:cubicBezTo>
                  <a:cubicBezTo>
                    <a:pt x="563" y="1163"/>
                    <a:pt x="850" y="1313"/>
                    <a:pt x="1150" y="1325"/>
                  </a:cubicBezTo>
                  <a:cubicBezTo>
                    <a:pt x="1200" y="1325"/>
                    <a:pt x="1200" y="1250"/>
                    <a:pt x="1163" y="1250"/>
                  </a:cubicBezTo>
                  <a:cubicBezTo>
                    <a:pt x="875" y="1225"/>
                    <a:pt x="613" y="1088"/>
                    <a:pt x="450" y="863"/>
                  </a:cubicBezTo>
                  <a:cubicBezTo>
                    <a:pt x="263" y="613"/>
                    <a:pt x="88" y="363"/>
                    <a:pt x="100" y="51"/>
                  </a:cubicBezTo>
                  <a:cubicBezTo>
                    <a:pt x="100" y="1"/>
                    <a:pt x="25" y="1"/>
                    <a:pt x="25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8" name="Google Shape;5618;p110"/>
            <p:cNvSpPr/>
            <p:nvPr/>
          </p:nvSpPr>
          <p:spPr>
            <a:xfrm>
              <a:off x="732675" y="3237850"/>
              <a:ext cx="29375" cy="33125"/>
            </a:xfrm>
            <a:custGeom>
              <a:rect b="b" l="l" r="r" t="t"/>
              <a:pathLst>
                <a:path extrusionOk="0" h="1325" w="1175">
                  <a:moveTo>
                    <a:pt x="1163" y="1262"/>
                  </a:moveTo>
                  <a:cubicBezTo>
                    <a:pt x="1088" y="700"/>
                    <a:pt x="675" y="125"/>
                    <a:pt x="100" y="13"/>
                  </a:cubicBezTo>
                  <a:cubicBezTo>
                    <a:pt x="38" y="0"/>
                    <a:pt x="0" y="75"/>
                    <a:pt x="50" y="113"/>
                  </a:cubicBezTo>
                  <a:cubicBezTo>
                    <a:pt x="288" y="250"/>
                    <a:pt x="525" y="313"/>
                    <a:pt x="700" y="550"/>
                  </a:cubicBezTo>
                  <a:cubicBezTo>
                    <a:pt x="875" y="763"/>
                    <a:pt x="1013" y="1012"/>
                    <a:pt x="1100" y="1287"/>
                  </a:cubicBezTo>
                  <a:cubicBezTo>
                    <a:pt x="1113" y="1325"/>
                    <a:pt x="1175" y="1312"/>
                    <a:pt x="1163" y="12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9" name="Google Shape;5619;p110"/>
            <p:cNvSpPr/>
            <p:nvPr/>
          </p:nvSpPr>
          <p:spPr>
            <a:xfrm>
              <a:off x="739850" y="2929475"/>
              <a:ext cx="86875" cy="38475"/>
            </a:xfrm>
            <a:custGeom>
              <a:rect b="b" l="l" r="r" t="t"/>
              <a:pathLst>
                <a:path extrusionOk="0" h="1539" w="3475">
                  <a:moveTo>
                    <a:pt x="76" y="1513"/>
                  </a:moveTo>
                  <a:cubicBezTo>
                    <a:pt x="1075" y="801"/>
                    <a:pt x="2213" y="326"/>
                    <a:pt x="3412" y="101"/>
                  </a:cubicBezTo>
                  <a:cubicBezTo>
                    <a:pt x="3475" y="88"/>
                    <a:pt x="3450" y="1"/>
                    <a:pt x="3387" y="13"/>
                  </a:cubicBezTo>
                  <a:cubicBezTo>
                    <a:pt x="2175" y="226"/>
                    <a:pt x="1025" y="726"/>
                    <a:pt x="38" y="1451"/>
                  </a:cubicBezTo>
                  <a:cubicBezTo>
                    <a:pt x="1" y="1476"/>
                    <a:pt x="38" y="1538"/>
                    <a:pt x="76" y="15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0" name="Google Shape;5620;p110"/>
            <p:cNvSpPr/>
            <p:nvPr/>
          </p:nvSpPr>
          <p:spPr>
            <a:xfrm>
              <a:off x="824200" y="2919175"/>
              <a:ext cx="16275" cy="17825"/>
            </a:xfrm>
            <a:custGeom>
              <a:rect b="b" l="l" r="r" t="t"/>
              <a:pathLst>
                <a:path extrusionOk="0" h="713" w="651">
                  <a:moveTo>
                    <a:pt x="88" y="525"/>
                  </a:moveTo>
                  <a:cubicBezTo>
                    <a:pt x="288" y="713"/>
                    <a:pt x="651" y="475"/>
                    <a:pt x="451" y="238"/>
                  </a:cubicBezTo>
                  <a:cubicBezTo>
                    <a:pt x="238" y="1"/>
                    <a:pt x="1" y="338"/>
                    <a:pt x="101" y="563"/>
                  </a:cubicBezTo>
                  <a:cubicBezTo>
                    <a:pt x="113" y="600"/>
                    <a:pt x="176" y="575"/>
                    <a:pt x="176" y="538"/>
                  </a:cubicBezTo>
                  <a:cubicBezTo>
                    <a:pt x="163" y="500"/>
                    <a:pt x="163" y="463"/>
                    <a:pt x="176" y="425"/>
                  </a:cubicBezTo>
                  <a:cubicBezTo>
                    <a:pt x="176" y="351"/>
                    <a:pt x="176" y="351"/>
                    <a:pt x="151" y="463"/>
                  </a:cubicBezTo>
                  <a:cubicBezTo>
                    <a:pt x="101" y="425"/>
                    <a:pt x="38" y="488"/>
                    <a:pt x="88" y="5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1" name="Google Shape;5621;p110"/>
            <p:cNvSpPr/>
            <p:nvPr/>
          </p:nvSpPr>
          <p:spPr>
            <a:xfrm>
              <a:off x="728300" y="2974800"/>
              <a:ext cx="82175" cy="30625"/>
            </a:xfrm>
            <a:custGeom>
              <a:rect b="b" l="l" r="r" t="t"/>
              <a:pathLst>
                <a:path extrusionOk="0" h="1225" w="3287">
                  <a:moveTo>
                    <a:pt x="63" y="225"/>
                  </a:moveTo>
                  <a:cubicBezTo>
                    <a:pt x="1288" y="87"/>
                    <a:pt x="2287" y="425"/>
                    <a:pt x="3225" y="1200"/>
                  </a:cubicBezTo>
                  <a:cubicBezTo>
                    <a:pt x="3250" y="1225"/>
                    <a:pt x="3287" y="1187"/>
                    <a:pt x="3262" y="1150"/>
                  </a:cubicBezTo>
                  <a:cubicBezTo>
                    <a:pt x="2537" y="212"/>
                    <a:pt x="1163" y="0"/>
                    <a:pt x="63" y="137"/>
                  </a:cubicBezTo>
                  <a:cubicBezTo>
                    <a:pt x="0" y="137"/>
                    <a:pt x="0" y="237"/>
                    <a:pt x="63" y="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2" name="Google Shape;5622;p110"/>
            <p:cNvSpPr/>
            <p:nvPr/>
          </p:nvSpPr>
          <p:spPr>
            <a:xfrm>
              <a:off x="805150" y="3001975"/>
              <a:ext cx="15025" cy="12825"/>
            </a:xfrm>
            <a:custGeom>
              <a:rect b="b" l="l" r="r" t="t"/>
              <a:pathLst>
                <a:path extrusionOk="0" h="513" w="601">
                  <a:moveTo>
                    <a:pt x="250" y="475"/>
                  </a:moveTo>
                  <a:cubicBezTo>
                    <a:pt x="550" y="513"/>
                    <a:pt x="600" y="50"/>
                    <a:pt x="288" y="25"/>
                  </a:cubicBezTo>
                  <a:cubicBezTo>
                    <a:pt x="1" y="0"/>
                    <a:pt x="26" y="425"/>
                    <a:pt x="313" y="425"/>
                  </a:cubicBezTo>
                  <a:cubicBezTo>
                    <a:pt x="350" y="425"/>
                    <a:pt x="363" y="375"/>
                    <a:pt x="325" y="363"/>
                  </a:cubicBezTo>
                  <a:cubicBezTo>
                    <a:pt x="275" y="300"/>
                    <a:pt x="250" y="325"/>
                    <a:pt x="250" y="413"/>
                  </a:cubicBezTo>
                  <a:cubicBezTo>
                    <a:pt x="213" y="413"/>
                    <a:pt x="213" y="475"/>
                    <a:pt x="250" y="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3" name="Google Shape;5623;p110"/>
            <p:cNvSpPr/>
            <p:nvPr/>
          </p:nvSpPr>
          <p:spPr>
            <a:xfrm>
              <a:off x="644875" y="3178475"/>
              <a:ext cx="60325" cy="237475"/>
            </a:xfrm>
            <a:custGeom>
              <a:rect b="b" l="l" r="r" t="t"/>
              <a:pathLst>
                <a:path extrusionOk="0" h="9499" w="2413">
                  <a:moveTo>
                    <a:pt x="26" y="51"/>
                  </a:moveTo>
                  <a:cubicBezTo>
                    <a:pt x="1275" y="3362"/>
                    <a:pt x="2413" y="6049"/>
                    <a:pt x="388" y="9373"/>
                  </a:cubicBezTo>
                  <a:cubicBezTo>
                    <a:pt x="338" y="9448"/>
                    <a:pt x="451" y="9498"/>
                    <a:pt x="488" y="9436"/>
                  </a:cubicBezTo>
                  <a:cubicBezTo>
                    <a:pt x="1438" y="8024"/>
                    <a:pt x="1838" y="6749"/>
                    <a:pt x="1675" y="5050"/>
                  </a:cubicBezTo>
                  <a:cubicBezTo>
                    <a:pt x="1488" y="3113"/>
                    <a:pt x="776" y="1813"/>
                    <a:pt x="76" y="38"/>
                  </a:cubicBezTo>
                  <a:cubicBezTo>
                    <a:pt x="63" y="1"/>
                    <a:pt x="1" y="13"/>
                    <a:pt x="26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4" name="Google Shape;5624;p110"/>
            <p:cNvSpPr/>
            <p:nvPr/>
          </p:nvSpPr>
          <p:spPr>
            <a:xfrm>
              <a:off x="699875" y="2899175"/>
              <a:ext cx="49375" cy="31900"/>
            </a:xfrm>
            <a:custGeom>
              <a:rect b="b" l="l" r="r" t="t"/>
              <a:pathLst>
                <a:path extrusionOk="0" h="1276" w="1975">
                  <a:moveTo>
                    <a:pt x="13" y="63"/>
                  </a:moveTo>
                  <a:cubicBezTo>
                    <a:pt x="100" y="613"/>
                    <a:pt x="450" y="1151"/>
                    <a:pt x="1062" y="1213"/>
                  </a:cubicBezTo>
                  <a:cubicBezTo>
                    <a:pt x="1550" y="1275"/>
                    <a:pt x="1975" y="888"/>
                    <a:pt x="1975" y="401"/>
                  </a:cubicBezTo>
                  <a:cubicBezTo>
                    <a:pt x="1975" y="326"/>
                    <a:pt x="1862" y="326"/>
                    <a:pt x="1862" y="401"/>
                  </a:cubicBezTo>
                  <a:cubicBezTo>
                    <a:pt x="1850" y="976"/>
                    <a:pt x="1275" y="1263"/>
                    <a:pt x="775" y="1026"/>
                  </a:cubicBezTo>
                  <a:cubicBezTo>
                    <a:pt x="363" y="838"/>
                    <a:pt x="163" y="463"/>
                    <a:pt x="75" y="38"/>
                  </a:cubicBezTo>
                  <a:cubicBezTo>
                    <a:pt x="63" y="1"/>
                    <a:pt x="0" y="13"/>
                    <a:pt x="13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5" name="Google Shape;5625;p110"/>
            <p:cNvSpPr/>
            <p:nvPr/>
          </p:nvSpPr>
          <p:spPr>
            <a:xfrm>
              <a:off x="674550" y="3113825"/>
              <a:ext cx="31600" cy="62800"/>
            </a:xfrm>
            <a:custGeom>
              <a:rect b="b" l="l" r="r" t="t"/>
              <a:pathLst>
                <a:path extrusionOk="0" h="2512" w="1264">
                  <a:moveTo>
                    <a:pt x="726" y="2449"/>
                  </a:moveTo>
                  <a:cubicBezTo>
                    <a:pt x="713" y="1825"/>
                    <a:pt x="1263" y="1325"/>
                    <a:pt x="1038" y="687"/>
                  </a:cubicBezTo>
                  <a:cubicBezTo>
                    <a:pt x="888" y="275"/>
                    <a:pt x="488" y="0"/>
                    <a:pt x="51" y="13"/>
                  </a:cubicBezTo>
                  <a:cubicBezTo>
                    <a:pt x="13" y="13"/>
                    <a:pt x="1" y="75"/>
                    <a:pt x="38" y="88"/>
                  </a:cubicBezTo>
                  <a:cubicBezTo>
                    <a:pt x="838" y="200"/>
                    <a:pt x="1138" y="875"/>
                    <a:pt x="838" y="1575"/>
                  </a:cubicBezTo>
                  <a:cubicBezTo>
                    <a:pt x="701" y="1850"/>
                    <a:pt x="638" y="2149"/>
                    <a:pt x="651" y="2449"/>
                  </a:cubicBezTo>
                  <a:cubicBezTo>
                    <a:pt x="651" y="2499"/>
                    <a:pt x="726" y="2512"/>
                    <a:pt x="726" y="244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6" name="Google Shape;5626;p110"/>
            <p:cNvSpPr/>
            <p:nvPr/>
          </p:nvSpPr>
          <p:spPr>
            <a:xfrm>
              <a:off x="658950" y="3112575"/>
              <a:ext cx="21575" cy="30625"/>
            </a:xfrm>
            <a:custGeom>
              <a:rect b="b" l="l" r="r" t="t"/>
              <a:pathLst>
                <a:path extrusionOk="0" h="1225" w="863">
                  <a:moveTo>
                    <a:pt x="825" y="113"/>
                  </a:moveTo>
                  <a:cubicBezTo>
                    <a:pt x="525" y="0"/>
                    <a:pt x="275" y="163"/>
                    <a:pt x="163" y="437"/>
                  </a:cubicBezTo>
                  <a:cubicBezTo>
                    <a:pt x="75" y="675"/>
                    <a:pt x="0" y="1062"/>
                    <a:pt x="250" y="1212"/>
                  </a:cubicBezTo>
                  <a:cubicBezTo>
                    <a:pt x="275" y="1225"/>
                    <a:pt x="313" y="1200"/>
                    <a:pt x="300" y="1162"/>
                  </a:cubicBezTo>
                  <a:cubicBezTo>
                    <a:pt x="50" y="837"/>
                    <a:pt x="275" y="0"/>
                    <a:pt x="800" y="175"/>
                  </a:cubicBezTo>
                  <a:cubicBezTo>
                    <a:pt x="850" y="200"/>
                    <a:pt x="862" y="125"/>
                    <a:pt x="825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7" name="Google Shape;5627;p110"/>
            <p:cNvSpPr/>
            <p:nvPr/>
          </p:nvSpPr>
          <p:spPr>
            <a:xfrm>
              <a:off x="762050" y="2872625"/>
              <a:ext cx="56250" cy="81250"/>
            </a:xfrm>
            <a:custGeom>
              <a:rect b="b" l="l" r="r" t="t"/>
              <a:pathLst>
                <a:path extrusionOk="0" h="3250" w="2250">
                  <a:moveTo>
                    <a:pt x="87" y="3212"/>
                  </a:moveTo>
                  <a:cubicBezTo>
                    <a:pt x="1037" y="2425"/>
                    <a:pt x="2249" y="1450"/>
                    <a:pt x="1962" y="51"/>
                  </a:cubicBezTo>
                  <a:cubicBezTo>
                    <a:pt x="1949" y="1"/>
                    <a:pt x="1862" y="26"/>
                    <a:pt x="1875" y="76"/>
                  </a:cubicBezTo>
                  <a:cubicBezTo>
                    <a:pt x="2062" y="1463"/>
                    <a:pt x="987" y="2350"/>
                    <a:pt x="37" y="3162"/>
                  </a:cubicBezTo>
                  <a:cubicBezTo>
                    <a:pt x="0" y="3187"/>
                    <a:pt x="62" y="3250"/>
                    <a:pt x="100" y="32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8" name="Google Shape;5628;p110"/>
            <p:cNvSpPr/>
            <p:nvPr/>
          </p:nvSpPr>
          <p:spPr>
            <a:xfrm>
              <a:off x="710800" y="3101950"/>
              <a:ext cx="15325" cy="30950"/>
            </a:xfrm>
            <a:custGeom>
              <a:rect b="b" l="l" r="r" t="t"/>
              <a:pathLst>
                <a:path extrusionOk="0" h="1238" w="613">
                  <a:moveTo>
                    <a:pt x="101" y="1175"/>
                  </a:moveTo>
                  <a:cubicBezTo>
                    <a:pt x="126" y="775"/>
                    <a:pt x="288" y="388"/>
                    <a:pt x="575" y="100"/>
                  </a:cubicBezTo>
                  <a:cubicBezTo>
                    <a:pt x="613" y="63"/>
                    <a:pt x="563" y="0"/>
                    <a:pt x="525" y="25"/>
                  </a:cubicBezTo>
                  <a:cubicBezTo>
                    <a:pt x="350" y="150"/>
                    <a:pt x="225" y="325"/>
                    <a:pt x="163" y="525"/>
                  </a:cubicBezTo>
                  <a:cubicBezTo>
                    <a:pt x="51" y="725"/>
                    <a:pt x="1" y="950"/>
                    <a:pt x="13" y="1175"/>
                  </a:cubicBezTo>
                  <a:cubicBezTo>
                    <a:pt x="13" y="1237"/>
                    <a:pt x="113" y="1237"/>
                    <a:pt x="113" y="11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9" name="Google Shape;5629;p110"/>
            <p:cNvSpPr/>
            <p:nvPr/>
          </p:nvSpPr>
          <p:spPr>
            <a:xfrm>
              <a:off x="710175" y="3101625"/>
              <a:ext cx="21900" cy="34400"/>
            </a:xfrm>
            <a:custGeom>
              <a:rect b="b" l="l" r="r" t="t"/>
              <a:pathLst>
                <a:path extrusionOk="0" h="1376" w="876">
                  <a:moveTo>
                    <a:pt x="550" y="101"/>
                  </a:moveTo>
                  <a:cubicBezTo>
                    <a:pt x="763" y="538"/>
                    <a:pt x="475" y="1050"/>
                    <a:pt x="51" y="1250"/>
                  </a:cubicBezTo>
                  <a:cubicBezTo>
                    <a:pt x="1" y="1275"/>
                    <a:pt x="38" y="1375"/>
                    <a:pt x="101" y="1350"/>
                  </a:cubicBezTo>
                  <a:cubicBezTo>
                    <a:pt x="575" y="1138"/>
                    <a:pt x="875" y="538"/>
                    <a:pt x="638" y="51"/>
                  </a:cubicBezTo>
                  <a:cubicBezTo>
                    <a:pt x="613" y="1"/>
                    <a:pt x="525" y="51"/>
                    <a:pt x="550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0" name="Google Shape;5630;p110"/>
            <p:cNvSpPr/>
            <p:nvPr/>
          </p:nvSpPr>
          <p:spPr>
            <a:xfrm>
              <a:off x="669550" y="3338125"/>
              <a:ext cx="60025" cy="132175"/>
            </a:xfrm>
            <a:custGeom>
              <a:rect b="b" l="l" r="r" t="t"/>
              <a:pathLst>
                <a:path extrusionOk="0" h="5287" w="2401">
                  <a:moveTo>
                    <a:pt x="576" y="51"/>
                  </a:moveTo>
                  <a:cubicBezTo>
                    <a:pt x="263" y="1638"/>
                    <a:pt x="1" y="5074"/>
                    <a:pt x="2350" y="5287"/>
                  </a:cubicBezTo>
                  <a:cubicBezTo>
                    <a:pt x="2400" y="5287"/>
                    <a:pt x="2388" y="5224"/>
                    <a:pt x="2350" y="5212"/>
                  </a:cubicBezTo>
                  <a:cubicBezTo>
                    <a:pt x="63" y="4912"/>
                    <a:pt x="363" y="1600"/>
                    <a:pt x="651" y="63"/>
                  </a:cubicBezTo>
                  <a:cubicBezTo>
                    <a:pt x="663" y="13"/>
                    <a:pt x="588" y="1"/>
                    <a:pt x="576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1" name="Google Shape;5631;p110"/>
            <p:cNvSpPr/>
            <p:nvPr/>
          </p:nvSpPr>
          <p:spPr>
            <a:xfrm>
              <a:off x="701750" y="3402175"/>
              <a:ext cx="65000" cy="61575"/>
            </a:xfrm>
            <a:custGeom>
              <a:rect b="b" l="l" r="r" t="t"/>
              <a:pathLst>
                <a:path extrusionOk="0" h="2463" w="2600">
                  <a:moveTo>
                    <a:pt x="13" y="1500"/>
                  </a:moveTo>
                  <a:cubicBezTo>
                    <a:pt x="350" y="2175"/>
                    <a:pt x="1175" y="2462"/>
                    <a:pt x="1825" y="2012"/>
                  </a:cubicBezTo>
                  <a:cubicBezTo>
                    <a:pt x="2400" y="1600"/>
                    <a:pt x="2599" y="538"/>
                    <a:pt x="2025" y="38"/>
                  </a:cubicBezTo>
                  <a:cubicBezTo>
                    <a:pt x="1975" y="1"/>
                    <a:pt x="1900" y="76"/>
                    <a:pt x="1950" y="113"/>
                  </a:cubicBezTo>
                  <a:cubicBezTo>
                    <a:pt x="2462" y="588"/>
                    <a:pt x="2300" y="1563"/>
                    <a:pt x="1762" y="1938"/>
                  </a:cubicBezTo>
                  <a:cubicBezTo>
                    <a:pt x="1150" y="2350"/>
                    <a:pt x="400" y="2112"/>
                    <a:pt x="75" y="1463"/>
                  </a:cubicBezTo>
                  <a:cubicBezTo>
                    <a:pt x="50" y="1425"/>
                    <a:pt x="0" y="1463"/>
                    <a:pt x="13" y="1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2" name="Google Shape;5632;p110"/>
            <p:cNvSpPr/>
            <p:nvPr/>
          </p:nvSpPr>
          <p:spPr>
            <a:xfrm>
              <a:off x="709550" y="3392175"/>
              <a:ext cx="46575" cy="35950"/>
            </a:xfrm>
            <a:custGeom>
              <a:rect b="b" l="l" r="r" t="t"/>
              <a:pathLst>
                <a:path extrusionOk="0" h="1438" w="1863">
                  <a:moveTo>
                    <a:pt x="1850" y="700"/>
                  </a:moveTo>
                  <a:cubicBezTo>
                    <a:pt x="1663" y="226"/>
                    <a:pt x="1125" y="1"/>
                    <a:pt x="663" y="201"/>
                  </a:cubicBezTo>
                  <a:cubicBezTo>
                    <a:pt x="200" y="401"/>
                    <a:pt x="1" y="938"/>
                    <a:pt x="200" y="1400"/>
                  </a:cubicBezTo>
                  <a:cubicBezTo>
                    <a:pt x="225" y="1438"/>
                    <a:pt x="300" y="1413"/>
                    <a:pt x="288" y="1363"/>
                  </a:cubicBezTo>
                  <a:cubicBezTo>
                    <a:pt x="163" y="938"/>
                    <a:pt x="275" y="488"/>
                    <a:pt x="713" y="301"/>
                  </a:cubicBezTo>
                  <a:cubicBezTo>
                    <a:pt x="1125" y="138"/>
                    <a:pt x="1600" y="326"/>
                    <a:pt x="1788" y="738"/>
                  </a:cubicBezTo>
                  <a:cubicBezTo>
                    <a:pt x="1800" y="775"/>
                    <a:pt x="1863" y="738"/>
                    <a:pt x="1838" y="7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3" name="Google Shape;5633;p110"/>
            <p:cNvSpPr/>
            <p:nvPr/>
          </p:nvSpPr>
          <p:spPr>
            <a:xfrm>
              <a:off x="713300" y="3422475"/>
              <a:ext cx="30950" cy="17225"/>
            </a:xfrm>
            <a:custGeom>
              <a:rect b="b" l="l" r="r" t="t"/>
              <a:pathLst>
                <a:path extrusionOk="0" h="689" w="1238">
                  <a:moveTo>
                    <a:pt x="26" y="51"/>
                  </a:moveTo>
                  <a:cubicBezTo>
                    <a:pt x="1" y="388"/>
                    <a:pt x="375" y="638"/>
                    <a:pt x="688" y="626"/>
                  </a:cubicBezTo>
                  <a:cubicBezTo>
                    <a:pt x="1000" y="626"/>
                    <a:pt x="1238" y="351"/>
                    <a:pt x="1113" y="63"/>
                  </a:cubicBezTo>
                  <a:cubicBezTo>
                    <a:pt x="1100" y="13"/>
                    <a:pt x="1013" y="26"/>
                    <a:pt x="1025" y="88"/>
                  </a:cubicBezTo>
                  <a:cubicBezTo>
                    <a:pt x="1213" y="688"/>
                    <a:pt x="75" y="638"/>
                    <a:pt x="100" y="51"/>
                  </a:cubicBezTo>
                  <a:cubicBezTo>
                    <a:pt x="100" y="1"/>
                    <a:pt x="38" y="1"/>
                    <a:pt x="26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4" name="Google Shape;5634;p110"/>
            <p:cNvSpPr/>
            <p:nvPr/>
          </p:nvSpPr>
          <p:spPr>
            <a:xfrm>
              <a:off x="702675" y="3138500"/>
              <a:ext cx="71875" cy="55325"/>
            </a:xfrm>
            <a:custGeom>
              <a:rect b="b" l="l" r="r" t="t"/>
              <a:pathLst>
                <a:path extrusionOk="0" h="2213" w="2875">
                  <a:moveTo>
                    <a:pt x="88" y="463"/>
                  </a:moveTo>
                  <a:cubicBezTo>
                    <a:pt x="1400" y="113"/>
                    <a:pt x="2487" y="925"/>
                    <a:pt x="2812" y="2187"/>
                  </a:cubicBezTo>
                  <a:cubicBezTo>
                    <a:pt x="2812" y="2212"/>
                    <a:pt x="2875" y="2212"/>
                    <a:pt x="2862" y="2175"/>
                  </a:cubicBezTo>
                  <a:cubicBezTo>
                    <a:pt x="2762" y="788"/>
                    <a:pt x="1325" y="0"/>
                    <a:pt x="51" y="388"/>
                  </a:cubicBezTo>
                  <a:cubicBezTo>
                    <a:pt x="1" y="400"/>
                    <a:pt x="26" y="475"/>
                    <a:pt x="76" y="4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5" name="Google Shape;5635;p110"/>
            <p:cNvSpPr/>
            <p:nvPr/>
          </p:nvSpPr>
          <p:spPr>
            <a:xfrm>
              <a:off x="695500" y="2739850"/>
              <a:ext cx="104675" cy="111550"/>
            </a:xfrm>
            <a:custGeom>
              <a:rect b="b" l="l" r="r" t="t"/>
              <a:pathLst>
                <a:path extrusionOk="0" h="4462" w="4187">
                  <a:moveTo>
                    <a:pt x="188" y="1800"/>
                  </a:moveTo>
                  <a:cubicBezTo>
                    <a:pt x="0" y="3250"/>
                    <a:pt x="1450" y="4424"/>
                    <a:pt x="2799" y="3712"/>
                  </a:cubicBezTo>
                  <a:cubicBezTo>
                    <a:pt x="4187" y="2975"/>
                    <a:pt x="3962" y="1038"/>
                    <a:pt x="3024" y="25"/>
                  </a:cubicBezTo>
                  <a:cubicBezTo>
                    <a:pt x="2999" y="0"/>
                    <a:pt x="2949" y="38"/>
                    <a:pt x="2974" y="75"/>
                  </a:cubicBezTo>
                  <a:cubicBezTo>
                    <a:pt x="3624" y="975"/>
                    <a:pt x="4074" y="2450"/>
                    <a:pt x="3124" y="3325"/>
                  </a:cubicBezTo>
                  <a:cubicBezTo>
                    <a:pt x="1912" y="4462"/>
                    <a:pt x="100" y="3375"/>
                    <a:pt x="288" y="1800"/>
                  </a:cubicBezTo>
                  <a:cubicBezTo>
                    <a:pt x="300" y="1738"/>
                    <a:pt x="188" y="1738"/>
                    <a:pt x="175" y="1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6" name="Google Shape;5636;p110"/>
            <p:cNvSpPr/>
            <p:nvPr/>
          </p:nvSpPr>
          <p:spPr>
            <a:xfrm>
              <a:off x="628325" y="2481475"/>
              <a:ext cx="146850" cy="263400"/>
            </a:xfrm>
            <a:custGeom>
              <a:rect b="b" l="l" r="r" t="t"/>
              <a:pathLst>
                <a:path extrusionOk="0" h="10536" w="5874">
                  <a:moveTo>
                    <a:pt x="5836" y="10448"/>
                  </a:moveTo>
                  <a:cubicBezTo>
                    <a:pt x="4162" y="9236"/>
                    <a:pt x="2050" y="8124"/>
                    <a:pt x="1125" y="6224"/>
                  </a:cubicBezTo>
                  <a:cubicBezTo>
                    <a:pt x="275" y="4462"/>
                    <a:pt x="100" y="1688"/>
                    <a:pt x="1300" y="63"/>
                  </a:cubicBezTo>
                  <a:cubicBezTo>
                    <a:pt x="1325" y="38"/>
                    <a:pt x="1275" y="1"/>
                    <a:pt x="1250" y="26"/>
                  </a:cubicBezTo>
                  <a:cubicBezTo>
                    <a:pt x="0" y="1463"/>
                    <a:pt x="138" y="3950"/>
                    <a:pt x="725" y="5674"/>
                  </a:cubicBezTo>
                  <a:cubicBezTo>
                    <a:pt x="1513" y="7986"/>
                    <a:pt x="3912" y="9186"/>
                    <a:pt x="5799" y="10510"/>
                  </a:cubicBezTo>
                  <a:cubicBezTo>
                    <a:pt x="5836" y="10535"/>
                    <a:pt x="5874" y="10473"/>
                    <a:pt x="5836" y="1044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7" name="Google Shape;5637;p110"/>
            <p:cNvSpPr/>
            <p:nvPr/>
          </p:nvSpPr>
          <p:spPr>
            <a:xfrm>
              <a:off x="667675" y="2448375"/>
              <a:ext cx="84700" cy="100925"/>
            </a:xfrm>
            <a:custGeom>
              <a:rect b="b" l="l" r="r" t="t"/>
              <a:pathLst>
                <a:path extrusionOk="0" h="4037" w="3388">
                  <a:moveTo>
                    <a:pt x="88" y="1150"/>
                  </a:moveTo>
                  <a:cubicBezTo>
                    <a:pt x="1026" y="625"/>
                    <a:pt x="2413" y="500"/>
                    <a:pt x="2950" y="1662"/>
                  </a:cubicBezTo>
                  <a:cubicBezTo>
                    <a:pt x="3075" y="1937"/>
                    <a:pt x="3113" y="2249"/>
                    <a:pt x="3075" y="2549"/>
                  </a:cubicBezTo>
                  <a:cubicBezTo>
                    <a:pt x="3063" y="2624"/>
                    <a:pt x="3075" y="2712"/>
                    <a:pt x="3075" y="2774"/>
                  </a:cubicBezTo>
                  <a:cubicBezTo>
                    <a:pt x="2938" y="3549"/>
                    <a:pt x="2738" y="3524"/>
                    <a:pt x="2213" y="3587"/>
                  </a:cubicBezTo>
                  <a:cubicBezTo>
                    <a:pt x="1313" y="3699"/>
                    <a:pt x="976" y="3087"/>
                    <a:pt x="1113" y="2312"/>
                  </a:cubicBezTo>
                  <a:cubicBezTo>
                    <a:pt x="1226" y="1737"/>
                    <a:pt x="1526" y="1425"/>
                    <a:pt x="1938" y="1037"/>
                  </a:cubicBezTo>
                  <a:cubicBezTo>
                    <a:pt x="2250" y="737"/>
                    <a:pt x="2575" y="487"/>
                    <a:pt x="2588" y="25"/>
                  </a:cubicBezTo>
                  <a:cubicBezTo>
                    <a:pt x="2588" y="0"/>
                    <a:pt x="2550" y="0"/>
                    <a:pt x="2538" y="25"/>
                  </a:cubicBezTo>
                  <a:cubicBezTo>
                    <a:pt x="2438" y="750"/>
                    <a:pt x="1538" y="1137"/>
                    <a:pt x="1163" y="1725"/>
                  </a:cubicBezTo>
                  <a:cubicBezTo>
                    <a:pt x="863" y="2149"/>
                    <a:pt x="813" y="2712"/>
                    <a:pt x="1026" y="3187"/>
                  </a:cubicBezTo>
                  <a:cubicBezTo>
                    <a:pt x="1363" y="3912"/>
                    <a:pt x="2500" y="4036"/>
                    <a:pt x="2988" y="3387"/>
                  </a:cubicBezTo>
                  <a:cubicBezTo>
                    <a:pt x="3388" y="2874"/>
                    <a:pt x="3263" y="1800"/>
                    <a:pt x="2900" y="1312"/>
                  </a:cubicBezTo>
                  <a:cubicBezTo>
                    <a:pt x="2200" y="387"/>
                    <a:pt x="938" y="575"/>
                    <a:pt x="51" y="1087"/>
                  </a:cubicBezTo>
                  <a:cubicBezTo>
                    <a:pt x="1" y="1112"/>
                    <a:pt x="51" y="1187"/>
                    <a:pt x="88" y="1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8" name="Google Shape;5638;p110"/>
            <p:cNvSpPr/>
            <p:nvPr/>
          </p:nvSpPr>
          <p:spPr>
            <a:xfrm>
              <a:off x="722350" y="2386200"/>
              <a:ext cx="13775" cy="55325"/>
            </a:xfrm>
            <a:custGeom>
              <a:rect b="b" l="l" r="r" t="t"/>
              <a:pathLst>
                <a:path extrusionOk="0" h="2213" w="551">
                  <a:moveTo>
                    <a:pt x="476" y="2162"/>
                  </a:moveTo>
                  <a:cubicBezTo>
                    <a:pt x="551" y="1475"/>
                    <a:pt x="488" y="625"/>
                    <a:pt x="76" y="25"/>
                  </a:cubicBezTo>
                  <a:cubicBezTo>
                    <a:pt x="51" y="0"/>
                    <a:pt x="1" y="13"/>
                    <a:pt x="13" y="50"/>
                  </a:cubicBezTo>
                  <a:cubicBezTo>
                    <a:pt x="251" y="775"/>
                    <a:pt x="476" y="1387"/>
                    <a:pt x="401" y="2162"/>
                  </a:cubicBezTo>
                  <a:cubicBezTo>
                    <a:pt x="401" y="2212"/>
                    <a:pt x="476" y="2212"/>
                    <a:pt x="476" y="2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9" name="Google Shape;5639;p110"/>
            <p:cNvSpPr/>
            <p:nvPr/>
          </p:nvSpPr>
          <p:spPr>
            <a:xfrm>
              <a:off x="691750" y="2632075"/>
              <a:ext cx="96875" cy="81550"/>
            </a:xfrm>
            <a:custGeom>
              <a:rect b="b" l="l" r="r" t="t"/>
              <a:pathLst>
                <a:path extrusionOk="0" h="3262" w="3875">
                  <a:moveTo>
                    <a:pt x="38" y="2237"/>
                  </a:moveTo>
                  <a:cubicBezTo>
                    <a:pt x="688" y="2787"/>
                    <a:pt x="1500" y="3262"/>
                    <a:pt x="2375" y="3074"/>
                  </a:cubicBezTo>
                  <a:cubicBezTo>
                    <a:pt x="3212" y="2887"/>
                    <a:pt x="3812" y="2087"/>
                    <a:pt x="3849" y="1250"/>
                  </a:cubicBezTo>
                  <a:cubicBezTo>
                    <a:pt x="3874" y="675"/>
                    <a:pt x="3487" y="0"/>
                    <a:pt x="2824" y="75"/>
                  </a:cubicBezTo>
                  <a:cubicBezTo>
                    <a:pt x="2475" y="113"/>
                    <a:pt x="2062" y="463"/>
                    <a:pt x="2437" y="750"/>
                  </a:cubicBezTo>
                  <a:cubicBezTo>
                    <a:pt x="2475" y="775"/>
                    <a:pt x="2512" y="712"/>
                    <a:pt x="2475" y="675"/>
                  </a:cubicBezTo>
                  <a:cubicBezTo>
                    <a:pt x="3299" y="250"/>
                    <a:pt x="3724" y="400"/>
                    <a:pt x="3749" y="1137"/>
                  </a:cubicBezTo>
                  <a:cubicBezTo>
                    <a:pt x="3737" y="1450"/>
                    <a:pt x="3662" y="1762"/>
                    <a:pt x="3499" y="2037"/>
                  </a:cubicBezTo>
                  <a:cubicBezTo>
                    <a:pt x="3299" y="2474"/>
                    <a:pt x="2912" y="2799"/>
                    <a:pt x="2450" y="2937"/>
                  </a:cubicBezTo>
                  <a:cubicBezTo>
                    <a:pt x="1562" y="3174"/>
                    <a:pt x="750" y="2712"/>
                    <a:pt x="75" y="2187"/>
                  </a:cubicBezTo>
                  <a:cubicBezTo>
                    <a:pt x="50" y="2162"/>
                    <a:pt x="0" y="2212"/>
                    <a:pt x="38" y="22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0" name="Google Shape;5640;p110"/>
            <p:cNvSpPr/>
            <p:nvPr/>
          </p:nvSpPr>
          <p:spPr>
            <a:xfrm>
              <a:off x="720475" y="2704850"/>
              <a:ext cx="110625" cy="22850"/>
            </a:xfrm>
            <a:custGeom>
              <a:rect b="b" l="l" r="r" t="t"/>
              <a:pathLst>
                <a:path extrusionOk="0" h="914" w="4425">
                  <a:moveTo>
                    <a:pt x="38" y="88"/>
                  </a:moveTo>
                  <a:cubicBezTo>
                    <a:pt x="551" y="538"/>
                    <a:pt x="1238" y="663"/>
                    <a:pt x="1913" y="738"/>
                  </a:cubicBezTo>
                  <a:cubicBezTo>
                    <a:pt x="2725" y="826"/>
                    <a:pt x="3712" y="913"/>
                    <a:pt x="4400" y="388"/>
                  </a:cubicBezTo>
                  <a:cubicBezTo>
                    <a:pt x="4425" y="363"/>
                    <a:pt x="4400" y="313"/>
                    <a:pt x="4362" y="326"/>
                  </a:cubicBezTo>
                  <a:cubicBezTo>
                    <a:pt x="3238" y="913"/>
                    <a:pt x="1101" y="876"/>
                    <a:pt x="101" y="26"/>
                  </a:cubicBezTo>
                  <a:cubicBezTo>
                    <a:pt x="63" y="1"/>
                    <a:pt x="1" y="51"/>
                    <a:pt x="38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1" name="Google Shape;5641;p110"/>
            <p:cNvSpPr/>
            <p:nvPr/>
          </p:nvSpPr>
          <p:spPr>
            <a:xfrm>
              <a:off x="830150" y="2705175"/>
              <a:ext cx="12200" cy="11900"/>
            </a:xfrm>
            <a:custGeom>
              <a:rect b="b" l="l" r="r" t="t"/>
              <a:pathLst>
                <a:path extrusionOk="0" h="476" w="488">
                  <a:moveTo>
                    <a:pt x="50" y="350"/>
                  </a:moveTo>
                  <a:cubicBezTo>
                    <a:pt x="0" y="263"/>
                    <a:pt x="25" y="150"/>
                    <a:pt x="88" y="88"/>
                  </a:cubicBezTo>
                  <a:cubicBezTo>
                    <a:pt x="163" y="25"/>
                    <a:pt x="250" y="0"/>
                    <a:pt x="338" y="13"/>
                  </a:cubicBezTo>
                  <a:cubicBezTo>
                    <a:pt x="375" y="13"/>
                    <a:pt x="400" y="25"/>
                    <a:pt x="425" y="50"/>
                  </a:cubicBezTo>
                  <a:cubicBezTo>
                    <a:pt x="450" y="88"/>
                    <a:pt x="463" y="125"/>
                    <a:pt x="463" y="163"/>
                  </a:cubicBezTo>
                  <a:cubicBezTo>
                    <a:pt x="488" y="288"/>
                    <a:pt x="425" y="413"/>
                    <a:pt x="300" y="463"/>
                  </a:cubicBezTo>
                  <a:cubicBezTo>
                    <a:pt x="175" y="475"/>
                    <a:pt x="50" y="375"/>
                    <a:pt x="50" y="2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2" name="Google Shape;5642;p110"/>
            <p:cNvSpPr/>
            <p:nvPr/>
          </p:nvSpPr>
          <p:spPr>
            <a:xfrm>
              <a:off x="827325" y="2698925"/>
              <a:ext cx="17225" cy="22200"/>
            </a:xfrm>
            <a:custGeom>
              <a:rect b="b" l="l" r="r" t="t"/>
              <a:pathLst>
                <a:path extrusionOk="0" h="888" w="689">
                  <a:moveTo>
                    <a:pt x="213" y="588"/>
                  </a:moveTo>
                  <a:cubicBezTo>
                    <a:pt x="251" y="300"/>
                    <a:pt x="313" y="250"/>
                    <a:pt x="426" y="425"/>
                  </a:cubicBezTo>
                  <a:cubicBezTo>
                    <a:pt x="601" y="575"/>
                    <a:pt x="526" y="588"/>
                    <a:pt x="201" y="475"/>
                  </a:cubicBezTo>
                  <a:cubicBezTo>
                    <a:pt x="201" y="438"/>
                    <a:pt x="126" y="450"/>
                    <a:pt x="126" y="488"/>
                  </a:cubicBezTo>
                  <a:cubicBezTo>
                    <a:pt x="126" y="888"/>
                    <a:pt x="688" y="800"/>
                    <a:pt x="626" y="400"/>
                  </a:cubicBezTo>
                  <a:cubicBezTo>
                    <a:pt x="576" y="0"/>
                    <a:pt x="1" y="238"/>
                    <a:pt x="101" y="613"/>
                  </a:cubicBezTo>
                  <a:cubicBezTo>
                    <a:pt x="113" y="700"/>
                    <a:pt x="238" y="663"/>
                    <a:pt x="213" y="5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3" name="Google Shape;5643;p110"/>
            <p:cNvSpPr/>
            <p:nvPr/>
          </p:nvSpPr>
          <p:spPr>
            <a:xfrm>
              <a:off x="662375" y="2476475"/>
              <a:ext cx="3150" cy="3150"/>
            </a:xfrm>
            <a:custGeom>
              <a:rect b="b" l="l" r="r" t="t"/>
              <a:pathLst>
                <a:path extrusionOk="0" h="126" w="126">
                  <a:moveTo>
                    <a:pt x="63" y="88"/>
                  </a:moveTo>
                  <a:lnTo>
                    <a:pt x="88" y="88"/>
                  </a:lnTo>
                  <a:cubicBezTo>
                    <a:pt x="126" y="88"/>
                    <a:pt x="126" y="38"/>
                    <a:pt x="88" y="26"/>
                  </a:cubicBezTo>
                  <a:lnTo>
                    <a:pt x="63" y="26"/>
                  </a:lnTo>
                  <a:cubicBezTo>
                    <a:pt x="1" y="1"/>
                    <a:pt x="1" y="126"/>
                    <a:pt x="63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4" name="Google Shape;5644;p110"/>
            <p:cNvSpPr/>
            <p:nvPr/>
          </p:nvSpPr>
          <p:spPr>
            <a:xfrm>
              <a:off x="705800" y="2346825"/>
              <a:ext cx="17525" cy="42200"/>
            </a:xfrm>
            <a:custGeom>
              <a:rect b="b" l="l" r="r" t="t"/>
              <a:pathLst>
                <a:path extrusionOk="0" h="1688" w="701">
                  <a:moveTo>
                    <a:pt x="638" y="1550"/>
                  </a:moveTo>
                  <a:cubicBezTo>
                    <a:pt x="388" y="1463"/>
                    <a:pt x="276" y="1025"/>
                    <a:pt x="226" y="800"/>
                  </a:cubicBezTo>
                  <a:cubicBezTo>
                    <a:pt x="188" y="563"/>
                    <a:pt x="201" y="313"/>
                    <a:pt x="238" y="63"/>
                  </a:cubicBezTo>
                  <a:cubicBezTo>
                    <a:pt x="238" y="13"/>
                    <a:pt x="163" y="1"/>
                    <a:pt x="138" y="51"/>
                  </a:cubicBezTo>
                  <a:cubicBezTo>
                    <a:pt x="1" y="513"/>
                    <a:pt x="76" y="1463"/>
                    <a:pt x="613" y="1663"/>
                  </a:cubicBezTo>
                  <a:cubicBezTo>
                    <a:pt x="675" y="1688"/>
                    <a:pt x="700" y="1575"/>
                    <a:pt x="638" y="15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5" name="Google Shape;5645;p110"/>
            <p:cNvSpPr/>
            <p:nvPr/>
          </p:nvSpPr>
          <p:spPr>
            <a:xfrm>
              <a:off x="708300" y="2346525"/>
              <a:ext cx="19700" cy="42200"/>
            </a:xfrm>
            <a:custGeom>
              <a:rect b="b" l="l" r="r" t="t"/>
              <a:pathLst>
                <a:path extrusionOk="0" h="1688" w="788">
                  <a:moveTo>
                    <a:pt x="38" y="113"/>
                  </a:moveTo>
                  <a:cubicBezTo>
                    <a:pt x="413" y="513"/>
                    <a:pt x="600" y="1062"/>
                    <a:pt x="550" y="1600"/>
                  </a:cubicBezTo>
                  <a:cubicBezTo>
                    <a:pt x="550" y="1662"/>
                    <a:pt x="625" y="1687"/>
                    <a:pt x="638" y="1625"/>
                  </a:cubicBezTo>
                  <a:cubicBezTo>
                    <a:pt x="788" y="1125"/>
                    <a:pt x="475" y="400"/>
                    <a:pt x="113" y="50"/>
                  </a:cubicBezTo>
                  <a:cubicBezTo>
                    <a:pt x="63" y="0"/>
                    <a:pt x="1" y="63"/>
                    <a:pt x="38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6" name="Google Shape;5646;p110"/>
            <p:cNvSpPr/>
            <p:nvPr/>
          </p:nvSpPr>
          <p:spPr>
            <a:xfrm>
              <a:off x="732050" y="2415875"/>
              <a:ext cx="30000" cy="33150"/>
            </a:xfrm>
            <a:custGeom>
              <a:rect b="b" l="l" r="r" t="t"/>
              <a:pathLst>
                <a:path extrusionOk="0" h="1326" w="1200">
                  <a:moveTo>
                    <a:pt x="100" y="1275"/>
                  </a:moveTo>
                  <a:cubicBezTo>
                    <a:pt x="88" y="963"/>
                    <a:pt x="250" y="713"/>
                    <a:pt x="450" y="463"/>
                  </a:cubicBezTo>
                  <a:cubicBezTo>
                    <a:pt x="613" y="238"/>
                    <a:pt x="875" y="100"/>
                    <a:pt x="1163" y="75"/>
                  </a:cubicBezTo>
                  <a:cubicBezTo>
                    <a:pt x="1200" y="75"/>
                    <a:pt x="1200" y="0"/>
                    <a:pt x="1150" y="0"/>
                  </a:cubicBezTo>
                  <a:cubicBezTo>
                    <a:pt x="850" y="13"/>
                    <a:pt x="563" y="163"/>
                    <a:pt x="388" y="413"/>
                  </a:cubicBezTo>
                  <a:cubicBezTo>
                    <a:pt x="188" y="663"/>
                    <a:pt x="0" y="938"/>
                    <a:pt x="25" y="1275"/>
                  </a:cubicBezTo>
                  <a:cubicBezTo>
                    <a:pt x="25" y="1325"/>
                    <a:pt x="100" y="1325"/>
                    <a:pt x="100" y="12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7" name="Google Shape;5647;p110"/>
            <p:cNvSpPr/>
            <p:nvPr/>
          </p:nvSpPr>
          <p:spPr>
            <a:xfrm>
              <a:off x="732675" y="2415550"/>
              <a:ext cx="29075" cy="33475"/>
            </a:xfrm>
            <a:custGeom>
              <a:rect b="b" l="l" r="r" t="t"/>
              <a:pathLst>
                <a:path extrusionOk="0" h="1339" w="1163">
                  <a:moveTo>
                    <a:pt x="1100" y="51"/>
                  </a:moveTo>
                  <a:cubicBezTo>
                    <a:pt x="1013" y="313"/>
                    <a:pt x="875" y="563"/>
                    <a:pt x="700" y="788"/>
                  </a:cubicBezTo>
                  <a:cubicBezTo>
                    <a:pt x="525" y="1013"/>
                    <a:pt x="288" y="1076"/>
                    <a:pt x="50" y="1213"/>
                  </a:cubicBezTo>
                  <a:cubicBezTo>
                    <a:pt x="0" y="1251"/>
                    <a:pt x="38" y="1338"/>
                    <a:pt x="100" y="1313"/>
                  </a:cubicBezTo>
                  <a:cubicBezTo>
                    <a:pt x="675" y="1201"/>
                    <a:pt x="1088" y="626"/>
                    <a:pt x="1163" y="63"/>
                  </a:cubicBezTo>
                  <a:cubicBezTo>
                    <a:pt x="1163" y="26"/>
                    <a:pt x="1113" y="1"/>
                    <a:pt x="1100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8" name="Google Shape;5648;p110"/>
            <p:cNvSpPr/>
            <p:nvPr/>
          </p:nvSpPr>
          <p:spPr>
            <a:xfrm>
              <a:off x="739850" y="2718600"/>
              <a:ext cx="86875" cy="38450"/>
            </a:xfrm>
            <a:custGeom>
              <a:rect b="b" l="l" r="r" t="t"/>
              <a:pathLst>
                <a:path extrusionOk="0" h="1538" w="3475">
                  <a:moveTo>
                    <a:pt x="38" y="88"/>
                  </a:moveTo>
                  <a:cubicBezTo>
                    <a:pt x="1025" y="813"/>
                    <a:pt x="2175" y="1313"/>
                    <a:pt x="3387" y="1525"/>
                  </a:cubicBezTo>
                  <a:cubicBezTo>
                    <a:pt x="3450" y="1538"/>
                    <a:pt x="3475" y="1450"/>
                    <a:pt x="3412" y="1438"/>
                  </a:cubicBezTo>
                  <a:cubicBezTo>
                    <a:pt x="2213" y="1213"/>
                    <a:pt x="1075" y="738"/>
                    <a:pt x="76" y="26"/>
                  </a:cubicBezTo>
                  <a:cubicBezTo>
                    <a:pt x="38" y="1"/>
                    <a:pt x="1" y="63"/>
                    <a:pt x="38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9" name="Google Shape;5649;p110"/>
            <p:cNvSpPr/>
            <p:nvPr/>
          </p:nvSpPr>
          <p:spPr>
            <a:xfrm>
              <a:off x="824200" y="2749525"/>
              <a:ext cx="16600" cy="17850"/>
            </a:xfrm>
            <a:custGeom>
              <a:rect b="b" l="l" r="r" t="t"/>
              <a:pathLst>
                <a:path extrusionOk="0" h="714" w="664">
                  <a:moveTo>
                    <a:pt x="151" y="251"/>
                  </a:moveTo>
                  <a:cubicBezTo>
                    <a:pt x="176" y="351"/>
                    <a:pt x="188" y="363"/>
                    <a:pt x="176" y="288"/>
                  </a:cubicBezTo>
                  <a:cubicBezTo>
                    <a:pt x="163" y="251"/>
                    <a:pt x="163" y="213"/>
                    <a:pt x="176" y="176"/>
                  </a:cubicBezTo>
                  <a:cubicBezTo>
                    <a:pt x="176" y="138"/>
                    <a:pt x="113" y="113"/>
                    <a:pt x="101" y="151"/>
                  </a:cubicBezTo>
                  <a:cubicBezTo>
                    <a:pt x="1" y="376"/>
                    <a:pt x="238" y="713"/>
                    <a:pt x="451" y="463"/>
                  </a:cubicBezTo>
                  <a:cubicBezTo>
                    <a:pt x="663" y="213"/>
                    <a:pt x="288" y="1"/>
                    <a:pt x="88" y="176"/>
                  </a:cubicBezTo>
                  <a:cubicBezTo>
                    <a:pt x="38" y="213"/>
                    <a:pt x="101" y="276"/>
                    <a:pt x="151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0" name="Google Shape;5650;p110"/>
            <p:cNvSpPr/>
            <p:nvPr/>
          </p:nvSpPr>
          <p:spPr>
            <a:xfrm>
              <a:off x="728300" y="2681125"/>
              <a:ext cx="82175" cy="30625"/>
            </a:xfrm>
            <a:custGeom>
              <a:rect b="b" l="l" r="r" t="t"/>
              <a:pathLst>
                <a:path extrusionOk="0" h="1225" w="3287">
                  <a:moveTo>
                    <a:pt x="63" y="1087"/>
                  </a:moveTo>
                  <a:cubicBezTo>
                    <a:pt x="1163" y="1225"/>
                    <a:pt x="2537" y="1000"/>
                    <a:pt x="3262" y="75"/>
                  </a:cubicBezTo>
                  <a:cubicBezTo>
                    <a:pt x="3287" y="38"/>
                    <a:pt x="3250" y="0"/>
                    <a:pt x="3225" y="25"/>
                  </a:cubicBezTo>
                  <a:cubicBezTo>
                    <a:pt x="2287" y="812"/>
                    <a:pt x="1288" y="1137"/>
                    <a:pt x="63" y="1000"/>
                  </a:cubicBezTo>
                  <a:cubicBezTo>
                    <a:pt x="0" y="987"/>
                    <a:pt x="0" y="1087"/>
                    <a:pt x="63" y="10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1" name="Google Shape;5651;p110"/>
            <p:cNvSpPr/>
            <p:nvPr/>
          </p:nvSpPr>
          <p:spPr>
            <a:xfrm>
              <a:off x="805150" y="2671750"/>
              <a:ext cx="15025" cy="12825"/>
            </a:xfrm>
            <a:custGeom>
              <a:rect b="b" l="l" r="r" t="t"/>
              <a:pathLst>
                <a:path extrusionOk="0" h="513" w="601">
                  <a:moveTo>
                    <a:pt x="250" y="100"/>
                  </a:moveTo>
                  <a:cubicBezTo>
                    <a:pt x="250" y="188"/>
                    <a:pt x="275" y="213"/>
                    <a:pt x="325" y="150"/>
                  </a:cubicBezTo>
                  <a:cubicBezTo>
                    <a:pt x="363" y="138"/>
                    <a:pt x="350" y="88"/>
                    <a:pt x="313" y="88"/>
                  </a:cubicBezTo>
                  <a:cubicBezTo>
                    <a:pt x="26" y="88"/>
                    <a:pt x="1" y="513"/>
                    <a:pt x="288" y="488"/>
                  </a:cubicBezTo>
                  <a:cubicBezTo>
                    <a:pt x="600" y="450"/>
                    <a:pt x="550" y="0"/>
                    <a:pt x="250" y="25"/>
                  </a:cubicBezTo>
                  <a:cubicBezTo>
                    <a:pt x="213" y="25"/>
                    <a:pt x="213" y="100"/>
                    <a:pt x="250" y="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2" name="Google Shape;5652;p110"/>
            <p:cNvSpPr/>
            <p:nvPr/>
          </p:nvSpPr>
          <p:spPr>
            <a:xfrm>
              <a:off x="644875" y="2270600"/>
              <a:ext cx="60325" cy="237450"/>
            </a:xfrm>
            <a:custGeom>
              <a:rect b="b" l="l" r="r" t="t"/>
              <a:pathLst>
                <a:path extrusionOk="0" h="9498" w="2413">
                  <a:moveTo>
                    <a:pt x="76" y="9473"/>
                  </a:moveTo>
                  <a:cubicBezTo>
                    <a:pt x="776" y="7698"/>
                    <a:pt x="1488" y="6374"/>
                    <a:pt x="1675" y="4462"/>
                  </a:cubicBezTo>
                  <a:cubicBezTo>
                    <a:pt x="1838" y="2737"/>
                    <a:pt x="1438" y="1488"/>
                    <a:pt x="488" y="63"/>
                  </a:cubicBezTo>
                  <a:cubicBezTo>
                    <a:pt x="451" y="0"/>
                    <a:pt x="338" y="63"/>
                    <a:pt x="388" y="125"/>
                  </a:cubicBezTo>
                  <a:cubicBezTo>
                    <a:pt x="2413" y="3450"/>
                    <a:pt x="1275" y="6124"/>
                    <a:pt x="26" y="9448"/>
                  </a:cubicBezTo>
                  <a:cubicBezTo>
                    <a:pt x="1" y="9485"/>
                    <a:pt x="63" y="9498"/>
                    <a:pt x="76" y="947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3" name="Google Shape;5653;p110"/>
            <p:cNvSpPr/>
            <p:nvPr/>
          </p:nvSpPr>
          <p:spPr>
            <a:xfrm>
              <a:off x="699875" y="2755475"/>
              <a:ext cx="49375" cy="31875"/>
            </a:xfrm>
            <a:custGeom>
              <a:rect b="b" l="l" r="r" t="t"/>
              <a:pathLst>
                <a:path extrusionOk="0" h="1275" w="1975">
                  <a:moveTo>
                    <a:pt x="75" y="1238"/>
                  </a:moveTo>
                  <a:cubicBezTo>
                    <a:pt x="163" y="813"/>
                    <a:pt x="363" y="425"/>
                    <a:pt x="775" y="238"/>
                  </a:cubicBezTo>
                  <a:cubicBezTo>
                    <a:pt x="1262" y="25"/>
                    <a:pt x="1850" y="288"/>
                    <a:pt x="1862" y="863"/>
                  </a:cubicBezTo>
                  <a:cubicBezTo>
                    <a:pt x="1862" y="938"/>
                    <a:pt x="1975" y="938"/>
                    <a:pt x="1975" y="863"/>
                  </a:cubicBezTo>
                  <a:cubicBezTo>
                    <a:pt x="1975" y="375"/>
                    <a:pt x="1550" y="0"/>
                    <a:pt x="1062" y="50"/>
                  </a:cubicBezTo>
                  <a:cubicBezTo>
                    <a:pt x="450" y="113"/>
                    <a:pt x="100" y="663"/>
                    <a:pt x="13" y="1213"/>
                  </a:cubicBezTo>
                  <a:cubicBezTo>
                    <a:pt x="0" y="1250"/>
                    <a:pt x="63" y="1275"/>
                    <a:pt x="75" y="1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4" name="Google Shape;5654;p110"/>
            <p:cNvSpPr/>
            <p:nvPr/>
          </p:nvSpPr>
          <p:spPr>
            <a:xfrm>
              <a:off x="674550" y="2510225"/>
              <a:ext cx="31600" cy="62500"/>
            </a:xfrm>
            <a:custGeom>
              <a:rect b="b" l="l" r="r" t="t"/>
              <a:pathLst>
                <a:path extrusionOk="0" h="2500" w="1264">
                  <a:moveTo>
                    <a:pt x="651" y="50"/>
                  </a:moveTo>
                  <a:cubicBezTo>
                    <a:pt x="638" y="350"/>
                    <a:pt x="701" y="650"/>
                    <a:pt x="838" y="925"/>
                  </a:cubicBezTo>
                  <a:cubicBezTo>
                    <a:pt x="1138" y="1625"/>
                    <a:pt x="838" y="2312"/>
                    <a:pt x="38" y="2412"/>
                  </a:cubicBezTo>
                  <a:cubicBezTo>
                    <a:pt x="1" y="2412"/>
                    <a:pt x="13" y="2487"/>
                    <a:pt x="51" y="2487"/>
                  </a:cubicBezTo>
                  <a:cubicBezTo>
                    <a:pt x="488" y="2500"/>
                    <a:pt x="888" y="2225"/>
                    <a:pt x="1038" y="1812"/>
                  </a:cubicBezTo>
                  <a:cubicBezTo>
                    <a:pt x="1263" y="1175"/>
                    <a:pt x="713" y="675"/>
                    <a:pt x="726" y="50"/>
                  </a:cubicBezTo>
                  <a:cubicBezTo>
                    <a:pt x="726" y="0"/>
                    <a:pt x="651" y="0"/>
                    <a:pt x="651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5" name="Google Shape;5655;p110"/>
            <p:cNvSpPr/>
            <p:nvPr/>
          </p:nvSpPr>
          <p:spPr>
            <a:xfrm>
              <a:off x="658950" y="2543350"/>
              <a:ext cx="21575" cy="30625"/>
            </a:xfrm>
            <a:custGeom>
              <a:rect b="b" l="l" r="r" t="t"/>
              <a:pathLst>
                <a:path extrusionOk="0" h="1225" w="863">
                  <a:moveTo>
                    <a:pt x="800" y="1050"/>
                  </a:moveTo>
                  <a:cubicBezTo>
                    <a:pt x="288" y="1225"/>
                    <a:pt x="38" y="387"/>
                    <a:pt x="300" y="63"/>
                  </a:cubicBezTo>
                  <a:cubicBezTo>
                    <a:pt x="313" y="25"/>
                    <a:pt x="275" y="0"/>
                    <a:pt x="250" y="13"/>
                  </a:cubicBezTo>
                  <a:cubicBezTo>
                    <a:pt x="0" y="163"/>
                    <a:pt x="75" y="550"/>
                    <a:pt x="163" y="775"/>
                  </a:cubicBezTo>
                  <a:cubicBezTo>
                    <a:pt x="275" y="1062"/>
                    <a:pt x="525" y="1225"/>
                    <a:pt x="825" y="1112"/>
                  </a:cubicBezTo>
                  <a:cubicBezTo>
                    <a:pt x="862" y="1100"/>
                    <a:pt x="850" y="1025"/>
                    <a:pt x="800" y="10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6" name="Google Shape;5656;p110"/>
            <p:cNvSpPr/>
            <p:nvPr/>
          </p:nvSpPr>
          <p:spPr>
            <a:xfrm>
              <a:off x="761725" y="2732675"/>
              <a:ext cx="56575" cy="81250"/>
            </a:xfrm>
            <a:custGeom>
              <a:rect b="b" l="l" r="r" t="t"/>
              <a:pathLst>
                <a:path extrusionOk="0" h="3250" w="2263">
                  <a:moveTo>
                    <a:pt x="50" y="88"/>
                  </a:moveTo>
                  <a:cubicBezTo>
                    <a:pt x="988" y="900"/>
                    <a:pt x="2062" y="1787"/>
                    <a:pt x="1875" y="3174"/>
                  </a:cubicBezTo>
                  <a:cubicBezTo>
                    <a:pt x="1875" y="3224"/>
                    <a:pt x="1950" y="3249"/>
                    <a:pt x="1962" y="3199"/>
                  </a:cubicBezTo>
                  <a:cubicBezTo>
                    <a:pt x="2262" y="1800"/>
                    <a:pt x="1050" y="825"/>
                    <a:pt x="88" y="38"/>
                  </a:cubicBezTo>
                  <a:cubicBezTo>
                    <a:pt x="50" y="0"/>
                    <a:pt x="1" y="63"/>
                    <a:pt x="38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7" name="Google Shape;5657;p110"/>
            <p:cNvSpPr/>
            <p:nvPr/>
          </p:nvSpPr>
          <p:spPr>
            <a:xfrm>
              <a:off x="710500" y="2553650"/>
              <a:ext cx="15325" cy="30950"/>
            </a:xfrm>
            <a:custGeom>
              <a:rect b="b" l="l" r="r" t="t"/>
              <a:pathLst>
                <a:path extrusionOk="0" h="1238" w="613">
                  <a:moveTo>
                    <a:pt x="25" y="63"/>
                  </a:moveTo>
                  <a:cubicBezTo>
                    <a:pt x="0" y="288"/>
                    <a:pt x="50" y="513"/>
                    <a:pt x="162" y="713"/>
                  </a:cubicBezTo>
                  <a:cubicBezTo>
                    <a:pt x="237" y="900"/>
                    <a:pt x="362" y="1075"/>
                    <a:pt x="525" y="1213"/>
                  </a:cubicBezTo>
                  <a:cubicBezTo>
                    <a:pt x="575" y="1238"/>
                    <a:pt x="612" y="1175"/>
                    <a:pt x="587" y="1138"/>
                  </a:cubicBezTo>
                  <a:cubicBezTo>
                    <a:pt x="300" y="850"/>
                    <a:pt x="125" y="463"/>
                    <a:pt x="113" y="63"/>
                  </a:cubicBezTo>
                  <a:cubicBezTo>
                    <a:pt x="113" y="0"/>
                    <a:pt x="25" y="0"/>
                    <a:pt x="25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8" name="Google Shape;5658;p110"/>
            <p:cNvSpPr/>
            <p:nvPr/>
          </p:nvSpPr>
          <p:spPr>
            <a:xfrm>
              <a:off x="710175" y="2550525"/>
              <a:ext cx="21900" cy="34400"/>
            </a:xfrm>
            <a:custGeom>
              <a:rect b="b" l="l" r="r" t="t"/>
              <a:pathLst>
                <a:path extrusionOk="0" h="1376" w="876">
                  <a:moveTo>
                    <a:pt x="638" y="1325"/>
                  </a:moveTo>
                  <a:cubicBezTo>
                    <a:pt x="875" y="838"/>
                    <a:pt x="575" y="225"/>
                    <a:pt x="101" y="25"/>
                  </a:cubicBezTo>
                  <a:cubicBezTo>
                    <a:pt x="38" y="0"/>
                    <a:pt x="1" y="100"/>
                    <a:pt x="51" y="125"/>
                  </a:cubicBezTo>
                  <a:cubicBezTo>
                    <a:pt x="475" y="313"/>
                    <a:pt x="763" y="825"/>
                    <a:pt x="550" y="1275"/>
                  </a:cubicBezTo>
                  <a:cubicBezTo>
                    <a:pt x="525" y="1325"/>
                    <a:pt x="613" y="1375"/>
                    <a:pt x="638" y="13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9" name="Google Shape;5659;p110"/>
            <p:cNvSpPr/>
            <p:nvPr/>
          </p:nvSpPr>
          <p:spPr>
            <a:xfrm>
              <a:off x="669550" y="2216250"/>
              <a:ext cx="59700" cy="132175"/>
            </a:xfrm>
            <a:custGeom>
              <a:rect b="b" l="l" r="r" t="t"/>
              <a:pathLst>
                <a:path extrusionOk="0" h="5287" w="2388">
                  <a:moveTo>
                    <a:pt x="651" y="5211"/>
                  </a:moveTo>
                  <a:cubicBezTo>
                    <a:pt x="363" y="3674"/>
                    <a:pt x="51" y="375"/>
                    <a:pt x="2338" y="75"/>
                  </a:cubicBezTo>
                  <a:cubicBezTo>
                    <a:pt x="2388" y="75"/>
                    <a:pt x="2388" y="0"/>
                    <a:pt x="2338" y="0"/>
                  </a:cubicBezTo>
                  <a:cubicBezTo>
                    <a:pt x="1" y="212"/>
                    <a:pt x="263" y="3649"/>
                    <a:pt x="576" y="5236"/>
                  </a:cubicBezTo>
                  <a:cubicBezTo>
                    <a:pt x="588" y="5286"/>
                    <a:pt x="663" y="5261"/>
                    <a:pt x="651" y="52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0" name="Google Shape;5660;p110"/>
            <p:cNvSpPr/>
            <p:nvPr/>
          </p:nvSpPr>
          <p:spPr>
            <a:xfrm>
              <a:off x="701750" y="2223100"/>
              <a:ext cx="65000" cy="61275"/>
            </a:xfrm>
            <a:custGeom>
              <a:rect b="b" l="l" r="r" t="t"/>
              <a:pathLst>
                <a:path extrusionOk="0" h="2451" w="2600">
                  <a:moveTo>
                    <a:pt x="75" y="976"/>
                  </a:moveTo>
                  <a:cubicBezTo>
                    <a:pt x="400" y="351"/>
                    <a:pt x="1162" y="88"/>
                    <a:pt x="1762" y="513"/>
                  </a:cubicBezTo>
                  <a:cubicBezTo>
                    <a:pt x="2300" y="888"/>
                    <a:pt x="2474" y="1863"/>
                    <a:pt x="1950" y="2325"/>
                  </a:cubicBezTo>
                  <a:cubicBezTo>
                    <a:pt x="1900" y="2375"/>
                    <a:pt x="1975" y="2450"/>
                    <a:pt x="2025" y="2400"/>
                  </a:cubicBezTo>
                  <a:cubicBezTo>
                    <a:pt x="2599" y="1913"/>
                    <a:pt x="2412" y="838"/>
                    <a:pt x="1825" y="438"/>
                  </a:cubicBezTo>
                  <a:cubicBezTo>
                    <a:pt x="1187" y="1"/>
                    <a:pt x="325" y="251"/>
                    <a:pt x="13" y="938"/>
                  </a:cubicBezTo>
                  <a:cubicBezTo>
                    <a:pt x="0" y="976"/>
                    <a:pt x="50" y="1013"/>
                    <a:pt x="75" y="9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1" name="Google Shape;5661;p110"/>
            <p:cNvSpPr/>
            <p:nvPr/>
          </p:nvSpPr>
          <p:spPr>
            <a:xfrm>
              <a:off x="709550" y="2258100"/>
              <a:ext cx="46900" cy="35950"/>
            </a:xfrm>
            <a:custGeom>
              <a:rect b="b" l="l" r="r" t="t"/>
              <a:pathLst>
                <a:path extrusionOk="0" h="1438" w="1876">
                  <a:moveTo>
                    <a:pt x="1788" y="713"/>
                  </a:moveTo>
                  <a:cubicBezTo>
                    <a:pt x="1600" y="1125"/>
                    <a:pt x="1138" y="1313"/>
                    <a:pt x="725" y="1150"/>
                  </a:cubicBezTo>
                  <a:cubicBezTo>
                    <a:pt x="288" y="963"/>
                    <a:pt x="163" y="513"/>
                    <a:pt x="288" y="88"/>
                  </a:cubicBezTo>
                  <a:cubicBezTo>
                    <a:pt x="300" y="38"/>
                    <a:pt x="225" y="1"/>
                    <a:pt x="213" y="51"/>
                  </a:cubicBezTo>
                  <a:cubicBezTo>
                    <a:pt x="1" y="513"/>
                    <a:pt x="213" y="1050"/>
                    <a:pt x="675" y="1250"/>
                  </a:cubicBezTo>
                  <a:cubicBezTo>
                    <a:pt x="1138" y="1438"/>
                    <a:pt x="1675" y="1225"/>
                    <a:pt x="1850" y="750"/>
                  </a:cubicBezTo>
                  <a:cubicBezTo>
                    <a:pt x="1875" y="713"/>
                    <a:pt x="1813" y="675"/>
                    <a:pt x="1800" y="7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2" name="Google Shape;5662;p110"/>
            <p:cNvSpPr/>
            <p:nvPr/>
          </p:nvSpPr>
          <p:spPr>
            <a:xfrm>
              <a:off x="713300" y="2246550"/>
              <a:ext cx="30950" cy="17500"/>
            </a:xfrm>
            <a:custGeom>
              <a:rect b="b" l="l" r="r" t="t"/>
              <a:pathLst>
                <a:path extrusionOk="0" h="700" w="1238">
                  <a:moveTo>
                    <a:pt x="100" y="650"/>
                  </a:moveTo>
                  <a:cubicBezTo>
                    <a:pt x="75" y="63"/>
                    <a:pt x="1213" y="0"/>
                    <a:pt x="1025" y="613"/>
                  </a:cubicBezTo>
                  <a:cubicBezTo>
                    <a:pt x="1013" y="675"/>
                    <a:pt x="1100" y="688"/>
                    <a:pt x="1113" y="638"/>
                  </a:cubicBezTo>
                  <a:cubicBezTo>
                    <a:pt x="1238" y="350"/>
                    <a:pt x="975" y="75"/>
                    <a:pt x="688" y="75"/>
                  </a:cubicBezTo>
                  <a:cubicBezTo>
                    <a:pt x="388" y="75"/>
                    <a:pt x="1" y="313"/>
                    <a:pt x="26" y="650"/>
                  </a:cubicBezTo>
                  <a:cubicBezTo>
                    <a:pt x="26" y="700"/>
                    <a:pt x="113" y="700"/>
                    <a:pt x="100" y="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3" name="Google Shape;5663;p110"/>
            <p:cNvSpPr/>
            <p:nvPr/>
          </p:nvSpPr>
          <p:spPr>
            <a:xfrm>
              <a:off x="703000" y="2492725"/>
              <a:ext cx="71550" cy="55325"/>
            </a:xfrm>
            <a:custGeom>
              <a:rect b="b" l="l" r="r" t="t"/>
              <a:pathLst>
                <a:path extrusionOk="0" h="2213" w="2862">
                  <a:moveTo>
                    <a:pt x="50" y="1838"/>
                  </a:moveTo>
                  <a:cubicBezTo>
                    <a:pt x="1312" y="2213"/>
                    <a:pt x="2749" y="1438"/>
                    <a:pt x="2862" y="38"/>
                  </a:cubicBezTo>
                  <a:cubicBezTo>
                    <a:pt x="2862" y="13"/>
                    <a:pt x="2812" y="1"/>
                    <a:pt x="2799" y="38"/>
                  </a:cubicBezTo>
                  <a:cubicBezTo>
                    <a:pt x="2474" y="1300"/>
                    <a:pt x="1400" y="2113"/>
                    <a:pt x="75" y="1763"/>
                  </a:cubicBezTo>
                  <a:cubicBezTo>
                    <a:pt x="25" y="1750"/>
                    <a:pt x="0" y="1825"/>
                    <a:pt x="50" y="18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4" name="Google Shape;5664;p110"/>
            <p:cNvSpPr/>
            <p:nvPr/>
          </p:nvSpPr>
          <p:spPr>
            <a:xfrm>
              <a:off x="779850" y="2847325"/>
              <a:ext cx="15325" cy="20025"/>
            </a:xfrm>
            <a:custGeom>
              <a:rect b="b" l="l" r="r" t="t"/>
              <a:pathLst>
                <a:path extrusionOk="0" h="801" w="613">
                  <a:moveTo>
                    <a:pt x="63" y="113"/>
                  </a:moveTo>
                  <a:cubicBezTo>
                    <a:pt x="288" y="263"/>
                    <a:pt x="450" y="488"/>
                    <a:pt x="513" y="750"/>
                  </a:cubicBezTo>
                  <a:cubicBezTo>
                    <a:pt x="525" y="800"/>
                    <a:pt x="613" y="800"/>
                    <a:pt x="613" y="738"/>
                  </a:cubicBezTo>
                  <a:cubicBezTo>
                    <a:pt x="575" y="438"/>
                    <a:pt x="388" y="163"/>
                    <a:pt x="113" y="25"/>
                  </a:cubicBezTo>
                  <a:cubicBezTo>
                    <a:pt x="50" y="0"/>
                    <a:pt x="0" y="88"/>
                    <a:pt x="63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5" name="Google Shape;5665;p110"/>
            <p:cNvSpPr/>
            <p:nvPr/>
          </p:nvSpPr>
          <p:spPr>
            <a:xfrm>
              <a:off x="792975" y="2850750"/>
              <a:ext cx="5950" cy="16900"/>
            </a:xfrm>
            <a:custGeom>
              <a:rect b="b" l="l" r="r" t="t"/>
              <a:pathLst>
                <a:path extrusionOk="0" h="676" w="238">
                  <a:moveTo>
                    <a:pt x="125" y="613"/>
                  </a:moveTo>
                  <a:cubicBezTo>
                    <a:pt x="200" y="451"/>
                    <a:pt x="238" y="251"/>
                    <a:pt x="200" y="76"/>
                  </a:cubicBezTo>
                  <a:cubicBezTo>
                    <a:pt x="188" y="1"/>
                    <a:pt x="100" y="26"/>
                    <a:pt x="88" y="88"/>
                  </a:cubicBezTo>
                  <a:cubicBezTo>
                    <a:pt x="100" y="251"/>
                    <a:pt x="63" y="426"/>
                    <a:pt x="13" y="588"/>
                  </a:cubicBezTo>
                  <a:cubicBezTo>
                    <a:pt x="0" y="651"/>
                    <a:pt x="100" y="676"/>
                    <a:pt x="125" y="6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6" name="Google Shape;5666;p110"/>
            <p:cNvSpPr/>
            <p:nvPr/>
          </p:nvSpPr>
          <p:spPr>
            <a:xfrm>
              <a:off x="775150" y="2839500"/>
              <a:ext cx="7525" cy="9400"/>
            </a:xfrm>
            <a:custGeom>
              <a:rect b="b" l="l" r="r" t="t"/>
              <a:pathLst>
                <a:path extrusionOk="0" h="376" w="301">
                  <a:moveTo>
                    <a:pt x="226" y="276"/>
                  </a:moveTo>
                  <a:cubicBezTo>
                    <a:pt x="201" y="213"/>
                    <a:pt x="213" y="151"/>
                    <a:pt x="263" y="113"/>
                  </a:cubicBezTo>
                  <a:cubicBezTo>
                    <a:pt x="301" y="76"/>
                    <a:pt x="263" y="1"/>
                    <a:pt x="213" y="26"/>
                  </a:cubicBezTo>
                  <a:cubicBezTo>
                    <a:pt x="76" y="76"/>
                    <a:pt x="1" y="263"/>
                    <a:pt x="163" y="351"/>
                  </a:cubicBezTo>
                  <a:cubicBezTo>
                    <a:pt x="213" y="376"/>
                    <a:pt x="276" y="313"/>
                    <a:pt x="226" y="2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7" name="Google Shape;5667;p110"/>
            <p:cNvSpPr/>
            <p:nvPr/>
          </p:nvSpPr>
          <p:spPr>
            <a:xfrm>
              <a:off x="780775" y="2821400"/>
              <a:ext cx="15650" cy="20325"/>
            </a:xfrm>
            <a:custGeom>
              <a:rect b="b" l="l" r="r" t="t"/>
              <a:pathLst>
                <a:path extrusionOk="0" h="813" w="626">
                  <a:moveTo>
                    <a:pt x="88" y="787"/>
                  </a:moveTo>
                  <a:cubicBezTo>
                    <a:pt x="338" y="625"/>
                    <a:pt x="626" y="363"/>
                    <a:pt x="563" y="50"/>
                  </a:cubicBezTo>
                  <a:cubicBezTo>
                    <a:pt x="538" y="0"/>
                    <a:pt x="488" y="0"/>
                    <a:pt x="463" y="50"/>
                  </a:cubicBezTo>
                  <a:cubicBezTo>
                    <a:pt x="413" y="313"/>
                    <a:pt x="263" y="550"/>
                    <a:pt x="38" y="712"/>
                  </a:cubicBezTo>
                  <a:cubicBezTo>
                    <a:pt x="1" y="750"/>
                    <a:pt x="51" y="812"/>
                    <a:pt x="88" y="7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8" name="Google Shape;5668;p110"/>
            <p:cNvSpPr/>
            <p:nvPr/>
          </p:nvSpPr>
          <p:spPr>
            <a:xfrm>
              <a:off x="790475" y="2821700"/>
              <a:ext cx="10325" cy="24400"/>
            </a:xfrm>
            <a:custGeom>
              <a:rect b="b" l="l" r="r" t="t"/>
              <a:pathLst>
                <a:path extrusionOk="0" h="976" w="413">
                  <a:moveTo>
                    <a:pt x="113" y="126"/>
                  </a:moveTo>
                  <a:cubicBezTo>
                    <a:pt x="288" y="363"/>
                    <a:pt x="225" y="625"/>
                    <a:pt x="50" y="838"/>
                  </a:cubicBezTo>
                  <a:cubicBezTo>
                    <a:pt x="0" y="900"/>
                    <a:pt x="75" y="975"/>
                    <a:pt x="138" y="925"/>
                  </a:cubicBezTo>
                  <a:cubicBezTo>
                    <a:pt x="375" y="700"/>
                    <a:pt x="413" y="313"/>
                    <a:pt x="200" y="51"/>
                  </a:cubicBezTo>
                  <a:cubicBezTo>
                    <a:pt x="163" y="1"/>
                    <a:pt x="75" y="76"/>
                    <a:pt x="113" y="1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9" name="Google Shape;5669;p110"/>
            <p:cNvSpPr/>
            <p:nvPr/>
          </p:nvSpPr>
          <p:spPr>
            <a:xfrm>
              <a:off x="790150" y="2842625"/>
              <a:ext cx="8150" cy="14100"/>
            </a:xfrm>
            <a:custGeom>
              <a:rect b="b" l="l" r="r" t="t"/>
              <a:pathLst>
                <a:path extrusionOk="0" h="564" w="326">
                  <a:moveTo>
                    <a:pt x="63" y="138"/>
                  </a:moveTo>
                  <a:cubicBezTo>
                    <a:pt x="151" y="238"/>
                    <a:pt x="201" y="363"/>
                    <a:pt x="213" y="501"/>
                  </a:cubicBezTo>
                  <a:cubicBezTo>
                    <a:pt x="226" y="563"/>
                    <a:pt x="313" y="538"/>
                    <a:pt x="313" y="488"/>
                  </a:cubicBezTo>
                  <a:cubicBezTo>
                    <a:pt x="326" y="326"/>
                    <a:pt x="263" y="163"/>
                    <a:pt x="138" y="63"/>
                  </a:cubicBezTo>
                  <a:cubicBezTo>
                    <a:pt x="88" y="1"/>
                    <a:pt x="1" y="88"/>
                    <a:pt x="63" y="1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0" name="Google Shape;5670;p110"/>
            <p:cNvSpPr/>
            <p:nvPr/>
          </p:nvSpPr>
          <p:spPr>
            <a:xfrm>
              <a:off x="799850" y="2837000"/>
              <a:ext cx="12500" cy="14400"/>
            </a:xfrm>
            <a:custGeom>
              <a:rect b="b" l="l" r="r" t="t"/>
              <a:pathLst>
                <a:path extrusionOk="0" h="576" w="500">
                  <a:moveTo>
                    <a:pt x="25" y="288"/>
                  </a:moveTo>
                  <a:cubicBezTo>
                    <a:pt x="38" y="413"/>
                    <a:pt x="75" y="538"/>
                    <a:pt x="225" y="563"/>
                  </a:cubicBezTo>
                  <a:cubicBezTo>
                    <a:pt x="338" y="576"/>
                    <a:pt x="437" y="488"/>
                    <a:pt x="437" y="363"/>
                  </a:cubicBezTo>
                  <a:cubicBezTo>
                    <a:pt x="500" y="63"/>
                    <a:pt x="38" y="1"/>
                    <a:pt x="13" y="313"/>
                  </a:cubicBezTo>
                  <a:cubicBezTo>
                    <a:pt x="0" y="388"/>
                    <a:pt x="125" y="401"/>
                    <a:pt x="150" y="326"/>
                  </a:cubicBezTo>
                  <a:cubicBezTo>
                    <a:pt x="150" y="313"/>
                    <a:pt x="150" y="301"/>
                    <a:pt x="163" y="288"/>
                  </a:cubicBezTo>
                  <a:cubicBezTo>
                    <a:pt x="163" y="201"/>
                    <a:pt x="25" y="201"/>
                    <a:pt x="25" y="2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4" name="Shape 5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75" name="Google Shape;5675;p1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676" name="Google Shape;5676;p111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5677" name="Google Shape;5677;p111"/>
            <p:cNvSpPr/>
            <p:nvPr/>
          </p:nvSpPr>
          <p:spPr>
            <a:xfrm>
              <a:off x="246225" y="895325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8" name="Google Shape;5678;p111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9" name="Google Shape;5679;p111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0" name="Google Shape;5680;p111"/>
            <p:cNvSpPr/>
            <p:nvPr/>
          </p:nvSpPr>
          <p:spPr>
            <a:xfrm>
              <a:off x="469300" y="1108400"/>
              <a:ext cx="6669850" cy="3485050"/>
            </a:xfrm>
            <a:custGeom>
              <a:rect b="b" l="l" r="r" t="t"/>
              <a:pathLst>
                <a:path extrusionOk="0" fill="none" h="139402" w="266794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1" name="Google Shape;5681;p111"/>
            <p:cNvSpPr/>
            <p:nvPr/>
          </p:nvSpPr>
          <p:spPr>
            <a:xfrm>
              <a:off x="299025" y="955950"/>
              <a:ext cx="7010700" cy="3789950"/>
            </a:xfrm>
            <a:custGeom>
              <a:rect b="b" l="l" r="r" t="t"/>
              <a:pathLst>
                <a:path extrusionOk="0" fill="none" h="151598" w="280428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2" name="Google Shape;5682;p111"/>
            <p:cNvSpPr/>
            <p:nvPr/>
          </p:nvSpPr>
          <p:spPr>
            <a:xfrm>
              <a:off x="7234100" y="895325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3" name="Google Shape;5683;p111"/>
            <p:cNvSpPr/>
            <p:nvPr/>
          </p:nvSpPr>
          <p:spPr>
            <a:xfrm>
              <a:off x="246225" y="4678400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4" name="Google Shape;5684;p111"/>
            <p:cNvSpPr/>
            <p:nvPr/>
          </p:nvSpPr>
          <p:spPr>
            <a:xfrm>
              <a:off x="7234100" y="4678400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685" name="Google Shape;5685;p111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Idealul „Omului Universal” </a:t>
            </a:r>
            <a:endParaRPr/>
          </a:p>
        </p:txBody>
      </p:sp>
      <p:grpSp>
        <p:nvGrpSpPr>
          <p:cNvPr id="5686" name="Google Shape;5686;p111"/>
          <p:cNvGrpSpPr/>
          <p:nvPr/>
        </p:nvGrpSpPr>
        <p:grpSpPr>
          <a:xfrm>
            <a:off x="666750" y="1333500"/>
            <a:ext cx="7810650" cy="2952900"/>
            <a:chOff x="666750" y="1333500"/>
            <a:chExt cx="7810650" cy="2952900"/>
          </a:xfrm>
        </p:grpSpPr>
        <p:sp>
          <p:nvSpPr>
            <p:cNvPr id="5687" name="Google Shape;5687;p111"/>
            <p:cNvSpPr/>
            <p:nvPr/>
          </p:nvSpPr>
          <p:spPr>
            <a:xfrm>
              <a:off x="666750" y="1333500"/>
              <a:ext cx="3810000" cy="1047900"/>
            </a:xfrm>
            <a:prstGeom prst="roundRect">
              <a:avLst>
                <a:gd fmla="val 7272" name="adj"/>
              </a:avLst>
            </a:prstGeom>
            <a:solidFill>
              <a:srgbClr val="E8E0D1"/>
            </a:solidFill>
            <a:ln cap="flat" cmpd="sng" w="9525">
              <a:solidFill>
                <a:srgbClr val="9B794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8" name="Google Shape;5688;p111"/>
            <p:cNvSpPr txBox="1"/>
            <p:nvPr/>
          </p:nvSpPr>
          <p:spPr>
            <a:xfrm>
              <a:off x="809625" y="1428750"/>
              <a:ext cx="35244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88">
                  <a:solidFill>
                    <a:srgbClr val="35240A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Armonia Cunoașterii și a Acțiunii</a:t>
              </a:r>
              <a:endParaRPr b="1" sz="1388">
                <a:solidFill>
                  <a:srgbClr val="35240A"/>
                </a:solidFill>
                <a:latin typeface="Libre Baskerville"/>
                <a:ea typeface="Libre Baskerville"/>
                <a:cs typeface="Libre Baskerville"/>
                <a:sym typeface="Libre Baskerville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018">
                  <a:solidFill>
                    <a:srgbClr val="000000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Educația urmărea dezvoltarea completă a individului. Idealul era formarea unei persoane cultivate, capabile să exceleze în mai multe domenii.</a:t>
              </a:r>
              <a:endParaRPr sz="1018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endParaRPr>
            </a:p>
          </p:txBody>
        </p:sp>
        <p:sp>
          <p:nvSpPr>
            <p:cNvPr id="5689" name="Google Shape;5689;p111"/>
            <p:cNvSpPr/>
            <p:nvPr/>
          </p:nvSpPr>
          <p:spPr>
            <a:xfrm>
              <a:off x="666750" y="2571750"/>
              <a:ext cx="3810000" cy="1714500"/>
            </a:xfrm>
            <a:prstGeom prst="roundRect">
              <a:avLst>
                <a:gd fmla="val 4444" name="adj"/>
              </a:avLst>
            </a:prstGeom>
            <a:solidFill>
              <a:srgbClr val="E8E0D1"/>
            </a:solidFill>
            <a:ln cap="flat" cmpd="sng" w="9525">
              <a:solidFill>
                <a:srgbClr val="9B794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0" name="Google Shape;5690;p111"/>
            <p:cNvSpPr txBox="1"/>
            <p:nvPr/>
          </p:nvSpPr>
          <p:spPr>
            <a:xfrm>
              <a:off x="809625" y="2667000"/>
              <a:ext cx="35244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35240A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Valorile Umanismului</a:t>
              </a:r>
              <a:endParaRPr b="1" sz="1500">
                <a:solidFill>
                  <a:srgbClr val="35240A"/>
                </a:solidFill>
                <a:latin typeface="Libre Baskerville"/>
                <a:ea typeface="Libre Baskerville"/>
                <a:cs typeface="Libre Baskerville"/>
                <a:sym typeface="Libre Baskerville"/>
              </a:endParaRPr>
            </a:p>
            <a:p>
              <a:pPr indent="-2984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Libre Baskerville"/>
                <a:buChar char="●"/>
              </a:pPr>
              <a:r>
                <a:rPr lang="en" sz="1100">
                  <a:solidFill>
                    <a:srgbClr val="000000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Demnitatea omului</a:t>
              </a:r>
              <a:endParaRPr sz="11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endParaRPr>
            </a:p>
            <a:p>
              <a:pPr indent="-29845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Libre Baskerville"/>
                <a:buChar char="●"/>
              </a:pPr>
              <a:r>
                <a:rPr lang="en" sz="1100">
                  <a:solidFill>
                    <a:srgbClr val="000000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Libertatea gândirii</a:t>
              </a:r>
              <a:endParaRPr sz="11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endParaRPr>
            </a:p>
            <a:p>
              <a:pPr indent="-29845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Libre Baskerville"/>
                <a:buChar char="●"/>
              </a:pPr>
              <a:r>
                <a:rPr lang="en" sz="1100">
                  <a:solidFill>
                    <a:srgbClr val="000000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Dezvoltarea spiritului critic</a:t>
              </a:r>
              <a:endParaRPr sz="11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endParaRPr>
            </a:p>
            <a:p>
              <a:pPr indent="-29845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Libre Baskerville"/>
                <a:buChar char="●"/>
              </a:pPr>
              <a:r>
                <a:rPr lang="en" sz="1100">
                  <a:solidFill>
                    <a:srgbClr val="000000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Întoarcerea la cultura clasică</a:t>
              </a:r>
              <a:endParaRPr sz="1100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endParaRPr>
            </a:p>
          </p:txBody>
        </p:sp>
        <p:sp>
          <p:nvSpPr>
            <p:cNvPr id="5691" name="Google Shape;5691;p111"/>
            <p:cNvSpPr/>
            <p:nvPr/>
          </p:nvSpPr>
          <p:spPr>
            <a:xfrm>
              <a:off x="4762500" y="1333500"/>
              <a:ext cx="3714900" cy="1428900"/>
            </a:xfrm>
            <a:prstGeom prst="roundRect">
              <a:avLst>
                <a:gd fmla="val 5333" name="adj"/>
              </a:avLst>
            </a:prstGeom>
            <a:solidFill>
              <a:srgbClr val="E8E0D1"/>
            </a:solidFill>
            <a:ln cap="flat" cmpd="sng" w="9525">
              <a:solidFill>
                <a:srgbClr val="9B794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2" name="Google Shape;5692;p111"/>
            <p:cNvSpPr txBox="1"/>
            <p:nvPr/>
          </p:nvSpPr>
          <p:spPr>
            <a:xfrm>
              <a:off x="4905375" y="1428750"/>
              <a:ext cx="34290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75">
                  <a:solidFill>
                    <a:srgbClr val="35240A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Domeniile Educației</a:t>
              </a:r>
              <a:endParaRPr b="1" sz="1275">
                <a:solidFill>
                  <a:srgbClr val="35240A"/>
                </a:solidFill>
                <a:latin typeface="Libre Baskerville"/>
                <a:ea typeface="Libre Baskerville"/>
                <a:cs typeface="Libre Baskerville"/>
                <a:sym typeface="Libre Baskerville"/>
              </a:endParaRPr>
            </a:p>
            <a:p>
              <a:pPr indent="-287973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000000"/>
                </a:buClr>
                <a:buSzPts val="935"/>
                <a:buFont typeface="Libre Baskerville"/>
                <a:buChar char="●"/>
              </a:pPr>
              <a:r>
                <a:rPr lang="en" sz="935">
                  <a:solidFill>
                    <a:srgbClr val="000000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Educația Intelectuală: literatură, filosofie, limbi clasice.</a:t>
              </a:r>
              <a:endParaRPr sz="935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endParaRPr>
            </a:p>
            <a:p>
              <a:pPr indent="-287973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000000"/>
                </a:buClr>
                <a:buSzPts val="935"/>
                <a:buFont typeface="Libre Baskerville"/>
                <a:buChar char="●"/>
              </a:pPr>
              <a:r>
                <a:rPr lang="en" sz="935">
                  <a:solidFill>
                    <a:srgbClr val="000000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Educația Artistică: pictură, muzică, arhitectură.</a:t>
              </a:r>
              <a:endParaRPr sz="935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endParaRPr>
            </a:p>
            <a:p>
              <a:pPr indent="-287973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000000"/>
                </a:buClr>
                <a:buSzPts val="935"/>
                <a:buFont typeface="Libre Baskerville"/>
                <a:buChar char="●"/>
              </a:pPr>
              <a:r>
                <a:rPr lang="en" sz="935">
                  <a:solidFill>
                    <a:srgbClr val="000000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Educația Fizică: dezvoltarea armonioasă a corpului.</a:t>
              </a:r>
              <a:endParaRPr sz="935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endParaRPr>
            </a:p>
          </p:txBody>
        </p:sp>
        <p:pic>
          <p:nvPicPr>
            <p:cNvPr id="5693" name="Google Shape;5693;p111"/>
            <p:cNvPicPr preferRelativeResize="0"/>
            <p:nvPr/>
          </p:nvPicPr>
          <p:blipFill rotWithShape="1">
            <a:blip r:embed="rId4">
              <a:alphaModFix/>
            </a:blip>
            <a:srcRect b="23855" l="0" r="0" t="23855"/>
            <a:stretch/>
          </p:blipFill>
          <p:spPr>
            <a:xfrm>
              <a:off x="4762500" y="3048000"/>
              <a:ext cx="3714900" cy="1238400"/>
            </a:xfrm>
            <a:prstGeom prst="roundRect">
              <a:avLst>
                <a:gd fmla="val 6153" name="adj"/>
              </a:avLst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97" name="Shape 5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98" name="Google Shape;5698;p1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4" y="0"/>
            <a:ext cx="914257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699" name="Google Shape;5699;p112"/>
          <p:cNvGrpSpPr/>
          <p:nvPr/>
        </p:nvGrpSpPr>
        <p:grpSpPr>
          <a:xfrm>
            <a:off x="142661" y="137224"/>
            <a:ext cx="8858677" cy="4869053"/>
            <a:chOff x="246225" y="895325"/>
            <a:chExt cx="7115975" cy="3911200"/>
          </a:xfrm>
        </p:grpSpPr>
        <p:sp>
          <p:nvSpPr>
            <p:cNvPr id="5700" name="Google Shape;5700;p112"/>
            <p:cNvSpPr/>
            <p:nvPr/>
          </p:nvSpPr>
          <p:spPr>
            <a:xfrm>
              <a:off x="246225" y="895325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1" name="Google Shape;5701;p112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2" name="Google Shape;5702;p112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3" name="Google Shape;5703;p112"/>
            <p:cNvSpPr/>
            <p:nvPr/>
          </p:nvSpPr>
          <p:spPr>
            <a:xfrm>
              <a:off x="469300" y="1108400"/>
              <a:ext cx="6669850" cy="3485050"/>
            </a:xfrm>
            <a:custGeom>
              <a:rect b="b" l="l" r="r" t="t"/>
              <a:pathLst>
                <a:path extrusionOk="0" fill="none" h="139402" w="266794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4" name="Google Shape;5704;p112"/>
            <p:cNvSpPr/>
            <p:nvPr/>
          </p:nvSpPr>
          <p:spPr>
            <a:xfrm>
              <a:off x="299025" y="955950"/>
              <a:ext cx="7010700" cy="3789950"/>
            </a:xfrm>
            <a:custGeom>
              <a:rect b="b" l="l" r="r" t="t"/>
              <a:pathLst>
                <a:path extrusionOk="0" fill="none" h="151598" w="280428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5" name="Google Shape;5705;p112"/>
            <p:cNvSpPr/>
            <p:nvPr/>
          </p:nvSpPr>
          <p:spPr>
            <a:xfrm>
              <a:off x="7234100" y="895325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6" name="Google Shape;5706;p112"/>
            <p:cNvSpPr/>
            <p:nvPr/>
          </p:nvSpPr>
          <p:spPr>
            <a:xfrm>
              <a:off x="246225" y="4678400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7" name="Google Shape;5707;p112"/>
            <p:cNvSpPr/>
            <p:nvPr/>
          </p:nvSpPr>
          <p:spPr>
            <a:xfrm>
              <a:off x="7234100" y="4678400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08" name="Google Shape;5708;p112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Contribuțiile Renașterii la educație </a:t>
            </a:r>
            <a:endParaRPr/>
          </a:p>
        </p:txBody>
      </p:sp>
      <p:grpSp>
        <p:nvGrpSpPr>
          <p:cNvPr id="5709" name="Google Shape;5709;p112"/>
          <p:cNvGrpSpPr/>
          <p:nvPr/>
        </p:nvGrpSpPr>
        <p:grpSpPr>
          <a:xfrm>
            <a:off x="476250" y="1428750"/>
            <a:ext cx="8191650" cy="2667000"/>
            <a:chOff x="476250" y="1428750"/>
            <a:chExt cx="8191650" cy="2667000"/>
          </a:xfrm>
        </p:grpSpPr>
        <p:sp>
          <p:nvSpPr>
            <p:cNvPr id="5710" name="Google Shape;5710;p112"/>
            <p:cNvSpPr/>
            <p:nvPr/>
          </p:nvSpPr>
          <p:spPr>
            <a:xfrm>
              <a:off x="476250" y="1428750"/>
              <a:ext cx="2381400" cy="2667000"/>
            </a:xfrm>
            <a:prstGeom prst="roundRect">
              <a:avLst>
                <a:gd fmla="val 4800" name="adj"/>
              </a:avLst>
            </a:prstGeom>
            <a:solidFill>
              <a:srgbClr val="E8E0D1"/>
            </a:solidFill>
            <a:ln cap="flat" cmpd="sng" w="14300">
              <a:solidFill>
                <a:srgbClr val="9B794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1" name="Google Shape;5711;p112"/>
            <p:cNvSpPr txBox="1"/>
            <p:nvPr/>
          </p:nvSpPr>
          <p:spPr>
            <a:xfrm>
              <a:off x="476250" y="1428750"/>
              <a:ext cx="23814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35240A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Redescoperirea Antichității</a:t>
              </a:r>
              <a:endParaRPr b="1" sz="1600">
                <a:solidFill>
                  <a:srgbClr val="35240A"/>
                </a:solidFill>
                <a:latin typeface="Libre Baskerville"/>
                <a:ea typeface="Libre Baskerville"/>
                <a:cs typeface="Libre Baskerville"/>
                <a:sym typeface="Libre Baskerville"/>
              </a:endParaRPr>
            </a:p>
            <a:p>
              <a:pPr indent="0" lvl="0" marL="0" rtl="0" algn="ctr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35240A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Studiul operelor greco-romane a devenit fundamentul formării intelectuale.</a:t>
              </a:r>
              <a:endParaRPr b="0" sz="1100">
                <a:solidFill>
                  <a:srgbClr val="35240A"/>
                </a:solidFill>
                <a:latin typeface="Source Sans 3"/>
                <a:ea typeface="Source Sans 3"/>
                <a:cs typeface="Source Sans 3"/>
                <a:sym typeface="Source Sans 3"/>
              </a:endParaRPr>
            </a:p>
          </p:txBody>
        </p:sp>
        <p:sp>
          <p:nvSpPr>
            <p:cNvPr id="5712" name="Google Shape;5712;p112"/>
            <p:cNvSpPr/>
            <p:nvPr/>
          </p:nvSpPr>
          <p:spPr>
            <a:xfrm>
              <a:off x="3381375" y="1428750"/>
              <a:ext cx="2381400" cy="2667000"/>
            </a:xfrm>
            <a:prstGeom prst="roundRect">
              <a:avLst>
                <a:gd fmla="val 4800" name="adj"/>
              </a:avLst>
            </a:prstGeom>
            <a:solidFill>
              <a:srgbClr val="E8E0D1"/>
            </a:solidFill>
            <a:ln cap="flat" cmpd="sng" w="14300">
              <a:solidFill>
                <a:srgbClr val="9B794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3" name="Google Shape;5713;p112"/>
            <p:cNvSpPr txBox="1"/>
            <p:nvPr/>
          </p:nvSpPr>
          <p:spPr>
            <a:xfrm>
              <a:off x="3381375" y="1428750"/>
              <a:ext cx="23814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35240A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Apariția Umanismului</a:t>
              </a:r>
              <a:endParaRPr b="1" sz="1600">
                <a:solidFill>
                  <a:srgbClr val="35240A"/>
                </a:solidFill>
                <a:latin typeface="Libre Baskerville"/>
                <a:ea typeface="Libre Baskerville"/>
                <a:cs typeface="Libre Baskerville"/>
                <a:sym typeface="Libre Baskerville"/>
              </a:endParaRPr>
            </a:p>
            <a:p>
              <a:pPr indent="0" lvl="0" marL="0" rtl="0" algn="ctr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35240A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Omul și capacitățile sale au devenit centrul preocupărilor educaționale.</a:t>
              </a:r>
              <a:endParaRPr b="0" sz="1100">
                <a:solidFill>
                  <a:srgbClr val="35240A"/>
                </a:solidFill>
                <a:latin typeface="Source Sans 3"/>
                <a:ea typeface="Source Sans 3"/>
                <a:cs typeface="Source Sans 3"/>
                <a:sym typeface="Source Sans 3"/>
              </a:endParaRPr>
            </a:p>
          </p:txBody>
        </p:sp>
        <p:sp>
          <p:nvSpPr>
            <p:cNvPr id="5714" name="Google Shape;5714;p112"/>
            <p:cNvSpPr/>
            <p:nvPr/>
          </p:nvSpPr>
          <p:spPr>
            <a:xfrm>
              <a:off x="6286500" y="1428750"/>
              <a:ext cx="2381400" cy="2667000"/>
            </a:xfrm>
            <a:prstGeom prst="roundRect">
              <a:avLst>
                <a:gd fmla="val 4800" name="adj"/>
              </a:avLst>
            </a:prstGeom>
            <a:solidFill>
              <a:srgbClr val="E8E0D1"/>
            </a:solidFill>
            <a:ln cap="flat" cmpd="sng" w="14300">
              <a:solidFill>
                <a:srgbClr val="9B794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5" name="Google Shape;5715;p112"/>
            <p:cNvSpPr txBox="1"/>
            <p:nvPr/>
          </p:nvSpPr>
          <p:spPr>
            <a:xfrm>
              <a:off x="6286500" y="1428750"/>
              <a:ext cx="23814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90500" lIns="190500" spcFirstLastPara="1" rIns="190500" wrap="square" tIns="1905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35240A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Dezvoltarea Școlii</a:t>
              </a:r>
              <a:endParaRPr b="1" sz="1600">
                <a:solidFill>
                  <a:srgbClr val="35240A"/>
                </a:solidFill>
                <a:latin typeface="Libre Baskerville"/>
                <a:ea typeface="Libre Baskerville"/>
                <a:cs typeface="Libre Baskerville"/>
                <a:sym typeface="Libre Baskerville"/>
              </a:endParaRPr>
            </a:p>
            <a:p>
              <a:pPr indent="0" lvl="0" marL="0" rtl="0" algn="ctr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35240A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Educația s-a extins dincolo de instituțiile religioase, promovând cultura și spiritul critic.</a:t>
              </a:r>
              <a:endParaRPr b="0" sz="1100">
                <a:solidFill>
                  <a:srgbClr val="35240A"/>
                </a:solidFill>
                <a:latin typeface="Source Sans 3"/>
                <a:ea typeface="Source Sans 3"/>
                <a:cs typeface="Source Sans 3"/>
                <a:sym typeface="Source Sans 3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19" name="Shape 5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20" name="Google Shape;5720;p113"/>
          <p:cNvPicPr preferRelativeResize="0"/>
          <p:nvPr/>
        </p:nvPicPr>
        <p:blipFill rotWithShape="1">
          <a:blip r:embed="rId3">
            <a:alphaModFix/>
          </a:blip>
          <a:srcRect b="1750" l="20" r="-20" t="-1750"/>
          <a:stretch/>
        </p:blipFill>
        <p:spPr>
          <a:xfrm>
            <a:off x="5076951" y="1070238"/>
            <a:ext cx="2976950" cy="2752625"/>
          </a:xfrm>
          <a:prstGeom prst="rect">
            <a:avLst/>
          </a:prstGeom>
          <a:noFill/>
          <a:ln>
            <a:noFill/>
          </a:ln>
        </p:spPr>
      </p:pic>
      <p:sp>
        <p:nvSpPr>
          <p:cNvPr id="5721" name="Google Shape;5721;p113"/>
          <p:cNvSpPr txBox="1"/>
          <p:nvPr/>
        </p:nvSpPr>
        <p:spPr>
          <a:xfrm>
            <a:off x="2005375" y="2768250"/>
            <a:ext cx="1984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5722" name="Google Shape;5722;p113"/>
          <p:cNvSpPr txBox="1"/>
          <p:nvPr/>
        </p:nvSpPr>
        <p:spPr>
          <a:xfrm>
            <a:off x="1013300" y="957425"/>
            <a:ext cx="3862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Pilonii pedagogiei renascentiste :</a:t>
            </a:r>
            <a:endParaRPr b="1" sz="1900">
              <a:solidFill>
                <a:schemeClr val="accent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5723" name="Google Shape;5723;p113"/>
          <p:cNvSpPr txBox="1"/>
          <p:nvPr/>
        </p:nvSpPr>
        <p:spPr>
          <a:xfrm>
            <a:off x="883400" y="1439100"/>
            <a:ext cx="4122300" cy="31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000">
                <a:latin typeface="Libre Baskerville"/>
                <a:ea typeface="Libre Baskerville"/>
                <a:cs typeface="Libre Baskerville"/>
                <a:sym typeface="Libre Baskerville"/>
              </a:rPr>
              <a:t>Erasmus din Rotterdam</a:t>
            </a:r>
            <a:endParaRPr b="1" sz="1000"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latin typeface="Libre Baskerville"/>
                <a:ea typeface="Libre Baskerville"/>
                <a:cs typeface="Libre Baskerville"/>
                <a:sym typeface="Libre Baskerville"/>
              </a:rPr>
              <a:t>Promova educația bazată pe cultură, moralitate și dezvoltarea rațiunii. Considera că educația trebuie să formeze un om cultivat și virtuos.</a:t>
            </a:r>
            <a:endParaRPr sz="1000"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000">
                <a:latin typeface="Libre Baskerville"/>
                <a:ea typeface="Libre Baskerville"/>
                <a:cs typeface="Libre Baskerville"/>
                <a:sym typeface="Libre Baskerville"/>
              </a:rPr>
              <a:t>Vittorino da Feltre</a:t>
            </a:r>
            <a:endParaRPr b="1" sz="1000"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latin typeface="Libre Baskerville"/>
                <a:ea typeface="Libre Baskerville"/>
                <a:cs typeface="Libre Baskerville"/>
                <a:sym typeface="Libre Baskerville"/>
              </a:rPr>
              <a:t>A combinat educația intelectuală cu exercițiul fizic și formarea morală. A urmărit dezvoltarea armonioasă a elevului.</a:t>
            </a:r>
            <a:endParaRPr sz="1000"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000">
                <a:latin typeface="Libre Baskerville"/>
                <a:ea typeface="Libre Baskerville"/>
                <a:cs typeface="Libre Baskerville"/>
                <a:sym typeface="Libre Baskerville"/>
              </a:rPr>
              <a:t>Michel de Montaigne</a:t>
            </a:r>
            <a:endParaRPr b="1" sz="1000"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latin typeface="Libre Baskerville"/>
                <a:ea typeface="Libre Baskerville"/>
                <a:cs typeface="Libre Baskerville"/>
                <a:sym typeface="Libre Baskerville"/>
              </a:rPr>
              <a:t>Susținea învățarea prin experiență și reflecție. Punea accent pe judecata proprie, nu pe memorarea mecanică.</a:t>
            </a:r>
            <a:endParaRPr sz="1000"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7" name="Shape 5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8" name="Google Shape;5728;p114"/>
          <p:cNvSpPr txBox="1"/>
          <p:nvPr>
            <p:ph type="title"/>
          </p:nvPr>
        </p:nvSpPr>
        <p:spPr>
          <a:xfrm>
            <a:off x="2113750" y="2178850"/>
            <a:ext cx="5163900" cy="961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Epoca Modernă</a:t>
            </a:r>
            <a:endParaRPr/>
          </a:p>
        </p:txBody>
      </p:sp>
      <p:sp>
        <p:nvSpPr>
          <p:cNvPr id="5729" name="Google Shape;5729;p114"/>
          <p:cNvSpPr txBox="1"/>
          <p:nvPr>
            <p:ph idx="2" type="title"/>
          </p:nvPr>
        </p:nvSpPr>
        <p:spPr>
          <a:xfrm>
            <a:off x="3745950" y="1111621"/>
            <a:ext cx="1652100" cy="91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5730" name="Google Shape;5730;p114"/>
          <p:cNvSpPr txBox="1"/>
          <p:nvPr>
            <p:ph idx="1" type="subTitle"/>
          </p:nvPr>
        </p:nvSpPr>
        <p:spPr>
          <a:xfrm>
            <a:off x="1749999" y="3355500"/>
            <a:ext cx="5891400" cy="6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latin typeface="Libre Baskerville"/>
                <a:ea typeface="Libre Baskerville"/>
                <a:cs typeface="Libre Baskerville"/>
                <a:sym typeface="Libre Baskerville"/>
              </a:rPr>
              <a:t>Idealul Personalității Autonome </a:t>
            </a:r>
            <a:endParaRPr i="1"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grpSp>
        <p:nvGrpSpPr>
          <p:cNvPr id="5731" name="Google Shape;5731;p114"/>
          <p:cNvGrpSpPr/>
          <p:nvPr/>
        </p:nvGrpSpPr>
        <p:grpSpPr>
          <a:xfrm>
            <a:off x="2428045" y="3291364"/>
            <a:ext cx="4354637" cy="589250"/>
            <a:chOff x="2361225" y="3521900"/>
            <a:chExt cx="4421400" cy="589250"/>
          </a:xfrm>
        </p:grpSpPr>
        <p:cxnSp>
          <p:nvCxnSpPr>
            <p:cNvPr id="5732" name="Google Shape;5732;p114"/>
            <p:cNvCxnSpPr/>
            <p:nvPr/>
          </p:nvCxnSpPr>
          <p:spPr>
            <a:xfrm>
              <a:off x="2361225" y="3521900"/>
              <a:ext cx="4421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33" name="Google Shape;5733;p114"/>
            <p:cNvCxnSpPr/>
            <p:nvPr/>
          </p:nvCxnSpPr>
          <p:spPr>
            <a:xfrm>
              <a:off x="2361225" y="4111150"/>
              <a:ext cx="44214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5734" name="Google Shape;5734;p114"/>
          <p:cNvGrpSpPr/>
          <p:nvPr/>
        </p:nvGrpSpPr>
        <p:grpSpPr>
          <a:xfrm>
            <a:off x="565056" y="519563"/>
            <a:ext cx="8012737" cy="4104778"/>
            <a:chOff x="585525" y="1202450"/>
            <a:chExt cx="6436450" cy="3297275"/>
          </a:xfrm>
        </p:grpSpPr>
        <p:sp>
          <p:nvSpPr>
            <p:cNvPr id="5735" name="Google Shape;5735;p114"/>
            <p:cNvSpPr/>
            <p:nvPr/>
          </p:nvSpPr>
          <p:spPr>
            <a:xfrm>
              <a:off x="839525" y="1202450"/>
              <a:ext cx="551125" cy="190275"/>
            </a:xfrm>
            <a:custGeom>
              <a:rect b="b" l="l" r="r" t="t"/>
              <a:pathLst>
                <a:path extrusionOk="0" h="7611" w="22045">
                  <a:moveTo>
                    <a:pt x="21819" y="2949"/>
                  </a:moveTo>
                  <a:cubicBezTo>
                    <a:pt x="16996" y="7611"/>
                    <a:pt x="10597" y="0"/>
                    <a:pt x="4949" y="1300"/>
                  </a:cubicBezTo>
                  <a:cubicBezTo>
                    <a:pt x="1962" y="2000"/>
                    <a:pt x="0" y="4312"/>
                    <a:pt x="100" y="7373"/>
                  </a:cubicBezTo>
                  <a:cubicBezTo>
                    <a:pt x="113" y="7461"/>
                    <a:pt x="225" y="7461"/>
                    <a:pt x="238" y="7373"/>
                  </a:cubicBezTo>
                  <a:cubicBezTo>
                    <a:pt x="513" y="1100"/>
                    <a:pt x="7511" y="887"/>
                    <a:pt x="11872" y="2724"/>
                  </a:cubicBezTo>
                  <a:cubicBezTo>
                    <a:pt x="13597" y="3449"/>
                    <a:pt x="15309" y="4437"/>
                    <a:pt x="17208" y="4661"/>
                  </a:cubicBezTo>
                  <a:cubicBezTo>
                    <a:pt x="19108" y="4886"/>
                    <a:pt x="20620" y="4387"/>
                    <a:pt x="21957" y="3087"/>
                  </a:cubicBezTo>
                  <a:cubicBezTo>
                    <a:pt x="22044" y="2999"/>
                    <a:pt x="21919" y="2874"/>
                    <a:pt x="21832" y="294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6" name="Google Shape;5736;p114"/>
            <p:cNvSpPr/>
            <p:nvPr/>
          </p:nvSpPr>
          <p:spPr>
            <a:xfrm>
              <a:off x="844200" y="1369575"/>
              <a:ext cx="180925" cy="121575"/>
            </a:xfrm>
            <a:custGeom>
              <a:rect b="b" l="l" r="r" t="t"/>
              <a:pathLst>
                <a:path extrusionOk="0" h="4863" w="7237">
                  <a:moveTo>
                    <a:pt x="13" y="1688"/>
                  </a:moveTo>
                  <a:cubicBezTo>
                    <a:pt x="151" y="3700"/>
                    <a:pt x="2612" y="4862"/>
                    <a:pt x="4412" y="4325"/>
                  </a:cubicBezTo>
                  <a:cubicBezTo>
                    <a:pt x="5924" y="3875"/>
                    <a:pt x="7236" y="1338"/>
                    <a:pt x="5849" y="88"/>
                  </a:cubicBezTo>
                  <a:cubicBezTo>
                    <a:pt x="5774" y="1"/>
                    <a:pt x="5649" y="126"/>
                    <a:pt x="5737" y="201"/>
                  </a:cubicBezTo>
                  <a:cubicBezTo>
                    <a:pt x="7124" y="1725"/>
                    <a:pt x="5474" y="4025"/>
                    <a:pt x="3837" y="4225"/>
                  </a:cubicBezTo>
                  <a:cubicBezTo>
                    <a:pt x="2288" y="4425"/>
                    <a:pt x="326" y="3413"/>
                    <a:pt x="201" y="1688"/>
                  </a:cubicBezTo>
                  <a:cubicBezTo>
                    <a:pt x="201" y="1563"/>
                    <a:pt x="1" y="1563"/>
                    <a:pt x="13" y="16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7" name="Google Shape;5737;p114"/>
            <p:cNvSpPr/>
            <p:nvPr/>
          </p:nvSpPr>
          <p:spPr>
            <a:xfrm>
              <a:off x="898575" y="1348025"/>
              <a:ext cx="73125" cy="77200"/>
            </a:xfrm>
            <a:custGeom>
              <a:rect b="b" l="l" r="r" t="t"/>
              <a:pathLst>
                <a:path extrusionOk="0" h="3088" w="2925">
                  <a:moveTo>
                    <a:pt x="2849" y="488"/>
                  </a:moveTo>
                  <a:cubicBezTo>
                    <a:pt x="2025" y="1"/>
                    <a:pt x="800" y="351"/>
                    <a:pt x="387" y="1238"/>
                  </a:cubicBezTo>
                  <a:cubicBezTo>
                    <a:pt x="0" y="2063"/>
                    <a:pt x="612" y="2987"/>
                    <a:pt x="1487" y="3075"/>
                  </a:cubicBezTo>
                  <a:cubicBezTo>
                    <a:pt x="1600" y="3087"/>
                    <a:pt x="1625" y="2900"/>
                    <a:pt x="1512" y="2887"/>
                  </a:cubicBezTo>
                  <a:cubicBezTo>
                    <a:pt x="700" y="2737"/>
                    <a:pt x="200" y="1913"/>
                    <a:pt x="675" y="1163"/>
                  </a:cubicBezTo>
                  <a:cubicBezTo>
                    <a:pt x="1137" y="476"/>
                    <a:pt x="2037" y="251"/>
                    <a:pt x="2774" y="625"/>
                  </a:cubicBezTo>
                  <a:cubicBezTo>
                    <a:pt x="2862" y="663"/>
                    <a:pt x="2924" y="551"/>
                    <a:pt x="2849" y="4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8" name="Google Shape;5738;p114"/>
            <p:cNvSpPr/>
            <p:nvPr/>
          </p:nvSpPr>
          <p:spPr>
            <a:xfrm>
              <a:off x="944800" y="1418950"/>
              <a:ext cx="25" cy="325"/>
            </a:xfrm>
            <a:custGeom>
              <a:rect b="b" l="l" r="r" t="t"/>
              <a:pathLst>
                <a:path extrusionOk="0" h="13" w="1">
                  <a:moveTo>
                    <a:pt x="1" y="13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9" name="Google Shape;5739;p114"/>
            <p:cNvSpPr/>
            <p:nvPr/>
          </p:nvSpPr>
          <p:spPr>
            <a:xfrm>
              <a:off x="752350" y="1240875"/>
              <a:ext cx="206850" cy="104050"/>
            </a:xfrm>
            <a:custGeom>
              <a:rect b="b" l="l" r="r" t="t"/>
              <a:pathLst>
                <a:path extrusionOk="0" h="4162" w="8274">
                  <a:moveTo>
                    <a:pt x="8123" y="25"/>
                  </a:moveTo>
                  <a:cubicBezTo>
                    <a:pt x="6999" y="263"/>
                    <a:pt x="5937" y="725"/>
                    <a:pt x="4987" y="1375"/>
                  </a:cubicBezTo>
                  <a:cubicBezTo>
                    <a:pt x="3537" y="2387"/>
                    <a:pt x="2063" y="4162"/>
                    <a:pt x="176" y="2875"/>
                  </a:cubicBezTo>
                  <a:cubicBezTo>
                    <a:pt x="101" y="2825"/>
                    <a:pt x="1" y="2950"/>
                    <a:pt x="76" y="3012"/>
                  </a:cubicBezTo>
                  <a:cubicBezTo>
                    <a:pt x="825" y="3699"/>
                    <a:pt x="1775" y="3699"/>
                    <a:pt x="2700" y="3299"/>
                  </a:cubicBezTo>
                  <a:cubicBezTo>
                    <a:pt x="3375" y="2999"/>
                    <a:pt x="3912" y="2475"/>
                    <a:pt x="4474" y="2025"/>
                  </a:cubicBezTo>
                  <a:cubicBezTo>
                    <a:pt x="5549" y="1137"/>
                    <a:pt x="6811" y="500"/>
                    <a:pt x="8173" y="175"/>
                  </a:cubicBezTo>
                  <a:cubicBezTo>
                    <a:pt x="8273" y="150"/>
                    <a:pt x="8223" y="0"/>
                    <a:pt x="8123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0" name="Google Shape;5740;p114"/>
            <p:cNvSpPr/>
            <p:nvPr/>
          </p:nvSpPr>
          <p:spPr>
            <a:xfrm>
              <a:off x="1012600" y="1245875"/>
              <a:ext cx="88750" cy="80000"/>
            </a:xfrm>
            <a:custGeom>
              <a:rect b="b" l="l" r="r" t="t"/>
              <a:pathLst>
                <a:path extrusionOk="0" h="3200" w="3550">
                  <a:moveTo>
                    <a:pt x="3437" y="313"/>
                  </a:moveTo>
                  <a:cubicBezTo>
                    <a:pt x="2562" y="113"/>
                    <a:pt x="1700" y="0"/>
                    <a:pt x="900" y="488"/>
                  </a:cubicBezTo>
                  <a:cubicBezTo>
                    <a:pt x="363" y="813"/>
                    <a:pt x="0" y="1325"/>
                    <a:pt x="100" y="1975"/>
                  </a:cubicBezTo>
                  <a:cubicBezTo>
                    <a:pt x="200" y="2587"/>
                    <a:pt x="700" y="3062"/>
                    <a:pt x="1325" y="3137"/>
                  </a:cubicBezTo>
                  <a:cubicBezTo>
                    <a:pt x="1787" y="3187"/>
                    <a:pt x="2462" y="3024"/>
                    <a:pt x="2512" y="2475"/>
                  </a:cubicBezTo>
                  <a:cubicBezTo>
                    <a:pt x="2525" y="2387"/>
                    <a:pt x="2400" y="2387"/>
                    <a:pt x="2387" y="2475"/>
                  </a:cubicBezTo>
                  <a:cubicBezTo>
                    <a:pt x="2312" y="3199"/>
                    <a:pt x="1100" y="2937"/>
                    <a:pt x="788" y="2712"/>
                  </a:cubicBezTo>
                  <a:cubicBezTo>
                    <a:pt x="300" y="2362"/>
                    <a:pt x="150" y="1700"/>
                    <a:pt x="450" y="1175"/>
                  </a:cubicBezTo>
                  <a:cubicBezTo>
                    <a:pt x="1063" y="163"/>
                    <a:pt x="2412" y="263"/>
                    <a:pt x="3387" y="488"/>
                  </a:cubicBezTo>
                  <a:cubicBezTo>
                    <a:pt x="3499" y="513"/>
                    <a:pt x="3549" y="338"/>
                    <a:pt x="3437" y="3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1" name="Google Shape;5741;p114"/>
            <p:cNvSpPr/>
            <p:nvPr/>
          </p:nvSpPr>
          <p:spPr>
            <a:xfrm>
              <a:off x="1123500" y="1272100"/>
              <a:ext cx="33450" cy="43775"/>
            </a:xfrm>
            <a:custGeom>
              <a:rect b="b" l="l" r="r" t="t"/>
              <a:pathLst>
                <a:path extrusionOk="0" h="1751" w="1338">
                  <a:moveTo>
                    <a:pt x="1238" y="188"/>
                  </a:moveTo>
                  <a:cubicBezTo>
                    <a:pt x="688" y="1"/>
                    <a:pt x="1" y="326"/>
                    <a:pt x="76" y="976"/>
                  </a:cubicBezTo>
                  <a:cubicBezTo>
                    <a:pt x="126" y="1413"/>
                    <a:pt x="825" y="1750"/>
                    <a:pt x="1088" y="1326"/>
                  </a:cubicBezTo>
                  <a:cubicBezTo>
                    <a:pt x="1163" y="1213"/>
                    <a:pt x="975" y="1101"/>
                    <a:pt x="900" y="1213"/>
                  </a:cubicBezTo>
                  <a:cubicBezTo>
                    <a:pt x="788" y="1288"/>
                    <a:pt x="651" y="1301"/>
                    <a:pt x="538" y="1263"/>
                  </a:cubicBezTo>
                  <a:cubicBezTo>
                    <a:pt x="263" y="1026"/>
                    <a:pt x="213" y="813"/>
                    <a:pt x="388" y="613"/>
                  </a:cubicBezTo>
                  <a:cubicBezTo>
                    <a:pt x="551" y="301"/>
                    <a:pt x="888" y="263"/>
                    <a:pt x="1188" y="351"/>
                  </a:cubicBezTo>
                  <a:cubicBezTo>
                    <a:pt x="1288" y="376"/>
                    <a:pt x="1338" y="226"/>
                    <a:pt x="1238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2" name="Google Shape;5742;p114"/>
            <p:cNvSpPr/>
            <p:nvPr/>
          </p:nvSpPr>
          <p:spPr>
            <a:xfrm>
              <a:off x="732975" y="1292100"/>
              <a:ext cx="31900" cy="31900"/>
            </a:xfrm>
            <a:custGeom>
              <a:rect b="b" l="l" r="r" t="t"/>
              <a:pathLst>
                <a:path extrusionOk="0" h="1276" w="1276">
                  <a:moveTo>
                    <a:pt x="951" y="925"/>
                  </a:moveTo>
                  <a:cubicBezTo>
                    <a:pt x="1275" y="563"/>
                    <a:pt x="826" y="1"/>
                    <a:pt x="413" y="326"/>
                  </a:cubicBezTo>
                  <a:cubicBezTo>
                    <a:pt x="1" y="651"/>
                    <a:pt x="476" y="1275"/>
                    <a:pt x="888" y="975"/>
                  </a:cubicBezTo>
                  <a:cubicBezTo>
                    <a:pt x="963" y="925"/>
                    <a:pt x="913" y="813"/>
                    <a:pt x="826" y="826"/>
                  </a:cubicBezTo>
                  <a:lnTo>
                    <a:pt x="826" y="826"/>
                  </a:lnTo>
                  <a:cubicBezTo>
                    <a:pt x="788" y="901"/>
                    <a:pt x="888" y="1000"/>
                    <a:pt x="951" y="9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3" name="Google Shape;5743;p114"/>
            <p:cNvSpPr/>
            <p:nvPr/>
          </p:nvSpPr>
          <p:spPr>
            <a:xfrm>
              <a:off x="809225" y="1274925"/>
              <a:ext cx="77800" cy="113125"/>
            </a:xfrm>
            <a:custGeom>
              <a:rect b="b" l="l" r="r" t="t"/>
              <a:pathLst>
                <a:path extrusionOk="0" h="4525" w="3112">
                  <a:moveTo>
                    <a:pt x="2949" y="63"/>
                  </a:moveTo>
                  <a:cubicBezTo>
                    <a:pt x="1550" y="1163"/>
                    <a:pt x="525" y="2675"/>
                    <a:pt x="25" y="4374"/>
                  </a:cubicBezTo>
                  <a:cubicBezTo>
                    <a:pt x="0" y="4462"/>
                    <a:pt x="125" y="4524"/>
                    <a:pt x="175" y="4437"/>
                  </a:cubicBezTo>
                  <a:cubicBezTo>
                    <a:pt x="925" y="2825"/>
                    <a:pt x="1687" y="1338"/>
                    <a:pt x="3049" y="150"/>
                  </a:cubicBezTo>
                  <a:cubicBezTo>
                    <a:pt x="3112" y="100"/>
                    <a:pt x="3012" y="0"/>
                    <a:pt x="2949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4" name="Google Shape;5744;p114"/>
            <p:cNvSpPr/>
            <p:nvPr/>
          </p:nvSpPr>
          <p:spPr>
            <a:xfrm>
              <a:off x="792650" y="1376150"/>
              <a:ext cx="30650" cy="32525"/>
            </a:xfrm>
            <a:custGeom>
              <a:rect b="b" l="l" r="r" t="t"/>
              <a:pathLst>
                <a:path extrusionOk="0" h="1301" w="1226">
                  <a:moveTo>
                    <a:pt x="725" y="500"/>
                  </a:moveTo>
                  <a:lnTo>
                    <a:pt x="725" y="563"/>
                  </a:lnTo>
                  <a:cubicBezTo>
                    <a:pt x="800" y="638"/>
                    <a:pt x="913" y="550"/>
                    <a:pt x="875" y="450"/>
                  </a:cubicBezTo>
                  <a:cubicBezTo>
                    <a:pt x="626" y="0"/>
                    <a:pt x="1" y="550"/>
                    <a:pt x="338" y="925"/>
                  </a:cubicBezTo>
                  <a:cubicBezTo>
                    <a:pt x="688" y="1300"/>
                    <a:pt x="1225" y="750"/>
                    <a:pt x="838" y="388"/>
                  </a:cubicBezTo>
                  <a:cubicBezTo>
                    <a:pt x="763" y="325"/>
                    <a:pt x="663" y="425"/>
                    <a:pt x="725" y="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5" name="Google Shape;5745;p114"/>
            <p:cNvSpPr/>
            <p:nvPr/>
          </p:nvSpPr>
          <p:spPr>
            <a:xfrm>
              <a:off x="841400" y="1393325"/>
              <a:ext cx="5650" cy="9725"/>
            </a:xfrm>
            <a:custGeom>
              <a:rect b="b" l="l" r="r" t="t"/>
              <a:pathLst>
                <a:path extrusionOk="0" h="389" w="226">
                  <a:moveTo>
                    <a:pt x="13" y="126"/>
                  </a:moveTo>
                  <a:cubicBezTo>
                    <a:pt x="0" y="201"/>
                    <a:pt x="13" y="276"/>
                    <a:pt x="63" y="326"/>
                  </a:cubicBezTo>
                  <a:cubicBezTo>
                    <a:pt x="100" y="388"/>
                    <a:pt x="225" y="376"/>
                    <a:pt x="225" y="288"/>
                  </a:cubicBezTo>
                  <a:cubicBezTo>
                    <a:pt x="213" y="238"/>
                    <a:pt x="213" y="176"/>
                    <a:pt x="213" y="126"/>
                  </a:cubicBezTo>
                  <a:cubicBezTo>
                    <a:pt x="200" y="1"/>
                    <a:pt x="13" y="1"/>
                    <a:pt x="13" y="1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6" name="Google Shape;5746;p114"/>
            <p:cNvSpPr/>
            <p:nvPr/>
          </p:nvSpPr>
          <p:spPr>
            <a:xfrm>
              <a:off x="973550" y="1363650"/>
              <a:ext cx="9700" cy="6900"/>
            </a:xfrm>
            <a:custGeom>
              <a:rect b="b" l="l" r="r" t="t"/>
              <a:pathLst>
                <a:path extrusionOk="0" h="276" w="388">
                  <a:moveTo>
                    <a:pt x="75" y="188"/>
                  </a:moveTo>
                  <a:cubicBezTo>
                    <a:pt x="138" y="225"/>
                    <a:pt x="213" y="250"/>
                    <a:pt x="288" y="263"/>
                  </a:cubicBezTo>
                  <a:cubicBezTo>
                    <a:pt x="350" y="275"/>
                    <a:pt x="388" y="213"/>
                    <a:pt x="350" y="163"/>
                  </a:cubicBezTo>
                  <a:cubicBezTo>
                    <a:pt x="300" y="100"/>
                    <a:pt x="225" y="50"/>
                    <a:pt x="138" y="25"/>
                  </a:cubicBezTo>
                  <a:cubicBezTo>
                    <a:pt x="50" y="0"/>
                    <a:pt x="0" y="138"/>
                    <a:pt x="75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7" name="Google Shape;5747;p114"/>
            <p:cNvSpPr/>
            <p:nvPr/>
          </p:nvSpPr>
          <p:spPr>
            <a:xfrm>
              <a:off x="832025" y="1234000"/>
              <a:ext cx="156850" cy="27525"/>
            </a:xfrm>
            <a:custGeom>
              <a:rect b="b" l="l" r="r" t="t"/>
              <a:pathLst>
                <a:path extrusionOk="0" h="1101" w="6274">
                  <a:moveTo>
                    <a:pt x="6174" y="13"/>
                  </a:moveTo>
                  <a:cubicBezTo>
                    <a:pt x="5324" y="0"/>
                    <a:pt x="4462" y="75"/>
                    <a:pt x="3624" y="250"/>
                  </a:cubicBezTo>
                  <a:cubicBezTo>
                    <a:pt x="2475" y="488"/>
                    <a:pt x="1350" y="925"/>
                    <a:pt x="163" y="613"/>
                  </a:cubicBezTo>
                  <a:cubicBezTo>
                    <a:pt x="50" y="575"/>
                    <a:pt x="0" y="763"/>
                    <a:pt x="113" y="788"/>
                  </a:cubicBezTo>
                  <a:cubicBezTo>
                    <a:pt x="913" y="1100"/>
                    <a:pt x="1625" y="950"/>
                    <a:pt x="2450" y="775"/>
                  </a:cubicBezTo>
                  <a:cubicBezTo>
                    <a:pt x="3687" y="500"/>
                    <a:pt x="4899" y="250"/>
                    <a:pt x="6174" y="188"/>
                  </a:cubicBezTo>
                  <a:cubicBezTo>
                    <a:pt x="6274" y="175"/>
                    <a:pt x="6274" y="25"/>
                    <a:pt x="6174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8" name="Google Shape;5748;p114"/>
            <p:cNvSpPr/>
            <p:nvPr/>
          </p:nvSpPr>
          <p:spPr>
            <a:xfrm>
              <a:off x="810775" y="1233675"/>
              <a:ext cx="33150" cy="30975"/>
            </a:xfrm>
            <a:custGeom>
              <a:rect b="b" l="l" r="r" t="t"/>
              <a:pathLst>
                <a:path extrusionOk="0" h="1239" w="1326">
                  <a:moveTo>
                    <a:pt x="875" y="688"/>
                  </a:moveTo>
                  <a:lnTo>
                    <a:pt x="763" y="651"/>
                  </a:lnTo>
                  <a:cubicBezTo>
                    <a:pt x="700" y="726"/>
                    <a:pt x="763" y="826"/>
                    <a:pt x="850" y="813"/>
                  </a:cubicBezTo>
                  <a:cubicBezTo>
                    <a:pt x="1325" y="651"/>
                    <a:pt x="850" y="1"/>
                    <a:pt x="463" y="226"/>
                  </a:cubicBezTo>
                  <a:cubicBezTo>
                    <a:pt x="0" y="526"/>
                    <a:pt x="550" y="1238"/>
                    <a:pt x="975" y="801"/>
                  </a:cubicBezTo>
                  <a:cubicBezTo>
                    <a:pt x="1038" y="738"/>
                    <a:pt x="950" y="638"/>
                    <a:pt x="875" y="6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9" name="Google Shape;5749;p114"/>
            <p:cNvSpPr/>
            <p:nvPr/>
          </p:nvSpPr>
          <p:spPr>
            <a:xfrm>
              <a:off x="766400" y="1291175"/>
              <a:ext cx="73150" cy="22525"/>
            </a:xfrm>
            <a:custGeom>
              <a:rect b="b" l="l" r="r" t="t"/>
              <a:pathLst>
                <a:path extrusionOk="0" h="901" w="2926">
                  <a:moveTo>
                    <a:pt x="2813" y="638"/>
                  </a:moveTo>
                  <a:cubicBezTo>
                    <a:pt x="2500" y="338"/>
                    <a:pt x="2113" y="150"/>
                    <a:pt x="1688" y="100"/>
                  </a:cubicBezTo>
                  <a:cubicBezTo>
                    <a:pt x="1226" y="38"/>
                    <a:pt x="526" y="0"/>
                    <a:pt x="113" y="263"/>
                  </a:cubicBezTo>
                  <a:cubicBezTo>
                    <a:pt x="1" y="325"/>
                    <a:pt x="76" y="488"/>
                    <a:pt x="201" y="463"/>
                  </a:cubicBezTo>
                  <a:cubicBezTo>
                    <a:pt x="976" y="263"/>
                    <a:pt x="2025" y="213"/>
                    <a:pt x="2650" y="800"/>
                  </a:cubicBezTo>
                  <a:cubicBezTo>
                    <a:pt x="2763" y="900"/>
                    <a:pt x="2925" y="738"/>
                    <a:pt x="2813" y="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0" name="Google Shape;5750;p114"/>
            <p:cNvSpPr/>
            <p:nvPr/>
          </p:nvSpPr>
          <p:spPr>
            <a:xfrm>
              <a:off x="767350" y="1296800"/>
              <a:ext cx="70625" cy="23450"/>
            </a:xfrm>
            <a:custGeom>
              <a:rect b="b" l="l" r="r" t="t"/>
              <a:pathLst>
                <a:path extrusionOk="0" h="938" w="2825">
                  <a:moveTo>
                    <a:pt x="63" y="200"/>
                  </a:moveTo>
                  <a:cubicBezTo>
                    <a:pt x="575" y="887"/>
                    <a:pt x="2012" y="937"/>
                    <a:pt x="2712" y="575"/>
                  </a:cubicBezTo>
                  <a:cubicBezTo>
                    <a:pt x="2825" y="513"/>
                    <a:pt x="2737" y="375"/>
                    <a:pt x="2637" y="388"/>
                  </a:cubicBezTo>
                  <a:cubicBezTo>
                    <a:pt x="1925" y="500"/>
                    <a:pt x="763" y="762"/>
                    <a:pt x="213" y="88"/>
                  </a:cubicBezTo>
                  <a:cubicBezTo>
                    <a:pt x="150" y="0"/>
                    <a:pt x="0" y="113"/>
                    <a:pt x="63" y="2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1" name="Google Shape;5751;p114"/>
            <p:cNvSpPr/>
            <p:nvPr/>
          </p:nvSpPr>
          <p:spPr>
            <a:xfrm>
              <a:off x="919500" y="1249000"/>
              <a:ext cx="18150" cy="56875"/>
            </a:xfrm>
            <a:custGeom>
              <a:rect b="b" l="l" r="r" t="t"/>
              <a:pathLst>
                <a:path extrusionOk="0" h="2275" w="726">
                  <a:moveTo>
                    <a:pt x="325" y="163"/>
                  </a:moveTo>
                  <a:cubicBezTo>
                    <a:pt x="488" y="800"/>
                    <a:pt x="400" y="1475"/>
                    <a:pt x="75" y="2037"/>
                  </a:cubicBezTo>
                  <a:cubicBezTo>
                    <a:pt x="0" y="2162"/>
                    <a:pt x="188" y="2275"/>
                    <a:pt x="263" y="2150"/>
                  </a:cubicBezTo>
                  <a:cubicBezTo>
                    <a:pt x="638" y="1537"/>
                    <a:pt x="725" y="800"/>
                    <a:pt x="500" y="113"/>
                  </a:cubicBezTo>
                  <a:cubicBezTo>
                    <a:pt x="463" y="0"/>
                    <a:pt x="288" y="50"/>
                    <a:pt x="325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2" name="Google Shape;5752;p114"/>
            <p:cNvSpPr/>
            <p:nvPr/>
          </p:nvSpPr>
          <p:spPr>
            <a:xfrm>
              <a:off x="914500" y="1250875"/>
              <a:ext cx="16275" cy="54375"/>
            </a:xfrm>
            <a:custGeom>
              <a:rect b="b" l="l" r="r" t="t"/>
              <a:pathLst>
                <a:path extrusionOk="0" h="2175" w="651">
                  <a:moveTo>
                    <a:pt x="463" y="1987"/>
                  </a:moveTo>
                  <a:cubicBezTo>
                    <a:pt x="338" y="1625"/>
                    <a:pt x="288" y="1225"/>
                    <a:pt x="350" y="850"/>
                  </a:cubicBezTo>
                  <a:cubicBezTo>
                    <a:pt x="400" y="563"/>
                    <a:pt x="538" y="388"/>
                    <a:pt x="638" y="150"/>
                  </a:cubicBezTo>
                  <a:cubicBezTo>
                    <a:pt x="650" y="100"/>
                    <a:pt x="625" y="63"/>
                    <a:pt x="588" y="50"/>
                  </a:cubicBezTo>
                  <a:cubicBezTo>
                    <a:pt x="288" y="0"/>
                    <a:pt x="188" y="325"/>
                    <a:pt x="113" y="563"/>
                  </a:cubicBezTo>
                  <a:cubicBezTo>
                    <a:pt x="0" y="1062"/>
                    <a:pt x="50" y="1575"/>
                    <a:pt x="250" y="2050"/>
                  </a:cubicBezTo>
                  <a:cubicBezTo>
                    <a:pt x="300" y="2175"/>
                    <a:pt x="500" y="2125"/>
                    <a:pt x="463" y="19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3" name="Google Shape;5753;p114"/>
            <p:cNvSpPr/>
            <p:nvPr/>
          </p:nvSpPr>
          <p:spPr>
            <a:xfrm>
              <a:off x="1186925" y="1310225"/>
              <a:ext cx="83125" cy="26900"/>
            </a:xfrm>
            <a:custGeom>
              <a:rect b="b" l="l" r="r" t="t"/>
              <a:pathLst>
                <a:path extrusionOk="0" h="1076" w="3325">
                  <a:moveTo>
                    <a:pt x="3200" y="151"/>
                  </a:moveTo>
                  <a:cubicBezTo>
                    <a:pt x="2187" y="1"/>
                    <a:pt x="813" y="151"/>
                    <a:pt x="63" y="913"/>
                  </a:cubicBezTo>
                  <a:cubicBezTo>
                    <a:pt x="1" y="963"/>
                    <a:pt x="63" y="1075"/>
                    <a:pt x="138" y="1050"/>
                  </a:cubicBezTo>
                  <a:cubicBezTo>
                    <a:pt x="613" y="888"/>
                    <a:pt x="1013" y="600"/>
                    <a:pt x="1500" y="475"/>
                  </a:cubicBezTo>
                  <a:cubicBezTo>
                    <a:pt x="2050" y="338"/>
                    <a:pt x="2612" y="300"/>
                    <a:pt x="3162" y="363"/>
                  </a:cubicBezTo>
                  <a:cubicBezTo>
                    <a:pt x="3287" y="375"/>
                    <a:pt x="3325" y="163"/>
                    <a:pt x="3200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4" name="Google Shape;5754;p114"/>
            <p:cNvSpPr/>
            <p:nvPr/>
          </p:nvSpPr>
          <p:spPr>
            <a:xfrm>
              <a:off x="1187250" y="1314900"/>
              <a:ext cx="100600" cy="30975"/>
            </a:xfrm>
            <a:custGeom>
              <a:rect b="b" l="l" r="r" t="t"/>
              <a:pathLst>
                <a:path extrusionOk="0" h="1239" w="4024">
                  <a:moveTo>
                    <a:pt x="138" y="1001"/>
                  </a:moveTo>
                  <a:cubicBezTo>
                    <a:pt x="762" y="1113"/>
                    <a:pt x="1412" y="1238"/>
                    <a:pt x="2049" y="1151"/>
                  </a:cubicBezTo>
                  <a:cubicBezTo>
                    <a:pt x="2724" y="1038"/>
                    <a:pt x="3312" y="688"/>
                    <a:pt x="3887" y="313"/>
                  </a:cubicBezTo>
                  <a:cubicBezTo>
                    <a:pt x="4024" y="226"/>
                    <a:pt x="3887" y="1"/>
                    <a:pt x="3749" y="88"/>
                  </a:cubicBezTo>
                  <a:cubicBezTo>
                    <a:pt x="3287" y="401"/>
                    <a:pt x="2787" y="713"/>
                    <a:pt x="2237" y="851"/>
                  </a:cubicBezTo>
                  <a:cubicBezTo>
                    <a:pt x="1575" y="1013"/>
                    <a:pt x="862" y="901"/>
                    <a:pt x="187" y="788"/>
                  </a:cubicBezTo>
                  <a:cubicBezTo>
                    <a:pt x="50" y="776"/>
                    <a:pt x="0" y="976"/>
                    <a:pt x="138" y="10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5" name="Google Shape;5755;p114"/>
            <p:cNvSpPr/>
            <p:nvPr/>
          </p:nvSpPr>
          <p:spPr>
            <a:xfrm>
              <a:off x="585525" y="1460800"/>
              <a:ext cx="199975" cy="551150"/>
            </a:xfrm>
            <a:custGeom>
              <a:rect b="b" l="l" r="r" t="t"/>
              <a:pathLst>
                <a:path extrusionOk="0" h="22046" w="7999">
                  <a:moveTo>
                    <a:pt x="3487" y="21958"/>
                  </a:moveTo>
                  <a:cubicBezTo>
                    <a:pt x="4799" y="20621"/>
                    <a:pt x="5299" y="19108"/>
                    <a:pt x="5074" y="17209"/>
                  </a:cubicBezTo>
                  <a:cubicBezTo>
                    <a:pt x="4912" y="15809"/>
                    <a:pt x="4287" y="14560"/>
                    <a:pt x="3749" y="13285"/>
                  </a:cubicBezTo>
                  <a:cubicBezTo>
                    <a:pt x="1875" y="8811"/>
                    <a:pt x="0" y="576"/>
                    <a:pt x="7786" y="238"/>
                  </a:cubicBezTo>
                  <a:cubicBezTo>
                    <a:pt x="7861" y="238"/>
                    <a:pt x="7861" y="113"/>
                    <a:pt x="7786" y="101"/>
                  </a:cubicBezTo>
                  <a:cubicBezTo>
                    <a:pt x="4737" y="1"/>
                    <a:pt x="2400" y="1975"/>
                    <a:pt x="1712" y="4962"/>
                  </a:cubicBezTo>
                  <a:cubicBezTo>
                    <a:pt x="400" y="10611"/>
                    <a:pt x="7998" y="17034"/>
                    <a:pt x="3362" y="21833"/>
                  </a:cubicBezTo>
                  <a:cubicBezTo>
                    <a:pt x="3274" y="21908"/>
                    <a:pt x="3412" y="22045"/>
                    <a:pt x="3487" y="219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6" name="Google Shape;5756;p114"/>
            <p:cNvSpPr/>
            <p:nvPr/>
          </p:nvSpPr>
          <p:spPr>
            <a:xfrm>
              <a:off x="762975" y="1465800"/>
              <a:ext cx="121550" cy="180925"/>
            </a:xfrm>
            <a:custGeom>
              <a:rect b="b" l="l" r="r" t="t"/>
              <a:pathLst>
                <a:path extrusionOk="0" h="7237" w="4862">
                  <a:moveTo>
                    <a:pt x="1688" y="201"/>
                  </a:moveTo>
                  <a:cubicBezTo>
                    <a:pt x="3412" y="326"/>
                    <a:pt x="4424" y="2288"/>
                    <a:pt x="4224" y="3837"/>
                  </a:cubicBezTo>
                  <a:cubicBezTo>
                    <a:pt x="4024" y="5462"/>
                    <a:pt x="1725" y="7124"/>
                    <a:pt x="200" y="5724"/>
                  </a:cubicBezTo>
                  <a:cubicBezTo>
                    <a:pt x="125" y="5649"/>
                    <a:pt x="0" y="5774"/>
                    <a:pt x="88" y="5849"/>
                  </a:cubicBezTo>
                  <a:cubicBezTo>
                    <a:pt x="1338" y="7237"/>
                    <a:pt x="3874" y="5924"/>
                    <a:pt x="4324" y="4412"/>
                  </a:cubicBezTo>
                  <a:cubicBezTo>
                    <a:pt x="4862" y="2600"/>
                    <a:pt x="3700" y="151"/>
                    <a:pt x="1688" y="13"/>
                  </a:cubicBezTo>
                  <a:cubicBezTo>
                    <a:pt x="1563" y="1"/>
                    <a:pt x="1563" y="201"/>
                    <a:pt x="1688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7" name="Google Shape;5757;p114"/>
            <p:cNvSpPr/>
            <p:nvPr/>
          </p:nvSpPr>
          <p:spPr>
            <a:xfrm>
              <a:off x="741425" y="1520175"/>
              <a:ext cx="77175" cy="73125"/>
            </a:xfrm>
            <a:custGeom>
              <a:rect b="b" l="l" r="r" t="t"/>
              <a:pathLst>
                <a:path extrusionOk="0" h="2925" w="3087">
                  <a:moveTo>
                    <a:pt x="625" y="2775"/>
                  </a:moveTo>
                  <a:cubicBezTo>
                    <a:pt x="250" y="2037"/>
                    <a:pt x="475" y="1138"/>
                    <a:pt x="1162" y="675"/>
                  </a:cubicBezTo>
                  <a:cubicBezTo>
                    <a:pt x="1900" y="188"/>
                    <a:pt x="2737" y="713"/>
                    <a:pt x="2874" y="1512"/>
                  </a:cubicBezTo>
                  <a:cubicBezTo>
                    <a:pt x="2899" y="1625"/>
                    <a:pt x="3087" y="1600"/>
                    <a:pt x="3074" y="1487"/>
                  </a:cubicBezTo>
                  <a:cubicBezTo>
                    <a:pt x="2987" y="613"/>
                    <a:pt x="2062" y="0"/>
                    <a:pt x="1237" y="388"/>
                  </a:cubicBezTo>
                  <a:cubicBezTo>
                    <a:pt x="350" y="800"/>
                    <a:pt x="0" y="2025"/>
                    <a:pt x="488" y="2850"/>
                  </a:cubicBezTo>
                  <a:cubicBezTo>
                    <a:pt x="538" y="2925"/>
                    <a:pt x="663" y="2862"/>
                    <a:pt x="625" y="27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8" name="Google Shape;5758;p114"/>
            <p:cNvSpPr/>
            <p:nvPr/>
          </p:nvSpPr>
          <p:spPr>
            <a:xfrm>
              <a:off x="812325" y="1566400"/>
              <a:ext cx="25" cy="350"/>
            </a:xfrm>
            <a:custGeom>
              <a:rect b="b" l="l" r="r" t="t"/>
              <a:pathLst>
                <a:path extrusionOk="0" h="14" w="1">
                  <a:moveTo>
                    <a:pt x="1" y="13"/>
                  </a:moveTo>
                  <a:lnTo>
                    <a:pt x="1" y="1"/>
                  </a:lnTo>
                  <a:cubicBezTo>
                    <a:pt x="1" y="1"/>
                    <a:pt x="1" y="13"/>
                    <a:pt x="1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9" name="Google Shape;5759;p114"/>
            <p:cNvSpPr/>
            <p:nvPr/>
          </p:nvSpPr>
          <p:spPr>
            <a:xfrm>
              <a:off x="633950" y="1373950"/>
              <a:ext cx="104050" cy="206550"/>
            </a:xfrm>
            <a:custGeom>
              <a:rect b="b" l="l" r="r" t="t"/>
              <a:pathLst>
                <a:path extrusionOk="0" h="8262" w="4162">
                  <a:moveTo>
                    <a:pt x="175" y="8174"/>
                  </a:moveTo>
                  <a:cubicBezTo>
                    <a:pt x="463" y="6974"/>
                    <a:pt x="988" y="5862"/>
                    <a:pt x="1725" y="4887"/>
                  </a:cubicBezTo>
                  <a:cubicBezTo>
                    <a:pt x="2250" y="4187"/>
                    <a:pt x="2937" y="3525"/>
                    <a:pt x="3312" y="2700"/>
                  </a:cubicBezTo>
                  <a:cubicBezTo>
                    <a:pt x="3712" y="1788"/>
                    <a:pt x="3699" y="826"/>
                    <a:pt x="3025" y="76"/>
                  </a:cubicBezTo>
                  <a:cubicBezTo>
                    <a:pt x="2962" y="1"/>
                    <a:pt x="2837" y="88"/>
                    <a:pt x="2887" y="176"/>
                  </a:cubicBezTo>
                  <a:cubicBezTo>
                    <a:pt x="4162" y="2050"/>
                    <a:pt x="2400" y="3537"/>
                    <a:pt x="1387" y="4987"/>
                  </a:cubicBezTo>
                  <a:cubicBezTo>
                    <a:pt x="738" y="5937"/>
                    <a:pt x="275" y="6999"/>
                    <a:pt x="25" y="8124"/>
                  </a:cubicBezTo>
                  <a:cubicBezTo>
                    <a:pt x="0" y="8224"/>
                    <a:pt x="150" y="8261"/>
                    <a:pt x="188" y="8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0" name="Google Shape;5760;p114"/>
            <p:cNvSpPr/>
            <p:nvPr/>
          </p:nvSpPr>
          <p:spPr>
            <a:xfrm>
              <a:off x="638950" y="1634200"/>
              <a:ext cx="81550" cy="88450"/>
            </a:xfrm>
            <a:custGeom>
              <a:rect b="b" l="l" r="r" t="t"/>
              <a:pathLst>
                <a:path extrusionOk="0" h="3538" w="3262">
                  <a:moveTo>
                    <a:pt x="488" y="3387"/>
                  </a:moveTo>
                  <a:cubicBezTo>
                    <a:pt x="275" y="2413"/>
                    <a:pt x="175" y="1050"/>
                    <a:pt x="1187" y="438"/>
                  </a:cubicBezTo>
                  <a:cubicBezTo>
                    <a:pt x="1650" y="176"/>
                    <a:pt x="2250" y="263"/>
                    <a:pt x="2625" y="650"/>
                  </a:cubicBezTo>
                  <a:cubicBezTo>
                    <a:pt x="2937" y="975"/>
                    <a:pt x="3262" y="2300"/>
                    <a:pt x="2475" y="2388"/>
                  </a:cubicBezTo>
                  <a:cubicBezTo>
                    <a:pt x="2400" y="2388"/>
                    <a:pt x="2400" y="2525"/>
                    <a:pt x="2475" y="2512"/>
                  </a:cubicBezTo>
                  <a:cubicBezTo>
                    <a:pt x="3024" y="2462"/>
                    <a:pt x="3199" y="1788"/>
                    <a:pt x="3137" y="1313"/>
                  </a:cubicBezTo>
                  <a:cubicBezTo>
                    <a:pt x="3074" y="700"/>
                    <a:pt x="2600" y="201"/>
                    <a:pt x="1975" y="101"/>
                  </a:cubicBezTo>
                  <a:cubicBezTo>
                    <a:pt x="1337" y="1"/>
                    <a:pt x="825" y="363"/>
                    <a:pt x="500" y="900"/>
                  </a:cubicBezTo>
                  <a:cubicBezTo>
                    <a:pt x="0" y="1700"/>
                    <a:pt x="125" y="2562"/>
                    <a:pt x="325" y="3425"/>
                  </a:cubicBezTo>
                  <a:cubicBezTo>
                    <a:pt x="350" y="3537"/>
                    <a:pt x="525" y="3500"/>
                    <a:pt x="488" y="33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1" name="Google Shape;5761;p114"/>
            <p:cNvSpPr/>
            <p:nvPr/>
          </p:nvSpPr>
          <p:spPr>
            <a:xfrm>
              <a:off x="665200" y="1745425"/>
              <a:ext cx="44075" cy="33150"/>
            </a:xfrm>
            <a:custGeom>
              <a:rect b="b" l="l" r="r" t="t"/>
              <a:pathLst>
                <a:path extrusionOk="0" h="1326" w="1763">
                  <a:moveTo>
                    <a:pt x="350" y="1175"/>
                  </a:moveTo>
                  <a:cubicBezTo>
                    <a:pt x="262" y="863"/>
                    <a:pt x="312" y="538"/>
                    <a:pt x="625" y="363"/>
                  </a:cubicBezTo>
                  <a:cubicBezTo>
                    <a:pt x="825" y="188"/>
                    <a:pt x="1037" y="238"/>
                    <a:pt x="1262" y="525"/>
                  </a:cubicBezTo>
                  <a:cubicBezTo>
                    <a:pt x="1312" y="650"/>
                    <a:pt x="1300" y="788"/>
                    <a:pt x="1225" y="900"/>
                  </a:cubicBezTo>
                  <a:cubicBezTo>
                    <a:pt x="1112" y="975"/>
                    <a:pt x="1212" y="1150"/>
                    <a:pt x="1325" y="1075"/>
                  </a:cubicBezTo>
                  <a:cubicBezTo>
                    <a:pt x="1762" y="813"/>
                    <a:pt x="1412" y="113"/>
                    <a:pt x="987" y="63"/>
                  </a:cubicBezTo>
                  <a:cubicBezTo>
                    <a:pt x="325" y="0"/>
                    <a:pt x="0" y="688"/>
                    <a:pt x="200" y="1225"/>
                  </a:cubicBezTo>
                  <a:cubicBezTo>
                    <a:pt x="237" y="1325"/>
                    <a:pt x="387" y="1288"/>
                    <a:pt x="350" y="1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2" name="Google Shape;5762;p114"/>
            <p:cNvSpPr/>
            <p:nvPr/>
          </p:nvSpPr>
          <p:spPr>
            <a:xfrm>
              <a:off x="685175" y="1354600"/>
              <a:ext cx="32200" cy="31875"/>
            </a:xfrm>
            <a:custGeom>
              <a:rect b="b" l="l" r="r" t="t"/>
              <a:pathLst>
                <a:path extrusionOk="0" h="1275" w="1288">
                  <a:moveTo>
                    <a:pt x="838" y="825"/>
                  </a:moveTo>
                  <a:lnTo>
                    <a:pt x="838" y="825"/>
                  </a:lnTo>
                  <a:cubicBezTo>
                    <a:pt x="826" y="900"/>
                    <a:pt x="926" y="950"/>
                    <a:pt x="988" y="887"/>
                  </a:cubicBezTo>
                  <a:cubicBezTo>
                    <a:pt x="1288" y="475"/>
                    <a:pt x="663" y="0"/>
                    <a:pt x="326" y="412"/>
                  </a:cubicBezTo>
                  <a:cubicBezTo>
                    <a:pt x="1" y="825"/>
                    <a:pt x="563" y="1275"/>
                    <a:pt x="938" y="950"/>
                  </a:cubicBezTo>
                  <a:cubicBezTo>
                    <a:pt x="1001" y="887"/>
                    <a:pt x="913" y="775"/>
                    <a:pt x="838" y="8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3" name="Google Shape;5763;p114"/>
            <p:cNvSpPr/>
            <p:nvPr/>
          </p:nvSpPr>
          <p:spPr>
            <a:xfrm>
              <a:off x="668300" y="1430500"/>
              <a:ext cx="113125" cy="77500"/>
            </a:xfrm>
            <a:custGeom>
              <a:rect b="b" l="l" r="r" t="t"/>
              <a:pathLst>
                <a:path extrusionOk="0" h="3100" w="4525">
                  <a:moveTo>
                    <a:pt x="151" y="3050"/>
                  </a:moveTo>
                  <a:cubicBezTo>
                    <a:pt x="1338" y="1688"/>
                    <a:pt x="2813" y="926"/>
                    <a:pt x="4437" y="176"/>
                  </a:cubicBezTo>
                  <a:cubicBezTo>
                    <a:pt x="4525" y="138"/>
                    <a:pt x="4462" y="1"/>
                    <a:pt x="4375" y="26"/>
                  </a:cubicBezTo>
                  <a:cubicBezTo>
                    <a:pt x="2663" y="538"/>
                    <a:pt x="1163" y="1550"/>
                    <a:pt x="51" y="2950"/>
                  </a:cubicBezTo>
                  <a:cubicBezTo>
                    <a:pt x="1" y="3012"/>
                    <a:pt x="88" y="3100"/>
                    <a:pt x="151" y="30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4" name="Google Shape;5764;p114"/>
            <p:cNvSpPr/>
            <p:nvPr/>
          </p:nvSpPr>
          <p:spPr>
            <a:xfrm>
              <a:off x="769525" y="1413950"/>
              <a:ext cx="32525" cy="30950"/>
            </a:xfrm>
            <a:custGeom>
              <a:rect b="b" l="l" r="r" t="t"/>
              <a:pathLst>
                <a:path extrusionOk="0" h="1238" w="1301">
                  <a:moveTo>
                    <a:pt x="388" y="850"/>
                  </a:moveTo>
                  <a:cubicBezTo>
                    <a:pt x="751" y="1238"/>
                    <a:pt x="1301" y="700"/>
                    <a:pt x="926" y="350"/>
                  </a:cubicBezTo>
                  <a:cubicBezTo>
                    <a:pt x="551" y="0"/>
                    <a:pt x="1" y="638"/>
                    <a:pt x="451" y="888"/>
                  </a:cubicBezTo>
                  <a:cubicBezTo>
                    <a:pt x="538" y="925"/>
                    <a:pt x="626" y="813"/>
                    <a:pt x="563" y="738"/>
                  </a:cubicBezTo>
                  <a:lnTo>
                    <a:pt x="501" y="738"/>
                  </a:lnTo>
                  <a:cubicBezTo>
                    <a:pt x="426" y="675"/>
                    <a:pt x="326" y="775"/>
                    <a:pt x="388" y="8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5" name="Google Shape;5765;p114"/>
            <p:cNvSpPr/>
            <p:nvPr/>
          </p:nvSpPr>
          <p:spPr>
            <a:xfrm>
              <a:off x="786400" y="1462675"/>
              <a:ext cx="10025" cy="5975"/>
            </a:xfrm>
            <a:custGeom>
              <a:rect b="b" l="l" r="r" t="t"/>
              <a:pathLst>
                <a:path extrusionOk="0" h="239" w="401">
                  <a:moveTo>
                    <a:pt x="126" y="213"/>
                  </a:moveTo>
                  <a:cubicBezTo>
                    <a:pt x="188" y="213"/>
                    <a:pt x="238" y="213"/>
                    <a:pt x="301" y="226"/>
                  </a:cubicBezTo>
                  <a:cubicBezTo>
                    <a:pt x="388" y="238"/>
                    <a:pt x="401" y="113"/>
                    <a:pt x="338" y="76"/>
                  </a:cubicBezTo>
                  <a:cubicBezTo>
                    <a:pt x="276" y="26"/>
                    <a:pt x="201" y="1"/>
                    <a:pt x="126" y="13"/>
                  </a:cubicBezTo>
                  <a:cubicBezTo>
                    <a:pt x="1" y="13"/>
                    <a:pt x="1" y="201"/>
                    <a:pt x="126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6" name="Google Shape;5766;p114"/>
            <p:cNvSpPr/>
            <p:nvPr/>
          </p:nvSpPr>
          <p:spPr>
            <a:xfrm>
              <a:off x="756725" y="1594850"/>
              <a:ext cx="7200" cy="10000"/>
            </a:xfrm>
            <a:custGeom>
              <a:rect b="b" l="l" r="r" t="t"/>
              <a:pathLst>
                <a:path extrusionOk="0" h="400" w="288">
                  <a:moveTo>
                    <a:pt x="38" y="150"/>
                  </a:moveTo>
                  <a:cubicBezTo>
                    <a:pt x="63" y="237"/>
                    <a:pt x="101" y="312"/>
                    <a:pt x="176" y="362"/>
                  </a:cubicBezTo>
                  <a:cubicBezTo>
                    <a:pt x="213" y="400"/>
                    <a:pt x="288" y="362"/>
                    <a:pt x="275" y="300"/>
                  </a:cubicBezTo>
                  <a:cubicBezTo>
                    <a:pt x="263" y="225"/>
                    <a:pt x="238" y="150"/>
                    <a:pt x="188" y="88"/>
                  </a:cubicBezTo>
                  <a:cubicBezTo>
                    <a:pt x="151" y="0"/>
                    <a:pt x="1" y="63"/>
                    <a:pt x="38" y="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7" name="Google Shape;5767;p114"/>
            <p:cNvSpPr/>
            <p:nvPr/>
          </p:nvSpPr>
          <p:spPr>
            <a:xfrm>
              <a:off x="627075" y="1453625"/>
              <a:ext cx="27825" cy="156850"/>
            </a:xfrm>
            <a:custGeom>
              <a:rect b="b" l="l" r="r" t="t"/>
              <a:pathLst>
                <a:path extrusionOk="0" h="6274" w="1113">
                  <a:moveTo>
                    <a:pt x="188" y="6174"/>
                  </a:moveTo>
                  <a:cubicBezTo>
                    <a:pt x="250" y="4899"/>
                    <a:pt x="500" y="3675"/>
                    <a:pt x="775" y="2437"/>
                  </a:cubicBezTo>
                  <a:cubicBezTo>
                    <a:pt x="950" y="1625"/>
                    <a:pt x="1113" y="913"/>
                    <a:pt x="788" y="113"/>
                  </a:cubicBezTo>
                  <a:cubicBezTo>
                    <a:pt x="750" y="1"/>
                    <a:pt x="588" y="51"/>
                    <a:pt x="613" y="163"/>
                  </a:cubicBezTo>
                  <a:cubicBezTo>
                    <a:pt x="925" y="1338"/>
                    <a:pt x="488" y="2462"/>
                    <a:pt x="250" y="3625"/>
                  </a:cubicBezTo>
                  <a:cubicBezTo>
                    <a:pt x="75" y="4462"/>
                    <a:pt x="0" y="5312"/>
                    <a:pt x="0" y="6174"/>
                  </a:cubicBezTo>
                  <a:cubicBezTo>
                    <a:pt x="25" y="6274"/>
                    <a:pt x="175" y="6274"/>
                    <a:pt x="188" y="6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8" name="Google Shape;5768;p114"/>
            <p:cNvSpPr/>
            <p:nvPr/>
          </p:nvSpPr>
          <p:spPr>
            <a:xfrm>
              <a:off x="627075" y="1432375"/>
              <a:ext cx="30950" cy="33150"/>
            </a:xfrm>
            <a:custGeom>
              <a:rect b="b" l="l" r="r" t="t"/>
              <a:pathLst>
                <a:path extrusionOk="0" h="1326" w="1238">
                  <a:moveTo>
                    <a:pt x="800" y="976"/>
                  </a:moveTo>
                  <a:cubicBezTo>
                    <a:pt x="1238" y="551"/>
                    <a:pt x="513" y="1"/>
                    <a:pt x="225" y="476"/>
                  </a:cubicBezTo>
                  <a:cubicBezTo>
                    <a:pt x="0" y="851"/>
                    <a:pt x="663" y="1325"/>
                    <a:pt x="813" y="851"/>
                  </a:cubicBezTo>
                  <a:cubicBezTo>
                    <a:pt x="825" y="763"/>
                    <a:pt x="725" y="701"/>
                    <a:pt x="650" y="763"/>
                  </a:cubicBezTo>
                  <a:cubicBezTo>
                    <a:pt x="663" y="801"/>
                    <a:pt x="675" y="838"/>
                    <a:pt x="688" y="876"/>
                  </a:cubicBezTo>
                  <a:cubicBezTo>
                    <a:pt x="638" y="963"/>
                    <a:pt x="738" y="1038"/>
                    <a:pt x="813" y="9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9" name="Google Shape;5769;p114"/>
            <p:cNvSpPr/>
            <p:nvPr/>
          </p:nvSpPr>
          <p:spPr>
            <a:xfrm>
              <a:off x="684550" y="1388025"/>
              <a:ext cx="22525" cy="72800"/>
            </a:xfrm>
            <a:custGeom>
              <a:rect b="b" l="l" r="r" t="t"/>
              <a:pathLst>
                <a:path extrusionOk="0" h="2912" w="901">
                  <a:moveTo>
                    <a:pt x="801" y="2650"/>
                  </a:moveTo>
                  <a:cubicBezTo>
                    <a:pt x="213" y="2012"/>
                    <a:pt x="263" y="975"/>
                    <a:pt x="451" y="188"/>
                  </a:cubicBezTo>
                  <a:cubicBezTo>
                    <a:pt x="488" y="63"/>
                    <a:pt x="326" y="0"/>
                    <a:pt x="251" y="113"/>
                  </a:cubicBezTo>
                  <a:cubicBezTo>
                    <a:pt x="1" y="525"/>
                    <a:pt x="26" y="1225"/>
                    <a:pt x="101" y="1687"/>
                  </a:cubicBezTo>
                  <a:cubicBezTo>
                    <a:pt x="151" y="2112"/>
                    <a:pt x="338" y="2500"/>
                    <a:pt x="638" y="2812"/>
                  </a:cubicBezTo>
                  <a:cubicBezTo>
                    <a:pt x="738" y="2912"/>
                    <a:pt x="901" y="2750"/>
                    <a:pt x="788" y="2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0" name="Google Shape;5770;p114"/>
            <p:cNvSpPr/>
            <p:nvPr/>
          </p:nvSpPr>
          <p:spPr>
            <a:xfrm>
              <a:off x="690175" y="1388950"/>
              <a:ext cx="23775" cy="70625"/>
            </a:xfrm>
            <a:custGeom>
              <a:rect b="b" l="l" r="r" t="t"/>
              <a:pathLst>
                <a:path extrusionOk="0" h="2825" w="951">
                  <a:moveTo>
                    <a:pt x="88" y="213"/>
                  </a:moveTo>
                  <a:cubicBezTo>
                    <a:pt x="763" y="763"/>
                    <a:pt x="501" y="1938"/>
                    <a:pt x="401" y="2650"/>
                  </a:cubicBezTo>
                  <a:cubicBezTo>
                    <a:pt x="376" y="2750"/>
                    <a:pt x="513" y="2825"/>
                    <a:pt x="576" y="2725"/>
                  </a:cubicBezTo>
                  <a:cubicBezTo>
                    <a:pt x="951" y="2013"/>
                    <a:pt x="888" y="588"/>
                    <a:pt x="201" y="63"/>
                  </a:cubicBezTo>
                  <a:cubicBezTo>
                    <a:pt x="113" y="1"/>
                    <a:pt x="1" y="138"/>
                    <a:pt x="88" y="2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1" name="Google Shape;5771;p114"/>
            <p:cNvSpPr/>
            <p:nvPr/>
          </p:nvSpPr>
          <p:spPr>
            <a:xfrm>
              <a:off x="642075" y="1541100"/>
              <a:ext cx="56875" cy="18150"/>
            </a:xfrm>
            <a:custGeom>
              <a:rect b="b" l="l" r="r" t="t"/>
              <a:pathLst>
                <a:path extrusionOk="0" h="726" w="2275">
                  <a:moveTo>
                    <a:pt x="113" y="500"/>
                  </a:moveTo>
                  <a:cubicBezTo>
                    <a:pt x="800" y="725"/>
                    <a:pt x="1537" y="638"/>
                    <a:pt x="2150" y="251"/>
                  </a:cubicBezTo>
                  <a:cubicBezTo>
                    <a:pt x="2275" y="188"/>
                    <a:pt x="2162" y="1"/>
                    <a:pt x="2037" y="63"/>
                  </a:cubicBezTo>
                  <a:cubicBezTo>
                    <a:pt x="1475" y="401"/>
                    <a:pt x="800" y="488"/>
                    <a:pt x="163" y="313"/>
                  </a:cubicBezTo>
                  <a:cubicBezTo>
                    <a:pt x="50" y="288"/>
                    <a:pt x="0" y="463"/>
                    <a:pt x="113" y="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2" name="Google Shape;5772;p114"/>
            <p:cNvSpPr/>
            <p:nvPr/>
          </p:nvSpPr>
          <p:spPr>
            <a:xfrm>
              <a:off x="642375" y="1531100"/>
              <a:ext cx="55950" cy="20950"/>
            </a:xfrm>
            <a:custGeom>
              <a:rect b="b" l="l" r="r" t="t"/>
              <a:pathLst>
                <a:path extrusionOk="0" h="838" w="2238">
                  <a:moveTo>
                    <a:pt x="2113" y="438"/>
                  </a:moveTo>
                  <a:cubicBezTo>
                    <a:pt x="1763" y="313"/>
                    <a:pt x="1" y="1"/>
                    <a:pt x="113" y="776"/>
                  </a:cubicBezTo>
                  <a:cubicBezTo>
                    <a:pt x="126" y="813"/>
                    <a:pt x="176" y="838"/>
                    <a:pt x="213" y="826"/>
                  </a:cubicBezTo>
                  <a:cubicBezTo>
                    <a:pt x="463" y="738"/>
                    <a:pt x="626" y="588"/>
                    <a:pt x="913" y="538"/>
                  </a:cubicBezTo>
                  <a:cubicBezTo>
                    <a:pt x="1300" y="488"/>
                    <a:pt x="1688" y="526"/>
                    <a:pt x="2050" y="663"/>
                  </a:cubicBezTo>
                  <a:cubicBezTo>
                    <a:pt x="2188" y="701"/>
                    <a:pt x="2238" y="501"/>
                    <a:pt x="2113" y="4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3" name="Google Shape;5773;p114"/>
            <p:cNvSpPr/>
            <p:nvPr/>
          </p:nvSpPr>
          <p:spPr>
            <a:xfrm>
              <a:off x="703625" y="1808525"/>
              <a:ext cx="26875" cy="82825"/>
            </a:xfrm>
            <a:custGeom>
              <a:rect b="b" l="l" r="r" t="t"/>
              <a:pathLst>
                <a:path extrusionOk="0" h="3313" w="1075">
                  <a:moveTo>
                    <a:pt x="350" y="3162"/>
                  </a:moveTo>
                  <a:cubicBezTo>
                    <a:pt x="288" y="2600"/>
                    <a:pt x="325" y="2038"/>
                    <a:pt x="462" y="1500"/>
                  </a:cubicBezTo>
                  <a:cubicBezTo>
                    <a:pt x="600" y="1013"/>
                    <a:pt x="887" y="613"/>
                    <a:pt x="1050" y="138"/>
                  </a:cubicBezTo>
                  <a:cubicBezTo>
                    <a:pt x="1075" y="63"/>
                    <a:pt x="962" y="1"/>
                    <a:pt x="912" y="63"/>
                  </a:cubicBezTo>
                  <a:cubicBezTo>
                    <a:pt x="138" y="813"/>
                    <a:pt x="0" y="2175"/>
                    <a:pt x="138" y="3187"/>
                  </a:cubicBezTo>
                  <a:cubicBezTo>
                    <a:pt x="163" y="3312"/>
                    <a:pt x="363" y="3287"/>
                    <a:pt x="350" y="3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4" name="Google Shape;5774;p114"/>
            <p:cNvSpPr/>
            <p:nvPr/>
          </p:nvSpPr>
          <p:spPr>
            <a:xfrm>
              <a:off x="708300" y="1808525"/>
              <a:ext cx="30950" cy="100950"/>
            </a:xfrm>
            <a:custGeom>
              <a:rect b="b" l="l" r="r" t="t"/>
              <a:pathLst>
                <a:path extrusionOk="0" h="4038" w="1238">
                  <a:moveTo>
                    <a:pt x="788" y="201"/>
                  </a:moveTo>
                  <a:cubicBezTo>
                    <a:pt x="900" y="876"/>
                    <a:pt x="1000" y="1575"/>
                    <a:pt x="850" y="2250"/>
                  </a:cubicBezTo>
                  <a:cubicBezTo>
                    <a:pt x="713" y="2800"/>
                    <a:pt x="400" y="3287"/>
                    <a:pt x="88" y="3762"/>
                  </a:cubicBezTo>
                  <a:cubicBezTo>
                    <a:pt x="1" y="3900"/>
                    <a:pt x="226" y="4037"/>
                    <a:pt x="313" y="3887"/>
                  </a:cubicBezTo>
                  <a:cubicBezTo>
                    <a:pt x="688" y="3325"/>
                    <a:pt x="1038" y="2738"/>
                    <a:pt x="1138" y="2050"/>
                  </a:cubicBezTo>
                  <a:cubicBezTo>
                    <a:pt x="1238" y="1425"/>
                    <a:pt x="1113" y="763"/>
                    <a:pt x="1000" y="138"/>
                  </a:cubicBezTo>
                  <a:cubicBezTo>
                    <a:pt x="975" y="1"/>
                    <a:pt x="763" y="63"/>
                    <a:pt x="788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5" name="Google Shape;5775;p114"/>
            <p:cNvSpPr/>
            <p:nvPr/>
          </p:nvSpPr>
          <p:spPr>
            <a:xfrm>
              <a:off x="887000" y="1496125"/>
              <a:ext cx="8475" cy="8125"/>
            </a:xfrm>
            <a:custGeom>
              <a:rect b="b" l="l" r="r" t="t"/>
              <a:pathLst>
                <a:path extrusionOk="0" h="325" w="339">
                  <a:moveTo>
                    <a:pt x="251" y="13"/>
                  </a:moveTo>
                  <a:cubicBezTo>
                    <a:pt x="163" y="0"/>
                    <a:pt x="76" y="38"/>
                    <a:pt x="38" y="113"/>
                  </a:cubicBezTo>
                  <a:cubicBezTo>
                    <a:pt x="13" y="125"/>
                    <a:pt x="1" y="163"/>
                    <a:pt x="13" y="188"/>
                  </a:cubicBezTo>
                  <a:cubicBezTo>
                    <a:pt x="26" y="213"/>
                    <a:pt x="26" y="250"/>
                    <a:pt x="38" y="275"/>
                  </a:cubicBezTo>
                  <a:cubicBezTo>
                    <a:pt x="51" y="300"/>
                    <a:pt x="113" y="325"/>
                    <a:pt x="138" y="288"/>
                  </a:cubicBezTo>
                  <a:lnTo>
                    <a:pt x="276" y="150"/>
                  </a:lnTo>
                  <a:cubicBezTo>
                    <a:pt x="338" y="125"/>
                    <a:pt x="338" y="0"/>
                    <a:pt x="251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6" name="Google Shape;5776;p114"/>
            <p:cNvSpPr/>
            <p:nvPr/>
          </p:nvSpPr>
          <p:spPr>
            <a:xfrm>
              <a:off x="893575" y="1496125"/>
              <a:ext cx="58750" cy="15000"/>
            </a:xfrm>
            <a:custGeom>
              <a:rect b="b" l="l" r="r" t="t"/>
              <a:pathLst>
                <a:path extrusionOk="0" h="600" w="2350">
                  <a:moveTo>
                    <a:pt x="50" y="125"/>
                  </a:moveTo>
                  <a:cubicBezTo>
                    <a:pt x="725" y="462"/>
                    <a:pt x="1525" y="600"/>
                    <a:pt x="2262" y="375"/>
                  </a:cubicBezTo>
                  <a:cubicBezTo>
                    <a:pt x="2350" y="350"/>
                    <a:pt x="2337" y="188"/>
                    <a:pt x="2237" y="200"/>
                  </a:cubicBezTo>
                  <a:cubicBezTo>
                    <a:pt x="1487" y="288"/>
                    <a:pt x="812" y="288"/>
                    <a:pt x="100" y="25"/>
                  </a:cubicBezTo>
                  <a:cubicBezTo>
                    <a:pt x="38" y="0"/>
                    <a:pt x="0" y="100"/>
                    <a:pt x="50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7" name="Google Shape;5777;p114"/>
            <p:cNvSpPr/>
            <p:nvPr/>
          </p:nvSpPr>
          <p:spPr>
            <a:xfrm>
              <a:off x="927000" y="1501125"/>
              <a:ext cx="25325" cy="17200"/>
            </a:xfrm>
            <a:custGeom>
              <a:rect b="b" l="l" r="r" t="t"/>
              <a:pathLst>
                <a:path extrusionOk="0" h="688" w="1013">
                  <a:moveTo>
                    <a:pt x="825" y="75"/>
                  </a:moveTo>
                  <a:cubicBezTo>
                    <a:pt x="613" y="337"/>
                    <a:pt x="375" y="412"/>
                    <a:pt x="75" y="525"/>
                  </a:cubicBezTo>
                  <a:cubicBezTo>
                    <a:pt x="0" y="562"/>
                    <a:pt x="0" y="687"/>
                    <a:pt x="100" y="675"/>
                  </a:cubicBezTo>
                  <a:cubicBezTo>
                    <a:pt x="450" y="662"/>
                    <a:pt x="763" y="475"/>
                    <a:pt x="963" y="187"/>
                  </a:cubicBezTo>
                  <a:cubicBezTo>
                    <a:pt x="1013" y="100"/>
                    <a:pt x="888" y="0"/>
                    <a:pt x="825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8" name="Google Shape;5778;p114"/>
            <p:cNvSpPr/>
            <p:nvPr/>
          </p:nvSpPr>
          <p:spPr>
            <a:xfrm>
              <a:off x="886700" y="1501125"/>
              <a:ext cx="26575" cy="55300"/>
            </a:xfrm>
            <a:custGeom>
              <a:rect b="b" l="l" r="r" t="t"/>
              <a:pathLst>
                <a:path extrusionOk="0" h="2212" w="1063">
                  <a:moveTo>
                    <a:pt x="38" y="138"/>
                  </a:moveTo>
                  <a:cubicBezTo>
                    <a:pt x="213" y="437"/>
                    <a:pt x="363" y="750"/>
                    <a:pt x="488" y="1087"/>
                  </a:cubicBezTo>
                  <a:cubicBezTo>
                    <a:pt x="600" y="1437"/>
                    <a:pt x="525" y="1737"/>
                    <a:pt x="488" y="2099"/>
                  </a:cubicBezTo>
                  <a:cubicBezTo>
                    <a:pt x="475" y="2187"/>
                    <a:pt x="600" y="2212"/>
                    <a:pt x="638" y="2137"/>
                  </a:cubicBezTo>
                  <a:cubicBezTo>
                    <a:pt x="1062" y="1437"/>
                    <a:pt x="600" y="600"/>
                    <a:pt x="125" y="50"/>
                  </a:cubicBezTo>
                  <a:cubicBezTo>
                    <a:pt x="75" y="0"/>
                    <a:pt x="0" y="75"/>
                    <a:pt x="25" y="1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9" name="Google Shape;5779;p114"/>
            <p:cNvSpPr/>
            <p:nvPr/>
          </p:nvSpPr>
          <p:spPr>
            <a:xfrm>
              <a:off x="897000" y="1522975"/>
              <a:ext cx="17200" cy="34700"/>
            </a:xfrm>
            <a:custGeom>
              <a:rect b="b" l="l" r="r" t="t"/>
              <a:pathLst>
                <a:path extrusionOk="0" h="1388" w="688">
                  <a:moveTo>
                    <a:pt x="301" y="1263"/>
                  </a:moveTo>
                  <a:cubicBezTo>
                    <a:pt x="563" y="938"/>
                    <a:pt x="688" y="513"/>
                    <a:pt x="638" y="101"/>
                  </a:cubicBezTo>
                  <a:cubicBezTo>
                    <a:pt x="613" y="1"/>
                    <a:pt x="463" y="38"/>
                    <a:pt x="463" y="126"/>
                  </a:cubicBezTo>
                  <a:cubicBezTo>
                    <a:pt x="438" y="513"/>
                    <a:pt x="375" y="813"/>
                    <a:pt x="113" y="1101"/>
                  </a:cubicBezTo>
                  <a:cubicBezTo>
                    <a:pt x="1" y="1238"/>
                    <a:pt x="201" y="1388"/>
                    <a:pt x="301" y="1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0" name="Google Shape;5780;p114"/>
            <p:cNvSpPr/>
            <p:nvPr/>
          </p:nvSpPr>
          <p:spPr>
            <a:xfrm>
              <a:off x="907925" y="1521425"/>
              <a:ext cx="22850" cy="11275"/>
            </a:xfrm>
            <a:custGeom>
              <a:rect b="b" l="l" r="r" t="t"/>
              <a:pathLst>
                <a:path extrusionOk="0" h="451" w="914">
                  <a:moveTo>
                    <a:pt x="126" y="213"/>
                  </a:moveTo>
                  <a:cubicBezTo>
                    <a:pt x="351" y="275"/>
                    <a:pt x="551" y="388"/>
                    <a:pt x="776" y="425"/>
                  </a:cubicBezTo>
                  <a:cubicBezTo>
                    <a:pt x="863" y="450"/>
                    <a:pt x="913" y="338"/>
                    <a:pt x="838" y="288"/>
                  </a:cubicBezTo>
                  <a:cubicBezTo>
                    <a:pt x="638" y="163"/>
                    <a:pt x="413" y="75"/>
                    <a:pt x="176" y="38"/>
                  </a:cubicBezTo>
                  <a:cubicBezTo>
                    <a:pt x="51" y="0"/>
                    <a:pt x="1" y="175"/>
                    <a:pt x="126" y="2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1" name="Google Shape;5781;p114"/>
            <p:cNvSpPr/>
            <p:nvPr/>
          </p:nvSpPr>
          <p:spPr>
            <a:xfrm>
              <a:off x="915425" y="1512975"/>
              <a:ext cx="16275" cy="19725"/>
            </a:xfrm>
            <a:custGeom>
              <a:rect b="b" l="l" r="r" t="t"/>
              <a:pathLst>
                <a:path extrusionOk="0" h="789" w="651">
                  <a:moveTo>
                    <a:pt x="588" y="563"/>
                  </a:moveTo>
                  <a:cubicBezTo>
                    <a:pt x="501" y="376"/>
                    <a:pt x="376" y="201"/>
                    <a:pt x="213" y="63"/>
                  </a:cubicBezTo>
                  <a:cubicBezTo>
                    <a:pt x="138" y="1"/>
                    <a:pt x="1" y="88"/>
                    <a:pt x="63" y="176"/>
                  </a:cubicBezTo>
                  <a:cubicBezTo>
                    <a:pt x="176" y="351"/>
                    <a:pt x="288" y="501"/>
                    <a:pt x="401" y="663"/>
                  </a:cubicBezTo>
                  <a:cubicBezTo>
                    <a:pt x="476" y="788"/>
                    <a:pt x="651" y="688"/>
                    <a:pt x="588" y="5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2" name="Google Shape;5782;p114"/>
            <p:cNvSpPr/>
            <p:nvPr/>
          </p:nvSpPr>
          <p:spPr>
            <a:xfrm>
              <a:off x="917300" y="1513300"/>
              <a:ext cx="17225" cy="6900"/>
            </a:xfrm>
            <a:custGeom>
              <a:rect b="b" l="l" r="r" t="t"/>
              <a:pathLst>
                <a:path extrusionOk="0" h="276" w="689">
                  <a:moveTo>
                    <a:pt x="126" y="225"/>
                  </a:moveTo>
                  <a:cubicBezTo>
                    <a:pt x="288" y="275"/>
                    <a:pt x="463" y="250"/>
                    <a:pt x="613" y="163"/>
                  </a:cubicBezTo>
                  <a:cubicBezTo>
                    <a:pt x="688" y="113"/>
                    <a:pt x="626" y="0"/>
                    <a:pt x="551" y="25"/>
                  </a:cubicBezTo>
                  <a:lnTo>
                    <a:pt x="176" y="38"/>
                  </a:lnTo>
                  <a:cubicBezTo>
                    <a:pt x="51" y="13"/>
                    <a:pt x="1" y="188"/>
                    <a:pt x="126" y="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3" name="Google Shape;5783;p114"/>
            <p:cNvSpPr/>
            <p:nvPr/>
          </p:nvSpPr>
          <p:spPr>
            <a:xfrm>
              <a:off x="926050" y="1528925"/>
              <a:ext cx="28775" cy="23450"/>
            </a:xfrm>
            <a:custGeom>
              <a:rect b="b" l="l" r="r" t="t"/>
              <a:pathLst>
                <a:path extrusionOk="0" h="938" w="1151">
                  <a:moveTo>
                    <a:pt x="501" y="163"/>
                  </a:moveTo>
                  <a:cubicBezTo>
                    <a:pt x="1" y="263"/>
                    <a:pt x="276" y="937"/>
                    <a:pt x="713" y="838"/>
                  </a:cubicBezTo>
                  <a:cubicBezTo>
                    <a:pt x="1150" y="750"/>
                    <a:pt x="1013" y="0"/>
                    <a:pt x="513" y="150"/>
                  </a:cubicBezTo>
                  <a:cubicBezTo>
                    <a:pt x="401" y="188"/>
                    <a:pt x="426" y="350"/>
                    <a:pt x="538" y="350"/>
                  </a:cubicBezTo>
                  <a:cubicBezTo>
                    <a:pt x="538" y="350"/>
                    <a:pt x="538" y="325"/>
                    <a:pt x="551" y="325"/>
                  </a:cubicBezTo>
                  <a:cubicBezTo>
                    <a:pt x="663" y="288"/>
                    <a:pt x="613" y="125"/>
                    <a:pt x="501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4" name="Google Shape;5784;p114"/>
            <p:cNvSpPr/>
            <p:nvPr/>
          </p:nvSpPr>
          <p:spPr>
            <a:xfrm>
              <a:off x="6209675" y="1202450"/>
              <a:ext cx="551125" cy="190275"/>
            </a:xfrm>
            <a:custGeom>
              <a:rect b="b" l="l" r="r" t="t"/>
              <a:pathLst>
                <a:path extrusionOk="0" h="7611" w="22045">
                  <a:moveTo>
                    <a:pt x="225" y="2949"/>
                  </a:moveTo>
                  <a:cubicBezTo>
                    <a:pt x="5049" y="7611"/>
                    <a:pt x="11447" y="0"/>
                    <a:pt x="17096" y="1300"/>
                  </a:cubicBezTo>
                  <a:cubicBezTo>
                    <a:pt x="20083" y="2000"/>
                    <a:pt x="22045" y="4312"/>
                    <a:pt x="21945" y="7373"/>
                  </a:cubicBezTo>
                  <a:cubicBezTo>
                    <a:pt x="21932" y="7461"/>
                    <a:pt x="21820" y="7461"/>
                    <a:pt x="21807" y="7373"/>
                  </a:cubicBezTo>
                  <a:cubicBezTo>
                    <a:pt x="21532" y="1100"/>
                    <a:pt x="14534" y="887"/>
                    <a:pt x="10173" y="2724"/>
                  </a:cubicBezTo>
                  <a:cubicBezTo>
                    <a:pt x="8448" y="3449"/>
                    <a:pt x="6736" y="4437"/>
                    <a:pt x="4837" y="4661"/>
                  </a:cubicBezTo>
                  <a:cubicBezTo>
                    <a:pt x="2937" y="4886"/>
                    <a:pt x="1425" y="4387"/>
                    <a:pt x="88" y="3087"/>
                  </a:cubicBezTo>
                  <a:cubicBezTo>
                    <a:pt x="0" y="2999"/>
                    <a:pt x="125" y="2874"/>
                    <a:pt x="213" y="294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5" name="Google Shape;5785;p114"/>
            <p:cNvSpPr/>
            <p:nvPr/>
          </p:nvSpPr>
          <p:spPr>
            <a:xfrm>
              <a:off x="6575200" y="1369575"/>
              <a:ext cx="180925" cy="121575"/>
            </a:xfrm>
            <a:custGeom>
              <a:rect b="b" l="l" r="r" t="t"/>
              <a:pathLst>
                <a:path extrusionOk="0" h="4863" w="7237">
                  <a:moveTo>
                    <a:pt x="7224" y="1688"/>
                  </a:moveTo>
                  <a:cubicBezTo>
                    <a:pt x="7086" y="3700"/>
                    <a:pt x="4624" y="4862"/>
                    <a:pt x="2825" y="4325"/>
                  </a:cubicBezTo>
                  <a:cubicBezTo>
                    <a:pt x="1313" y="3875"/>
                    <a:pt x="0" y="1338"/>
                    <a:pt x="1388" y="88"/>
                  </a:cubicBezTo>
                  <a:cubicBezTo>
                    <a:pt x="1463" y="1"/>
                    <a:pt x="1588" y="126"/>
                    <a:pt x="1500" y="201"/>
                  </a:cubicBezTo>
                  <a:cubicBezTo>
                    <a:pt x="113" y="1725"/>
                    <a:pt x="1775" y="4025"/>
                    <a:pt x="3400" y="4225"/>
                  </a:cubicBezTo>
                  <a:cubicBezTo>
                    <a:pt x="4949" y="4425"/>
                    <a:pt x="6911" y="3413"/>
                    <a:pt x="7024" y="1688"/>
                  </a:cubicBezTo>
                  <a:cubicBezTo>
                    <a:pt x="7036" y="1563"/>
                    <a:pt x="7236" y="1563"/>
                    <a:pt x="7224" y="16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6" name="Google Shape;5786;p114"/>
            <p:cNvSpPr/>
            <p:nvPr/>
          </p:nvSpPr>
          <p:spPr>
            <a:xfrm>
              <a:off x="6628300" y="1348025"/>
              <a:ext cx="73450" cy="77200"/>
            </a:xfrm>
            <a:custGeom>
              <a:rect b="b" l="l" r="r" t="t"/>
              <a:pathLst>
                <a:path extrusionOk="0" h="3088" w="2938">
                  <a:moveTo>
                    <a:pt x="88" y="488"/>
                  </a:moveTo>
                  <a:cubicBezTo>
                    <a:pt x="913" y="1"/>
                    <a:pt x="2138" y="351"/>
                    <a:pt x="2550" y="1238"/>
                  </a:cubicBezTo>
                  <a:cubicBezTo>
                    <a:pt x="2938" y="2063"/>
                    <a:pt x="2325" y="2987"/>
                    <a:pt x="1451" y="3075"/>
                  </a:cubicBezTo>
                  <a:cubicBezTo>
                    <a:pt x="1338" y="3087"/>
                    <a:pt x="1313" y="2900"/>
                    <a:pt x="1426" y="2887"/>
                  </a:cubicBezTo>
                  <a:cubicBezTo>
                    <a:pt x="2238" y="2737"/>
                    <a:pt x="2738" y="1913"/>
                    <a:pt x="2275" y="1163"/>
                  </a:cubicBezTo>
                  <a:cubicBezTo>
                    <a:pt x="1800" y="476"/>
                    <a:pt x="901" y="251"/>
                    <a:pt x="163" y="625"/>
                  </a:cubicBezTo>
                  <a:cubicBezTo>
                    <a:pt x="76" y="675"/>
                    <a:pt x="1" y="538"/>
                    <a:pt x="88" y="4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7" name="Google Shape;5787;p114"/>
            <p:cNvSpPr/>
            <p:nvPr/>
          </p:nvSpPr>
          <p:spPr>
            <a:xfrm>
              <a:off x="6655500" y="1418950"/>
              <a:ext cx="25" cy="325"/>
            </a:xfrm>
            <a:custGeom>
              <a:rect b="b" l="l" r="r" t="t"/>
              <a:pathLst>
                <a:path extrusionOk="0" h="13" w="1">
                  <a:moveTo>
                    <a:pt x="0" y="1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8" name="Google Shape;5788;p114"/>
            <p:cNvSpPr/>
            <p:nvPr/>
          </p:nvSpPr>
          <p:spPr>
            <a:xfrm>
              <a:off x="6641425" y="1240875"/>
              <a:ext cx="206550" cy="104050"/>
            </a:xfrm>
            <a:custGeom>
              <a:rect b="b" l="l" r="r" t="t"/>
              <a:pathLst>
                <a:path extrusionOk="0" h="4162" w="8262">
                  <a:moveTo>
                    <a:pt x="138" y="25"/>
                  </a:moveTo>
                  <a:cubicBezTo>
                    <a:pt x="1263" y="263"/>
                    <a:pt x="2325" y="725"/>
                    <a:pt x="3275" y="1375"/>
                  </a:cubicBezTo>
                  <a:cubicBezTo>
                    <a:pt x="4725" y="2387"/>
                    <a:pt x="6199" y="4162"/>
                    <a:pt x="8086" y="2875"/>
                  </a:cubicBezTo>
                  <a:cubicBezTo>
                    <a:pt x="8161" y="2825"/>
                    <a:pt x="8261" y="2950"/>
                    <a:pt x="8186" y="3012"/>
                  </a:cubicBezTo>
                  <a:cubicBezTo>
                    <a:pt x="7436" y="3699"/>
                    <a:pt x="6487" y="3699"/>
                    <a:pt x="5562" y="3299"/>
                  </a:cubicBezTo>
                  <a:cubicBezTo>
                    <a:pt x="4887" y="2999"/>
                    <a:pt x="4362" y="2475"/>
                    <a:pt x="3787" y="2025"/>
                  </a:cubicBezTo>
                  <a:cubicBezTo>
                    <a:pt x="2713" y="1137"/>
                    <a:pt x="1450" y="500"/>
                    <a:pt x="88" y="175"/>
                  </a:cubicBezTo>
                  <a:cubicBezTo>
                    <a:pt x="1" y="150"/>
                    <a:pt x="38" y="0"/>
                    <a:pt x="138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9" name="Google Shape;5789;p114"/>
            <p:cNvSpPr/>
            <p:nvPr/>
          </p:nvSpPr>
          <p:spPr>
            <a:xfrm>
              <a:off x="6499275" y="1245875"/>
              <a:ext cx="88450" cy="80000"/>
            </a:xfrm>
            <a:custGeom>
              <a:rect b="b" l="l" r="r" t="t"/>
              <a:pathLst>
                <a:path extrusionOk="0" h="3200" w="3538">
                  <a:moveTo>
                    <a:pt x="101" y="313"/>
                  </a:moveTo>
                  <a:cubicBezTo>
                    <a:pt x="988" y="113"/>
                    <a:pt x="1838" y="0"/>
                    <a:pt x="2638" y="488"/>
                  </a:cubicBezTo>
                  <a:cubicBezTo>
                    <a:pt x="3175" y="813"/>
                    <a:pt x="3537" y="1325"/>
                    <a:pt x="3437" y="1975"/>
                  </a:cubicBezTo>
                  <a:cubicBezTo>
                    <a:pt x="3337" y="2587"/>
                    <a:pt x="2838" y="3062"/>
                    <a:pt x="2225" y="3137"/>
                  </a:cubicBezTo>
                  <a:cubicBezTo>
                    <a:pt x="1750" y="3187"/>
                    <a:pt x="1075" y="3024"/>
                    <a:pt x="1026" y="2475"/>
                  </a:cubicBezTo>
                  <a:cubicBezTo>
                    <a:pt x="1013" y="2387"/>
                    <a:pt x="1150" y="2387"/>
                    <a:pt x="1150" y="2475"/>
                  </a:cubicBezTo>
                  <a:cubicBezTo>
                    <a:pt x="1225" y="3199"/>
                    <a:pt x="2438" y="2937"/>
                    <a:pt x="2750" y="2712"/>
                  </a:cubicBezTo>
                  <a:cubicBezTo>
                    <a:pt x="3237" y="2362"/>
                    <a:pt x="3387" y="1700"/>
                    <a:pt x="3087" y="1175"/>
                  </a:cubicBezTo>
                  <a:cubicBezTo>
                    <a:pt x="2475" y="163"/>
                    <a:pt x="1125" y="263"/>
                    <a:pt x="151" y="488"/>
                  </a:cubicBezTo>
                  <a:cubicBezTo>
                    <a:pt x="38" y="513"/>
                    <a:pt x="1" y="338"/>
                    <a:pt x="101" y="3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0" name="Google Shape;5790;p114"/>
            <p:cNvSpPr/>
            <p:nvPr/>
          </p:nvSpPr>
          <p:spPr>
            <a:xfrm>
              <a:off x="6443675" y="1272100"/>
              <a:ext cx="33125" cy="43775"/>
            </a:xfrm>
            <a:custGeom>
              <a:rect b="b" l="l" r="r" t="t"/>
              <a:pathLst>
                <a:path extrusionOk="0" h="1751" w="1325">
                  <a:moveTo>
                    <a:pt x="88" y="188"/>
                  </a:moveTo>
                  <a:cubicBezTo>
                    <a:pt x="638" y="1"/>
                    <a:pt x="1325" y="326"/>
                    <a:pt x="1250" y="976"/>
                  </a:cubicBezTo>
                  <a:cubicBezTo>
                    <a:pt x="1200" y="1413"/>
                    <a:pt x="500" y="1750"/>
                    <a:pt x="238" y="1326"/>
                  </a:cubicBezTo>
                  <a:cubicBezTo>
                    <a:pt x="175" y="1213"/>
                    <a:pt x="350" y="1101"/>
                    <a:pt x="425" y="1213"/>
                  </a:cubicBezTo>
                  <a:cubicBezTo>
                    <a:pt x="538" y="1288"/>
                    <a:pt x="675" y="1301"/>
                    <a:pt x="800" y="1263"/>
                  </a:cubicBezTo>
                  <a:cubicBezTo>
                    <a:pt x="1075" y="1026"/>
                    <a:pt x="1125" y="813"/>
                    <a:pt x="950" y="613"/>
                  </a:cubicBezTo>
                  <a:cubicBezTo>
                    <a:pt x="788" y="301"/>
                    <a:pt x="450" y="263"/>
                    <a:pt x="138" y="351"/>
                  </a:cubicBezTo>
                  <a:cubicBezTo>
                    <a:pt x="38" y="376"/>
                    <a:pt x="0" y="226"/>
                    <a:pt x="100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1" name="Google Shape;5791;p114"/>
            <p:cNvSpPr/>
            <p:nvPr/>
          </p:nvSpPr>
          <p:spPr>
            <a:xfrm>
              <a:off x="6835450" y="1292100"/>
              <a:ext cx="31875" cy="31900"/>
            </a:xfrm>
            <a:custGeom>
              <a:rect b="b" l="l" r="r" t="t"/>
              <a:pathLst>
                <a:path extrusionOk="0" h="1276" w="1275">
                  <a:moveTo>
                    <a:pt x="325" y="925"/>
                  </a:moveTo>
                  <a:cubicBezTo>
                    <a:pt x="0" y="563"/>
                    <a:pt x="450" y="1"/>
                    <a:pt x="863" y="326"/>
                  </a:cubicBezTo>
                  <a:cubicBezTo>
                    <a:pt x="1275" y="651"/>
                    <a:pt x="800" y="1275"/>
                    <a:pt x="388" y="975"/>
                  </a:cubicBezTo>
                  <a:cubicBezTo>
                    <a:pt x="325" y="925"/>
                    <a:pt x="375" y="813"/>
                    <a:pt x="463" y="826"/>
                  </a:cubicBezTo>
                  <a:lnTo>
                    <a:pt x="463" y="826"/>
                  </a:lnTo>
                  <a:cubicBezTo>
                    <a:pt x="500" y="901"/>
                    <a:pt x="400" y="1000"/>
                    <a:pt x="338" y="9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2" name="Google Shape;5792;p114"/>
            <p:cNvSpPr/>
            <p:nvPr/>
          </p:nvSpPr>
          <p:spPr>
            <a:xfrm>
              <a:off x="6713600" y="1274925"/>
              <a:ext cx="77825" cy="113125"/>
            </a:xfrm>
            <a:custGeom>
              <a:rect b="b" l="l" r="r" t="t"/>
              <a:pathLst>
                <a:path extrusionOk="0" h="4525" w="3113">
                  <a:moveTo>
                    <a:pt x="163" y="63"/>
                  </a:moveTo>
                  <a:cubicBezTo>
                    <a:pt x="1550" y="1163"/>
                    <a:pt x="2575" y="2675"/>
                    <a:pt x="3087" y="4374"/>
                  </a:cubicBezTo>
                  <a:cubicBezTo>
                    <a:pt x="3112" y="4462"/>
                    <a:pt x="2975" y="4524"/>
                    <a:pt x="2925" y="4437"/>
                  </a:cubicBezTo>
                  <a:cubicBezTo>
                    <a:pt x="2175" y="2825"/>
                    <a:pt x="1413" y="1338"/>
                    <a:pt x="63" y="150"/>
                  </a:cubicBezTo>
                  <a:cubicBezTo>
                    <a:pt x="1" y="100"/>
                    <a:pt x="88" y="0"/>
                    <a:pt x="150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3" name="Google Shape;5793;p114"/>
            <p:cNvSpPr/>
            <p:nvPr/>
          </p:nvSpPr>
          <p:spPr>
            <a:xfrm>
              <a:off x="6777025" y="1376150"/>
              <a:ext cx="30650" cy="32525"/>
            </a:xfrm>
            <a:custGeom>
              <a:rect b="b" l="l" r="r" t="t"/>
              <a:pathLst>
                <a:path extrusionOk="0" h="1301" w="1226">
                  <a:moveTo>
                    <a:pt x="500" y="500"/>
                  </a:moveTo>
                  <a:lnTo>
                    <a:pt x="500" y="563"/>
                  </a:lnTo>
                  <a:cubicBezTo>
                    <a:pt x="425" y="638"/>
                    <a:pt x="313" y="550"/>
                    <a:pt x="350" y="450"/>
                  </a:cubicBezTo>
                  <a:cubicBezTo>
                    <a:pt x="600" y="0"/>
                    <a:pt x="1225" y="550"/>
                    <a:pt x="888" y="925"/>
                  </a:cubicBezTo>
                  <a:cubicBezTo>
                    <a:pt x="550" y="1300"/>
                    <a:pt x="0" y="750"/>
                    <a:pt x="388" y="388"/>
                  </a:cubicBezTo>
                  <a:cubicBezTo>
                    <a:pt x="463" y="325"/>
                    <a:pt x="563" y="425"/>
                    <a:pt x="500" y="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4" name="Google Shape;5794;p114"/>
            <p:cNvSpPr/>
            <p:nvPr/>
          </p:nvSpPr>
          <p:spPr>
            <a:xfrm>
              <a:off x="6753275" y="1393325"/>
              <a:ext cx="5650" cy="9725"/>
            </a:xfrm>
            <a:custGeom>
              <a:rect b="b" l="l" r="r" t="t"/>
              <a:pathLst>
                <a:path extrusionOk="0" h="389" w="226">
                  <a:moveTo>
                    <a:pt x="213" y="126"/>
                  </a:moveTo>
                  <a:cubicBezTo>
                    <a:pt x="226" y="201"/>
                    <a:pt x="213" y="276"/>
                    <a:pt x="163" y="326"/>
                  </a:cubicBezTo>
                  <a:cubicBezTo>
                    <a:pt x="126" y="388"/>
                    <a:pt x="1" y="376"/>
                    <a:pt x="1" y="288"/>
                  </a:cubicBezTo>
                  <a:cubicBezTo>
                    <a:pt x="13" y="238"/>
                    <a:pt x="13" y="176"/>
                    <a:pt x="26" y="126"/>
                  </a:cubicBezTo>
                  <a:cubicBezTo>
                    <a:pt x="26" y="1"/>
                    <a:pt x="213" y="1"/>
                    <a:pt x="213" y="1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5" name="Google Shape;5795;p114"/>
            <p:cNvSpPr/>
            <p:nvPr/>
          </p:nvSpPr>
          <p:spPr>
            <a:xfrm>
              <a:off x="6617075" y="1363650"/>
              <a:ext cx="10000" cy="6900"/>
            </a:xfrm>
            <a:custGeom>
              <a:rect b="b" l="l" r="r" t="t"/>
              <a:pathLst>
                <a:path extrusionOk="0" h="276" w="400">
                  <a:moveTo>
                    <a:pt x="312" y="188"/>
                  </a:moveTo>
                  <a:cubicBezTo>
                    <a:pt x="250" y="225"/>
                    <a:pt x="175" y="250"/>
                    <a:pt x="100" y="263"/>
                  </a:cubicBezTo>
                  <a:cubicBezTo>
                    <a:pt x="38" y="275"/>
                    <a:pt x="0" y="213"/>
                    <a:pt x="38" y="163"/>
                  </a:cubicBezTo>
                  <a:cubicBezTo>
                    <a:pt x="88" y="100"/>
                    <a:pt x="163" y="50"/>
                    <a:pt x="250" y="25"/>
                  </a:cubicBezTo>
                  <a:cubicBezTo>
                    <a:pt x="337" y="0"/>
                    <a:pt x="400" y="138"/>
                    <a:pt x="312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6" name="Google Shape;5796;p114"/>
            <p:cNvSpPr/>
            <p:nvPr/>
          </p:nvSpPr>
          <p:spPr>
            <a:xfrm>
              <a:off x="6611450" y="1234000"/>
              <a:ext cx="156850" cy="27525"/>
            </a:xfrm>
            <a:custGeom>
              <a:rect b="b" l="l" r="r" t="t"/>
              <a:pathLst>
                <a:path extrusionOk="0" h="1101" w="6274">
                  <a:moveTo>
                    <a:pt x="100" y="13"/>
                  </a:moveTo>
                  <a:cubicBezTo>
                    <a:pt x="950" y="0"/>
                    <a:pt x="1812" y="75"/>
                    <a:pt x="2649" y="250"/>
                  </a:cubicBezTo>
                  <a:cubicBezTo>
                    <a:pt x="3812" y="488"/>
                    <a:pt x="4924" y="925"/>
                    <a:pt x="6111" y="613"/>
                  </a:cubicBezTo>
                  <a:cubicBezTo>
                    <a:pt x="6223" y="575"/>
                    <a:pt x="6273" y="763"/>
                    <a:pt x="6161" y="788"/>
                  </a:cubicBezTo>
                  <a:cubicBezTo>
                    <a:pt x="5361" y="1100"/>
                    <a:pt x="4636" y="950"/>
                    <a:pt x="3824" y="775"/>
                  </a:cubicBezTo>
                  <a:cubicBezTo>
                    <a:pt x="2587" y="500"/>
                    <a:pt x="1375" y="250"/>
                    <a:pt x="100" y="188"/>
                  </a:cubicBezTo>
                  <a:cubicBezTo>
                    <a:pt x="0" y="175"/>
                    <a:pt x="0" y="25"/>
                    <a:pt x="100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7" name="Google Shape;5797;p114"/>
            <p:cNvSpPr/>
            <p:nvPr/>
          </p:nvSpPr>
          <p:spPr>
            <a:xfrm>
              <a:off x="6756400" y="1233675"/>
              <a:ext cx="33150" cy="30975"/>
            </a:xfrm>
            <a:custGeom>
              <a:rect b="b" l="l" r="r" t="t"/>
              <a:pathLst>
                <a:path extrusionOk="0" h="1239" w="1326">
                  <a:moveTo>
                    <a:pt x="450" y="688"/>
                  </a:moveTo>
                  <a:lnTo>
                    <a:pt x="563" y="651"/>
                  </a:lnTo>
                  <a:cubicBezTo>
                    <a:pt x="625" y="726"/>
                    <a:pt x="563" y="826"/>
                    <a:pt x="475" y="813"/>
                  </a:cubicBezTo>
                  <a:cubicBezTo>
                    <a:pt x="1" y="651"/>
                    <a:pt x="475" y="1"/>
                    <a:pt x="863" y="226"/>
                  </a:cubicBezTo>
                  <a:cubicBezTo>
                    <a:pt x="1325" y="526"/>
                    <a:pt x="788" y="1238"/>
                    <a:pt x="350" y="801"/>
                  </a:cubicBezTo>
                  <a:cubicBezTo>
                    <a:pt x="301" y="738"/>
                    <a:pt x="375" y="638"/>
                    <a:pt x="450" y="6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8" name="Google Shape;5798;p114"/>
            <p:cNvSpPr/>
            <p:nvPr/>
          </p:nvSpPr>
          <p:spPr>
            <a:xfrm>
              <a:off x="6761100" y="1291175"/>
              <a:ext cx="72800" cy="22525"/>
            </a:xfrm>
            <a:custGeom>
              <a:rect b="b" l="l" r="r" t="t"/>
              <a:pathLst>
                <a:path extrusionOk="0" h="901" w="2912">
                  <a:moveTo>
                    <a:pt x="100" y="638"/>
                  </a:moveTo>
                  <a:cubicBezTo>
                    <a:pt x="412" y="338"/>
                    <a:pt x="800" y="150"/>
                    <a:pt x="1225" y="100"/>
                  </a:cubicBezTo>
                  <a:cubicBezTo>
                    <a:pt x="1700" y="38"/>
                    <a:pt x="2387" y="0"/>
                    <a:pt x="2799" y="263"/>
                  </a:cubicBezTo>
                  <a:cubicBezTo>
                    <a:pt x="2912" y="325"/>
                    <a:pt x="2837" y="488"/>
                    <a:pt x="2724" y="463"/>
                  </a:cubicBezTo>
                  <a:cubicBezTo>
                    <a:pt x="1937" y="263"/>
                    <a:pt x="900" y="213"/>
                    <a:pt x="262" y="800"/>
                  </a:cubicBezTo>
                  <a:cubicBezTo>
                    <a:pt x="150" y="900"/>
                    <a:pt x="0" y="738"/>
                    <a:pt x="113" y="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9" name="Google Shape;5799;p114"/>
            <p:cNvSpPr/>
            <p:nvPr/>
          </p:nvSpPr>
          <p:spPr>
            <a:xfrm>
              <a:off x="6762650" y="1296800"/>
              <a:ext cx="70325" cy="23450"/>
            </a:xfrm>
            <a:custGeom>
              <a:rect b="b" l="l" r="r" t="t"/>
              <a:pathLst>
                <a:path extrusionOk="0" h="938" w="2813">
                  <a:moveTo>
                    <a:pt x="2750" y="200"/>
                  </a:moveTo>
                  <a:cubicBezTo>
                    <a:pt x="2237" y="887"/>
                    <a:pt x="800" y="937"/>
                    <a:pt x="100" y="575"/>
                  </a:cubicBezTo>
                  <a:cubicBezTo>
                    <a:pt x="1" y="513"/>
                    <a:pt x="75" y="375"/>
                    <a:pt x="175" y="388"/>
                  </a:cubicBezTo>
                  <a:cubicBezTo>
                    <a:pt x="888" y="500"/>
                    <a:pt x="2050" y="762"/>
                    <a:pt x="2600" y="88"/>
                  </a:cubicBezTo>
                  <a:cubicBezTo>
                    <a:pt x="2675" y="0"/>
                    <a:pt x="2812" y="113"/>
                    <a:pt x="2762" y="2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0" name="Google Shape;5800;p114"/>
            <p:cNvSpPr/>
            <p:nvPr/>
          </p:nvSpPr>
          <p:spPr>
            <a:xfrm>
              <a:off x="6662675" y="1249000"/>
              <a:ext cx="18150" cy="56875"/>
            </a:xfrm>
            <a:custGeom>
              <a:rect b="b" l="l" r="r" t="t"/>
              <a:pathLst>
                <a:path extrusionOk="0" h="2275" w="726">
                  <a:moveTo>
                    <a:pt x="413" y="163"/>
                  </a:moveTo>
                  <a:cubicBezTo>
                    <a:pt x="238" y="800"/>
                    <a:pt x="325" y="1475"/>
                    <a:pt x="650" y="2037"/>
                  </a:cubicBezTo>
                  <a:cubicBezTo>
                    <a:pt x="725" y="2162"/>
                    <a:pt x="538" y="2275"/>
                    <a:pt x="463" y="2150"/>
                  </a:cubicBezTo>
                  <a:cubicBezTo>
                    <a:pt x="88" y="1537"/>
                    <a:pt x="1" y="800"/>
                    <a:pt x="226" y="113"/>
                  </a:cubicBezTo>
                  <a:cubicBezTo>
                    <a:pt x="263" y="0"/>
                    <a:pt x="438" y="50"/>
                    <a:pt x="413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1" name="Google Shape;5801;p114"/>
            <p:cNvSpPr/>
            <p:nvPr/>
          </p:nvSpPr>
          <p:spPr>
            <a:xfrm>
              <a:off x="6669850" y="1250875"/>
              <a:ext cx="15975" cy="54375"/>
            </a:xfrm>
            <a:custGeom>
              <a:rect b="b" l="l" r="r" t="t"/>
              <a:pathLst>
                <a:path extrusionOk="0" h="2175" w="639">
                  <a:moveTo>
                    <a:pt x="176" y="1987"/>
                  </a:moveTo>
                  <a:cubicBezTo>
                    <a:pt x="313" y="1625"/>
                    <a:pt x="351" y="1225"/>
                    <a:pt x="301" y="850"/>
                  </a:cubicBezTo>
                  <a:cubicBezTo>
                    <a:pt x="251" y="563"/>
                    <a:pt x="101" y="388"/>
                    <a:pt x="13" y="150"/>
                  </a:cubicBezTo>
                  <a:cubicBezTo>
                    <a:pt x="1" y="100"/>
                    <a:pt x="26" y="63"/>
                    <a:pt x="63" y="50"/>
                  </a:cubicBezTo>
                  <a:cubicBezTo>
                    <a:pt x="363" y="0"/>
                    <a:pt x="463" y="325"/>
                    <a:pt x="526" y="563"/>
                  </a:cubicBezTo>
                  <a:cubicBezTo>
                    <a:pt x="638" y="1062"/>
                    <a:pt x="588" y="1575"/>
                    <a:pt x="401" y="2050"/>
                  </a:cubicBezTo>
                  <a:cubicBezTo>
                    <a:pt x="351" y="2175"/>
                    <a:pt x="138" y="2125"/>
                    <a:pt x="188" y="19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2" name="Google Shape;5802;p114"/>
            <p:cNvSpPr/>
            <p:nvPr/>
          </p:nvSpPr>
          <p:spPr>
            <a:xfrm>
              <a:off x="6330275" y="1310225"/>
              <a:ext cx="82800" cy="26900"/>
            </a:xfrm>
            <a:custGeom>
              <a:rect b="b" l="l" r="r" t="t"/>
              <a:pathLst>
                <a:path extrusionOk="0" h="1076" w="3312">
                  <a:moveTo>
                    <a:pt x="138" y="151"/>
                  </a:moveTo>
                  <a:cubicBezTo>
                    <a:pt x="1150" y="1"/>
                    <a:pt x="2512" y="151"/>
                    <a:pt x="3262" y="913"/>
                  </a:cubicBezTo>
                  <a:cubicBezTo>
                    <a:pt x="3312" y="963"/>
                    <a:pt x="3262" y="1075"/>
                    <a:pt x="3174" y="1050"/>
                  </a:cubicBezTo>
                  <a:cubicBezTo>
                    <a:pt x="2712" y="888"/>
                    <a:pt x="2299" y="600"/>
                    <a:pt x="1812" y="475"/>
                  </a:cubicBezTo>
                  <a:cubicBezTo>
                    <a:pt x="1275" y="338"/>
                    <a:pt x="712" y="300"/>
                    <a:pt x="150" y="363"/>
                  </a:cubicBezTo>
                  <a:cubicBezTo>
                    <a:pt x="38" y="375"/>
                    <a:pt x="0" y="163"/>
                    <a:pt x="125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3" name="Google Shape;5803;p114"/>
            <p:cNvSpPr/>
            <p:nvPr/>
          </p:nvSpPr>
          <p:spPr>
            <a:xfrm>
              <a:off x="6312450" y="1314900"/>
              <a:ext cx="100625" cy="30975"/>
            </a:xfrm>
            <a:custGeom>
              <a:rect b="b" l="l" r="r" t="t"/>
              <a:pathLst>
                <a:path extrusionOk="0" h="1239" w="4025">
                  <a:moveTo>
                    <a:pt x="3900" y="1001"/>
                  </a:moveTo>
                  <a:cubicBezTo>
                    <a:pt x="3275" y="1113"/>
                    <a:pt x="2613" y="1238"/>
                    <a:pt x="1975" y="1151"/>
                  </a:cubicBezTo>
                  <a:cubicBezTo>
                    <a:pt x="1300" y="1038"/>
                    <a:pt x="713" y="688"/>
                    <a:pt x="151" y="313"/>
                  </a:cubicBezTo>
                  <a:cubicBezTo>
                    <a:pt x="1" y="226"/>
                    <a:pt x="138" y="1"/>
                    <a:pt x="276" y="88"/>
                  </a:cubicBezTo>
                  <a:cubicBezTo>
                    <a:pt x="751" y="401"/>
                    <a:pt x="1238" y="713"/>
                    <a:pt x="1788" y="851"/>
                  </a:cubicBezTo>
                  <a:cubicBezTo>
                    <a:pt x="2463" y="1013"/>
                    <a:pt x="3175" y="901"/>
                    <a:pt x="3837" y="788"/>
                  </a:cubicBezTo>
                  <a:cubicBezTo>
                    <a:pt x="3975" y="776"/>
                    <a:pt x="4025" y="976"/>
                    <a:pt x="3900" y="10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4" name="Google Shape;5804;p114"/>
            <p:cNvSpPr/>
            <p:nvPr/>
          </p:nvSpPr>
          <p:spPr>
            <a:xfrm>
              <a:off x="6814825" y="1460800"/>
              <a:ext cx="199975" cy="551150"/>
            </a:xfrm>
            <a:custGeom>
              <a:rect b="b" l="l" r="r" t="t"/>
              <a:pathLst>
                <a:path extrusionOk="0" h="22046" w="7999">
                  <a:moveTo>
                    <a:pt x="4512" y="21958"/>
                  </a:moveTo>
                  <a:cubicBezTo>
                    <a:pt x="3200" y="20621"/>
                    <a:pt x="2700" y="19108"/>
                    <a:pt x="2925" y="17209"/>
                  </a:cubicBezTo>
                  <a:cubicBezTo>
                    <a:pt x="3087" y="15809"/>
                    <a:pt x="3712" y="14560"/>
                    <a:pt x="4249" y="13285"/>
                  </a:cubicBezTo>
                  <a:cubicBezTo>
                    <a:pt x="6124" y="8811"/>
                    <a:pt x="7998" y="576"/>
                    <a:pt x="213" y="238"/>
                  </a:cubicBezTo>
                  <a:cubicBezTo>
                    <a:pt x="138" y="238"/>
                    <a:pt x="138" y="113"/>
                    <a:pt x="213" y="101"/>
                  </a:cubicBezTo>
                  <a:cubicBezTo>
                    <a:pt x="3262" y="1"/>
                    <a:pt x="5599" y="1975"/>
                    <a:pt x="6286" y="4962"/>
                  </a:cubicBezTo>
                  <a:cubicBezTo>
                    <a:pt x="7598" y="10611"/>
                    <a:pt x="0" y="17034"/>
                    <a:pt x="4637" y="21833"/>
                  </a:cubicBezTo>
                  <a:cubicBezTo>
                    <a:pt x="4724" y="21908"/>
                    <a:pt x="4599" y="22045"/>
                    <a:pt x="4512" y="2195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5" name="Google Shape;5805;p114"/>
            <p:cNvSpPr/>
            <p:nvPr/>
          </p:nvSpPr>
          <p:spPr>
            <a:xfrm>
              <a:off x="6715800" y="1465800"/>
              <a:ext cx="121550" cy="180925"/>
            </a:xfrm>
            <a:custGeom>
              <a:rect b="b" l="l" r="r" t="t"/>
              <a:pathLst>
                <a:path extrusionOk="0" h="7237" w="4862">
                  <a:moveTo>
                    <a:pt x="3187" y="201"/>
                  </a:moveTo>
                  <a:cubicBezTo>
                    <a:pt x="1450" y="326"/>
                    <a:pt x="450" y="2288"/>
                    <a:pt x="637" y="3837"/>
                  </a:cubicBezTo>
                  <a:cubicBezTo>
                    <a:pt x="850" y="5462"/>
                    <a:pt x="3137" y="7124"/>
                    <a:pt x="4661" y="5724"/>
                  </a:cubicBezTo>
                  <a:cubicBezTo>
                    <a:pt x="4736" y="5649"/>
                    <a:pt x="4861" y="5774"/>
                    <a:pt x="4786" y="5849"/>
                  </a:cubicBezTo>
                  <a:cubicBezTo>
                    <a:pt x="3537" y="7237"/>
                    <a:pt x="987" y="5924"/>
                    <a:pt x="537" y="4412"/>
                  </a:cubicBezTo>
                  <a:cubicBezTo>
                    <a:pt x="0" y="2600"/>
                    <a:pt x="1162" y="151"/>
                    <a:pt x="3187" y="13"/>
                  </a:cubicBezTo>
                  <a:cubicBezTo>
                    <a:pt x="3312" y="1"/>
                    <a:pt x="3312" y="201"/>
                    <a:pt x="3187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6" name="Google Shape;5806;p114"/>
            <p:cNvSpPr/>
            <p:nvPr/>
          </p:nvSpPr>
          <p:spPr>
            <a:xfrm>
              <a:off x="6781700" y="1520175"/>
              <a:ext cx="77200" cy="73125"/>
            </a:xfrm>
            <a:custGeom>
              <a:rect b="b" l="l" r="r" t="t"/>
              <a:pathLst>
                <a:path extrusionOk="0" h="2925" w="3088">
                  <a:moveTo>
                    <a:pt x="2463" y="2775"/>
                  </a:moveTo>
                  <a:cubicBezTo>
                    <a:pt x="2838" y="2037"/>
                    <a:pt x="2613" y="1138"/>
                    <a:pt x="1925" y="675"/>
                  </a:cubicBezTo>
                  <a:cubicBezTo>
                    <a:pt x="1188" y="188"/>
                    <a:pt x="351" y="713"/>
                    <a:pt x="213" y="1512"/>
                  </a:cubicBezTo>
                  <a:cubicBezTo>
                    <a:pt x="188" y="1625"/>
                    <a:pt x="1" y="1600"/>
                    <a:pt x="13" y="1487"/>
                  </a:cubicBezTo>
                  <a:cubicBezTo>
                    <a:pt x="101" y="613"/>
                    <a:pt x="1026" y="0"/>
                    <a:pt x="1850" y="388"/>
                  </a:cubicBezTo>
                  <a:cubicBezTo>
                    <a:pt x="2738" y="800"/>
                    <a:pt x="3088" y="2025"/>
                    <a:pt x="2600" y="2850"/>
                  </a:cubicBezTo>
                  <a:cubicBezTo>
                    <a:pt x="2550" y="2925"/>
                    <a:pt x="2425" y="2862"/>
                    <a:pt x="2463" y="27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7" name="Google Shape;5807;p114"/>
            <p:cNvSpPr/>
            <p:nvPr/>
          </p:nvSpPr>
          <p:spPr>
            <a:xfrm>
              <a:off x="6787950" y="1566400"/>
              <a:ext cx="25" cy="350"/>
            </a:xfrm>
            <a:custGeom>
              <a:rect b="b" l="l" r="r" t="t"/>
              <a:pathLst>
                <a:path extrusionOk="0" h="14" w="1">
                  <a:moveTo>
                    <a:pt x="1" y="13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8" name="Google Shape;5808;p114"/>
            <p:cNvSpPr/>
            <p:nvPr/>
          </p:nvSpPr>
          <p:spPr>
            <a:xfrm>
              <a:off x="6862300" y="1373950"/>
              <a:ext cx="104075" cy="206550"/>
            </a:xfrm>
            <a:custGeom>
              <a:rect b="b" l="l" r="r" t="t"/>
              <a:pathLst>
                <a:path extrusionOk="0" h="8262" w="4163">
                  <a:moveTo>
                    <a:pt x="3987" y="8174"/>
                  </a:moveTo>
                  <a:cubicBezTo>
                    <a:pt x="3700" y="6974"/>
                    <a:pt x="3175" y="5862"/>
                    <a:pt x="2438" y="4887"/>
                  </a:cubicBezTo>
                  <a:cubicBezTo>
                    <a:pt x="1913" y="4187"/>
                    <a:pt x="1226" y="3525"/>
                    <a:pt x="851" y="2700"/>
                  </a:cubicBezTo>
                  <a:cubicBezTo>
                    <a:pt x="451" y="1788"/>
                    <a:pt x="463" y="826"/>
                    <a:pt x="1138" y="76"/>
                  </a:cubicBezTo>
                  <a:cubicBezTo>
                    <a:pt x="1201" y="1"/>
                    <a:pt x="1338" y="88"/>
                    <a:pt x="1276" y="176"/>
                  </a:cubicBezTo>
                  <a:cubicBezTo>
                    <a:pt x="1" y="2050"/>
                    <a:pt x="1763" y="3537"/>
                    <a:pt x="2775" y="4987"/>
                  </a:cubicBezTo>
                  <a:cubicBezTo>
                    <a:pt x="3425" y="5937"/>
                    <a:pt x="3887" y="6999"/>
                    <a:pt x="4137" y="8124"/>
                  </a:cubicBezTo>
                  <a:cubicBezTo>
                    <a:pt x="4162" y="8224"/>
                    <a:pt x="4012" y="8261"/>
                    <a:pt x="3975" y="8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9" name="Google Shape;5809;p114"/>
            <p:cNvSpPr/>
            <p:nvPr/>
          </p:nvSpPr>
          <p:spPr>
            <a:xfrm>
              <a:off x="6879800" y="1634200"/>
              <a:ext cx="81575" cy="88450"/>
            </a:xfrm>
            <a:custGeom>
              <a:rect b="b" l="l" r="r" t="t"/>
              <a:pathLst>
                <a:path extrusionOk="0" h="3538" w="3263">
                  <a:moveTo>
                    <a:pt x="2775" y="3387"/>
                  </a:moveTo>
                  <a:cubicBezTo>
                    <a:pt x="2988" y="2413"/>
                    <a:pt x="3087" y="1050"/>
                    <a:pt x="2088" y="438"/>
                  </a:cubicBezTo>
                  <a:cubicBezTo>
                    <a:pt x="1613" y="176"/>
                    <a:pt x="1013" y="263"/>
                    <a:pt x="638" y="650"/>
                  </a:cubicBezTo>
                  <a:cubicBezTo>
                    <a:pt x="338" y="975"/>
                    <a:pt x="1" y="2300"/>
                    <a:pt x="788" y="2388"/>
                  </a:cubicBezTo>
                  <a:cubicBezTo>
                    <a:pt x="876" y="2388"/>
                    <a:pt x="876" y="2525"/>
                    <a:pt x="788" y="2512"/>
                  </a:cubicBezTo>
                  <a:cubicBezTo>
                    <a:pt x="251" y="2462"/>
                    <a:pt x="76" y="1788"/>
                    <a:pt x="126" y="1313"/>
                  </a:cubicBezTo>
                  <a:cubicBezTo>
                    <a:pt x="201" y="700"/>
                    <a:pt x="676" y="201"/>
                    <a:pt x="1288" y="101"/>
                  </a:cubicBezTo>
                  <a:cubicBezTo>
                    <a:pt x="1938" y="1"/>
                    <a:pt x="2450" y="363"/>
                    <a:pt x="2775" y="900"/>
                  </a:cubicBezTo>
                  <a:cubicBezTo>
                    <a:pt x="3262" y="1700"/>
                    <a:pt x="3150" y="2562"/>
                    <a:pt x="2950" y="3425"/>
                  </a:cubicBezTo>
                  <a:cubicBezTo>
                    <a:pt x="2925" y="3537"/>
                    <a:pt x="2750" y="3500"/>
                    <a:pt x="2775" y="33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0" name="Google Shape;5810;p114"/>
            <p:cNvSpPr/>
            <p:nvPr/>
          </p:nvSpPr>
          <p:spPr>
            <a:xfrm>
              <a:off x="6891050" y="1745425"/>
              <a:ext cx="44075" cy="33150"/>
            </a:xfrm>
            <a:custGeom>
              <a:rect b="b" l="l" r="r" t="t"/>
              <a:pathLst>
                <a:path extrusionOk="0" h="1326" w="1763">
                  <a:moveTo>
                    <a:pt x="1413" y="1175"/>
                  </a:moveTo>
                  <a:cubicBezTo>
                    <a:pt x="1500" y="863"/>
                    <a:pt x="1450" y="538"/>
                    <a:pt x="1150" y="363"/>
                  </a:cubicBezTo>
                  <a:cubicBezTo>
                    <a:pt x="938" y="188"/>
                    <a:pt x="725" y="238"/>
                    <a:pt x="501" y="525"/>
                  </a:cubicBezTo>
                  <a:cubicBezTo>
                    <a:pt x="451" y="650"/>
                    <a:pt x="463" y="788"/>
                    <a:pt x="538" y="900"/>
                  </a:cubicBezTo>
                  <a:cubicBezTo>
                    <a:pt x="650" y="975"/>
                    <a:pt x="551" y="1150"/>
                    <a:pt x="438" y="1075"/>
                  </a:cubicBezTo>
                  <a:cubicBezTo>
                    <a:pt x="1" y="813"/>
                    <a:pt x="351" y="113"/>
                    <a:pt x="775" y="63"/>
                  </a:cubicBezTo>
                  <a:cubicBezTo>
                    <a:pt x="1438" y="0"/>
                    <a:pt x="1763" y="688"/>
                    <a:pt x="1563" y="1225"/>
                  </a:cubicBezTo>
                  <a:cubicBezTo>
                    <a:pt x="1525" y="1325"/>
                    <a:pt x="1375" y="1288"/>
                    <a:pt x="1400" y="1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1" name="Google Shape;5811;p114"/>
            <p:cNvSpPr/>
            <p:nvPr/>
          </p:nvSpPr>
          <p:spPr>
            <a:xfrm>
              <a:off x="6882925" y="1354600"/>
              <a:ext cx="32200" cy="31875"/>
            </a:xfrm>
            <a:custGeom>
              <a:rect b="b" l="l" r="r" t="t"/>
              <a:pathLst>
                <a:path extrusionOk="0" h="1275" w="1288">
                  <a:moveTo>
                    <a:pt x="463" y="825"/>
                  </a:moveTo>
                  <a:lnTo>
                    <a:pt x="463" y="825"/>
                  </a:lnTo>
                  <a:cubicBezTo>
                    <a:pt x="463" y="900"/>
                    <a:pt x="363" y="950"/>
                    <a:pt x="301" y="887"/>
                  </a:cubicBezTo>
                  <a:cubicBezTo>
                    <a:pt x="1" y="475"/>
                    <a:pt x="638" y="0"/>
                    <a:pt x="963" y="412"/>
                  </a:cubicBezTo>
                  <a:cubicBezTo>
                    <a:pt x="1288" y="825"/>
                    <a:pt x="726" y="1275"/>
                    <a:pt x="363" y="950"/>
                  </a:cubicBezTo>
                  <a:cubicBezTo>
                    <a:pt x="288" y="887"/>
                    <a:pt x="376" y="775"/>
                    <a:pt x="463" y="8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2" name="Google Shape;5812;p114"/>
            <p:cNvSpPr/>
            <p:nvPr/>
          </p:nvSpPr>
          <p:spPr>
            <a:xfrm>
              <a:off x="6819200" y="1430500"/>
              <a:ext cx="113125" cy="77500"/>
            </a:xfrm>
            <a:custGeom>
              <a:rect b="b" l="l" r="r" t="t"/>
              <a:pathLst>
                <a:path extrusionOk="0" h="3100" w="4525">
                  <a:moveTo>
                    <a:pt x="4374" y="3050"/>
                  </a:moveTo>
                  <a:cubicBezTo>
                    <a:pt x="3187" y="1688"/>
                    <a:pt x="1700" y="926"/>
                    <a:pt x="88" y="176"/>
                  </a:cubicBezTo>
                  <a:cubicBezTo>
                    <a:pt x="0" y="138"/>
                    <a:pt x="63" y="1"/>
                    <a:pt x="150" y="26"/>
                  </a:cubicBezTo>
                  <a:cubicBezTo>
                    <a:pt x="1850" y="538"/>
                    <a:pt x="3362" y="1550"/>
                    <a:pt x="4462" y="2950"/>
                  </a:cubicBezTo>
                  <a:cubicBezTo>
                    <a:pt x="4524" y="3012"/>
                    <a:pt x="4424" y="3100"/>
                    <a:pt x="4374" y="30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3" name="Google Shape;5813;p114"/>
            <p:cNvSpPr/>
            <p:nvPr/>
          </p:nvSpPr>
          <p:spPr>
            <a:xfrm>
              <a:off x="6798275" y="1413950"/>
              <a:ext cx="32500" cy="30950"/>
            </a:xfrm>
            <a:custGeom>
              <a:rect b="b" l="l" r="r" t="t"/>
              <a:pathLst>
                <a:path extrusionOk="0" h="1238" w="1300">
                  <a:moveTo>
                    <a:pt x="912" y="850"/>
                  </a:moveTo>
                  <a:cubicBezTo>
                    <a:pt x="550" y="1238"/>
                    <a:pt x="0" y="700"/>
                    <a:pt x="375" y="350"/>
                  </a:cubicBezTo>
                  <a:cubicBezTo>
                    <a:pt x="750" y="0"/>
                    <a:pt x="1300" y="638"/>
                    <a:pt x="850" y="888"/>
                  </a:cubicBezTo>
                  <a:cubicBezTo>
                    <a:pt x="762" y="925"/>
                    <a:pt x="675" y="813"/>
                    <a:pt x="737" y="738"/>
                  </a:cubicBezTo>
                  <a:lnTo>
                    <a:pt x="800" y="738"/>
                  </a:lnTo>
                  <a:cubicBezTo>
                    <a:pt x="875" y="675"/>
                    <a:pt x="975" y="775"/>
                    <a:pt x="912" y="8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4" name="Google Shape;5814;p114"/>
            <p:cNvSpPr/>
            <p:nvPr/>
          </p:nvSpPr>
          <p:spPr>
            <a:xfrm>
              <a:off x="6803900" y="1462675"/>
              <a:ext cx="10000" cy="5975"/>
            </a:xfrm>
            <a:custGeom>
              <a:rect b="b" l="l" r="r" t="t"/>
              <a:pathLst>
                <a:path extrusionOk="0" h="239" w="400">
                  <a:moveTo>
                    <a:pt x="275" y="213"/>
                  </a:moveTo>
                  <a:cubicBezTo>
                    <a:pt x="213" y="213"/>
                    <a:pt x="163" y="213"/>
                    <a:pt x="100" y="226"/>
                  </a:cubicBezTo>
                  <a:cubicBezTo>
                    <a:pt x="25" y="238"/>
                    <a:pt x="0" y="113"/>
                    <a:pt x="63" y="76"/>
                  </a:cubicBezTo>
                  <a:cubicBezTo>
                    <a:pt x="125" y="26"/>
                    <a:pt x="200" y="1"/>
                    <a:pt x="275" y="13"/>
                  </a:cubicBezTo>
                  <a:cubicBezTo>
                    <a:pt x="400" y="13"/>
                    <a:pt x="400" y="201"/>
                    <a:pt x="275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5" name="Google Shape;5815;p114"/>
            <p:cNvSpPr/>
            <p:nvPr/>
          </p:nvSpPr>
          <p:spPr>
            <a:xfrm>
              <a:off x="6836375" y="1594850"/>
              <a:ext cx="7225" cy="10000"/>
            </a:xfrm>
            <a:custGeom>
              <a:rect b="b" l="l" r="r" t="t"/>
              <a:pathLst>
                <a:path extrusionOk="0" h="400" w="289">
                  <a:moveTo>
                    <a:pt x="251" y="150"/>
                  </a:moveTo>
                  <a:cubicBezTo>
                    <a:pt x="226" y="237"/>
                    <a:pt x="176" y="312"/>
                    <a:pt x="113" y="362"/>
                  </a:cubicBezTo>
                  <a:cubicBezTo>
                    <a:pt x="76" y="400"/>
                    <a:pt x="1" y="362"/>
                    <a:pt x="13" y="300"/>
                  </a:cubicBezTo>
                  <a:cubicBezTo>
                    <a:pt x="26" y="225"/>
                    <a:pt x="51" y="150"/>
                    <a:pt x="101" y="88"/>
                  </a:cubicBezTo>
                  <a:cubicBezTo>
                    <a:pt x="138" y="0"/>
                    <a:pt x="288" y="63"/>
                    <a:pt x="251" y="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6" name="Google Shape;5816;p114"/>
            <p:cNvSpPr/>
            <p:nvPr/>
          </p:nvSpPr>
          <p:spPr>
            <a:xfrm>
              <a:off x="6945425" y="1453625"/>
              <a:ext cx="27825" cy="156850"/>
            </a:xfrm>
            <a:custGeom>
              <a:rect b="b" l="l" r="r" t="t"/>
              <a:pathLst>
                <a:path extrusionOk="0" h="6274" w="1113">
                  <a:moveTo>
                    <a:pt x="925" y="6174"/>
                  </a:moveTo>
                  <a:cubicBezTo>
                    <a:pt x="862" y="4899"/>
                    <a:pt x="612" y="3675"/>
                    <a:pt x="338" y="2437"/>
                  </a:cubicBezTo>
                  <a:cubicBezTo>
                    <a:pt x="163" y="1625"/>
                    <a:pt x="0" y="913"/>
                    <a:pt x="325" y="113"/>
                  </a:cubicBezTo>
                  <a:cubicBezTo>
                    <a:pt x="350" y="1"/>
                    <a:pt x="537" y="51"/>
                    <a:pt x="500" y="163"/>
                  </a:cubicBezTo>
                  <a:cubicBezTo>
                    <a:pt x="188" y="1338"/>
                    <a:pt x="637" y="2462"/>
                    <a:pt x="862" y="3625"/>
                  </a:cubicBezTo>
                  <a:cubicBezTo>
                    <a:pt x="1037" y="4462"/>
                    <a:pt x="1112" y="5312"/>
                    <a:pt x="1112" y="6174"/>
                  </a:cubicBezTo>
                  <a:cubicBezTo>
                    <a:pt x="1087" y="6274"/>
                    <a:pt x="937" y="6274"/>
                    <a:pt x="925" y="6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7" name="Google Shape;5817;p114"/>
            <p:cNvSpPr/>
            <p:nvPr/>
          </p:nvSpPr>
          <p:spPr>
            <a:xfrm>
              <a:off x="6942300" y="1432375"/>
              <a:ext cx="30950" cy="33150"/>
            </a:xfrm>
            <a:custGeom>
              <a:rect b="b" l="l" r="r" t="t"/>
              <a:pathLst>
                <a:path extrusionOk="0" h="1326" w="1238">
                  <a:moveTo>
                    <a:pt x="438" y="976"/>
                  </a:moveTo>
                  <a:cubicBezTo>
                    <a:pt x="0" y="551"/>
                    <a:pt x="725" y="1"/>
                    <a:pt x="1012" y="476"/>
                  </a:cubicBezTo>
                  <a:cubicBezTo>
                    <a:pt x="1237" y="851"/>
                    <a:pt x="575" y="1325"/>
                    <a:pt x="425" y="851"/>
                  </a:cubicBezTo>
                  <a:cubicBezTo>
                    <a:pt x="413" y="763"/>
                    <a:pt x="512" y="701"/>
                    <a:pt x="587" y="763"/>
                  </a:cubicBezTo>
                  <a:cubicBezTo>
                    <a:pt x="575" y="801"/>
                    <a:pt x="562" y="838"/>
                    <a:pt x="550" y="876"/>
                  </a:cubicBezTo>
                  <a:cubicBezTo>
                    <a:pt x="600" y="963"/>
                    <a:pt x="500" y="1038"/>
                    <a:pt x="425" y="9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8" name="Google Shape;5818;p114"/>
            <p:cNvSpPr/>
            <p:nvPr/>
          </p:nvSpPr>
          <p:spPr>
            <a:xfrm>
              <a:off x="6893250" y="1388025"/>
              <a:ext cx="22500" cy="72800"/>
            </a:xfrm>
            <a:custGeom>
              <a:rect b="b" l="l" r="r" t="t"/>
              <a:pathLst>
                <a:path extrusionOk="0" h="2912" w="900">
                  <a:moveTo>
                    <a:pt x="100" y="2650"/>
                  </a:moveTo>
                  <a:cubicBezTo>
                    <a:pt x="687" y="2012"/>
                    <a:pt x="637" y="975"/>
                    <a:pt x="450" y="188"/>
                  </a:cubicBezTo>
                  <a:cubicBezTo>
                    <a:pt x="413" y="63"/>
                    <a:pt x="575" y="0"/>
                    <a:pt x="650" y="113"/>
                  </a:cubicBezTo>
                  <a:cubicBezTo>
                    <a:pt x="900" y="525"/>
                    <a:pt x="875" y="1225"/>
                    <a:pt x="800" y="1687"/>
                  </a:cubicBezTo>
                  <a:cubicBezTo>
                    <a:pt x="750" y="2112"/>
                    <a:pt x="562" y="2500"/>
                    <a:pt x="263" y="2812"/>
                  </a:cubicBezTo>
                  <a:cubicBezTo>
                    <a:pt x="163" y="2912"/>
                    <a:pt x="0" y="2750"/>
                    <a:pt x="113" y="2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9" name="Google Shape;5819;p114"/>
            <p:cNvSpPr/>
            <p:nvPr/>
          </p:nvSpPr>
          <p:spPr>
            <a:xfrm>
              <a:off x="6886375" y="1388950"/>
              <a:ext cx="23450" cy="70625"/>
            </a:xfrm>
            <a:custGeom>
              <a:rect b="b" l="l" r="r" t="t"/>
              <a:pathLst>
                <a:path extrusionOk="0" h="2825" w="938">
                  <a:moveTo>
                    <a:pt x="875" y="213"/>
                  </a:moveTo>
                  <a:cubicBezTo>
                    <a:pt x="188" y="763"/>
                    <a:pt x="450" y="1938"/>
                    <a:pt x="563" y="2650"/>
                  </a:cubicBezTo>
                  <a:cubicBezTo>
                    <a:pt x="575" y="2750"/>
                    <a:pt x="438" y="2825"/>
                    <a:pt x="375" y="2725"/>
                  </a:cubicBezTo>
                  <a:cubicBezTo>
                    <a:pt x="0" y="2013"/>
                    <a:pt x="63" y="588"/>
                    <a:pt x="750" y="63"/>
                  </a:cubicBezTo>
                  <a:cubicBezTo>
                    <a:pt x="825" y="1"/>
                    <a:pt x="937" y="138"/>
                    <a:pt x="862" y="2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0" name="Google Shape;5820;p114"/>
            <p:cNvSpPr/>
            <p:nvPr/>
          </p:nvSpPr>
          <p:spPr>
            <a:xfrm>
              <a:off x="6901375" y="1541100"/>
              <a:ext cx="56875" cy="18150"/>
            </a:xfrm>
            <a:custGeom>
              <a:rect b="b" l="l" r="r" t="t"/>
              <a:pathLst>
                <a:path extrusionOk="0" h="726" w="2275">
                  <a:moveTo>
                    <a:pt x="2149" y="500"/>
                  </a:moveTo>
                  <a:cubicBezTo>
                    <a:pt x="1475" y="725"/>
                    <a:pt x="725" y="638"/>
                    <a:pt x="125" y="251"/>
                  </a:cubicBezTo>
                  <a:cubicBezTo>
                    <a:pt x="0" y="188"/>
                    <a:pt x="113" y="1"/>
                    <a:pt x="237" y="63"/>
                  </a:cubicBezTo>
                  <a:cubicBezTo>
                    <a:pt x="800" y="401"/>
                    <a:pt x="1475" y="488"/>
                    <a:pt x="2112" y="313"/>
                  </a:cubicBezTo>
                  <a:cubicBezTo>
                    <a:pt x="2224" y="288"/>
                    <a:pt x="2274" y="463"/>
                    <a:pt x="2149" y="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1" name="Google Shape;5821;p114"/>
            <p:cNvSpPr/>
            <p:nvPr/>
          </p:nvSpPr>
          <p:spPr>
            <a:xfrm>
              <a:off x="6901675" y="1530800"/>
              <a:ext cx="56250" cy="21250"/>
            </a:xfrm>
            <a:custGeom>
              <a:rect b="b" l="l" r="r" t="t"/>
              <a:pathLst>
                <a:path extrusionOk="0" h="850" w="2250">
                  <a:moveTo>
                    <a:pt x="138" y="450"/>
                  </a:moveTo>
                  <a:cubicBezTo>
                    <a:pt x="488" y="313"/>
                    <a:pt x="2250" y="0"/>
                    <a:pt x="2137" y="788"/>
                  </a:cubicBezTo>
                  <a:cubicBezTo>
                    <a:pt x="2125" y="825"/>
                    <a:pt x="2075" y="850"/>
                    <a:pt x="2038" y="838"/>
                  </a:cubicBezTo>
                  <a:cubicBezTo>
                    <a:pt x="1788" y="738"/>
                    <a:pt x="1613" y="600"/>
                    <a:pt x="1338" y="550"/>
                  </a:cubicBezTo>
                  <a:cubicBezTo>
                    <a:pt x="950" y="488"/>
                    <a:pt x="563" y="538"/>
                    <a:pt x="188" y="663"/>
                  </a:cubicBezTo>
                  <a:cubicBezTo>
                    <a:pt x="63" y="713"/>
                    <a:pt x="1" y="513"/>
                    <a:pt x="138" y="4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2" name="Google Shape;5822;p114"/>
            <p:cNvSpPr/>
            <p:nvPr/>
          </p:nvSpPr>
          <p:spPr>
            <a:xfrm>
              <a:off x="6869800" y="1808525"/>
              <a:ext cx="26900" cy="82825"/>
            </a:xfrm>
            <a:custGeom>
              <a:rect b="b" l="l" r="r" t="t"/>
              <a:pathLst>
                <a:path extrusionOk="0" h="3313" w="1076">
                  <a:moveTo>
                    <a:pt x="726" y="3162"/>
                  </a:moveTo>
                  <a:cubicBezTo>
                    <a:pt x="788" y="2600"/>
                    <a:pt x="751" y="2038"/>
                    <a:pt x="613" y="1500"/>
                  </a:cubicBezTo>
                  <a:cubicBezTo>
                    <a:pt x="476" y="1013"/>
                    <a:pt x="188" y="613"/>
                    <a:pt x="38" y="138"/>
                  </a:cubicBezTo>
                  <a:cubicBezTo>
                    <a:pt x="1" y="63"/>
                    <a:pt x="113" y="1"/>
                    <a:pt x="176" y="63"/>
                  </a:cubicBezTo>
                  <a:cubicBezTo>
                    <a:pt x="951" y="813"/>
                    <a:pt x="1076" y="2175"/>
                    <a:pt x="938" y="3187"/>
                  </a:cubicBezTo>
                  <a:cubicBezTo>
                    <a:pt x="913" y="3312"/>
                    <a:pt x="713" y="3287"/>
                    <a:pt x="726" y="3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3" name="Google Shape;5823;p114"/>
            <p:cNvSpPr/>
            <p:nvPr/>
          </p:nvSpPr>
          <p:spPr>
            <a:xfrm>
              <a:off x="6861050" y="1808525"/>
              <a:ext cx="30975" cy="100950"/>
            </a:xfrm>
            <a:custGeom>
              <a:rect b="b" l="l" r="r" t="t"/>
              <a:pathLst>
                <a:path extrusionOk="0" h="4038" w="1239">
                  <a:moveTo>
                    <a:pt x="451" y="201"/>
                  </a:moveTo>
                  <a:cubicBezTo>
                    <a:pt x="351" y="876"/>
                    <a:pt x="238" y="1575"/>
                    <a:pt x="401" y="2250"/>
                  </a:cubicBezTo>
                  <a:cubicBezTo>
                    <a:pt x="526" y="2800"/>
                    <a:pt x="838" y="3287"/>
                    <a:pt x="1151" y="3762"/>
                  </a:cubicBezTo>
                  <a:cubicBezTo>
                    <a:pt x="1238" y="3900"/>
                    <a:pt x="1013" y="4037"/>
                    <a:pt x="926" y="3887"/>
                  </a:cubicBezTo>
                  <a:cubicBezTo>
                    <a:pt x="551" y="3325"/>
                    <a:pt x="201" y="2738"/>
                    <a:pt x="101" y="2050"/>
                  </a:cubicBezTo>
                  <a:cubicBezTo>
                    <a:pt x="1" y="1425"/>
                    <a:pt x="126" y="763"/>
                    <a:pt x="251" y="138"/>
                  </a:cubicBezTo>
                  <a:cubicBezTo>
                    <a:pt x="276" y="1"/>
                    <a:pt x="476" y="63"/>
                    <a:pt x="451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4" name="Google Shape;5824;p114"/>
            <p:cNvSpPr/>
            <p:nvPr/>
          </p:nvSpPr>
          <p:spPr>
            <a:xfrm>
              <a:off x="6704850" y="1496125"/>
              <a:ext cx="8475" cy="8125"/>
            </a:xfrm>
            <a:custGeom>
              <a:rect b="b" l="l" r="r" t="t"/>
              <a:pathLst>
                <a:path extrusionOk="0" h="325" w="339">
                  <a:moveTo>
                    <a:pt x="88" y="13"/>
                  </a:moveTo>
                  <a:cubicBezTo>
                    <a:pt x="176" y="0"/>
                    <a:pt x="263" y="38"/>
                    <a:pt x="301" y="113"/>
                  </a:cubicBezTo>
                  <a:cubicBezTo>
                    <a:pt x="326" y="125"/>
                    <a:pt x="338" y="163"/>
                    <a:pt x="326" y="188"/>
                  </a:cubicBezTo>
                  <a:lnTo>
                    <a:pt x="301" y="275"/>
                  </a:lnTo>
                  <a:cubicBezTo>
                    <a:pt x="288" y="313"/>
                    <a:pt x="226" y="325"/>
                    <a:pt x="213" y="288"/>
                  </a:cubicBezTo>
                  <a:lnTo>
                    <a:pt x="76" y="150"/>
                  </a:lnTo>
                  <a:cubicBezTo>
                    <a:pt x="1" y="125"/>
                    <a:pt x="13" y="0"/>
                    <a:pt x="88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5" name="Google Shape;5825;p114"/>
            <p:cNvSpPr/>
            <p:nvPr/>
          </p:nvSpPr>
          <p:spPr>
            <a:xfrm>
              <a:off x="6648000" y="1496125"/>
              <a:ext cx="59075" cy="15000"/>
            </a:xfrm>
            <a:custGeom>
              <a:rect b="b" l="l" r="r" t="t"/>
              <a:pathLst>
                <a:path extrusionOk="0" h="600" w="2363">
                  <a:moveTo>
                    <a:pt x="2300" y="125"/>
                  </a:moveTo>
                  <a:cubicBezTo>
                    <a:pt x="1625" y="462"/>
                    <a:pt x="825" y="600"/>
                    <a:pt x="100" y="375"/>
                  </a:cubicBezTo>
                  <a:cubicBezTo>
                    <a:pt x="0" y="350"/>
                    <a:pt x="13" y="188"/>
                    <a:pt x="125" y="200"/>
                  </a:cubicBezTo>
                  <a:cubicBezTo>
                    <a:pt x="862" y="288"/>
                    <a:pt x="1537" y="288"/>
                    <a:pt x="2262" y="25"/>
                  </a:cubicBezTo>
                  <a:cubicBezTo>
                    <a:pt x="2325" y="0"/>
                    <a:pt x="2362" y="88"/>
                    <a:pt x="2300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6" name="Google Shape;5826;p114"/>
            <p:cNvSpPr/>
            <p:nvPr/>
          </p:nvSpPr>
          <p:spPr>
            <a:xfrm>
              <a:off x="6648000" y="1501125"/>
              <a:ext cx="25325" cy="17200"/>
            </a:xfrm>
            <a:custGeom>
              <a:rect b="b" l="l" r="r" t="t"/>
              <a:pathLst>
                <a:path extrusionOk="0" h="688" w="1013">
                  <a:moveTo>
                    <a:pt x="188" y="75"/>
                  </a:moveTo>
                  <a:cubicBezTo>
                    <a:pt x="400" y="337"/>
                    <a:pt x="638" y="412"/>
                    <a:pt x="937" y="525"/>
                  </a:cubicBezTo>
                  <a:cubicBezTo>
                    <a:pt x="1012" y="562"/>
                    <a:pt x="1012" y="687"/>
                    <a:pt x="925" y="675"/>
                  </a:cubicBezTo>
                  <a:cubicBezTo>
                    <a:pt x="563" y="662"/>
                    <a:pt x="250" y="475"/>
                    <a:pt x="63" y="187"/>
                  </a:cubicBezTo>
                  <a:cubicBezTo>
                    <a:pt x="0" y="100"/>
                    <a:pt x="125" y="0"/>
                    <a:pt x="188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7" name="Google Shape;5827;p114"/>
            <p:cNvSpPr/>
            <p:nvPr/>
          </p:nvSpPr>
          <p:spPr>
            <a:xfrm>
              <a:off x="6687050" y="1501125"/>
              <a:ext cx="26575" cy="55300"/>
            </a:xfrm>
            <a:custGeom>
              <a:rect b="b" l="l" r="r" t="t"/>
              <a:pathLst>
                <a:path extrusionOk="0" h="2212" w="1063">
                  <a:moveTo>
                    <a:pt x="1025" y="138"/>
                  </a:moveTo>
                  <a:cubicBezTo>
                    <a:pt x="850" y="437"/>
                    <a:pt x="700" y="750"/>
                    <a:pt x="575" y="1087"/>
                  </a:cubicBezTo>
                  <a:cubicBezTo>
                    <a:pt x="475" y="1437"/>
                    <a:pt x="538" y="1737"/>
                    <a:pt x="575" y="2099"/>
                  </a:cubicBezTo>
                  <a:cubicBezTo>
                    <a:pt x="588" y="2187"/>
                    <a:pt x="463" y="2212"/>
                    <a:pt x="425" y="2137"/>
                  </a:cubicBezTo>
                  <a:cubicBezTo>
                    <a:pt x="0" y="1437"/>
                    <a:pt x="475" y="600"/>
                    <a:pt x="938" y="50"/>
                  </a:cubicBezTo>
                  <a:cubicBezTo>
                    <a:pt x="988" y="0"/>
                    <a:pt x="1063" y="75"/>
                    <a:pt x="1038" y="1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8" name="Google Shape;5828;p114"/>
            <p:cNvSpPr/>
            <p:nvPr/>
          </p:nvSpPr>
          <p:spPr>
            <a:xfrm>
              <a:off x="6686100" y="1522975"/>
              <a:ext cx="17225" cy="34700"/>
            </a:xfrm>
            <a:custGeom>
              <a:rect b="b" l="l" r="r" t="t"/>
              <a:pathLst>
                <a:path extrusionOk="0" h="1388" w="689">
                  <a:moveTo>
                    <a:pt x="388" y="1263"/>
                  </a:moveTo>
                  <a:cubicBezTo>
                    <a:pt x="126" y="938"/>
                    <a:pt x="1" y="513"/>
                    <a:pt x="63" y="101"/>
                  </a:cubicBezTo>
                  <a:cubicBezTo>
                    <a:pt x="76" y="1"/>
                    <a:pt x="226" y="38"/>
                    <a:pt x="226" y="126"/>
                  </a:cubicBezTo>
                  <a:cubicBezTo>
                    <a:pt x="251" y="513"/>
                    <a:pt x="313" y="813"/>
                    <a:pt x="576" y="1101"/>
                  </a:cubicBezTo>
                  <a:cubicBezTo>
                    <a:pt x="688" y="1238"/>
                    <a:pt x="488" y="1388"/>
                    <a:pt x="388" y="1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9" name="Google Shape;5829;p114"/>
            <p:cNvSpPr/>
            <p:nvPr/>
          </p:nvSpPr>
          <p:spPr>
            <a:xfrm>
              <a:off x="6669850" y="1521425"/>
              <a:ext cx="22525" cy="11275"/>
            </a:xfrm>
            <a:custGeom>
              <a:rect b="b" l="l" r="r" t="t"/>
              <a:pathLst>
                <a:path extrusionOk="0" h="451" w="901">
                  <a:moveTo>
                    <a:pt x="776" y="213"/>
                  </a:moveTo>
                  <a:cubicBezTo>
                    <a:pt x="563" y="275"/>
                    <a:pt x="351" y="388"/>
                    <a:pt x="126" y="425"/>
                  </a:cubicBezTo>
                  <a:cubicBezTo>
                    <a:pt x="51" y="450"/>
                    <a:pt x="1" y="338"/>
                    <a:pt x="63" y="288"/>
                  </a:cubicBezTo>
                  <a:cubicBezTo>
                    <a:pt x="263" y="163"/>
                    <a:pt x="488" y="75"/>
                    <a:pt x="726" y="38"/>
                  </a:cubicBezTo>
                  <a:cubicBezTo>
                    <a:pt x="851" y="0"/>
                    <a:pt x="901" y="175"/>
                    <a:pt x="776" y="2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0" name="Google Shape;5830;p114"/>
            <p:cNvSpPr/>
            <p:nvPr/>
          </p:nvSpPr>
          <p:spPr>
            <a:xfrm>
              <a:off x="6668925" y="1512975"/>
              <a:ext cx="15650" cy="19100"/>
            </a:xfrm>
            <a:custGeom>
              <a:rect b="b" l="l" r="r" t="t"/>
              <a:pathLst>
                <a:path extrusionOk="0" h="764" w="626">
                  <a:moveTo>
                    <a:pt x="50" y="563"/>
                  </a:moveTo>
                  <a:cubicBezTo>
                    <a:pt x="138" y="376"/>
                    <a:pt x="263" y="201"/>
                    <a:pt x="425" y="63"/>
                  </a:cubicBezTo>
                  <a:cubicBezTo>
                    <a:pt x="500" y="1"/>
                    <a:pt x="625" y="88"/>
                    <a:pt x="575" y="176"/>
                  </a:cubicBezTo>
                  <a:cubicBezTo>
                    <a:pt x="463" y="351"/>
                    <a:pt x="338" y="501"/>
                    <a:pt x="238" y="663"/>
                  </a:cubicBezTo>
                  <a:cubicBezTo>
                    <a:pt x="163" y="763"/>
                    <a:pt x="1" y="676"/>
                    <a:pt x="50" y="5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1" name="Google Shape;5831;p114"/>
            <p:cNvSpPr/>
            <p:nvPr/>
          </p:nvSpPr>
          <p:spPr>
            <a:xfrm>
              <a:off x="6665800" y="1513300"/>
              <a:ext cx="17525" cy="6900"/>
            </a:xfrm>
            <a:custGeom>
              <a:rect b="b" l="l" r="r" t="t"/>
              <a:pathLst>
                <a:path extrusionOk="0" h="276" w="701">
                  <a:moveTo>
                    <a:pt x="575" y="225"/>
                  </a:moveTo>
                  <a:cubicBezTo>
                    <a:pt x="400" y="275"/>
                    <a:pt x="225" y="250"/>
                    <a:pt x="76" y="163"/>
                  </a:cubicBezTo>
                  <a:cubicBezTo>
                    <a:pt x="1" y="113"/>
                    <a:pt x="63" y="0"/>
                    <a:pt x="138" y="25"/>
                  </a:cubicBezTo>
                  <a:lnTo>
                    <a:pt x="513" y="38"/>
                  </a:lnTo>
                  <a:cubicBezTo>
                    <a:pt x="638" y="13"/>
                    <a:pt x="700" y="188"/>
                    <a:pt x="575" y="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2" name="Google Shape;5832;p114"/>
            <p:cNvSpPr/>
            <p:nvPr/>
          </p:nvSpPr>
          <p:spPr>
            <a:xfrm>
              <a:off x="6645800" y="1528925"/>
              <a:ext cx="28775" cy="23450"/>
            </a:xfrm>
            <a:custGeom>
              <a:rect b="b" l="l" r="r" t="t"/>
              <a:pathLst>
                <a:path extrusionOk="0" h="938" w="1151">
                  <a:moveTo>
                    <a:pt x="638" y="163"/>
                  </a:moveTo>
                  <a:cubicBezTo>
                    <a:pt x="1150" y="263"/>
                    <a:pt x="863" y="937"/>
                    <a:pt x="426" y="838"/>
                  </a:cubicBezTo>
                  <a:cubicBezTo>
                    <a:pt x="1" y="750"/>
                    <a:pt x="126" y="0"/>
                    <a:pt x="626" y="150"/>
                  </a:cubicBezTo>
                  <a:cubicBezTo>
                    <a:pt x="738" y="188"/>
                    <a:pt x="713" y="350"/>
                    <a:pt x="601" y="350"/>
                  </a:cubicBezTo>
                  <a:lnTo>
                    <a:pt x="601" y="325"/>
                  </a:lnTo>
                  <a:cubicBezTo>
                    <a:pt x="501" y="288"/>
                    <a:pt x="538" y="138"/>
                    <a:pt x="651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3" name="Google Shape;5833;p114"/>
            <p:cNvSpPr/>
            <p:nvPr/>
          </p:nvSpPr>
          <p:spPr>
            <a:xfrm>
              <a:off x="6217175" y="4309125"/>
              <a:ext cx="551125" cy="190600"/>
            </a:xfrm>
            <a:custGeom>
              <a:rect b="b" l="l" r="r" t="t"/>
              <a:pathLst>
                <a:path extrusionOk="0" h="7624" w="22045">
                  <a:moveTo>
                    <a:pt x="213" y="4662"/>
                  </a:moveTo>
                  <a:cubicBezTo>
                    <a:pt x="5036" y="0"/>
                    <a:pt x="11447" y="7623"/>
                    <a:pt x="17083" y="6311"/>
                  </a:cubicBezTo>
                  <a:cubicBezTo>
                    <a:pt x="20070" y="5611"/>
                    <a:pt x="22044" y="3300"/>
                    <a:pt x="21932" y="238"/>
                  </a:cubicBezTo>
                  <a:cubicBezTo>
                    <a:pt x="21932" y="150"/>
                    <a:pt x="21795" y="150"/>
                    <a:pt x="21795" y="238"/>
                  </a:cubicBezTo>
                  <a:cubicBezTo>
                    <a:pt x="21532" y="6511"/>
                    <a:pt x="14521" y="6724"/>
                    <a:pt x="10160" y="4887"/>
                  </a:cubicBezTo>
                  <a:cubicBezTo>
                    <a:pt x="8448" y="4162"/>
                    <a:pt x="6723" y="3175"/>
                    <a:pt x="4824" y="2950"/>
                  </a:cubicBezTo>
                  <a:cubicBezTo>
                    <a:pt x="2924" y="2725"/>
                    <a:pt x="1425" y="3225"/>
                    <a:pt x="88" y="4537"/>
                  </a:cubicBezTo>
                  <a:cubicBezTo>
                    <a:pt x="0" y="4612"/>
                    <a:pt x="125" y="4737"/>
                    <a:pt x="213" y="46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4" name="Google Shape;5834;p114"/>
            <p:cNvSpPr/>
            <p:nvPr/>
          </p:nvSpPr>
          <p:spPr>
            <a:xfrm>
              <a:off x="6582375" y="4210725"/>
              <a:ext cx="180925" cy="121225"/>
            </a:xfrm>
            <a:custGeom>
              <a:rect b="b" l="l" r="r" t="t"/>
              <a:pathLst>
                <a:path extrusionOk="0" h="4849" w="7237">
                  <a:moveTo>
                    <a:pt x="7224" y="3174"/>
                  </a:moveTo>
                  <a:cubicBezTo>
                    <a:pt x="7087" y="1162"/>
                    <a:pt x="4637" y="0"/>
                    <a:pt x="2825" y="537"/>
                  </a:cubicBezTo>
                  <a:cubicBezTo>
                    <a:pt x="1326" y="987"/>
                    <a:pt x="1" y="3524"/>
                    <a:pt x="1388" y="4774"/>
                  </a:cubicBezTo>
                  <a:cubicBezTo>
                    <a:pt x="1463" y="4849"/>
                    <a:pt x="1575" y="4736"/>
                    <a:pt x="1513" y="4661"/>
                  </a:cubicBezTo>
                  <a:cubicBezTo>
                    <a:pt x="113" y="3137"/>
                    <a:pt x="1775" y="837"/>
                    <a:pt x="3400" y="637"/>
                  </a:cubicBezTo>
                  <a:cubicBezTo>
                    <a:pt x="4950" y="437"/>
                    <a:pt x="6912" y="1450"/>
                    <a:pt x="7037" y="3174"/>
                  </a:cubicBezTo>
                  <a:cubicBezTo>
                    <a:pt x="7037" y="3299"/>
                    <a:pt x="7237" y="3299"/>
                    <a:pt x="7224" y="3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5" name="Google Shape;5835;p114"/>
            <p:cNvSpPr/>
            <p:nvPr/>
          </p:nvSpPr>
          <p:spPr>
            <a:xfrm>
              <a:off x="6636125" y="4276625"/>
              <a:ext cx="72825" cy="77200"/>
            </a:xfrm>
            <a:custGeom>
              <a:rect b="b" l="l" r="r" t="t"/>
              <a:pathLst>
                <a:path extrusionOk="0" h="3088" w="2913">
                  <a:moveTo>
                    <a:pt x="63" y="2600"/>
                  </a:moveTo>
                  <a:cubicBezTo>
                    <a:pt x="888" y="3087"/>
                    <a:pt x="2112" y="2738"/>
                    <a:pt x="2537" y="1850"/>
                  </a:cubicBezTo>
                  <a:cubicBezTo>
                    <a:pt x="2912" y="1026"/>
                    <a:pt x="2300" y="101"/>
                    <a:pt x="1437" y="13"/>
                  </a:cubicBezTo>
                  <a:cubicBezTo>
                    <a:pt x="1325" y="1"/>
                    <a:pt x="1300" y="188"/>
                    <a:pt x="1412" y="213"/>
                  </a:cubicBezTo>
                  <a:cubicBezTo>
                    <a:pt x="2225" y="351"/>
                    <a:pt x="2725" y="1176"/>
                    <a:pt x="2250" y="1925"/>
                  </a:cubicBezTo>
                  <a:cubicBezTo>
                    <a:pt x="1787" y="2613"/>
                    <a:pt x="888" y="2838"/>
                    <a:pt x="150" y="2463"/>
                  </a:cubicBezTo>
                  <a:cubicBezTo>
                    <a:pt x="63" y="2425"/>
                    <a:pt x="0" y="2538"/>
                    <a:pt x="75" y="26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6" name="Google Shape;5836;p114"/>
            <p:cNvSpPr/>
            <p:nvPr/>
          </p:nvSpPr>
          <p:spPr>
            <a:xfrm>
              <a:off x="6662675" y="4282575"/>
              <a:ext cx="25" cy="325"/>
            </a:xfrm>
            <a:custGeom>
              <a:rect b="b" l="l" r="r" t="t"/>
              <a:pathLst>
                <a:path extrusionOk="0" h="13" w="1">
                  <a:moveTo>
                    <a:pt x="1" y="0"/>
                  </a:moveTo>
                  <a:lnTo>
                    <a:pt x="1" y="1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7" name="Google Shape;5837;p114"/>
            <p:cNvSpPr/>
            <p:nvPr/>
          </p:nvSpPr>
          <p:spPr>
            <a:xfrm>
              <a:off x="6648925" y="4357225"/>
              <a:ext cx="206550" cy="103750"/>
            </a:xfrm>
            <a:custGeom>
              <a:rect b="b" l="l" r="r" t="t"/>
              <a:pathLst>
                <a:path extrusionOk="0" h="4150" w="8262">
                  <a:moveTo>
                    <a:pt x="126" y="4137"/>
                  </a:moveTo>
                  <a:cubicBezTo>
                    <a:pt x="1250" y="3887"/>
                    <a:pt x="2325" y="3425"/>
                    <a:pt x="3275" y="2775"/>
                  </a:cubicBezTo>
                  <a:cubicBezTo>
                    <a:pt x="4724" y="1763"/>
                    <a:pt x="6199" y="1"/>
                    <a:pt x="8074" y="1276"/>
                  </a:cubicBezTo>
                  <a:cubicBezTo>
                    <a:pt x="8161" y="1326"/>
                    <a:pt x="8261" y="1201"/>
                    <a:pt x="8186" y="1138"/>
                  </a:cubicBezTo>
                  <a:cubicBezTo>
                    <a:pt x="7424" y="451"/>
                    <a:pt x="6474" y="451"/>
                    <a:pt x="5549" y="851"/>
                  </a:cubicBezTo>
                  <a:cubicBezTo>
                    <a:pt x="4887" y="1151"/>
                    <a:pt x="4350" y="1676"/>
                    <a:pt x="3787" y="2125"/>
                  </a:cubicBezTo>
                  <a:cubicBezTo>
                    <a:pt x="2700" y="3013"/>
                    <a:pt x="1450" y="3650"/>
                    <a:pt x="88" y="3987"/>
                  </a:cubicBezTo>
                  <a:cubicBezTo>
                    <a:pt x="1" y="4000"/>
                    <a:pt x="38" y="4150"/>
                    <a:pt x="138" y="41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8" name="Google Shape;5838;p114"/>
            <p:cNvSpPr/>
            <p:nvPr/>
          </p:nvSpPr>
          <p:spPr>
            <a:xfrm>
              <a:off x="6506475" y="4375975"/>
              <a:ext cx="88425" cy="80000"/>
            </a:xfrm>
            <a:custGeom>
              <a:rect b="b" l="l" r="r" t="t"/>
              <a:pathLst>
                <a:path extrusionOk="0" h="3200" w="3537">
                  <a:moveTo>
                    <a:pt x="113" y="2888"/>
                  </a:moveTo>
                  <a:cubicBezTo>
                    <a:pt x="987" y="3087"/>
                    <a:pt x="1837" y="3200"/>
                    <a:pt x="2650" y="2713"/>
                  </a:cubicBezTo>
                  <a:cubicBezTo>
                    <a:pt x="3174" y="2388"/>
                    <a:pt x="3537" y="1875"/>
                    <a:pt x="3437" y="1225"/>
                  </a:cubicBezTo>
                  <a:cubicBezTo>
                    <a:pt x="3349" y="613"/>
                    <a:pt x="2849" y="138"/>
                    <a:pt x="2225" y="63"/>
                  </a:cubicBezTo>
                  <a:cubicBezTo>
                    <a:pt x="1750" y="13"/>
                    <a:pt x="1075" y="176"/>
                    <a:pt x="1025" y="726"/>
                  </a:cubicBezTo>
                  <a:cubicBezTo>
                    <a:pt x="1025" y="813"/>
                    <a:pt x="1150" y="813"/>
                    <a:pt x="1150" y="726"/>
                  </a:cubicBezTo>
                  <a:cubicBezTo>
                    <a:pt x="1225" y="1"/>
                    <a:pt x="2437" y="263"/>
                    <a:pt x="2762" y="488"/>
                  </a:cubicBezTo>
                  <a:cubicBezTo>
                    <a:pt x="3249" y="838"/>
                    <a:pt x="3387" y="1500"/>
                    <a:pt x="3099" y="2025"/>
                  </a:cubicBezTo>
                  <a:cubicBezTo>
                    <a:pt x="2475" y="3037"/>
                    <a:pt x="1125" y="2937"/>
                    <a:pt x="150" y="2713"/>
                  </a:cubicBezTo>
                  <a:cubicBezTo>
                    <a:pt x="38" y="2688"/>
                    <a:pt x="0" y="2863"/>
                    <a:pt x="113" y="28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9" name="Google Shape;5839;p114"/>
            <p:cNvSpPr/>
            <p:nvPr/>
          </p:nvSpPr>
          <p:spPr>
            <a:xfrm>
              <a:off x="6450850" y="4386300"/>
              <a:ext cx="33150" cy="43450"/>
            </a:xfrm>
            <a:custGeom>
              <a:rect b="b" l="l" r="r" t="t"/>
              <a:pathLst>
                <a:path extrusionOk="0" h="1738" w="1326">
                  <a:moveTo>
                    <a:pt x="101" y="1550"/>
                  </a:moveTo>
                  <a:cubicBezTo>
                    <a:pt x="638" y="1737"/>
                    <a:pt x="1325" y="1412"/>
                    <a:pt x="1263" y="762"/>
                  </a:cubicBezTo>
                  <a:cubicBezTo>
                    <a:pt x="1213" y="338"/>
                    <a:pt x="513" y="0"/>
                    <a:pt x="251" y="425"/>
                  </a:cubicBezTo>
                  <a:cubicBezTo>
                    <a:pt x="176" y="538"/>
                    <a:pt x="351" y="637"/>
                    <a:pt x="426" y="525"/>
                  </a:cubicBezTo>
                  <a:cubicBezTo>
                    <a:pt x="538" y="463"/>
                    <a:pt x="676" y="438"/>
                    <a:pt x="801" y="488"/>
                  </a:cubicBezTo>
                  <a:cubicBezTo>
                    <a:pt x="1076" y="712"/>
                    <a:pt x="1125" y="937"/>
                    <a:pt x="951" y="1137"/>
                  </a:cubicBezTo>
                  <a:cubicBezTo>
                    <a:pt x="776" y="1450"/>
                    <a:pt x="451" y="1487"/>
                    <a:pt x="138" y="1400"/>
                  </a:cubicBezTo>
                  <a:cubicBezTo>
                    <a:pt x="38" y="1362"/>
                    <a:pt x="1" y="1525"/>
                    <a:pt x="101" y="15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0" name="Google Shape;5840;p114"/>
            <p:cNvSpPr/>
            <p:nvPr/>
          </p:nvSpPr>
          <p:spPr>
            <a:xfrm>
              <a:off x="6842625" y="4377850"/>
              <a:ext cx="31900" cy="31900"/>
            </a:xfrm>
            <a:custGeom>
              <a:rect b="b" l="l" r="r" t="t"/>
              <a:pathLst>
                <a:path extrusionOk="0" h="1276" w="1276">
                  <a:moveTo>
                    <a:pt x="326" y="351"/>
                  </a:moveTo>
                  <a:cubicBezTo>
                    <a:pt x="1" y="713"/>
                    <a:pt x="451" y="1275"/>
                    <a:pt x="863" y="950"/>
                  </a:cubicBezTo>
                  <a:cubicBezTo>
                    <a:pt x="1275" y="626"/>
                    <a:pt x="800" y="1"/>
                    <a:pt x="401" y="301"/>
                  </a:cubicBezTo>
                  <a:cubicBezTo>
                    <a:pt x="326" y="351"/>
                    <a:pt x="376" y="463"/>
                    <a:pt x="463" y="451"/>
                  </a:cubicBezTo>
                  <a:lnTo>
                    <a:pt x="463" y="451"/>
                  </a:lnTo>
                  <a:cubicBezTo>
                    <a:pt x="501" y="376"/>
                    <a:pt x="401" y="276"/>
                    <a:pt x="338" y="3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1" name="Google Shape;5841;p114"/>
            <p:cNvSpPr/>
            <p:nvPr/>
          </p:nvSpPr>
          <p:spPr>
            <a:xfrm>
              <a:off x="6720775" y="4313800"/>
              <a:ext cx="77825" cy="113125"/>
            </a:xfrm>
            <a:custGeom>
              <a:rect b="b" l="l" r="r" t="t"/>
              <a:pathLst>
                <a:path extrusionOk="0" h="4525" w="3113">
                  <a:moveTo>
                    <a:pt x="163" y="4462"/>
                  </a:moveTo>
                  <a:cubicBezTo>
                    <a:pt x="1551" y="3363"/>
                    <a:pt x="2575" y="1850"/>
                    <a:pt x="3088" y="151"/>
                  </a:cubicBezTo>
                  <a:cubicBezTo>
                    <a:pt x="3113" y="63"/>
                    <a:pt x="2975" y="1"/>
                    <a:pt x="2925" y="88"/>
                  </a:cubicBezTo>
                  <a:cubicBezTo>
                    <a:pt x="2188" y="1700"/>
                    <a:pt x="1413" y="3188"/>
                    <a:pt x="63" y="4375"/>
                  </a:cubicBezTo>
                  <a:cubicBezTo>
                    <a:pt x="1" y="4437"/>
                    <a:pt x="88" y="4525"/>
                    <a:pt x="163" y="44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2" name="Google Shape;5842;p114"/>
            <p:cNvSpPr/>
            <p:nvPr/>
          </p:nvSpPr>
          <p:spPr>
            <a:xfrm>
              <a:off x="6784200" y="4293200"/>
              <a:ext cx="30650" cy="32500"/>
            </a:xfrm>
            <a:custGeom>
              <a:rect b="b" l="l" r="r" t="t"/>
              <a:pathLst>
                <a:path extrusionOk="0" h="1300" w="1226">
                  <a:moveTo>
                    <a:pt x="501" y="800"/>
                  </a:moveTo>
                  <a:lnTo>
                    <a:pt x="501" y="737"/>
                  </a:lnTo>
                  <a:cubicBezTo>
                    <a:pt x="426" y="662"/>
                    <a:pt x="313" y="750"/>
                    <a:pt x="363" y="850"/>
                  </a:cubicBezTo>
                  <a:cubicBezTo>
                    <a:pt x="601" y="1300"/>
                    <a:pt x="1225" y="750"/>
                    <a:pt x="888" y="375"/>
                  </a:cubicBezTo>
                  <a:cubicBezTo>
                    <a:pt x="551" y="0"/>
                    <a:pt x="1" y="550"/>
                    <a:pt x="388" y="912"/>
                  </a:cubicBezTo>
                  <a:cubicBezTo>
                    <a:pt x="463" y="975"/>
                    <a:pt x="563" y="875"/>
                    <a:pt x="501" y="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3" name="Google Shape;5843;p114"/>
            <p:cNvSpPr/>
            <p:nvPr/>
          </p:nvSpPr>
          <p:spPr>
            <a:xfrm>
              <a:off x="6760775" y="4298825"/>
              <a:ext cx="5650" cy="9375"/>
            </a:xfrm>
            <a:custGeom>
              <a:rect b="b" l="l" r="r" t="t"/>
              <a:pathLst>
                <a:path extrusionOk="0" h="375" w="226">
                  <a:moveTo>
                    <a:pt x="213" y="263"/>
                  </a:moveTo>
                  <a:cubicBezTo>
                    <a:pt x="225" y="188"/>
                    <a:pt x="200" y="113"/>
                    <a:pt x="150" y="63"/>
                  </a:cubicBezTo>
                  <a:cubicBezTo>
                    <a:pt x="113" y="0"/>
                    <a:pt x="1" y="13"/>
                    <a:pt x="1" y="100"/>
                  </a:cubicBezTo>
                  <a:cubicBezTo>
                    <a:pt x="1" y="150"/>
                    <a:pt x="13" y="213"/>
                    <a:pt x="13" y="263"/>
                  </a:cubicBezTo>
                  <a:cubicBezTo>
                    <a:pt x="26" y="375"/>
                    <a:pt x="188" y="375"/>
                    <a:pt x="200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4" name="Google Shape;5844;p114"/>
            <p:cNvSpPr/>
            <p:nvPr/>
          </p:nvSpPr>
          <p:spPr>
            <a:xfrm>
              <a:off x="6624250" y="4331300"/>
              <a:ext cx="10025" cy="6900"/>
            </a:xfrm>
            <a:custGeom>
              <a:rect b="b" l="l" r="r" t="t"/>
              <a:pathLst>
                <a:path extrusionOk="0" h="276" w="401">
                  <a:moveTo>
                    <a:pt x="313" y="88"/>
                  </a:moveTo>
                  <a:cubicBezTo>
                    <a:pt x="250" y="51"/>
                    <a:pt x="175" y="26"/>
                    <a:pt x="100" y="13"/>
                  </a:cubicBezTo>
                  <a:cubicBezTo>
                    <a:pt x="38" y="1"/>
                    <a:pt x="0" y="63"/>
                    <a:pt x="50" y="113"/>
                  </a:cubicBezTo>
                  <a:cubicBezTo>
                    <a:pt x="100" y="176"/>
                    <a:pt x="163" y="226"/>
                    <a:pt x="250" y="251"/>
                  </a:cubicBezTo>
                  <a:cubicBezTo>
                    <a:pt x="338" y="276"/>
                    <a:pt x="400" y="138"/>
                    <a:pt x="313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5" name="Google Shape;5845;p114"/>
            <p:cNvSpPr/>
            <p:nvPr/>
          </p:nvSpPr>
          <p:spPr>
            <a:xfrm>
              <a:off x="6618625" y="4440350"/>
              <a:ext cx="156850" cy="27825"/>
            </a:xfrm>
            <a:custGeom>
              <a:rect b="b" l="l" r="r" t="t"/>
              <a:pathLst>
                <a:path extrusionOk="0" h="1113" w="6274">
                  <a:moveTo>
                    <a:pt x="101" y="1100"/>
                  </a:moveTo>
                  <a:cubicBezTo>
                    <a:pt x="963" y="1112"/>
                    <a:pt x="1813" y="1025"/>
                    <a:pt x="2662" y="850"/>
                  </a:cubicBezTo>
                  <a:cubicBezTo>
                    <a:pt x="3812" y="625"/>
                    <a:pt x="4937" y="175"/>
                    <a:pt x="6111" y="500"/>
                  </a:cubicBezTo>
                  <a:cubicBezTo>
                    <a:pt x="6224" y="525"/>
                    <a:pt x="6274" y="362"/>
                    <a:pt x="6161" y="313"/>
                  </a:cubicBezTo>
                  <a:cubicBezTo>
                    <a:pt x="5362" y="0"/>
                    <a:pt x="4649" y="163"/>
                    <a:pt x="3837" y="337"/>
                  </a:cubicBezTo>
                  <a:cubicBezTo>
                    <a:pt x="2587" y="612"/>
                    <a:pt x="1375" y="862"/>
                    <a:pt x="101" y="925"/>
                  </a:cubicBezTo>
                  <a:cubicBezTo>
                    <a:pt x="1" y="937"/>
                    <a:pt x="1" y="1087"/>
                    <a:pt x="101" y="1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6" name="Google Shape;5846;p114"/>
            <p:cNvSpPr/>
            <p:nvPr/>
          </p:nvSpPr>
          <p:spPr>
            <a:xfrm>
              <a:off x="6763900" y="4437225"/>
              <a:ext cx="32825" cy="31250"/>
            </a:xfrm>
            <a:custGeom>
              <a:rect b="b" l="l" r="r" t="t"/>
              <a:pathLst>
                <a:path extrusionOk="0" h="1250" w="1313">
                  <a:moveTo>
                    <a:pt x="450" y="550"/>
                  </a:moveTo>
                  <a:lnTo>
                    <a:pt x="563" y="587"/>
                  </a:lnTo>
                  <a:cubicBezTo>
                    <a:pt x="613" y="512"/>
                    <a:pt x="550" y="413"/>
                    <a:pt x="463" y="425"/>
                  </a:cubicBezTo>
                  <a:cubicBezTo>
                    <a:pt x="1" y="587"/>
                    <a:pt x="463" y="1250"/>
                    <a:pt x="850" y="1012"/>
                  </a:cubicBezTo>
                  <a:cubicBezTo>
                    <a:pt x="1313" y="712"/>
                    <a:pt x="775" y="0"/>
                    <a:pt x="350" y="438"/>
                  </a:cubicBezTo>
                  <a:cubicBezTo>
                    <a:pt x="288" y="500"/>
                    <a:pt x="363" y="600"/>
                    <a:pt x="450" y="5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7" name="Google Shape;5847;p114"/>
            <p:cNvSpPr/>
            <p:nvPr/>
          </p:nvSpPr>
          <p:spPr>
            <a:xfrm>
              <a:off x="6768275" y="4388175"/>
              <a:ext cx="72825" cy="22500"/>
            </a:xfrm>
            <a:custGeom>
              <a:rect b="b" l="l" r="r" t="t"/>
              <a:pathLst>
                <a:path extrusionOk="0" h="900" w="2913">
                  <a:moveTo>
                    <a:pt x="100" y="263"/>
                  </a:moveTo>
                  <a:cubicBezTo>
                    <a:pt x="413" y="562"/>
                    <a:pt x="813" y="750"/>
                    <a:pt x="1225" y="800"/>
                  </a:cubicBezTo>
                  <a:cubicBezTo>
                    <a:pt x="1700" y="862"/>
                    <a:pt x="2400" y="900"/>
                    <a:pt x="2812" y="637"/>
                  </a:cubicBezTo>
                  <a:cubicBezTo>
                    <a:pt x="2912" y="575"/>
                    <a:pt x="2850" y="413"/>
                    <a:pt x="2725" y="438"/>
                  </a:cubicBezTo>
                  <a:cubicBezTo>
                    <a:pt x="1937" y="637"/>
                    <a:pt x="900" y="687"/>
                    <a:pt x="263" y="100"/>
                  </a:cubicBezTo>
                  <a:cubicBezTo>
                    <a:pt x="163" y="0"/>
                    <a:pt x="0" y="163"/>
                    <a:pt x="113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8" name="Google Shape;5848;p114"/>
            <p:cNvSpPr/>
            <p:nvPr/>
          </p:nvSpPr>
          <p:spPr>
            <a:xfrm>
              <a:off x="6769525" y="4381600"/>
              <a:ext cx="70625" cy="23450"/>
            </a:xfrm>
            <a:custGeom>
              <a:rect b="b" l="l" r="r" t="t"/>
              <a:pathLst>
                <a:path extrusionOk="0" h="938" w="2825">
                  <a:moveTo>
                    <a:pt x="2762" y="738"/>
                  </a:moveTo>
                  <a:cubicBezTo>
                    <a:pt x="2250" y="51"/>
                    <a:pt x="813" y="1"/>
                    <a:pt x="113" y="376"/>
                  </a:cubicBezTo>
                  <a:cubicBezTo>
                    <a:pt x="0" y="426"/>
                    <a:pt x="88" y="563"/>
                    <a:pt x="188" y="551"/>
                  </a:cubicBezTo>
                  <a:cubicBezTo>
                    <a:pt x="900" y="438"/>
                    <a:pt x="2062" y="176"/>
                    <a:pt x="2612" y="850"/>
                  </a:cubicBezTo>
                  <a:cubicBezTo>
                    <a:pt x="2687" y="938"/>
                    <a:pt x="2825" y="825"/>
                    <a:pt x="2775" y="7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9" name="Google Shape;5849;p114"/>
            <p:cNvSpPr/>
            <p:nvPr/>
          </p:nvSpPr>
          <p:spPr>
            <a:xfrm>
              <a:off x="6669850" y="4396600"/>
              <a:ext cx="17850" cy="55950"/>
            </a:xfrm>
            <a:custGeom>
              <a:rect b="b" l="l" r="r" t="t"/>
              <a:pathLst>
                <a:path extrusionOk="0" h="2238" w="714">
                  <a:moveTo>
                    <a:pt x="413" y="2087"/>
                  </a:moveTo>
                  <a:cubicBezTo>
                    <a:pt x="238" y="1450"/>
                    <a:pt x="326" y="775"/>
                    <a:pt x="663" y="213"/>
                  </a:cubicBezTo>
                  <a:cubicBezTo>
                    <a:pt x="713" y="101"/>
                    <a:pt x="551" y="1"/>
                    <a:pt x="476" y="101"/>
                  </a:cubicBezTo>
                  <a:cubicBezTo>
                    <a:pt x="88" y="713"/>
                    <a:pt x="1" y="1450"/>
                    <a:pt x="238" y="2137"/>
                  </a:cubicBezTo>
                  <a:cubicBezTo>
                    <a:pt x="276" y="2237"/>
                    <a:pt x="426" y="2200"/>
                    <a:pt x="413" y="20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0" name="Google Shape;5850;p114"/>
            <p:cNvSpPr/>
            <p:nvPr/>
          </p:nvSpPr>
          <p:spPr>
            <a:xfrm>
              <a:off x="6677050" y="4396600"/>
              <a:ext cx="16275" cy="54375"/>
            </a:xfrm>
            <a:custGeom>
              <a:rect b="b" l="l" r="r" t="t"/>
              <a:pathLst>
                <a:path extrusionOk="0" h="2175" w="651">
                  <a:moveTo>
                    <a:pt x="188" y="188"/>
                  </a:moveTo>
                  <a:cubicBezTo>
                    <a:pt x="313" y="550"/>
                    <a:pt x="363" y="950"/>
                    <a:pt x="300" y="1338"/>
                  </a:cubicBezTo>
                  <a:cubicBezTo>
                    <a:pt x="250" y="1613"/>
                    <a:pt x="113" y="1788"/>
                    <a:pt x="13" y="2038"/>
                  </a:cubicBezTo>
                  <a:cubicBezTo>
                    <a:pt x="0" y="2075"/>
                    <a:pt x="25" y="2112"/>
                    <a:pt x="63" y="2125"/>
                  </a:cubicBezTo>
                  <a:cubicBezTo>
                    <a:pt x="363" y="2175"/>
                    <a:pt x="463" y="1850"/>
                    <a:pt x="538" y="1613"/>
                  </a:cubicBezTo>
                  <a:cubicBezTo>
                    <a:pt x="650" y="1113"/>
                    <a:pt x="600" y="600"/>
                    <a:pt x="400" y="126"/>
                  </a:cubicBezTo>
                  <a:cubicBezTo>
                    <a:pt x="350" y="1"/>
                    <a:pt x="150" y="51"/>
                    <a:pt x="188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1" name="Google Shape;5851;p114"/>
            <p:cNvSpPr/>
            <p:nvPr/>
          </p:nvSpPr>
          <p:spPr>
            <a:xfrm>
              <a:off x="6337750" y="4364725"/>
              <a:ext cx="82825" cy="26900"/>
            </a:xfrm>
            <a:custGeom>
              <a:rect b="b" l="l" r="r" t="t"/>
              <a:pathLst>
                <a:path extrusionOk="0" h="1076" w="3313">
                  <a:moveTo>
                    <a:pt x="126" y="926"/>
                  </a:moveTo>
                  <a:cubicBezTo>
                    <a:pt x="1138" y="1076"/>
                    <a:pt x="2500" y="926"/>
                    <a:pt x="3263" y="163"/>
                  </a:cubicBezTo>
                  <a:cubicBezTo>
                    <a:pt x="3313" y="113"/>
                    <a:pt x="3263" y="1"/>
                    <a:pt x="3175" y="26"/>
                  </a:cubicBezTo>
                  <a:cubicBezTo>
                    <a:pt x="2713" y="188"/>
                    <a:pt x="2300" y="476"/>
                    <a:pt x="1813" y="601"/>
                  </a:cubicBezTo>
                  <a:cubicBezTo>
                    <a:pt x="1276" y="738"/>
                    <a:pt x="713" y="776"/>
                    <a:pt x="151" y="713"/>
                  </a:cubicBezTo>
                  <a:cubicBezTo>
                    <a:pt x="38" y="701"/>
                    <a:pt x="1" y="913"/>
                    <a:pt x="126" y="9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2" name="Google Shape;5852;p114"/>
            <p:cNvSpPr/>
            <p:nvPr/>
          </p:nvSpPr>
          <p:spPr>
            <a:xfrm>
              <a:off x="6319650" y="4355975"/>
              <a:ext cx="100625" cy="30975"/>
            </a:xfrm>
            <a:custGeom>
              <a:rect b="b" l="l" r="r" t="t"/>
              <a:pathLst>
                <a:path extrusionOk="0" h="1239" w="4025">
                  <a:moveTo>
                    <a:pt x="3887" y="238"/>
                  </a:moveTo>
                  <a:cubicBezTo>
                    <a:pt x="3262" y="126"/>
                    <a:pt x="2612" y="1"/>
                    <a:pt x="1975" y="101"/>
                  </a:cubicBezTo>
                  <a:cubicBezTo>
                    <a:pt x="1300" y="201"/>
                    <a:pt x="712" y="551"/>
                    <a:pt x="138" y="926"/>
                  </a:cubicBezTo>
                  <a:cubicBezTo>
                    <a:pt x="0" y="1013"/>
                    <a:pt x="138" y="1238"/>
                    <a:pt x="275" y="1151"/>
                  </a:cubicBezTo>
                  <a:cubicBezTo>
                    <a:pt x="737" y="838"/>
                    <a:pt x="1225" y="526"/>
                    <a:pt x="1787" y="388"/>
                  </a:cubicBezTo>
                  <a:cubicBezTo>
                    <a:pt x="2450" y="226"/>
                    <a:pt x="3162" y="338"/>
                    <a:pt x="3837" y="451"/>
                  </a:cubicBezTo>
                  <a:cubicBezTo>
                    <a:pt x="3962" y="463"/>
                    <a:pt x="4024" y="263"/>
                    <a:pt x="3887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3" name="Google Shape;5853;p114"/>
            <p:cNvSpPr/>
            <p:nvPr/>
          </p:nvSpPr>
          <p:spPr>
            <a:xfrm>
              <a:off x="6822325" y="3689900"/>
              <a:ext cx="199650" cy="551150"/>
            </a:xfrm>
            <a:custGeom>
              <a:rect b="b" l="l" r="r" t="t"/>
              <a:pathLst>
                <a:path extrusionOk="0" h="22046" w="7986">
                  <a:moveTo>
                    <a:pt x="4499" y="88"/>
                  </a:moveTo>
                  <a:cubicBezTo>
                    <a:pt x="3187" y="1426"/>
                    <a:pt x="2700" y="2938"/>
                    <a:pt x="2912" y="4837"/>
                  </a:cubicBezTo>
                  <a:cubicBezTo>
                    <a:pt x="3087" y="6237"/>
                    <a:pt x="3699" y="7487"/>
                    <a:pt x="4237" y="8761"/>
                  </a:cubicBezTo>
                  <a:cubicBezTo>
                    <a:pt x="6111" y="13235"/>
                    <a:pt x="7986" y="21470"/>
                    <a:pt x="213" y="21808"/>
                  </a:cubicBezTo>
                  <a:cubicBezTo>
                    <a:pt x="125" y="21808"/>
                    <a:pt x="125" y="21933"/>
                    <a:pt x="213" y="21945"/>
                  </a:cubicBezTo>
                  <a:cubicBezTo>
                    <a:pt x="3250" y="22045"/>
                    <a:pt x="5586" y="20071"/>
                    <a:pt x="6274" y="17084"/>
                  </a:cubicBezTo>
                  <a:cubicBezTo>
                    <a:pt x="7598" y="11435"/>
                    <a:pt x="0" y="5012"/>
                    <a:pt x="4637" y="213"/>
                  </a:cubicBezTo>
                  <a:cubicBezTo>
                    <a:pt x="4712" y="138"/>
                    <a:pt x="4587" y="1"/>
                    <a:pt x="4499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4" name="Google Shape;5854;p114"/>
            <p:cNvSpPr/>
            <p:nvPr/>
          </p:nvSpPr>
          <p:spPr>
            <a:xfrm>
              <a:off x="6723275" y="4055125"/>
              <a:ext cx="121250" cy="180925"/>
            </a:xfrm>
            <a:custGeom>
              <a:rect b="b" l="l" r="r" t="t"/>
              <a:pathLst>
                <a:path extrusionOk="0" h="7237" w="4850">
                  <a:moveTo>
                    <a:pt x="3175" y="7036"/>
                  </a:moveTo>
                  <a:cubicBezTo>
                    <a:pt x="1438" y="6911"/>
                    <a:pt x="438" y="4949"/>
                    <a:pt x="626" y="3400"/>
                  </a:cubicBezTo>
                  <a:cubicBezTo>
                    <a:pt x="838" y="1775"/>
                    <a:pt x="3138" y="113"/>
                    <a:pt x="4650" y="1513"/>
                  </a:cubicBezTo>
                  <a:cubicBezTo>
                    <a:pt x="4737" y="1588"/>
                    <a:pt x="4850" y="1463"/>
                    <a:pt x="4775" y="1388"/>
                  </a:cubicBezTo>
                  <a:cubicBezTo>
                    <a:pt x="3525" y="1"/>
                    <a:pt x="988" y="1313"/>
                    <a:pt x="538" y="2825"/>
                  </a:cubicBezTo>
                  <a:cubicBezTo>
                    <a:pt x="1" y="4637"/>
                    <a:pt x="1163" y="7086"/>
                    <a:pt x="3175" y="7224"/>
                  </a:cubicBezTo>
                  <a:cubicBezTo>
                    <a:pt x="3300" y="7236"/>
                    <a:pt x="3300" y="7049"/>
                    <a:pt x="3175" y="70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5" name="Google Shape;5855;p114"/>
            <p:cNvSpPr/>
            <p:nvPr/>
          </p:nvSpPr>
          <p:spPr>
            <a:xfrm>
              <a:off x="6789200" y="4108250"/>
              <a:ext cx="77200" cy="73425"/>
            </a:xfrm>
            <a:custGeom>
              <a:rect b="b" l="l" r="r" t="t"/>
              <a:pathLst>
                <a:path extrusionOk="0" h="2937" w="3088">
                  <a:moveTo>
                    <a:pt x="2463" y="163"/>
                  </a:moveTo>
                  <a:cubicBezTo>
                    <a:pt x="2837" y="900"/>
                    <a:pt x="2600" y="1800"/>
                    <a:pt x="1925" y="2274"/>
                  </a:cubicBezTo>
                  <a:cubicBezTo>
                    <a:pt x="1175" y="2749"/>
                    <a:pt x="338" y="2237"/>
                    <a:pt x="201" y="1425"/>
                  </a:cubicBezTo>
                  <a:cubicBezTo>
                    <a:pt x="188" y="1312"/>
                    <a:pt x="1" y="1337"/>
                    <a:pt x="13" y="1450"/>
                  </a:cubicBezTo>
                  <a:cubicBezTo>
                    <a:pt x="88" y="2324"/>
                    <a:pt x="1013" y="2937"/>
                    <a:pt x="1838" y="2549"/>
                  </a:cubicBezTo>
                  <a:cubicBezTo>
                    <a:pt x="2738" y="2137"/>
                    <a:pt x="3087" y="900"/>
                    <a:pt x="2588" y="75"/>
                  </a:cubicBezTo>
                  <a:cubicBezTo>
                    <a:pt x="2538" y="0"/>
                    <a:pt x="2425" y="75"/>
                    <a:pt x="2463" y="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6" name="Google Shape;5856;p114"/>
            <p:cNvSpPr/>
            <p:nvPr/>
          </p:nvSpPr>
          <p:spPr>
            <a:xfrm>
              <a:off x="6795150" y="4135100"/>
              <a:ext cx="325" cy="350"/>
            </a:xfrm>
            <a:custGeom>
              <a:rect b="b" l="l" r="r" t="t"/>
              <a:pathLst>
                <a:path extrusionOk="0" h="14" w="13">
                  <a:moveTo>
                    <a:pt x="0" y="1"/>
                  </a:moveTo>
                  <a:lnTo>
                    <a:pt x="0" y="13"/>
                  </a:lnTo>
                  <a:cubicBezTo>
                    <a:pt x="0" y="13"/>
                    <a:pt x="13" y="1"/>
                    <a:pt x="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7" name="Google Shape;5857;p114"/>
            <p:cNvSpPr/>
            <p:nvPr/>
          </p:nvSpPr>
          <p:spPr>
            <a:xfrm>
              <a:off x="6869500" y="4121350"/>
              <a:ext cx="104050" cy="206550"/>
            </a:xfrm>
            <a:custGeom>
              <a:rect b="b" l="l" r="r" t="t"/>
              <a:pathLst>
                <a:path extrusionOk="0" h="8262" w="4162">
                  <a:moveTo>
                    <a:pt x="3987" y="101"/>
                  </a:moveTo>
                  <a:cubicBezTo>
                    <a:pt x="3712" y="1288"/>
                    <a:pt x="3175" y="2400"/>
                    <a:pt x="2450" y="3375"/>
                  </a:cubicBezTo>
                  <a:cubicBezTo>
                    <a:pt x="1925" y="4087"/>
                    <a:pt x="1225" y="4737"/>
                    <a:pt x="863" y="5562"/>
                  </a:cubicBezTo>
                  <a:cubicBezTo>
                    <a:pt x="450" y="6474"/>
                    <a:pt x="463" y="7436"/>
                    <a:pt x="1150" y="8199"/>
                  </a:cubicBezTo>
                  <a:cubicBezTo>
                    <a:pt x="1213" y="8261"/>
                    <a:pt x="1338" y="8174"/>
                    <a:pt x="1275" y="8086"/>
                  </a:cubicBezTo>
                  <a:cubicBezTo>
                    <a:pt x="0" y="6212"/>
                    <a:pt x="1762" y="4725"/>
                    <a:pt x="2775" y="3275"/>
                  </a:cubicBezTo>
                  <a:cubicBezTo>
                    <a:pt x="3437" y="2325"/>
                    <a:pt x="3899" y="1263"/>
                    <a:pt x="4137" y="138"/>
                  </a:cubicBezTo>
                  <a:cubicBezTo>
                    <a:pt x="4162" y="38"/>
                    <a:pt x="4012" y="1"/>
                    <a:pt x="3987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8" name="Google Shape;5858;p114"/>
            <p:cNvSpPr/>
            <p:nvPr/>
          </p:nvSpPr>
          <p:spPr>
            <a:xfrm>
              <a:off x="6887000" y="3978900"/>
              <a:ext cx="81875" cy="88750"/>
            </a:xfrm>
            <a:custGeom>
              <a:rect b="b" l="l" r="r" t="t"/>
              <a:pathLst>
                <a:path extrusionOk="0" h="3550" w="3275">
                  <a:moveTo>
                    <a:pt x="2774" y="163"/>
                  </a:moveTo>
                  <a:cubicBezTo>
                    <a:pt x="2987" y="1138"/>
                    <a:pt x="3099" y="2500"/>
                    <a:pt x="2087" y="3112"/>
                  </a:cubicBezTo>
                  <a:cubicBezTo>
                    <a:pt x="1612" y="3375"/>
                    <a:pt x="1025" y="3287"/>
                    <a:pt x="638" y="2900"/>
                  </a:cubicBezTo>
                  <a:cubicBezTo>
                    <a:pt x="338" y="2575"/>
                    <a:pt x="0" y="1250"/>
                    <a:pt x="800" y="1163"/>
                  </a:cubicBezTo>
                  <a:cubicBezTo>
                    <a:pt x="875" y="1163"/>
                    <a:pt x="875" y="1025"/>
                    <a:pt x="800" y="1038"/>
                  </a:cubicBezTo>
                  <a:cubicBezTo>
                    <a:pt x="250" y="1088"/>
                    <a:pt x="75" y="1762"/>
                    <a:pt x="138" y="2237"/>
                  </a:cubicBezTo>
                  <a:cubicBezTo>
                    <a:pt x="200" y="2850"/>
                    <a:pt x="675" y="3350"/>
                    <a:pt x="1300" y="3450"/>
                  </a:cubicBezTo>
                  <a:cubicBezTo>
                    <a:pt x="1937" y="3550"/>
                    <a:pt x="2450" y="3187"/>
                    <a:pt x="2774" y="2650"/>
                  </a:cubicBezTo>
                  <a:cubicBezTo>
                    <a:pt x="3274" y="1850"/>
                    <a:pt x="3149" y="988"/>
                    <a:pt x="2949" y="113"/>
                  </a:cubicBezTo>
                  <a:cubicBezTo>
                    <a:pt x="2924" y="0"/>
                    <a:pt x="2762" y="50"/>
                    <a:pt x="2787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9" name="Google Shape;5859;p114"/>
            <p:cNvSpPr/>
            <p:nvPr/>
          </p:nvSpPr>
          <p:spPr>
            <a:xfrm>
              <a:off x="6898550" y="3923300"/>
              <a:ext cx="43775" cy="33450"/>
            </a:xfrm>
            <a:custGeom>
              <a:rect b="b" l="l" r="r" t="t"/>
              <a:pathLst>
                <a:path extrusionOk="0" h="1338" w="1751">
                  <a:moveTo>
                    <a:pt x="1400" y="150"/>
                  </a:moveTo>
                  <a:cubicBezTo>
                    <a:pt x="1488" y="462"/>
                    <a:pt x="1450" y="787"/>
                    <a:pt x="1138" y="962"/>
                  </a:cubicBezTo>
                  <a:cubicBezTo>
                    <a:pt x="938" y="1137"/>
                    <a:pt x="713" y="1087"/>
                    <a:pt x="488" y="800"/>
                  </a:cubicBezTo>
                  <a:cubicBezTo>
                    <a:pt x="438" y="675"/>
                    <a:pt x="463" y="537"/>
                    <a:pt x="525" y="425"/>
                  </a:cubicBezTo>
                  <a:cubicBezTo>
                    <a:pt x="638" y="350"/>
                    <a:pt x="538" y="175"/>
                    <a:pt x="425" y="250"/>
                  </a:cubicBezTo>
                  <a:cubicBezTo>
                    <a:pt x="1" y="512"/>
                    <a:pt x="338" y="1212"/>
                    <a:pt x="763" y="1262"/>
                  </a:cubicBezTo>
                  <a:cubicBezTo>
                    <a:pt x="1425" y="1337"/>
                    <a:pt x="1750" y="637"/>
                    <a:pt x="1550" y="100"/>
                  </a:cubicBezTo>
                  <a:cubicBezTo>
                    <a:pt x="1513" y="0"/>
                    <a:pt x="1375" y="38"/>
                    <a:pt x="1388" y="1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0" name="Google Shape;5860;p114"/>
            <p:cNvSpPr/>
            <p:nvPr/>
          </p:nvSpPr>
          <p:spPr>
            <a:xfrm>
              <a:off x="6890425" y="4315375"/>
              <a:ext cx="31900" cy="31900"/>
            </a:xfrm>
            <a:custGeom>
              <a:rect b="b" l="l" r="r" t="t"/>
              <a:pathLst>
                <a:path extrusionOk="0" h="1276" w="1276">
                  <a:moveTo>
                    <a:pt x="451" y="463"/>
                  </a:moveTo>
                  <a:lnTo>
                    <a:pt x="451" y="463"/>
                  </a:lnTo>
                  <a:cubicBezTo>
                    <a:pt x="463" y="375"/>
                    <a:pt x="351" y="325"/>
                    <a:pt x="288" y="388"/>
                  </a:cubicBezTo>
                  <a:cubicBezTo>
                    <a:pt x="1" y="800"/>
                    <a:pt x="626" y="1275"/>
                    <a:pt x="950" y="863"/>
                  </a:cubicBezTo>
                  <a:cubicBezTo>
                    <a:pt x="1275" y="438"/>
                    <a:pt x="713" y="0"/>
                    <a:pt x="351" y="325"/>
                  </a:cubicBezTo>
                  <a:cubicBezTo>
                    <a:pt x="276" y="388"/>
                    <a:pt x="376" y="488"/>
                    <a:pt x="451" y="4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1" name="Google Shape;5861;p114"/>
            <p:cNvSpPr/>
            <p:nvPr/>
          </p:nvSpPr>
          <p:spPr>
            <a:xfrm>
              <a:off x="6826375" y="4193850"/>
              <a:ext cx="112825" cy="77500"/>
            </a:xfrm>
            <a:custGeom>
              <a:rect b="b" l="l" r="r" t="t"/>
              <a:pathLst>
                <a:path extrusionOk="0" h="3100" w="4513">
                  <a:moveTo>
                    <a:pt x="4375" y="50"/>
                  </a:moveTo>
                  <a:cubicBezTo>
                    <a:pt x="3175" y="1412"/>
                    <a:pt x="1700" y="2175"/>
                    <a:pt x="88" y="2924"/>
                  </a:cubicBezTo>
                  <a:cubicBezTo>
                    <a:pt x="1" y="2962"/>
                    <a:pt x="63" y="3099"/>
                    <a:pt x="151" y="3074"/>
                  </a:cubicBezTo>
                  <a:cubicBezTo>
                    <a:pt x="1850" y="2562"/>
                    <a:pt x="3362" y="1550"/>
                    <a:pt x="4462" y="150"/>
                  </a:cubicBezTo>
                  <a:cubicBezTo>
                    <a:pt x="4512" y="88"/>
                    <a:pt x="4425" y="0"/>
                    <a:pt x="4375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2" name="Google Shape;5862;p114"/>
            <p:cNvSpPr/>
            <p:nvPr/>
          </p:nvSpPr>
          <p:spPr>
            <a:xfrm>
              <a:off x="6805775" y="4256950"/>
              <a:ext cx="32500" cy="30950"/>
            </a:xfrm>
            <a:custGeom>
              <a:rect b="b" l="l" r="r" t="t"/>
              <a:pathLst>
                <a:path extrusionOk="0" h="1238" w="1300">
                  <a:moveTo>
                    <a:pt x="912" y="388"/>
                  </a:moveTo>
                  <a:cubicBezTo>
                    <a:pt x="550" y="1"/>
                    <a:pt x="0" y="538"/>
                    <a:pt x="375" y="888"/>
                  </a:cubicBezTo>
                  <a:cubicBezTo>
                    <a:pt x="750" y="1238"/>
                    <a:pt x="1300" y="600"/>
                    <a:pt x="837" y="350"/>
                  </a:cubicBezTo>
                  <a:cubicBezTo>
                    <a:pt x="750" y="313"/>
                    <a:pt x="662" y="425"/>
                    <a:pt x="725" y="500"/>
                  </a:cubicBezTo>
                  <a:lnTo>
                    <a:pt x="800" y="500"/>
                  </a:lnTo>
                  <a:cubicBezTo>
                    <a:pt x="875" y="563"/>
                    <a:pt x="962" y="463"/>
                    <a:pt x="912" y="3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3" name="Google Shape;5863;p114"/>
            <p:cNvSpPr/>
            <p:nvPr/>
          </p:nvSpPr>
          <p:spPr>
            <a:xfrm>
              <a:off x="6811400" y="4233200"/>
              <a:ext cx="9700" cy="5975"/>
            </a:xfrm>
            <a:custGeom>
              <a:rect b="b" l="l" r="r" t="t"/>
              <a:pathLst>
                <a:path extrusionOk="0" h="239" w="388">
                  <a:moveTo>
                    <a:pt x="262" y="26"/>
                  </a:moveTo>
                  <a:cubicBezTo>
                    <a:pt x="212" y="26"/>
                    <a:pt x="150" y="26"/>
                    <a:pt x="100" y="13"/>
                  </a:cubicBezTo>
                  <a:cubicBezTo>
                    <a:pt x="13" y="1"/>
                    <a:pt x="0" y="126"/>
                    <a:pt x="50" y="176"/>
                  </a:cubicBezTo>
                  <a:cubicBezTo>
                    <a:pt x="112" y="213"/>
                    <a:pt x="187" y="238"/>
                    <a:pt x="262" y="226"/>
                  </a:cubicBezTo>
                  <a:cubicBezTo>
                    <a:pt x="387" y="226"/>
                    <a:pt x="387" y="38"/>
                    <a:pt x="262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4" name="Google Shape;5864;p114"/>
            <p:cNvSpPr/>
            <p:nvPr/>
          </p:nvSpPr>
          <p:spPr>
            <a:xfrm>
              <a:off x="6843875" y="4097000"/>
              <a:ext cx="6900" cy="10025"/>
            </a:xfrm>
            <a:custGeom>
              <a:rect b="b" l="l" r="r" t="t"/>
              <a:pathLst>
                <a:path extrusionOk="0" h="401" w="276">
                  <a:moveTo>
                    <a:pt x="238" y="250"/>
                  </a:moveTo>
                  <a:cubicBezTo>
                    <a:pt x="226" y="163"/>
                    <a:pt x="176" y="88"/>
                    <a:pt x="101" y="38"/>
                  </a:cubicBezTo>
                  <a:cubicBezTo>
                    <a:pt x="63" y="0"/>
                    <a:pt x="1" y="38"/>
                    <a:pt x="13" y="100"/>
                  </a:cubicBezTo>
                  <a:cubicBezTo>
                    <a:pt x="26" y="175"/>
                    <a:pt x="51" y="250"/>
                    <a:pt x="88" y="313"/>
                  </a:cubicBezTo>
                  <a:cubicBezTo>
                    <a:pt x="138" y="400"/>
                    <a:pt x="276" y="338"/>
                    <a:pt x="251" y="2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5" name="Google Shape;5865;p114"/>
            <p:cNvSpPr/>
            <p:nvPr/>
          </p:nvSpPr>
          <p:spPr>
            <a:xfrm>
              <a:off x="6952925" y="4091375"/>
              <a:ext cx="27500" cy="156850"/>
            </a:xfrm>
            <a:custGeom>
              <a:rect b="b" l="l" r="r" t="t"/>
              <a:pathLst>
                <a:path extrusionOk="0" h="6274" w="1100">
                  <a:moveTo>
                    <a:pt x="925" y="100"/>
                  </a:moveTo>
                  <a:cubicBezTo>
                    <a:pt x="850" y="1375"/>
                    <a:pt x="612" y="2600"/>
                    <a:pt x="337" y="3837"/>
                  </a:cubicBezTo>
                  <a:cubicBezTo>
                    <a:pt x="150" y="4649"/>
                    <a:pt x="0" y="5361"/>
                    <a:pt x="312" y="6161"/>
                  </a:cubicBezTo>
                  <a:cubicBezTo>
                    <a:pt x="362" y="6274"/>
                    <a:pt x="525" y="6236"/>
                    <a:pt x="487" y="6111"/>
                  </a:cubicBezTo>
                  <a:cubicBezTo>
                    <a:pt x="175" y="4936"/>
                    <a:pt x="625" y="3812"/>
                    <a:pt x="850" y="2650"/>
                  </a:cubicBezTo>
                  <a:cubicBezTo>
                    <a:pt x="1025" y="1812"/>
                    <a:pt x="1100" y="963"/>
                    <a:pt x="1100" y="100"/>
                  </a:cubicBezTo>
                  <a:cubicBezTo>
                    <a:pt x="1087" y="0"/>
                    <a:pt x="937" y="0"/>
                    <a:pt x="925" y="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6" name="Google Shape;5866;p114"/>
            <p:cNvSpPr/>
            <p:nvPr/>
          </p:nvSpPr>
          <p:spPr>
            <a:xfrm>
              <a:off x="6949475" y="4236325"/>
              <a:ext cx="31275" cy="33150"/>
            </a:xfrm>
            <a:custGeom>
              <a:rect b="b" l="l" r="r" t="t"/>
              <a:pathLst>
                <a:path extrusionOk="0" h="1326" w="1251">
                  <a:moveTo>
                    <a:pt x="438" y="351"/>
                  </a:moveTo>
                  <a:cubicBezTo>
                    <a:pt x="1" y="776"/>
                    <a:pt x="725" y="1325"/>
                    <a:pt x="1013" y="851"/>
                  </a:cubicBezTo>
                  <a:cubicBezTo>
                    <a:pt x="1250" y="476"/>
                    <a:pt x="588" y="1"/>
                    <a:pt x="438" y="476"/>
                  </a:cubicBezTo>
                  <a:cubicBezTo>
                    <a:pt x="413" y="563"/>
                    <a:pt x="525" y="626"/>
                    <a:pt x="588" y="563"/>
                  </a:cubicBezTo>
                  <a:lnTo>
                    <a:pt x="563" y="451"/>
                  </a:lnTo>
                  <a:cubicBezTo>
                    <a:pt x="613" y="363"/>
                    <a:pt x="500" y="276"/>
                    <a:pt x="438" y="3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7" name="Google Shape;5867;p114"/>
            <p:cNvSpPr/>
            <p:nvPr/>
          </p:nvSpPr>
          <p:spPr>
            <a:xfrm>
              <a:off x="6900425" y="4241025"/>
              <a:ext cx="22525" cy="72800"/>
            </a:xfrm>
            <a:custGeom>
              <a:rect b="b" l="l" r="r" t="t"/>
              <a:pathLst>
                <a:path extrusionOk="0" h="2912" w="901">
                  <a:moveTo>
                    <a:pt x="113" y="263"/>
                  </a:moveTo>
                  <a:cubicBezTo>
                    <a:pt x="688" y="900"/>
                    <a:pt x="650" y="1937"/>
                    <a:pt x="450" y="2724"/>
                  </a:cubicBezTo>
                  <a:cubicBezTo>
                    <a:pt x="425" y="2837"/>
                    <a:pt x="588" y="2912"/>
                    <a:pt x="650" y="2812"/>
                  </a:cubicBezTo>
                  <a:cubicBezTo>
                    <a:pt x="900" y="2387"/>
                    <a:pt x="875" y="1687"/>
                    <a:pt x="800" y="1225"/>
                  </a:cubicBezTo>
                  <a:cubicBezTo>
                    <a:pt x="750" y="800"/>
                    <a:pt x="563" y="413"/>
                    <a:pt x="263" y="100"/>
                  </a:cubicBezTo>
                  <a:cubicBezTo>
                    <a:pt x="163" y="0"/>
                    <a:pt x="1" y="163"/>
                    <a:pt x="113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8" name="Google Shape;5868;p114"/>
            <p:cNvSpPr/>
            <p:nvPr/>
          </p:nvSpPr>
          <p:spPr>
            <a:xfrm>
              <a:off x="6893875" y="4242575"/>
              <a:ext cx="23450" cy="70625"/>
            </a:xfrm>
            <a:custGeom>
              <a:rect b="b" l="l" r="r" t="t"/>
              <a:pathLst>
                <a:path extrusionOk="0" h="2825" w="938">
                  <a:moveTo>
                    <a:pt x="862" y="2612"/>
                  </a:moveTo>
                  <a:cubicBezTo>
                    <a:pt x="188" y="2063"/>
                    <a:pt x="450" y="888"/>
                    <a:pt x="550" y="176"/>
                  </a:cubicBezTo>
                  <a:cubicBezTo>
                    <a:pt x="562" y="76"/>
                    <a:pt x="425" y="1"/>
                    <a:pt x="375" y="101"/>
                  </a:cubicBezTo>
                  <a:cubicBezTo>
                    <a:pt x="0" y="800"/>
                    <a:pt x="63" y="2238"/>
                    <a:pt x="737" y="2750"/>
                  </a:cubicBezTo>
                  <a:cubicBezTo>
                    <a:pt x="825" y="2825"/>
                    <a:pt x="937" y="2675"/>
                    <a:pt x="850" y="26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9" name="Google Shape;5869;p114"/>
            <p:cNvSpPr/>
            <p:nvPr/>
          </p:nvSpPr>
          <p:spPr>
            <a:xfrm>
              <a:off x="6908850" y="4142600"/>
              <a:ext cx="56575" cy="17850"/>
            </a:xfrm>
            <a:custGeom>
              <a:rect b="b" l="l" r="r" t="t"/>
              <a:pathLst>
                <a:path extrusionOk="0" h="714" w="2263">
                  <a:moveTo>
                    <a:pt x="2150" y="238"/>
                  </a:moveTo>
                  <a:cubicBezTo>
                    <a:pt x="1463" y="1"/>
                    <a:pt x="726" y="88"/>
                    <a:pt x="113" y="476"/>
                  </a:cubicBezTo>
                  <a:cubicBezTo>
                    <a:pt x="1" y="551"/>
                    <a:pt x="101" y="713"/>
                    <a:pt x="226" y="663"/>
                  </a:cubicBezTo>
                  <a:cubicBezTo>
                    <a:pt x="788" y="326"/>
                    <a:pt x="1463" y="238"/>
                    <a:pt x="2100" y="413"/>
                  </a:cubicBezTo>
                  <a:cubicBezTo>
                    <a:pt x="2213" y="438"/>
                    <a:pt x="2263" y="263"/>
                    <a:pt x="2150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0" name="Google Shape;5870;p114"/>
            <p:cNvSpPr/>
            <p:nvPr/>
          </p:nvSpPr>
          <p:spPr>
            <a:xfrm>
              <a:off x="6909175" y="4149800"/>
              <a:ext cx="56250" cy="21250"/>
            </a:xfrm>
            <a:custGeom>
              <a:rect b="b" l="l" r="r" t="t"/>
              <a:pathLst>
                <a:path extrusionOk="0" h="850" w="2250">
                  <a:moveTo>
                    <a:pt x="125" y="400"/>
                  </a:moveTo>
                  <a:cubicBezTo>
                    <a:pt x="475" y="538"/>
                    <a:pt x="2250" y="850"/>
                    <a:pt x="2125" y="63"/>
                  </a:cubicBezTo>
                  <a:cubicBezTo>
                    <a:pt x="2112" y="25"/>
                    <a:pt x="2075" y="0"/>
                    <a:pt x="2037" y="13"/>
                  </a:cubicBezTo>
                  <a:cubicBezTo>
                    <a:pt x="1788" y="113"/>
                    <a:pt x="1613" y="250"/>
                    <a:pt x="1338" y="300"/>
                  </a:cubicBezTo>
                  <a:cubicBezTo>
                    <a:pt x="950" y="363"/>
                    <a:pt x="550" y="313"/>
                    <a:pt x="188" y="188"/>
                  </a:cubicBezTo>
                  <a:cubicBezTo>
                    <a:pt x="50" y="138"/>
                    <a:pt x="0" y="338"/>
                    <a:pt x="125" y="4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1" name="Google Shape;5871;p114"/>
            <p:cNvSpPr/>
            <p:nvPr/>
          </p:nvSpPr>
          <p:spPr>
            <a:xfrm>
              <a:off x="6877300" y="3810500"/>
              <a:ext cx="26600" cy="82825"/>
            </a:xfrm>
            <a:custGeom>
              <a:rect b="b" l="l" r="r" t="t"/>
              <a:pathLst>
                <a:path extrusionOk="0" h="3313" w="1064">
                  <a:moveTo>
                    <a:pt x="713" y="151"/>
                  </a:moveTo>
                  <a:cubicBezTo>
                    <a:pt x="776" y="713"/>
                    <a:pt x="738" y="1275"/>
                    <a:pt x="601" y="1813"/>
                  </a:cubicBezTo>
                  <a:cubicBezTo>
                    <a:pt x="463" y="2300"/>
                    <a:pt x="188" y="2713"/>
                    <a:pt x="26" y="3175"/>
                  </a:cubicBezTo>
                  <a:cubicBezTo>
                    <a:pt x="1" y="3262"/>
                    <a:pt x="101" y="3312"/>
                    <a:pt x="163" y="3262"/>
                  </a:cubicBezTo>
                  <a:cubicBezTo>
                    <a:pt x="938" y="2500"/>
                    <a:pt x="1063" y="1138"/>
                    <a:pt x="926" y="126"/>
                  </a:cubicBezTo>
                  <a:cubicBezTo>
                    <a:pt x="913" y="1"/>
                    <a:pt x="701" y="26"/>
                    <a:pt x="713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2" name="Google Shape;5872;p114"/>
            <p:cNvSpPr/>
            <p:nvPr/>
          </p:nvSpPr>
          <p:spPr>
            <a:xfrm>
              <a:off x="6868550" y="3792700"/>
              <a:ext cx="30975" cy="100625"/>
            </a:xfrm>
            <a:custGeom>
              <a:rect b="b" l="l" r="r" t="t"/>
              <a:pathLst>
                <a:path extrusionOk="0" h="4025" w="1239">
                  <a:moveTo>
                    <a:pt x="438" y="3824"/>
                  </a:moveTo>
                  <a:cubicBezTo>
                    <a:pt x="338" y="3150"/>
                    <a:pt x="226" y="2450"/>
                    <a:pt x="388" y="1775"/>
                  </a:cubicBezTo>
                  <a:cubicBezTo>
                    <a:pt x="513" y="1225"/>
                    <a:pt x="838" y="738"/>
                    <a:pt x="1138" y="263"/>
                  </a:cubicBezTo>
                  <a:cubicBezTo>
                    <a:pt x="1238" y="125"/>
                    <a:pt x="1013" y="0"/>
                    <a:pt x="913" y="138"/>
                  </a:cubicBezTo>
                  <a:cubicBezTo>
                    <a:pt x="551" y="700"/>
                    <a:pt x="201" y="1288"/>
                    <a:pt x="88" y="1975"/>
                  </a:cubicBezTo>
                  <a:cubicBezTo>
                    <a:pt x="1" y="2612"/>
                    <a:pt x="126" y="3262"/>
                    <a:pt x="238" y="3887"/>
                  </a:cubicBezTo>
                  <a:cubicBezTo>
                    <a:pt x="263" y="4024"/>
                    <a:pt x="463" y="3962"/>
                    <a:pt x="438" y="38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3" name="Google Shape;5873;p114"/>
            <p:cNvSpPr/>
            <p:nvPr/>
          </p:nvSpPr>
          <p:spPr>
            <a:xfrm>
              <a:off x="6712050" y="4197600"/>
              <a:ext cx="8450" cy="8150"/>
            </a:xfrm>
            <a:custGeom>
              <a:rect b="b" l="l" r="r" t="t"/>
              <a:pathLst>
                <a:path extrusionOk="0" h="326" w="338">
                  <a:moveTo>
                    <a:pt x="88" y="313"/>
                  </a:moveTo>
                  <a:cubicBezTo>
                    <a:pt x="175" y="325"/>
                    <a:pt x="262" y="288"/>
                    <a:pt x="312" y="213"/>
                  </a:cubicBezTo>
                  <a:cubicBezTo>
                    <a:pt x="325" y="200"/>
                    <a:pt x="337" y="163"/>
                    <a:pt x="325" y="138"/>
                  </a:cubicBezTo>
                  <a:lnTo>
                    <a:pt x="300" y="50"/>
                  </a:lnTo>
                  <a:cubicBezTo>
                    <a:pt x="287" y="13"/>
                    <a:pt x="225" y="0"/>
                    <a:pt x="212" y="38"/>
                  </a:cubicBezTo>
                  <a:lnTo>
                    <a:pt x="75" y="175"/>
                  </a:lnTo>
                  <a:cubicBezTo>
                    <a:pt x="0" y="200"/>
                    <a:pt x="13" y="325"/>
                    <a:pt x="88" y="3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4" name="Google Shape;5874;p114"/>
            <p:cNvSpPr/>
            <p:nvPr/>
          </p:nvSpPr>
          <p:spPr>
            <a:xfrm>
              <a:off x="6655500" y="4190725"/>
              <a:ext cx="58750" cy="15025"/>
            </a:xfrm>
            <a:custGeom>
              <a:rect b="b" l="l" r="r" t="t"/>
              <a:pathLst>
                <a:path extrusionOk="0" h="601" w="2350">
                  <a:moveTo>
                    <a:pt x="2300" y="475"/>
                  </a:moveTo>
                  <a:cubicBezTo>
                    <a:pt x="1625" y="138"/>
                    <a:pt x="825" y="0"/>
                    <a:pt x="88" y="225"/>
                  </a:cubicBezTo>
                  <a:cubicBezTo>
                    <a:pt x="0" y="250"/>
                    <a:pt x="0" y="413"/>
                    <a:pt x="113" y="400"/>
                  </a:cubicBezTo>
                  <a:cubicBezTo>
                    <a:pt x="862" y="313"/>
                    <a:pt x="1537" y="313"/>
                    <a:pt x="2250" y="588"/>
                  </a:cubicBezTo>
                  <a:cubicBezTo>
                    <a:pt x="2312" y="600"/>
                    <a:pt x="2350" y="500"/>
                    <a:pt x="2300" y="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5" name="Google Shape;5875;p114"/>
            <p:cNvSpPr/>
            <p:nvPr/>
          </p:nvSpPr>
          <p:spPr>
            <a:xfrm>
              <a:off x="6655175" y="4183525"/>
              <a:ext cx="25325" cy="16900"/>
            </a:xfrm>
            <a:custGeom>
              <a:rect b="b" l="l" r="r" t="t"/>
              <a:pathLst>
                <a:path extrusionOk="0" h="676" w="1013">
                  <a:moveTo>
                    <a:pt x="201" y="613"/>
                  </a:moveTo>
                  <a:cubicBezTo>
                    <a:pt x="413" y="351"/>
                    <a:pt x="650" y="276"/>
                    <a:pt x="938" y="163"/>
                  </a:cubicBezTo>
                  <a:cubicBezTo>
                    <a:pt x="1013" y="126"/>
                    <a:pt x="1013" y="1"/>
                    <a:pt x="925" y="1"/>
                  </a:cubicBezTo>
                  <a:cubicBezTo>
                    <a:pt x="575" y="26"/>
                    <a:pt x="251" y="201"/>
                    <a:pt x="63" y="501"/>
                  </a:cubicBezTo>
                  <a:cubicBezTo>
                    <a:pt x="1" y="576"/>
                    <a:pt x="138" y="676"/>
                    <a:pt x="201" y="6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6" name="Google Shape;5876;p114"/>
            <p:cNvSpPr/>
            <p:nvPr/>
          </p:nvSpPr>
          <p:spPr>
            <a:xfrm>
              <a:off x="6694550" y="4145425"/>
              <a:ext cx="26575" cy="55325"/>
            </a:xfrm>
            <a:custGeom>
              <a:rect b="b" l="l" r="r" t="t"/>
              <a:pathLst>
                <a:path extrusionOk="0" h="2213" w="1063">
                  <a:moveTo>
                    <a:pt x="1012" y="2075"/>
                  </a:moveTo>
                  <a:cubicBezTo>
                    <a:pt x="838" y="1775"/>
                    <a:pt x="700" y="1462"/>
                    <a:pt x="575" y="1125"/>
                  </a:cubicBezTo>
                  <a:cubicBezTo>
                    <a:pt x="463" y="775"/>
                    <a:pt x="525" y="475"/>
                    <a:pt x="575" y="125"/>
                  </a:cubicBezTo>
                  <a:cubicBezTo>
                    <a:pt x="588" y="25"/>
                    <a:pt x="450" y="0"/>
                    <a:pt x="413" y="75"/>
                  </a:cubicBezTo>
                  <a:cubicBezTo>
                    <a:pt x="0" y="775"/>
                    <a:pt x="463" y="1612"/>
                    <a:pt x="925" y="2162"/>
                  </a:cubicBezTo>
                  <a:cubicBezTo>
                    <a:pt x="975" y="2212"/>
                    <a:pt x="1062" y="2137"/>
                    <a:pt x="1025" y="20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7" name="Google Shape;5877;p114"/>
            <p:cNvSpPr/>
            <p:nvPr/>
          </p:nvSpPr>
          <p:spPr>
            <a:xfrm>
              <a:off x="6693600" y="4144175"/>
              <a:ext cx="16900" cy="34700"/>
            </a:xfrm>
            <a:custGeom>
              <a:rect b="b" l="l" r="r" t="t"/>
              <a:pathLst>
                <a:path extrusionOk="0" h="1388" w="676">
                  <a:moveTo>
                    <a:pt x="376" y="138"/>
                  </a:moveTo>
                  <a:cubicBezTo>
                    <a:pt x="113" y="450"/>
                    <a:pt x="1" y="875"/>
                    <a:pt x="51" y="1287"/>
                  </a:cubicBezTo>
                  <a:cubicBezTo>
                    <a:pt x="63" y="1387"/>
                    <a:pt x="201" y="1350"/>
                    <a:pt x="226" y="1262"/>
                  </a:cubicBezTo>
                  <a:cubicBezTo>
                    <a:pt x="238" y="875"/>
                    <a:pt x="301" y="575"/>
                    <a:pt x="576" y="288"/>
                  </a:cubicBezTo>
                  <a:cubicBezTo>
                    <a:pt x="676" y="150"/>
                    <a:pt x="476" y="0"/>
                    <a:pt x="376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8" name="Google Shape;5878;p114"/>
            <p:cNvSpPr/>
            <p:nvPr/>
          </p:nvSpPr>
          <p:spPr>
            <a:xfrm>
              <a:off x="6676725" y="4169150"/>
              <a:ext cx="22850" cy="11275"/>
            </a:xfrm>
            <a:custGeom>
              <a:rect b="b" l="l" r="r" t="t"/>
              <a:pathLst>
                <a:path extrusionOk="0" h="451" w="914">
                  <a:moveTo>
                    <a:pt x="788" y="238"/>
                  </a:moveTo>
                  <a:cubicBezTo>
                    <a:pt x="576" y="176"/>
                    <a:pt x="363" y="76"/>
                    <a:pt x="138" y="26"/>
                  </a:cubicBezTo>
                  <a:cubicBezTo>
                    <a:pt x="51" y="1"/>
                    <a:pt x="1" y="113"/>
                    <a:pt x="88" y="163"/>
                  </a:cubicBezTo>
                  <a:cubicBezTo>
                    <a:pt x="288" y="288"/>
                    <a:pt x="513" y="376"/>
                    <a:pt x="738" y="426"/>
                  </a:cubicBezTo>
                  <a:cubicBezTo>
                    <a:pt x="863" y="451"/>
                    <a:pt x="913" y="276"/>
                    <a:pt x="788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9" name="Google Shape;5879;p114"/>
            <p:cNvSpPr/>
            <p:nvPr/>
          </p:nvSpPr>
          <p:spPr>
            <a:xfrm>
              <a:off x="6675800" y="4169150"/>
              <a:ext cx="16275" cy="19725"/>
            </a:xfrm>
            <a:custGeom>
              <a:rect b="b" l="l" r="r" t="t"/>
              <a:pathLst>
                <a:path extrusionOk="0" h="789" w="651">
                  <a:moveTo>
                    <a:pt x="63" y="226"/>
                  </a:moveTo>
                  <a:cubicBezTo>
                    <a:pt x="150" y="413"/>
                    <a:pt x="275" y="588"/>
                    <a:pt x="438" y="726"/>
                  </a:cubicBezTo>
                  <a:cubicBezTo>
                    <a:pt x="513" y="788"/>
                    <a:pt x="650" y="701"/>
                    <a:pt x="588" y="613"/>
                  </a:cubicBezTo>
                  <a:cubicBezTo>
                    <a:pt x="488" y="438"/>
                    <a:pt x="363" y="288"/>
                    <a:pt x="250" y="126"/>
                  </a:cubicBezTo>
                  <a:cubicBezTo>
                    <a:pt x="175" y="1"/>
                    <a:pt x="0" y="101"/>
                    <a:pt x="75" y="2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0" name="Google Shape;5880;p114"/>
            <p:cNvSpPr/>
            <p:nvPr/>
          </p:nvSpPr>
          <p:spPr>
            <a:xfrm>
              <a:off x="6672975" y="4181650"/>
              <a:ext cx="17525" cy="6900"/>
            </a:xfrm>
            <a:custGeom>
              <a:rect b="b" l="l" r="r" t="t"/>
              <a:pathLst>
                <a:path extrusionOk="0" h="276" w="701">
                  <a:moveTo>
                    <a:pt x="576" y="51"/>
                  </a:moveTo>
                  <a:cubicBezTo>
                    <a:pt x="413" y="1"/>
                    <a:pt x="226" y="26"/>
                    <a:pt x="88" y="113"/>
                  </a:cubicBezTo>
                  <a:cubicBezTo>
                    <a:pt x="1" y="163"/>
                    <a:pt x="63" y="276"/>
                    <a:pt x="138" y="251"/>
                  </a:cubicBezTo>
                  <a:lnTo>
                    <a:pt x="526" y="238"/>
                  </a:lnTo>
                  <a:cubicBezTo>
                    <a:pt x="638" y="263"/>
                    <a:pt x="701" y="88"/>
                    <a:pt x="576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1" name="Google Shape;5881;p114"/>
            <p:cNvSpPr/>
            <p:nvPr/>
          </p:nvSpPr>
          <p:spPr>
            <a:xfrm>
              <a:off x="6653000" y="4149475"/>
              <a:ext cx="28750" cy="23450"/>
            </a:xfrm>
            <a:custGeom>
              <a:rect b="b" l="l" r="r" t="t"/>
              <a:pathLst>
                <a:path extrusionOk="0" h="938" w="1150">
                  <a:moveTo>
                    <a:pt x="638" y="788"/>
                  </a:moveTo>
                  <a:cubicBezTo>
                    <a:pt x="1150" y="675"/>
                    <a:pt x="862" y="1"/>
                    <a:pt x="425" y="101"/>
                  </a:cubicBezTo>
                  <a:cubicBezTo>
                    <a:pt x="0" y="201"/>
                    <a:pt x="113" y="938"/>
                    <a:pt x="625" y="788"/>
                  </a:cubicBezTo>
                  <a:cubicBezTo>
                    <a:pt x="737" y="750"/>
                    <a:pt x="712" y="588"/>
                    <a:pt x="600" y="600"/>
                  </a:cubicBezTo>
                  <a:lnTo>
                    <a:pt x="600" y="613"/>
                  </a:lnTo>
                  <a:cubicBezTo>
                    <a:pt x="488" y="650"/>
                    <a:pt x="538" y="813"/>
                    <a:pt x="650" y="7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2" name="Google Shape;5882;p114"/>
            <p:cNvSpPr/>
            <p:nvPr/>
          </p:nvSpPr>
          <p:spPr>
            <a:xfrm>
              <a:off x="846700" y="4309125"/>
              <a:ext cx="551125" cy="190600"/>
            </a:xfrm>
            <a:custGeom>
              <a:rect b="b" l="l" r="r" t="t"/>
              <a:pathLst>
                <a:path extrusionOk="0" h="7624" w="22045">
                  <a:moveTo>
                    <a:pt x="21832" y="4662"/>
                  </a:moveTo>
                  <a:cubicBezTo>
                    <a:pt x="17009" y="0"/>
                    <a:pt x="10598" y="7623"/>
                    <a:pt x="4962" y="6311"/>
                  </a:cubicBezTo>
                  <a:cubicBezTo>
                    <a:pt x="1963" y="5611"/>
                    <a:pt x="1" y="3300"/>
                    <a:pt x="101" y="238"/>
                  </a:cubicBezTo>
                  <a:cubicBezTo>
                    <a:pt x="101" y="150"/>
                    <a:pt x="251" y="150"/>
                    <a:pt x="251" y="238"/>
                  </a:cubicBezTo>
                  <a:cubicBezTo>
                    <a:pt x="513" y="6511"/>
                    <a:pt x="7511" y="6724"/>
                    <a:pt x="11885" y="4887"/>
                  </a:cubicBezTo>
                  <a:cubicBezTo>
                    <a:pt x="13597" y="4162"/>
                    <a:pt x="15322" y="3175"/>
                    <a:pt x="17209" y="2950"/>
                  </a:cubicBezTo>
                  <a:cubicBezTo>
                    <a:pt x="19108" y="2725"/>
                    <a:pt x="20620" y="3225"/>
                    <a:pt x="21970" y="4524"/>
                  </a:cubicBezTo>
                  <a:cubicBezTo>
                    <a:pt x="22045" y="4612"/>
                    <a:pt x="21920" y="4737"/>
                    <a:pt x="21832" y="46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3" name="Google Shape;5883;p114"/>
            <p:cNvSpPr/>
            <p:nvPr/>
          </p:nvSpPr>
          <p:spPr>
            <a:xfrm>
              <a:off x="851700" y="4210725"/>
              <a:ext cx="180925" cy="121225"/>
            </a:xfrm>
            <a:custGeom>
              <a:rect b="b" l="l" r="r" t="t"/>
              <a:pathLst>
                <a:path extrusionOk="0" h="4849" w="7237">
                  <a:moveTo>
                    <a:pt x="13" y="3174"/>
                  </a:moveTo>
                  <a:cubicBezTo>
                    <a:pt x="151" y="1162"/>
                    <a:pt x="2612" y="0"/>
                    <a:pt x="4412" y="537"/>
                  </a:cubicBezTo>
                  <a:cubicBezTo>
                    <a:pt x="5924" y="987"/>
                    <a:pt x="7236" y="3524"/>
                    <a:pt x="5849" y="4774"/>
                  </a:cubicBezTo>
                  <a:cubicBezTo>
                    <a:pt x="5774" y="4849"/>
                    <a:pt x="5662" y="4736"/>
                    <a:pt x="5724" y="4661"/>
                  </a:cubicBezTo>
                  <a:cubicBezTo>
                    <a:pt x="7124" y="3137"/>
                    <a:pt x="5462" y="837"/>
                    <a:pt x="3837" y="637"/>
                  </a:cubicBezTo>
                  <a:cubicBezTo>
                    <a:pt x="2287" y="437"/>
                    <a:pt x="325" y="1450"/>
                    <a:pt x="201" y="3174"/>
                  </a:cubicBezTo>
                  <a:cubicBezTo>
                    <a:pt x="201" y="3299"/>
                    <a:pt x="1" y="3299"/>
                    <a:pt x="13" y="31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4" name="Google Shape;5884;p114"/>
            <p:cNvSpPr/>
            <p:nvPr/>
          </p:nvSpPr>
          <p:spPr>
            <a:xfrm>
              <a:off x="905750" y="4276625"/>
              <a:ext cx="73125" cy="77200"/>
            </a:xfrm>
            <a:custGeom>
              <a:rect b="b" l="l" r="r" t="t"/>
              <a:pathLst>
                <a:path extrusionOk="0" h="3088" w="2925">
                  <a:moveTo>
                    <a:pt x="2862" y="2600"/>
                  </a:moveTo>
                  <a:cubicBezTo>
                    <a:pt x="2025" y="3087"/>
                    <a:pt x="800" y="2738"/>
                    <a:pt x="388" y="1850"/>
                  </a:cubicBezTo>
                  <a:cubicBezTo>
                    <a:pt x="0" y="1026"/>
                    <a:pt x="613" y="101"/>
                    <a:pt x="1488" y="13"/>
                  </a:cubicBezTo>
                  <a:cubicBezTo>
                    <a:pt x="1588" y="1"/>
                    <a:pt x="1625" y="188"/>
                    <a:pt x="1513" y="213"/>
                  </a:cubicBezTo>
                  <a:cubicBezTo>
                    <a:pt x="700" y="351"/>
                    <a:pt x="200" y="1176"/>
                    <a:pt x="663" y="1925"/>
                  </a:cubicBezTo>
                  <a:cubicBezTo>
                    <a:pt x="1138" y="2613"/>
                    <a:pt x="2037" y="2838"/>
                    <a:pt x="2775" y="2463"/>
                  </a:cubicBezTo>
                  <a:cubicBezTo>
                    <a:pt x="2850" y="2425"/>
                    <a:pt x="2925" y="2538"/>
                    <a:pt x="2850" y="26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5" name="Google Shape;5885;p114"/>
            <p:cNvSpPr/>
            <p:nvPr/>
          </p:nvSpPr>
          <p:spPr>
            <a:xfrm>
              <a:off x="952300" y="4282575"/>
              <a:ext cx="25" cy="325"/>
            </a:xfrm>
            <a:custGeom>
              <a:rect b="b" l="l" r="r" t="t"/>
              <a:pathLst>
                <a:path extrusionOk="0" h="13" w="1">
                  <a:moveTo>
                    <a:pt x="1" y="0"/>
                  </a:moveTo>
                  <a:lnTo>
                    <a:pt x="1" y="1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6" name="Google Shape;5886;p114"/>
            <p:cNvSpPr/>
            <p:nvPr/>
          </p:nvSpPr>
          <p:spPr>
            <a:xfrm>
              <a:off x="759550" y="4357225"/>
              <a:ext cx="206825" cy="103750"/>
            </a:xfrm>
            <a:custGeom>
              <a:rect b="b" l="l" r="r" t="t"/>
              <a:pathLst>
                <a:path extrusionOk="0" h="4150" w="8273">
                  <a:moveTo>
                    <a:pt x="8135" y="4137"/>
                  </a:moveTo>
                  <a:cubicBezTo>
                    <a:pt x="6998" y="3887"/>
                    <a:pt x="5936" y="3425"/>
                    <a:pt x="4986" y="2775"/>
                  </a:cubicBezTo>
                  <a:cubicBezTo>
                    <a:pt x="3537" y="1763"/>
                    <a:pt x="2062" y="1"/>
                    <a:pt x="175" y="1276"/>
                  </a:cubicBezTo>
                  <a:cubicBezTo>
                    <a:pt x="100" y="1326"/>
                    <a:pt x="0" y="1201"/>
                    <a:pt x="75" y="1138"/>
                  </a:cubicBezTo>
                  <a:cubicBezTo>
                    <a:pt x="837" y="451"/>
                    <a:pt x="1787" y="451"/>
                    <a:pt x="2699" y="851"/>
                  </a:cubicBezTo>
                  <a:cubicBezTo>
                    <a:pt x="3374" y="1151"/>
                    <a:pt x="3912" y="1676"/>
                    <a:pt x="4474" y="2125"/>
                  </a:cubicBezTo>
                  <a:cubicBezTo>
                    <a:pt x="5549" y="3013"/>
                    <a:pt x="6811" y="3650"/>
                    <a:pt x="8173" y="3975"/>
                  </a:cubicBezTo>
                  <a:cubicBezTo>
                    <a:pt x="8273" y="4000"/>
                    <a:pt x="8235" y="4150"/>
                    <a:pt x="8135" y="41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7" name="Google Shape;5887;p114"/>
            <p:cNvSpPr/>
            <p:nvPr/>
          </p:nvSpPr>
          <p:spPr>
            <a:xfrm>
              <a:off x="1020100" y="4375975"/>
              <a:ext cx="88425" cy="80000"/>
            </a:xfrm>
            <a:custGeom>
              <a:rect b="b" l="l" r="r" t="t"/>
              <a:pathLst>
                <a:path extrusionOk="0" h="3200" w="3537">
                  <a:moveTo>
                    <a:pt x="3424" y="2888"/>
                  </a:moveTo>
                  <a:cubicBezTo>
                    <a:pt x="2550" y="3087"/>
                    <a:pt x="1700" y="3200"/>
                    <a:pt x="888" y="2713"/>
                  </a:cubicBezTo>
                  <a:cubicBezTo>
                    <a:pt x="363" y="2388"/>
                    <a:pt x="0" y="1875"/>
                    <a:pt x="100" y="1225"/>
                  </a:cubicBezTo>
                  <a:cubicBezTo>
                    <a:pt x="188" y="613"/>
                    <a:pt x="688" y="138"/>
                    <a:pt x="1312" y="63"/>
                  </a:cubicBezTo>
                  <a:cubicBezTo>
                    <a:pt x="1787" y="13"/>
                    <a:pt x="2462" y="176"/>
                    <a:pt x="2512" y="726"/>
                  </a:cubicBezTo>
                  <a:cubicBezTo>
                    <a:pt x="2525" y="813"/>
                    <a:pt x="2387" y="813"/>
                    <a:pt x="2375" y="726"/>
                  </a:cubicBezTo>
                  <a:cubicBezTo>
                    <a:pt x="2312" y="1"/>
                    <a:pt x="1100" y="263"/>
                    <a:pt x="775" y="488"/>
                  </a:cubicBezTo>
                  <a:cubicBezTo>
                    <a:pt x="288" y="838"/>
                    <a:pt x="138" y="1500"/>
                    <a:pt x="438" y="2025"/>
                  </a:cubicBezTo>
                  <a:cubicBezTo>
                    <a:pt x="1050" y="3037"/>
                    <a:pt x="2400" y="2937"/>
                    <a:pt x="3374" y="2713"/>
                  </a:cubicBezTo>
                  <a:cubicBezTo>
                    <a:pt x="3487" y="2688"/>
                    <a:pt x="3537" y="2863"/>
                    <a:pt x="3424" y="28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8" name="Google Shape;5888;p114"/>
            <p:cNvSpPr/>
            <p:nvPr/>
          </p:nvSpPr>
          <p:spPr>
            <a:xfrm>
              <a:off x="1130700" y="4386300"/>
              <a:ext cx="33450" cy="43450"/>
            </a:xfrm>
            <a:custGeom>
              <a:rect b="b" l="l" r="r" t="t"/>
              <a:pathLst>
                <a:path extrusionOk="0" h="1738" w="1338">
                  <a:moveTo>
                    <a:pt x="1237" y="1550"/>
                  </a:moveTo>
                  <a:cubicBezTo>
                    <a:pt x="700" y="1737"/>
                    <a:pt x="0" y="1412"/>
                    <a:pt x="75" y="762"/>
                  </a:cubicBezTo>
                  <a:cubicBezTo>
                    <a:pt x="125" y="338"/>
                    <a:pt x="825" y="0"/>
                    <a:pt x="1087" y="425"/>
                  </a:cubicBezTo>
                  <a:cubicBezTo>
                    <a:pt x="1162" y="538"/>
                    <a:pt x="987" y="637"/>
                    <a:pt x="912" y="525"/>
                  </a:cubicBezTo>
                  <a:cubicBezTo>
                    <a:pt x="800" y="463"/>
                    <a:pt x="662" y="438"/>
                    <a:pt x="537" y="488"/>
                  </a:cubicBezTo>
                  <a:cubicBezTo>
                    <a:pt x="263" y="712"/>
                    <a:pt x="213" y="937"/>
                    <a:pt x="388" y="1137"/>
                  </a:cubicBezTo>
                  <a:cubicBezTo>
                    <a:pt x="550" y="1450"/>
                    <a:pt x="887" y="1487"/>
                    <a:pt x="1200" y="1400"/>
                  </a:cubicBezTo>
                  <a:cubicBezTo>
                    <a:pt x="1300" y="1362"/>
                    <a:pt x="1337" y="1525"/>
                    <a:pt x="1237" y="15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9" name="Google Shape;5889;p114"/>
            <p:cNvSpPr/>
            <p:nvPr/>
          </p:nvSpPr>
          <p:spPr>
            <a:xfrm>
              <a:off x="740475" y="4377850"/>
              <a:ext cx="31900" cy="31900"/>
            </a:xfrm>
            <a:custGeom>
              <a:rect b="b" l="l" r="r" t="t"/>
              <a:pathLst>
                <a:path extrusionOk="0" h="1276" w="1276">
                  <a:moveTo>
                    <a:pt x="938" y="351"/>
                  </a:moveTo>
                  <a:cubicBezTo>
                    <a:pt x="1275" y="713"/>
                    <a:pt x="813" y="1275"/>
                    <a:pt x="413" y="950"/>
                  </a:cubicBezTo>
                  <a:cubicBezTo>
                    <a:pt x="1" y="626"/>
                    <a:pt x="476" y="1"/>
                    <a:pt x="888" y="301"/>
                  </a:cubicBezTo>
                  <a:cubicBezTo>
                    <a:pt x="950" y="351"/>
                    <a:pt x="900" y="463"/>
                    <a:pt x="813" y="451"/>
                  </a:cubicBezTo>
                  <a:lnTo>
                    <a:pt x="813" y="451"/>
                  </a:lnTo>
                  <a:cubicBezTo>
                    <a:pt x="776" y="376"/>
                    <a:pt x="875" y="276"/>
                    <a:pt x="950" y="3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0" name="Google Shape;5890;p114"/>
            <p:cNvSpPr/>
            <p:nvPr/>
          </p:nvSpPr>
          <p:spPr>
            <a:xfrm>
              <a:off x="816075" y="4313800"/>
              <a:ext cx="77825" cy="113125"/>
            </a:xfrm>
            <a:custGeom>
              <a:rect b="b" l="l" r="r" t="t"/>
              <a:pathLst>
                <a:path extrusionOk="0" h="4525" w="3113">
                  <a:moveTo>
                    <a:pt x="2963" y="4462"/>
                  </a:moveTo>
                  <a:cubicBezTo>
                    <a:pt x="1563" y="3363"/>
                    <a:pt x="538" y="1850"/>
                    <a:pt x="26" y="151"/>
                  </a:cubicBezTo>
                  <a:cubicBezTo>
                    <a:pt x="1" y="63"/>
                    <a:pt x="138" y="1"/>
                    <a:pt x="188" y="88"/>
                  </a:cubicBezTo>
                  <a:cubicBezTo>
                    <a:pt x="926" y="1700"/>
                    <a:pt x="1700" y="3188"/>
                    <a:pt x="3050" y="4375"/>
                  </a:cubicBezTo>
                  <a:cubicBezTo>
                    <a:pt x="3113" y="4437"/>
                    <a:pt x="3025" y="4525"/>
                    <a:pt x="2963" y="44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1" name="Google Shape;5891;p114"/>
            <p:cNvSpPr/>
            <p:nvPr/>
          </p:nvSpPr>
          <p:spPr>
            <a:xfrm>
              <a:off x="799850" y="4293200"/>
              <a:ext cx="30950" cy="32500"/>
            </a:xfrm>
            <a:custGeom>
              <a:rect b="b" l="l" r="r" t="t"/>
              <a:pathLst>
                <a:path extrusionOk="0" h="1300" w="1238">
                  <a:moveTo>
                    <a:pt x="737" y="800"/>
                  </a:moveTo>
                  <a:lnTo>
                    <a:pt x="737" y="737"/>
                  </a:lnTo>
                  <a:cubicBezTo>
                    <a:pt x="812" y="662"/>
                    <a:pt x="925" y="750"/>
                    <a:pt x="875" y="850"/>
                  </a:cubicBezTo>
                  <a:cubicBezTo>
                    <a:pt x="637" y="1300"/>
                    <a:pt x="0" y="750"/>
                    <a:pt x="350" y="375"/>
                  </a:cubicBezTo>
                  <a:cubicBezTo>
                    <a:pt x="687" y="0"/>
                    <a:pt x="1237" y="550"/>
                    <a:pt x="850" y="912"/>
                  </a:cubicBezTo>
                  <a:cubicBezTo>
                    <a:pt x="762" y="975"/>
                    <a:pt x="675" y="875"/>
                    <a:pt x="725" y="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2" name="Google Shape;5892;p114"/>
            <p:cNvSpPr/>
            <p:nvPr/>
          </p:nvSpPr>
          <p:spPr>
            <a:xfrm>
              <a:off x="848575" y="4298825"/>
              <a:ext cx="5650" cy="9375"/>
            </a:xfrm>
            <a:custGeom>
              <a:rect b="b" l="l" r="r" t="t"/>
              <a:pathLst>
                <a:path extrusionOk="0" h="375" w="226">
                  <a:moveTo>
                    <a:pt x="13" y="263"/>
                  </a:moveTo>
                  <a:cubicBezTo>
                    <a:pt x="1" y="188"/>
                    <a:pt x="26" y="113"/>
                    <a:pt x="76" y="63"/>
                  </a:cubicBezTo>
                  <a:cubicBezTo>
                    <a:pt x="113" y="0"/>
                    <a:pt x="226" y="13"/>
                    <a:pt x="226" y="100"/>
                  </a:cubicBezTo>
                  <a:cubicBezTo>
                    <a:pt x="213" y="150"/>
                    <a:pt x="213" y="213"/>
                    <a:pt x="213" y="263"/>
                  </a:cubicBezTo>
                  <a:cubicBezTo>
                    <a:pt x="201" y="375"/>
                    <a:pt x="38" y="375"/>
                    <a:pt x="13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3" name="Google Shape;5893;p114"/>
            <p:cNvSpPr/>
            <p:nvPr/>
          </p:nvSpPr>
          <p:spPr>
            <a:xfrm>
              <a:off x="980725" y="4331300"/>
              <a:ext cx="10025" cy="6900"/>
            </a:xfrm>
            <a:custGeom>
              <a:rect b="b" l="l" r="r" t="t"/>
              <a:pathLst>
                <a:path extrusionOk="0" h="276" w="401">
                  <a:moveTo>
                    <a:pt x="88" y="88"/>
                  </a:moveTo>
                  <a:cubicBezTo>
                    <a:pt x="151" y="51"/>
                    <a:pt x="226" y="26"/>
                    <a:pt x="301" y="13"/>
                  </a:cubicBezTo>
                  <a:cubicBezTo>
                    <a:pt x="351" y="1"/>
                    <a:pt x="401" y="63"/>
                    <a:pt x="351" y="113"/>
                  </a:cubicBezTo>
                  <a:cubicBezTo>
                    <a:pt x="301" y="176"/>
                    <a:pt x="226" y="226"/>
                    <a:pt x="151" y="251"/>
                  </a:cubicBezTo>
                  <a:cubicBezTo>
                    <a:pt x="63" y="276"/>
                    <a:pt x="1" y="138"/>
                    <a:pt x="88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4" name="Google Shape;5894;p114"/>
            <p:cNvSpPr/>
            <p:nvPr/>
          </p:nvSpPr>
          <p:spPr>
            <a:xfrm>
              <a:off x="839525" y="4440350"/>
              <a:ext cx="156850" cy="27825"/>
            </a:xfrm>
            <a:custGeom>
              <a:rect b="b" l="l" r="r" t="t"/>
              <a:pathLst>
                <a:path extrusionOk="0" h="1113" w="6274">
                  <a:moveTo>
                    <a:pt x="6174" y="1100"/>
                  </a:moveTo>
                  <a:cubicBezTo>
                    <a:pt x="5311" y="1112"/>
                    <a:pt x="4449" y="1025"/>
                    <a:pt x="3612" y="850"/>
                  </a:cubicBezTo>
                  <a:cubicBezTo>
                    <a:pt x="2462" y="625"/>
                    <a:pt x="1337" y="175"/>
                    <a:pt x="163" y="500"/>
                  </a:cubicBezTo>
                  <a:cubicBezTo>
                    <a:pt x="38" y="525"/>
                    <a:pt x="0" y="362"/>
                    <a:pt x="113" y="313"/>
                  </a:cubicBezTo>
                  <a:cubicBezTo>
                    <a:pt x="900" y="0"/>
                    <a:pt x="1625" y="163"/>
                    <a:pt x="2437" y="337"/>
                  </a:cubicBezTo>
                  <a:cubicBezTo>
                    <a:pt x="3674" y="612"/>
                    <a:pt x="4899" y="862"/>
                    <a:pt x="6174" y="925"/>
                  </a:cubicBezTo>
                  <a:cubicBezTo>
                    <a:pt x="6274" y="937"/>
                    <a:pt x="6274" y="1087"/>
                    <a:pt x="6174" y="1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5" name="Google Shape;5895;p114"/>
            <p:cNvSpPr/>
            <p:nvPr/>
          </p:nvSpPr>
          <p:spPr>
            <a:xfrm>
              <a:off x="817950" y="4437225"/>
              <a:ext cx="33150" cy="31250"/>
            </a:xfrm>
            <a:custGeom>
              <a:rect b="b" l="l" r="r" t="t"/>
              <a:pathLst>
                <a:path extrusionOk="0" h="1250" w="1326">
                  <a:moveTo>
                    <a:pt x="876" y="550"/>
                  </a:moveTo>
                  <a:lnTo>
                    <a:pt x="763" y="587"/>
                  </a:lnTo>
                  <a:cubicBezTo>
                    <a:pt x="713" y="512"/>
                    <a:pt x="763" y="413"/>
                    <a:pt x="851" y="425"/>
                  </a:cubicBezTo>
                  <a:cubicBezTo>
                    <a:pt x="1326" y="587"/>
                    <a:pt x="851" y="1250"/>
                    <a:pt x="476" y="1012"/>
                  </a:cubicBezTo>
                  <a:cubicBezTo>
                    <a:pt x="1" y="712"/>
                    <a:pt x="551" y="0"/>
                    <a:pt x="976" y="438"/>
                  </a:cubicBezTo>
                  <a:cubicBezTo>
                    <a:pt x="1038" y="500"/>
                    <a:pt x="963" y="600"/>
                    <a:pt x="876" y="5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6" name="Google Shape;5896;p114"/>
            <p:cNvSpPr/>
            <p:nvPr/>
          </p:nvSpPr>
          <p:spPr>
            <a:xfrm>
              <a:off x="773900" y="4388175"/>
              <a:ext cx="72825" cy="22500"/>
            </a:xfrm>
            <a:custGeom>
              <a:rect b="b" l="l" r="r" t="t"/>
              <a:pathLst>
                <a:path extrusionOk="0" h="900" w="2913">
                  <a:moveTo>
                    <a:pt x="2813" y="263"/>
                  </a:moveTo>
                  <a:cubicBezTo>
                    <a:pt x="2500" y="562"/>
                    <a:pt x="2113" y="750"/>
                    <a:pt x="1688" y="800"/>
                  </a:cubicBezTo>
                  <a:cubicBezTo>
                    <a:pt x="1226" y="862"/>
                    <a:pt x="526" y="900"/>
                    <a:pt x="113" y="637"/>
                  </a:cubicBezTo>
                  <a:cubicBezTo>
                    <a:pt x="1" y="575"/>
                    <a:pt x="63" y="413"/>
                    <a:pt x="188" y="438"/>
                  </a:cubicBezTo>
                  <a:cubicBezTo>
                    <a:pt x="976" y="637"/>
                    <a:pt x="2013" y="687"/>
                    <a:pt x="2650" y="100"/>
                  </a:cubicBezTo>
                  <a:cubicBezTo>
                    <a:pt x="2763" y="0"/>
                    <a:pt x="2913" y="163"/>
                    <a:pt x="2800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7" name="Google Shape;5897;p114"/>
            <p:cNvSpPr/>
            <p:nvPr/>
          </p:nvSpPr>
          <p:spPr>
            <a:xfrm>
              <a:off x="774525" y="4381600"/>
              <a:ext cx="70650" cy="23450"/>
            </a:xfrm>
            <a:custGeom>
              <a:rect b="b" l="l" r="r" t="t"/>
              <a:pathLst>
                <a:path extrusionOk="0" h="938" w="2826">
                  <a:moveTo>
                    <a:pt x="63" y="738"/>
                  </a:moveTo>
                  <a:cubicBezTo>
                    <a:pt x="588" y="51"/>
                    <a:pt x="2013" y="1"/>
                    <a:pt x="2725" y="376"/>
                  </a:cubicBezTo>
                  <a:cubicBezTo>
                    <a:pt x="2825" y="426"/>
                    <a:pt x="2750" y="563"/>
                    <a:pt x="2650" y="551"/>
                  </a:cubicBezTo>
                  <a:cubicBezTo>
                    <a:pt x="1938" y="438"/>
                    <a:pt x="776" y="176"/>
                    <a:pt x="213" y="850"/>
                  </a:cubicBezTo>
                  <a:cubicBezTo>
                    <a:pt x="151" y="938"/>
                    <a:pt x="1" y="825"/>
                    <a:pt x="63" y="7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8" name="Google Shape;5898;p114"/>
            <p:cNvSpPr/>
            <p:nvPr/>
          </p:nvSpPr>
          <p:spPr>
            <a:xfrm>
              <a:off x="927300" y="4396600"/>
              <a:ext cx="17850" cy="55950"/>
            </a:xfrm>
            <a:custGeom>
              <a:rect b="b" l="l" r="r" t="t"/>
              <a:pathLst>
                <a:path extrusionOk="0" h="2238" w="714">
                  <a:moveTo>
                    <a:pt x="301" y="2087"/>
                  </a:moveTo>
                  <a:cubicBezTo>
                    <a:pt x="476" y="1450"/>
                    <a:pt x="376" y="775"/>
                    <a:pt x="51" y="213"/>
                  </a:cubicBezTo>
                  <a:cubicBezTo>
                    <a:pt x="1" y="101"/>
                    <a:pt x="163" y="1"/>
                    <a:pt x="238" y="101"/>
                  </a:cubicBezTo>
                  <a:cubicBezTo>
                    <a:pt x="626" y="713"/>
                    <a:pt x="713" y="1450"/>
                    <a:pt x="476" y="2137"/>
                  </a:cubicBezTo>
                  <a:cubicBezTo>
                    <a:pt x="438" y="2237"/>
                    <a:pt x="288" y="2200"/>
                    <a:pt x="301" y="20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9" name="Google Shape;5899;p114"/>
            <p:cNvSpPr/>
            <p:nvPr/>
          </p:nvSpPr>
          <p:spPr>
            <a:xfrm>
              <a:off x="922000" y="4396600"/>
              <a:ext cx="15950" cy="54375"/>
            </a:xfrm>
            <a:custGeom>
              <a:rect b="b" l="l" r="r" t="t"/>
              <a:pathLst>
                <a:path extrusionOk="0" h="2175" w="638">
                  <a:moveTo>
                    <a:pt x="450" y="188"/>
                  </a:moveTo>
                  <a:cubicBezTo>
                    <a:pt x="313" y="550"/>
                    <a:pt x="275" y="950"/>
                    <a:pt x="338" y="1338"/>
                  </a:cubicBezTo>
                  <a:cubicBezTo>
                    <a:pt x="375" y="1613"/>
                    <a:pt x="525" y="1788"/>
                    <a:pt x="625" y="2038"/>
                  </a:cubicBezTo>
                  <a:cubicBezTo>
                    <a:pt x="638" y="2075"/>
                    <a:pt x="613" y="2112"/>
                    <a:pt x="563" y="2125"/>
                  </a:cubicBezTo>
                  <a:cubicBezTo>
                    <a:pt x="275" y="2175"/>
                    <a:pt x="163" y="1850"/>
                    <a:pt x="113" y="1613"/>
                  </a:cubicBezTo>
                  <a:cubicBezTo>
                    <a:pt x="0" y="1113"/>
                    <a:pt x="38" y="600"/>
                    <a:pt x="238" y="126"/>
                  </a:cubicBezTo>
                  <a:cubicBezTo>
                    <a:pt x="288" y="1"/>
                    <a:pt x="500" y="51"/>
                    <a:pt x="450" y="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0" name="Google Shape;5900;p114"/>
            <p:cNvSpPr/>
            <p:nvPr/>
          </p:nvSpPr>
          <p:spPr>
            <a:xfrm>
              <a:off x="1194425" y="4364725"/>
              <a:ext cx="82825" cy="26900"/>
            </a:xfrm>
            <a:custGeom>
              <a:rect b="b" l="l" r="r" t="t"/>
              <a:pathLst>
                <a:path extrusionOk="0" h="1076" w="3313">
                  <a:moveTo>
                    <a:pt x="3187" y="926"/>
                  </a:moveTo>
                  <a:cubicBezTo>
                    <a:pt x="2175" y="1076"/>
                    <a:pt x="800" y="926"/>
                    <a:pt x="50" y="163"/>
                  </a:cubicBezTo>
                  <a:cubicBezTo>
                    <a:pt x="0" y="113"/>
                    <a:pt x="50" y="1"/>
                    <a:pt x="125" y="26"/>
                  </a:cubicBezTo>
                  <a:cubicBezTo>
                    <a:pt x="600" y="188"/>
                    <a:pt x="1013" y="476"/>
                    <a:pt x="1500" y="601"/>
                  </a:cubicBezTo>
                  <a:cubicBezTo>
                    <a:pt x="2037" y="738"/>
                    <a:pt x="2600" y="776"/>
                    <a:pt x="3150" y="713"/>
                  </a:cubicBezTo>
                  <a:cubicBezTo>
                    <a:pt x="3275" y="701"/>
                    <a:pt x="3312" y="913"/>
                    <a:pt x="3187" y="9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1" name="Google Shape;5901;p114"/>
            <p:cNvSpPr/>
            <p:nvPr/>
          </p:nvSpPr>
          <p:spPr>
            <a:xfrm>
              <a:off x="1194425" y="4355975"/>
              <a:ext cx="100625" cy="30975"/>
            </a:xfrm>
            <a:custGeom>
              <a:rect b="b" l="l" r="r" t="t"/>
              <a:pathLst>
                <a:path extrusionOk="0" h="1239" w="4025">
                  <a:moveTo>
                    <a:pt x="138" y="238"/>
                  </a:moveTo>
                  <a:cubicBezTo>
                    <a:pt x="763" y="126"/>
                    <a:pt x="1413" y="1"/>
                    <a:pt x="2050" y="101"/>
                  </a:cubicBezTo>
                  <a:cubicBezTo>
                    <a:pt x="2737" y="201"/>
                    <a:pt x="3312" y="551"/>
                    <a:pt x="3887" y="926"/>
                  </a:cubicBezTo>
                  <a:cubicBezTo>
                    <a:pt x="4024" y="1013"/>
                    <a:pt x="3899" y="1238"/>
                    <a:pt x="3749" y="1151"/>
                  </a:cubicBezTo>
                  <a:cubicBezTo>
                    <a:pt x="3287" y="838"/>
                    <a:pt x="2800" y="526"/>
                    <a:pt x="2237" y="388"/>
                  </a:cubicBezTo>
                  <a:cubicBezTo>
                    <a:pt x="1575" y="226"/>
                    <a:pt x="863" y="338"/>
                    <a:pt x="200" y="451"/>
                  </a:cubicBezTo>
                  <a:cubicBezTo>
                    <a:pt x="63" y="463"/>
                    <a:pt x="0" y="263"/>
                    <a:pt x="138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2" name="Google Shape;5902;p114"/>
            <p:cNvSpPr/>
            <p:nvPr/>
          </p:nvSpPr>
          <p:spPr>
            <a:xfrm>
              <a:off x="593025" y="3689900"/>
              <a:ext cx="199650" cy="551150"/>
            </a:xfrm>
            <a:custGeom>
              <a:rect b="b" l="l" r="r" t="t"/>
              <a:pathLst>
                <a:path extrusionOk="0" h="22046" w="7986">
                  <a:moveTo>
                    <a:pt x="3487" y="88"/>
                  </a:moveTo>
                  <a:cubicBezTo>
                    <a:pt x="4799" y="1426"/>
                    <a:pt x="5286" y="2938"/>
                    <a:pt x="5074" y="4837"/>
                  </a:cubicBezTo>
                  <a:cubicBezTo>
                    <a:pt x="4899" y="6237"/>
                    <a:pt x="4287" y="7487"/>
                    <a:pt x="3749" y="8761"/>
                  </a:cubicBezTo>
                  <a:cubicBezTo>
                    <a:pt x="1875" y="13235"/>
                    <a:pt x="0" y="21470"/>
                    <a:pt x="7773" y="21808"/>
                  </a:cubicBezTo>
                  <a:cubicBezTo>
                    <a:pt x="7861" y="21808"/>
                    <a:pt x="7861" y="21933"/>
                    <a:pt x="7773" y="21945"/>
                  </a:cubicBezTo>
                  <a:cubicBezTo>
                    <a:pt x="4737" y="22045"/>
                    <a:pt x="2400" y="20071"/>
                    <a:pt x="1700" y="17084"/>
                  </a:cubicBezTo>
                  <a:cubicBezTo>
                    <a:pt x="388" y="11435"/>
                    <a:pt x="7986" y="5012"/>
                    <a:pt x="3349" y="213"/>
                  </a:cubicBezTo>
                  <a:cubicBezTo>
                    <a:pt x="3274" y="138"/>
                    <a:pt x="3399" y="1"/>
                    <a:pt x="3487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3" name="Google Shape;5903;p114"/>
            <p:cNvSpPr/>
            <p:nvPr/>
          </p:nvSpPr>
          <p:spPr>
            <a:xfrm>
              <a:off x="770150" y="4055125"/>
              <a:ext cx="121575" cy="180925"/>
            </a:xfrm>
            <a:custGeom>
              <a:rect b="b" l="l" r="r" t="t"/>
              <a:pathLst>
                <a:path extrusionOk="0" h="7237" w="4863">
                  <a:moveTo>
                    <a:pt x="1688" y="7036"/>
                  </a:moveTo>
                  <a:cubicBezTo>
                    <a:pt x="3413" y="6911"/>
                    <a:pt x="4425" y="4949"/>
                    <a:pt x="4225" y="3400"/>
                  </a:cubicBezTo>
                  <a:cubicBezTo>
                    <a:pt x="4025" y="1775"/>
                    <a:pt x="1725" y="113"/>
                    <a:pt x="201" y="1513"/>
                  </a:cubicBezTo>
                  <a:cubicBezTo>
                    <a:pt x="126" y="1588"/>
                    <a:pt x="1" y="1463"/>
                    <a:pt x="88" y="1388"/>
                  </a:cubicBezTo>
                  <a:cubicBezTo>
                    <a:pt x="1338" y="1"/>
                    <a:pt x="3875" y="1313"/>
                    <a:pt x="4325" y="2825"/>
                  </a:cubicBezTo>
                  <a:cubicBezTo>
                    <a:pt x="4862" y="4637"/>
                    <a:pt x="3700" y="7086"/>
                    <a:pt x="1688" y="7224"/>
                  </a:cubicBezTo>
                  <a:cubicBezTo>
                    <a:pt x="1563" y="7236"/>
                    <a:pt x="1563" y="7049"/>
                    <a:pt x="1688" y="70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4" name="Google Shape;5904;p114"/>
            <p:cNvSpPr/>
            <p:nvPr/>
          </p:nvSpPr>
          <p:spPr>
            <a:xfrm>
              <a:off x="748600" y="4108250"/>
              <a:ext cx="77200" cy="73425"/>
            </a:xfrm>
            <a:custGeom>
              <a:rect b="b" l="l" r="r" t="t"/>
              <a:pathLst>
                <a:path extrusionOk="0" h="2937" w="3088">
                  <a:moveTo>
                    <a:pt x="625" y="163"/>
                  </a:moveTo>
                  <a:cubicBezTo>
                    <a:pt x="251" y="900"/>
                    <a:pt x="476" y="1800"/>
                    <a:pt x="1163" y="2274"/>
                  </a:cubicBezTo>
                  <a:cubicBezTo>
                    <a:pt x="1913" y="2749"/>
                    <a:pt x="2750" y="2237"/>
                    <a:pt x="2887" y="1425"/>
                  </a:cubicBezTo>
                  <a:cubicBezTo>
                    <a:pt x="2900" y="1325"/>
                    <a:pt x="3087" y="1337"/>
                    <a:pt x="3075" y="1450"/>
                  </a:cubicBezTo>
                  <a:cubicBezTo>
                    <a:pt x="3000" y="2324"/>
                    <a:pt x="2075" y="2937"/>
                    <a:pt x="1250" y="2549"/>
                  </a:cubicBezTo>
                  <a:cubicBezTo>
                    <a:pt x="351" y="2137"/>
                    <a:pt x="1" y="912"/>
                    <a:pt x="501" y="75"/>
                  </a:cubicBezTo>
                  <a:cubicBezTo>
                    <a:pt x="550" y="0"/>
                    <a:pt x="663" y="75"/>
                    <a:pt x="625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5" name="Google Shape;5905;p114"/>
            <p:cNvSpPr/>
            <p:nvPr/>
          </p:nvSpPr>
          <p:spPr>
            <a:xfrm>
              <a:off x="819525" y="4135100"/>
              <a:ext cx="325" cy="350"/>
            </a:xfrm>
            <a:custGeom>
              <a:rect b="b" l="l" r="r" t="t"/>
              <a:pathLst>
                <a:path extrusionOk="0" h="14" w="13">
                  <a:moveTo>
                    <a:pt x="13" y="1"/>
                  </a:moveTo>
                  <a:lnTo>
                    <a:pt x="13" y="13"/>
                  </a:lnTo>
                  <a:cubicBezTo>
                    <a:pt x="13" y="13"/>
                    <a:pt x="0" y="1"/>
                    <a:pt x="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6" name="Google Shape;5906;p114"/>
            <p:cNvSpPr/>
            <p:nvPr/>
          </p:nvSpPr>
          <p:spPr>
            <a:xfrm>
              <a:off x="641450" y="4121350"/>
              <a:ext cx="103750" cy="206550"/>
            </a:xfrm>
            <a:custGeom>
              <a:rect b="b" l="l" r="r" t="t"/>
              <a:pathLst>
                <a:path extrusionOk="0" h="8262" w="4150">
                  <a:moveTo>
                    <a:pt x="163" y="101"/>
                  </a:moveTo>
                  <a:cubicBezTo>
                    <a:pt x="450" y="1288"/>
                    <a:pt x="975" y="2400"/>
                    <a:pt x="1712" y="3375"/>
                  </a:cubicBezTo>
                  <a:cubicBezTo>
                    <a:pt x="2237" y="4087"/>
                    <a:pt x="2937" y="4737"/>
                    <a:pt x="3299" y="5562"/>
                  </a:cubicBezTo>
                  <a:cubicBezTo>
                    <a:pt x="3699" y="6474"/>
                    <a:pt x="3699" y="7436"/>
                    <a:pt x="3012" y="8199"/>
                  </a:cubicBezTo>
                  <a:cubicBezTo>
                    <a:pt x="2949" y="8261"/>
                    <a:pt x="2825" y="8174"/>
                    <a:pt x="2875" y="8086"/>
                  </a:cubicBezTo>
                  <a:cubicBezTo>
                    <a:pt x="4149" y="6212"/>
                    <a:pt x="2387" y="4725"/>
                    <a:pt x="1375" y="3275"/>
                  </a:cubicBezTo>
                  <a:cubicBezTo>
                    <a:pt x="725" y="2325"/>
                    <a:pt x="263" y="1263"/>
                    <a:pt x="13" y="138"/>
                  </a:cubicBezTo>
                  <a:cubicBezTo>
                    <a:pt x="0" y="38"/>
                    <a:pt x="138" y="1"/>
                    <a:pt x="175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7" name="Google Shape;5907;p114"/>
            <p:cNvSpPr/>
            <p:nvPr/>
          </p:nvSpPr>
          <p:spPr>
            <a:xfrm>
              <a:off x="646450" y="3978900"/>
              <a:ext cx="81250" cy="88750"/>
            </a:xfrm>
            <a:custGeom>
              <a:rect b="b" l="l" r="r" t="t"/>
              <a:pathLst>
                <a:path extrusionOk="0" h="3550" w="3250">
                  <a:moveTo>
                    <a:pt x="488" y="163"/>
                  </a:moveTo>
                  <a:cubicBezTo>
                    <a:pt x="263" y="1138"/>
                    <a:pt x="163" y="2500"/>
                    <a:pt x="1175" y="3112"/>
                  </a:cubicBezTo>
                  <a:cubicBezTo>
                    <a:pt x="1650" y="3375"/>
                    <a:pt x="2237" y="3287"/>
                    <a:pt x="2625" y="2900"/>
                  </a:cubicBezTo>
                  <a:cubicBezTo>
                    <a:pt x="2924" y="2575"/>
                    <a:pt x="3249" y="1250"/>
                    <a:pt x="2475" y="1163"/>
                  </a:cubicBezTo>
                  <a:cubicBezTo>
                    <a:pt x="2387" y="1163"/>
                    <a:pt x="2387" y="1025"/>
                    <a:pt x="2475" y="1038"/>
                  </a:cubicBezTo>
                  <a:cubicBezTo>
                    <a:pt x="3012" y="1088"/>
                    <a:pt x="3187" y="1762"/>
                    <a:pt x="3137" y="2237"/>
                  </a:cubicBezTo>
                  <a:cubicBezTo>
                    <a:pt x="3062" y="2850"/>
                    <a:pt x="2587" y="3350"/>
                    <a:pt x="1975" y="3450"/>
                  </a:cubicBezTo>
                  <a:cubicBezTo>
                    <a:pt x="1325" y="3550"/>
                    <a:pt x="813" y="3187"/>
                    <a:pt x="488" y="2650"/>
                  </a:cubicBezTo>
                  <a:cubicBezTo>
                    <a:pt x="0" y="1850"/>
                    <a:pt x="113" y="988"/>
                    <a:pt x="313" y="113"/>
                  </a:cubicBezTo>
                  <a:cubicBezTo>
                    <a:pt x="338" y="0"/>
                    <a:pt x="513" y="50"/>
                    <a:pt x="488" y="1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8" name="Google Shape;5908;p114"/>
            <p:cNvSpPr/>
            <p:nvPr/>
          </p:nvSpPr>
          <p:spPr>
            <a:xfrm>
              <a:off x="672675" y="3923300"/>
              <a:ext cx="43775" cy="33450"/>
            </a:xfrm>
            <a:custGeom>
              <a:rect b="b" l="l" r="r" t="t"/>
              <a:pathLst>
                <a:path extrusionOk="0" h="1338" w="1751">
                  <a:moveTo>
                    <a:pt x="351" y="150"/>
                  </a:moveTo>
                  <a:cubicBezTo>
                    <a:pt x="263" y="462"/>
                    <a:pt x="301" y="787"/>
                    <a:pt x="613" y="962"/>
                  </a:cubicBezTo>
                  <a:cubicBezTo>
                    <a:pt x="813" y="1137"/>
                    <a:pt x="1026" y="1087"/>
                    <a:pt x="1263" y="800"/>
                  </a:cubicBezTo>
                  <a:cubicBezTo>
                    <a:pt x="1301" y="675"/>
                    <a:pt x="1288" y="537"/>
                    <a:pt x="1213" y="425"/>
                  </a:cubicBezTo>
                  <a:cubicBezTo>
                    <a:pt x="1101" y="350"/>
                    <a:pt x="1201" y="175"/>
                    <a:pt x="1326" y="250"/>
                  </a:cubicBezTo>
                  <a:cubicBezTo>
                    <a:pt x="1750" y="512"/>
                    <a:pt x="1413" y="1212"/>
                    <a:pt x="976" y="1262"/>
                  </a:cubicBezTo>
                  <a:cubicBezTo>
                    <a:pt x="326" y="1337"/>
                    <a:pt x="1" y="637"/>
                    <a:pt x="201" y="100"/>
                  </a:cubicBezTo>
                  <a:cubicBezTo>
                    <a:pt x="226" y="0"/>
                    <a:pt x="376" y="38"/>
                    <a:pt x="351" y="1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9" name="Google Shape;5909;p114"/>
            <p:cNvSpPr/>
            <p:nvPr/>
          </p:nvSpPr>
          <p:spPr>
            <a:xfrm>
              <a:off x="692375" y="4315375"/>
              <a:ext cx="32200" cy="31900"/>
            </a:xfrm>
            <a:custGeom>
              <a:rect b="b" l="l" r="r" t="t"/>
              <a:pathLst>
                <a:path extrusionOk="0" h="1276" w="1288">
                  <a:moveTo>
                    <a:pt x="838" y="463"/>
                  </a:moveTo>
                  <a:lnTo>
                    <a:pt x="838" y="463"/>
                  </a:lnTo>
                  <a:cubicBezTo>
                    <a:pt x="825" y="375"/>
                    <a:pt x="937" y="325"/>
                    <a:pt x="987" y="388"/>
                  </a:cubicBezTo>
                  <a:cubicBezTo>
                    <a:pt x="1287" y="800"/>
                    <a:pt x="663" y="1275"/>
                    <a:pt x="338" y="863"/>
                  </a:cubicBezTo>
                  <a:cubicBezTo>
                    <a:pt x="0" y="438"/>
                    <a:pt x="575" y="0"/>
                    <a:pt x="937" y="325"/>
                  </a:cubicBezTo>
                  <a:cubicBezTo>
                    <a:pt x="1012" y="388"/>
                    <a:pt x="912" y="488"/>
                    <a:pt x="838" y="4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0" name="Google Shape;5910;p114"/>
            <p:cNvSpPr/>
            <p:nvPr/>
          </p:nvSpPr>
          <p:spPr>
            <a:xfrm>
              <a:off x="675500" y="4193850"/>
              <a:ext cx="113125" cy="77500"/>
            </a:xfrm>
            <a:custGeom>
              <a:rect b="b" l="l" r="r" t="t"/>
              <a:pathLst>
                <a:path extrusionOk="0" h="3100" w="4525">
                  <a:moveTo>
                    <a:pt x="150" y="50"/>
                  </a:moveTo>
                  <a:cubicBezTo>
                    <a:pt x="1338" y="1412"/>
                    <a:pt x="2825" y="2175"/>
                    <a:pt x="4437" y="2924"/>
                  </a:cubicBezTo>
                  <a:cubicBezTo>
                    <a:pt x="4524" y="2962"/>
                    <a:pt x="4462" y="3099"/>
                    <a:pt x="4374" y="3074"/>
                  </a:cubicBezTo>
                  <a:cubicBezTo>
                    <a:pt x="2675" y="2562"/>
                    <a:pt x="1163" y="1550"/>
                    <a:pt x="63" y="150"/>
                  </a:cubicBezTo>
                  <a:cubicBezTo>
                    <a:pt x="0" y="88"/>
                    <a:pt x="100" y="0"/>
                    <a:pt x="150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1" name="Google Shape;5911;p114"/>
            <p:cNvSpPr/>
            <p:nvPr/>
          </p:nvSpPr>
          <p:spPr>
            <a:xfrm>
              <a:off x="776725" y="4256950"/>
              <a:ext cx="32525" cy="30950"/>
            </a:xfrm>
            <a:custGeom>
              <a:rect b="b" l="l" r="r" t="t"/>
              <a:pathLst>
                <a:path extrusionOk="0" h="1238" w="1301">
                  <a:moveTo>
                    <a:pt x="388" y="388"/>
                  </a:moveTo>
                  <a:cubicBezTo>
                    <a:pt x="750" y="1"/>
                    <a:pt x="1300" y="538"/>
                    <a:pt x="925" y="888"/>
                  </a:cubicBezTo>
                  <a:cubicBezTo>
                    <a:pt x="550" y="1238"/>
                    <a:pt x="0" y="600"/>
                    <a:pt x="450" y="350"/>
                  </a:cubicBezTo>
                  <a:cubicBezTo>
                    <a:pt x="550" y="313"/>
                    <a:pt x="638" y="425"/>
                    <a:pt x="563" y="500"/>
                  </a:cubicBezTo>
                  <a:lnTo>
                    <a:pt x="500" y="500"/>
                  </a:lnTo>
                  <a:cubicBezTo>
                    <a:pt x="425" y="563"/>
                    <a:pt x="325" y="463"/>
                    <a:pt x="388" y="3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2" name="Google Shape;5912;p114"/>
            <p:cNvSpPr/>
            <p:nvPr/>
          </p:nvSpPr>
          <p:spPr>
            <a:xfrm>
              <a:off x="793900" y="4233200"/>
              <a:ext cx="9725" cy="5975"/>
            </a:xfrm>
            <a:custGeom>
              <a:rect b="b" l="l" r="r" t="t"/>
              <a:pathLst>
                <a:path extrusionOk="0" h="239" w="389">
                  <a:moveTo>
                    <a:pt x="126" y="26"/>
                  </a:moveTo>
                  <a:cubicBezTo>
                    <a:pt x="176" y="26"/>
                    <a:pt x="238" y="13"/>
                    <a:pt x="288" y="13"/>
                  </a:cubicBezTo>
                  <a:cubicBezTo>
                    <a:pt x="376" y="1"/>
                    <a:pt x="388" y="113"/>
                    <a:pt x="338" y="163"/>
                  </a:cubicBezTo>
                  <a:cubicBezTo>
                    <a:pt x="276" y="213"/>
                    <a:pt x="201" y="238"/>
                    <a:pt x="126" y="226"/>
                  </a:cubicBezTo>
                  <a:cubicBezTo>
                    <a:pt x="1" y="226"/>
                    <a:pt x="1" y="26"/>
                    <a:pt x="126" y="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3" name="Google Shape;5913;p114"/>
            <p:cNvSpPr/>
            <p:nvPr/>
          </p:nvSpPr>
          <p:spPr>
            <a:xfrm>
              <a:off x="764225" y="4097000"/>
              <a:ext cx="6900" cy="10025"/>
            </a:xfrm>
            <a:custGeom>
              <a:rect b="b" l="l" r="r" t="t"/>
              <a:pathLst>
                <a:path extrusionOk="0" h="401" w="276">
                  <a:moveTo>
                    <a:pt x="25" y="250"/>
                  </a:moveTo>
                  <a:cubicBezTo>
                    <a:pt x="50" y="163"/>
                    <a:pt x="100" y="88"/>
                    <a:pt x="163" y="38"/>
                  </a:cubicBezTo>
                  <a:cubicBezTo>
                    <a:pt x="213" y="0"/>
                    <a:pt x="275" y="38"/>
                    <a:pt x="263" y="100"/>
                  </a:cubicBezTo>
                  <a:cubicBezTo>
                    <a:pt x="250" y="175"/>
                    <a:pt x="225" y="250"/>
                    <a:pt x="188" y="313"/>
                  </a:cubicBezTo>
                  <a:cubicBezTo>
                    <a:pt x="138" y="400"/>
                    <a:pt x="0" y="338"/>
                    <a:pt x="25" y="2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4" name="Google Shape;5914;p114"/>
            <p:cNvSpPr/>
            <p:nvPr/>
          </p:nvSpPr>
          <p:spPr>
            <a:xfrm>
              <a:off x="634250" y="4091375"/>
              <a:ext cx="27850" cy="156850"/>
            </a:xfrm>
            <a:custGeom>
              <a:rect b="b" l="l" r="r" t="t"/>
              <a:pathLst>
                <a:path extrusionOk="0" h="6274" w="1114">
                  <a:moveTo>
                    <a:pt x="188" y="100"/>
                  </a:moveTo>
                  <a:cubicBezTo>
                    <a:pt x="251" y="1375"/>
                    <a:pt x="501" y="2600"/>
                    <a:pt x="776" y="3837"/>
                  </a:cubicBezTo>
                  <a:cubicBezTo>
                    <a:pt x="963" y="4649"/>
                    <a:pt x="1113" y="5361"/>
                    <a:pt x="801" y="6161"/>
                  </a:cubicBezTo>
                  <a:cubicBezTo>
                    <a:pt x="751" y="6274"/>
                    <a:pt x="588" y="6236"/>
                    <a:pt x="613" y="6111"/>
                  </a:cubicBezTo>
                  <a:cubicBezTo>
                    <a:pt x="926" y="4936"/>
                    <a:pt x="488" y="3812"/>
                    <a:pt x="263" y="2650"/>
                  </a:cubicBezTo>
                  <a:cubicBezTo>
                    <a:pt x="88" y="1812"/>
                    <a:pt x="1" y="963"/>
                    <a:pt x="13" y="100"/>
                  </a:cubicBezTo>
                  <a:cubicBezTo>
                    <a:pt x="26" y="0"/>
                    <a:pt x="176" y="0"/>
                    <a:pt x="188" y="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5" name="Google Shape;5915;p114"/>
            <p:cNvSpPr/>
            <p:nvPr/>
          </p:nvSpPr>
          <p:spPr>
            <a:xfrm>
              <a:off x="634250" y="4236325"/>
              <a:ext cx="31275" cy="33150"/>
            </a:xfrm>
            <a:custGeom>
              <a:rect b="b" l="l" r="r" t="t"/>
              <a:pathLst>
                <a:path extrusionOk="0" h="1326" w="1251">
                  <a:moveTo>
                    <a:pt x="813" y="351"/>
                  </a:moveTo>
                  <a:cubicBezTo>
                    <a:pt x="1251" y="776"/>
                    <a:pt x="526" y="1325"/>
                    <a:pt x="238" y="851"/>
                  </a:cubicBezTo>
                  <a:cubicBezTo>
                    <a:pt x="1" y="476"/>
                    <a:pt x="663" y="1"/>
                    <a:pt x="813" y="476"/>
                  </a:cubicBezTo>
                  <a:cubicBezTo>
                    <a:pt x="826" y="563"/>
                    <a:pt x="726" y="626"/>
                    <a:pt x="663" y="563"/>
                  </a:cubicBezTo>
                  <a:lnTo>
                    <a:pt x="688" y="451"/>
                  </a:lnTo>
                  <a:cubicBezTo>
                    <a:pt x="638" y="363"/>
                    <a:pt x="751" y="276"/>
                    <a:pt x="813" y="3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6" name="Google Shape;5916;p114"/>
            <p:cNvSpPr/>
            <p:nvPr/>
          </p:nvSpPr>
          <p:spPr>
            <a:xfrm>
              <a:off x="691750" y="4241025"/>
              <a:ext cx="22525" cy="72800"/>
            </a:xfrm>
            <a:custGeom>
              <a:rect b="b" l="l" r="r" t="t"/>
              <a:pathLst>
                <a:path extrusionOk="0" h="2912" w="901">
                  <a:moveTo>
                    <a:pt x="800" y="263"/>
                  </a:moveTo>
                  <a:cubicBezTo>
                    <a:pt x="213" y="900"/>
                    <a:pt x="263" y="1937"/>
                    <a:pt x="463" y="2724"/>
                  </a:cubicBezTo>
                  <a:cubicBezTo>
                    <a:pt x="488" y="2837"/>
                    <a:pt x="325" y="2912"/>
                    <a:pt x="263" y="2812"/>
                  </a:cubicBezTo>
                  <a:cubicBezTo>
                    <a:pt x="0" y="2387"/>
                    <a:pt x="38" y="1687"/>
                    <a:pt x="100" y="1225"/>
                  </a:cubicBezTo>
                  <a:cubicBezTo>
                    <a:pt x="150" y="800"/>
                    <a:pt x="350" y="413"/>
                    <a:pt x="638" y="100"/>
                  </a:cubicBezTo>
                  <a:cubicBezTo>
                    <a:pt x="750" y="0"/>
                    <a:pt x="900" y="163"/>
                    <a:pt x="800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7" name="Google Shape;5917;p114"/>
            <p:cNvSpPr/>
            <p:nvPr/>
          </p:nvSpPr>
          <p:spPr>
            <a:xfrm>
              <a:off x="697675" y="4242575"/>
              <a:ext cx="23450" cy="70625"/>
            </a:xfrm>
            <a:custGeom>
              <a:rect b="b" l="l" r="r" t="t"/>
              <a:pathLst>
                <a:path extrusionOk="0" h="2825" w="938">
                  <a:moveTo>
                    <a:pt x="76" y="2612"/>
                  </a:moveTo>
                  <a:cubicBezTo>
                    <a:pt x="763" y="2063"/>
                    <a:pt x="501" y="888"/>
                    <a:pt x="388" y="176"/>
                  </a:cubicBezTo>
                  <a:cubicBezTo>
                    <a:pt x="376" y="76"/>
                    <a:pt x="501" y="1"/>
                    <a:pt x="563" y="101"/>
                  </a:cubicBezTo>
                  <a:cubicBezTo>
                    <a:pt x="938" y="800"/>
                    <a:pt x="875" y="2238"/>
                    <a:pt x="188" y="2750"/>
                  </a:cubicBezTo>
                  <a:cubicBezTo>
                    <a:pt x="113" y="2825"/>
                    <a:pt x="1" y="2675"/>
                    <a:pt x="76" y="26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8" name="Google Shape;5918;p114"/>
            <p:cNvSpPr/>
            <p:nvPr/>
          </p:nvSpPr>
          <p:spPr>
            <a:xfrm>
              <a:off x="649250" y="4142600"/>
              <a:ext cx="56900" cy="18150"/>
            </a:xfrm>
            <a:custGeom>
              <a:rect b="b" l="l" r="r" t="t"/>
              <a:pathLst>
                <a:path extrusionOk="0" h="726" w="2276">
                  <a:moveTo>
                    <a:pt x="126" y="238"/>
                  </a:moveTo>
                  <a:cubicBezTo>
                    <a:pt x="800" y="1"/>
                    <a:pt x="1550" y="88"/>
                    <a:pt x="2163" y="476"/>
                  </a:cubicBezTo>
                  <a:cubicBezTo>
                    <a:pt x="2275" y="538"/>
                    <a:pt x="2175" y="726"/>
                    <a:pt x="2050" y="663"/>
                  </a:cubicBezTo>
                  <a:cubicBezTo>
                    <a:pt x="1475" y="326"/>
                    <a:pt x="800" y="238"/>
                    <a:pt x="176" y="413"/>
                  </a:cubicBezTo>
                  <a:cubicBezTo>
                    <a:pt x="51" y="438"/>
                    <a:pt x="1" y="263"/>
                    <a:pt x="126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9" name="Google Shape;5919;p114"/>
            <p:cNvSpPr/>
            <p:nvPr/>
          </p:nvSpPr>
          <p:spPr>
            <a:xfrm>
              <a:off x="649575" y="4149800"/>
              <a:ext cx="56250" cy="21250"/>
            </a:xfrm>
            <a:custGeom>
              <a:rect b="b" l="l" r="r" t="t"/>
              <a:pathLst>
                <a:path extrusionOk="0" h="850" w="2250">
                  <a:moveTo>
                    <a:pt x="2112" y="400"/>
                  </a:moveTo>
                  <a:cubicBezTo>
                    <a:pt x="1762" y="538"/>
                    <a:pt x="0" y="850"/>
                    <a:pt x="125" y="63"/>
                  </a:cubicBezTo>
                  <a:cubicBezTo>
                    <a:pt x="125" y="25"/>
                    <a:pt x="175" y="0"/>
                    <a:pt x="213" y="13"/>
                  </a:cubicBezTo>
                  <a:cubicBezTo>
                    <a:pt x="463" y="113"/>
                    <a:pt x="638" y="250"/>
                    <a:pt x="912" y="300"/>
                  </a:cubicBezTo>
                  <a:cubicBezTo>
                    <a:pt x="1300" y="363"/>
                    <a:pt x="1687" y="313"/>
                    <a:pt x="2062" y="188"/>
                  </a:cubicBezTo>
                  <a:cubicBezTo>
                    <a:pt x="2200" y="138"/>
                    <a:pt x="2250" y="338"/>
                    <a:pt x="2112" y="4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0" name="Google Shape;5920;p114"/>
            <p:cNvSpPr/>
            <p:nvPr/>
          </p:nvSpPr>
          <p:spPr>
            <a:xfrm>
              <a:off x="710800" y="3810500"/>
              <a:ext cx="26575" cy="82825"/>
            </a:xfrm>
            <a:custGeom>
              <a:rect b="b" l="l" r="r" t="t"/>
              <a:pathLst>
                <a:path extrusionOk="0" h="3313" w="1063">
                  <a:moveTo>
                    <a:pt x="363" y="151"/>
                  </a:moveTo>
                  <a:cubicBezTo>
                    <a:pt x="300" y="713"/>
                    <a:pt x="338" y="1275"/>
                    <a:pt x="475" y="1813"/>
                  </a:cubicBezTo>
                  <a:cubicBezTo>
                    <a:pt x="600" y="2300"/>
                    <a:pt x="888" y="2713"/>
                    <a:pt x="1050" y="3175"/>
                  </a:cubicBezTo>
                  <a:cubicBezTo>
                    <a:pt x="1063" y="3262"/>
                    <a:pt x="975" y="3312"/>
                    <a:pt x="913" y="3262"/>
                  </a:cubicBezTo>
                  <a:cubicBezTo>
                    <a:pt x="138" y="2500"/>
                    <a:pt x="1" y="1138"/>
                    <a:pt x="150" y="126"/>
                  </a:cubicBezTo>
                  <a:cubicBezTo>
                    <a:pt x="163" y="1"/>
                    <a:pt x="375" y="26"/>
                    <a:pt x="363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1" name="Google Shape;5921;p114"/>
            <p:cNvSpPr/>
            <p:nvPr/>
          </p:nvSpPr>
          <p:spPr>
            <a:xfrm>
              <a:off x="715475" y="3792700"/>
              <a:ext cx="30975" cy="100625"/>
            </a:xfrm>
            <a:custGeom>
              <a:rect b="b" l="l" r="r" t="t"/>
              <a:pathLst>
                <a:path extrusionOk="0" h="4025" w="1239">
                  <a:moveTo>
                    <a:pt x="788" y="3824"/>
                  </a:moveTo>
                  <a:cubicBezTo>
                    <a:pt x="901" y="3150"/>
                    <a:pt x="1013" y="2450"/>
                    <a:pt x="851" y="1775"/>
                  </a:cubicBezTo>
                  <a:cubicBezTo>
                    <a:pt x="713" y="1225"/>
                    <a:pt x="401" y="738"/>
                    <a:pt x="88" y="263"/>
                  </a:cubicBezTo>
                  <a:cubicBezTo>
                    <a:pt x="1" y="125"/>
                    <a:pt x="226" y="0"/>
                    <a:pt x="313" y="138"/>
                  </a:cubicBezTo>
                  <a:cubicBezTo>
                    <a:pt x="688" y="700"/>
                    <a:pt x="1038" y="1288"/>
                    <a:pt x="1138" y="1975"/>
                  </a:cubicBezTo>
                  <a:cubicBezTo>
                    <a:pt x="1238" y="2612"/>
                    <a:pt x="1113" y="3262"/>
                    <a:pt x="1001" y="3887"/>
                  </a:cubicBezTo>
                  <a:cubicBezTo>
                    <a:pt x="976" y="4024"/>
                    <a:pt x="776" y="3962"/>
                    <a:pt x="788" y="38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2" name="Google Shape;5922;p114"/>
            <p:cNvSpPr/>
            <p:nvPr/>
          </p:nvSpPr>
          <p:spPr>
            <a:xfrm>
              <a:off x="894500" y="4197600"/>
              <a:ext cx="8475" cy="8150"/>
            </a:xfrm>
            <a:custGeom>
              <a:rect b="b" l="l" r="r" t="t"/>
              <a:pathLst>
                <a:path extrusionOk="0" h="326" w="339">
                  <a:moveTo>
                    <a:pt x="238" y="313"/>
                  </a:moveTo>
                  <a:cubicBezTo>
                    <a:pt x="151" y="325"/>
                    <a:pt x="76" y="288"/>
                    <a:pt x="26" y="213"/>
                  </a:cubicBezTo>
                  <a:cubicBezTo>
                    <a:pt x="1" y="200"/>
                    <a:pt x="1" y="163"/>
                    <a:pt x="1" y="138"/>
                  </a:cubicBezTo>
                  <a:lnTo>
                    <a:pt x="38" y="50"/>
                  </a:lnTo>
                  <a:cubicBezTo>
                    <a:pt x="38" y="13"/>
                    <a:pt x="101" y="0"/>
                    <a:pt x="126" y="38"/>
                  </a:cubicBezTo>
                  <a:lnTo>
                    <a:pt x="263" y="175"/>
                  </a:lnTo>
                  <a:cubicBezTo>
                    <a:pt x="338" y="200"/>
                    <a:pt x="326" y="325"/>
                    <a:pt x="238" y="3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3" name="Google Shape;5923;p114"/>
            <p:cNvSpPr/>
            <p:nvPr/>
          </p:nvSpPr>
          <p:spPr>
            <a:xfrm>
              <a:off x="900450" y="4190725"/>
              <a:ext cx="59050" cy="15025"/>
            </a:xfrm>
            <a:custGeom>
              <a:rect b="b" l="l" r="r" t="t"/>
              <a:pathLst>
                <a:path extrusionOk="0" h="601" w="2362">
                  <a:moveTo>
                    <a:pt x="63" y="475"/>
                  </a:moveTo>
                  <a:cubicBezTo>
                    <a:pt x="737" y="138"/>
                    <a:pt x="1537" y="0"/>
                    <a:pt x="2274" y="225"/>
                  </a:cubicBezTo>
                  <a:cubicBezTo>
                    <a:pt x="2362" y="250"/>
                    <a:pt x="2349" y="413"/>
                    <a:pt x="2249" y="400"/>
                  </a:cubicBezTo>
                  <a:cubicBezTo>
                    <a:pt x="1500" y="313"/>
                    <a:pt x="825" y="313"/>
                    <a:pt x="113" y="588"/>
                  </a:cubicBezTo>
                  <a:cubicBezTo>
                    <a:pt x="50" y="600"/>
                    <a:pt x="0" y="500"/>
                    <a:pt x="63" y="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4" name="Google Shape;5924;p114"/>
            <p:cNvSpPr/>
            <p:nvPr/>
          </p:nvSpPr>
          <p:spPr>
            <a:xfrm>
              <a:off x="934175" y="4183525"/>
              <a:ext cx="25325" cy="16900"/>
            </a:xfrm>
            <a:custGeom>
              <a:rect b="b" l="l" r="r" t="t"/>
              <a:pathLst>
                <a:path extrusionOk="0" h="676" w="1013">
                  <a:moveTo>
                    <a:pt x="825" y="613"/>
                  </a:moveTo>
                  <a:cubicBezTo>
                    <a:pt x="613" y="351"/>
                    <a:pt x="376" y="276"/>
                    <a:pt x="76" y="163"/>
                  </a:cubicBezTo>
                  <a:cubicBezTo>
                    <a:pt x="1" y="126"/>
                    <a:pt x="13" y="1"/>
                    <a:pt x="101" y="1"/>
                  </a:cubicBezTo>
                  <a:cubicBezTo>
                    <a:pt x="451" y="26"/>
                    <a:pt x="763" y="201"/>
                    <a:pt x="963" y="501"/>
                  </a:cubicBezTo>
                  <a:cubicBezTo>
                    <a:pt x="1013" y="576"/>
                    <a:pt x="888" y="676"/>
                    <a:pt x="825" y="6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5" name="Google Shape;5925;p114"/>
            <p:cNvSpPr/>
            <p:nvPr/>
          </p:nvSpPr>
          <p:spPr>
            <a:xfrm>
              <a:off x="893875" y="4145425"/>
              <a:ext cx="26575" cy="55325"/>
            </a:xfrm>
            <a:custGeom>
              <a:rect b="b" l="l" r="r" t="t"/>
              <a:pathLst>
                <a:path extrusionOk="0" h="2213" w="1063">
                  <a:moveTo>
                    <a:pt x="38" y="2075"/>
                  </a:moveTo>
                  <a:cubicBezTo>
                    <a:pt x="213" y="1775"/>
                    <a:pt x="363" y="1462"/>
                    <a:pt x="488" y="1125"/>
                  </a:cubicBezTo>
                  <a:cubicBezTo>
                    <a:pt x="600" y="775"/>
                    <a:pt x="538" y="475"/>
                    <a:pt x="488" y="125"/>
                  </a:cubicBezTo>
                  <a:cubicBezTo>
                    <a:pt x="475" y="25"/>
                    <a:pt x="613" y="0"/>
                    <a:pt x="638" y="75"/>
                  </a:cubicBezTo>
                  <a:cubicBezTo>
                    <a:pt x="1063" y="775"/>
                    <a:pt x="600" y="1612"/>
                    <a:pt x="126" y="2162"/>
                  </a:cubicBezTo>
                  <a:cubicBezTo>
                    <a:pt x="76" y="2212"/>
                    <a:pt x="1" y="2137"/>
                    <a:pt x="26" y="20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6" name="Google Shape;5926;p114"/>
            <p:cNvSpPr/>
            <p:nvPr/>
          </p:nvSpPr>
          <p:spPr>
            <a:xfrm>
              <a:off x="904500" y="4144175"/>
              <a:ext cx="16900" cy="34700"/>
            </a:xfrm>
            <a:custGeom>
              <a:rect b="b" l="l" r="r" t="t"/>
              <a:pathLst>
                <a:path extrusionOk="0" h="1388" w="676">
                  <a:moveTo>
                    <a:pt x="300" y="138"/>
                  </a:moveTo>
                  <a:cubicBezTo>
                    <a:pt x="563" y="450"/>
                    <a:pt x="675" y="875"/>
                    <a:pt x="625" y="1287"/>
                  </a:cubicBezTo>
                  <a:cubicBezTo>
                    <a:pt x="600" y="1387"/>
                    <a:pt x="463" y="1350"/>
                    <a:pt x="450" y="1262"/>
                  </a:cubicBezTo>
                  <a:cubicBezTo>
                    <a:pt x="425" y="875"/>
                    <a:pt x="375" y="575"/>
                    <a:pt x="100" y="288"/>
                  </a:cubicBezTo>
                  <a:cubicBezTo>
                    <a:pt x="1" y="150"/>
                    <a:pt x="188" y="0"/>
                    <a:pt x="300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7" name="Google Shape;5927;p114"/>
            <p:cNvSpPr/>
            <p:nvPr/>
          </p:nvSpPr>
          <p:spPr>
            <a:xfrm>
              <a:off x="915425" y="4169150"/>
              <a:ext cx="22525" cy="11275"/>
            </a:xfrm>
            <a:custGeom>
              <a:rect b="b" l="l" r="r" t="t"/>
              <a:pathLst>
                <a:path extrusionOk="0" h="451" w="901">
                  <a:moveTo>
                    <a:pt x="113" y="238"/>
                  </a:moveTo>
                  <a:cubicBezTo>
                    <a:pt x="338" y="176"/>
                    <a:pt x="538" y="76"/>
                    <a:pt x="763" y="26"/>
                  </a:cubicBezTo>
                  <a:cubicBezTo>
                    <a:pt x="851" y="1"/>
                    <a:pt x="901" y="113"/>
                    <a:pt x="826" y="163"/>
                  </a:cubicBezTo>
                  <a:cubicBezTo>
                    <a:pt x="626" y="288"/>
                    <a:pt x="401" y="376"/>
                    <a:pt x="163" y="426"/>
                  </a:cubicBezTo>
                  <a:cubicBezTo>
                    <a:pt x="51" y="451"/>
                    <a:pt x="1" y="276"/>
                    <a:pt x="113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8" name="Google Shape;5928;p114"/>
            <p:cNvSpPr/>
            <p:nvPr/>
          </p:nvSpPr>
          <p:spPr>
            <a:xfrm>
              <a:off x="922925" y="4169150"/>
              <a:ext cx="15975" cy="19725"/>
            </a:xfrm>
            <a:custGeom>
              <a:rect b="b" l="l" r="r" t="t"/>
              <a:pathLst>
                <a:path extrusionOk="0" h="789" w="639">
                  <a:moveTo>
                    <a:pt x="588" y="226"/>
                  </a:moveTo>
                  <a:cubicBezTo>
                    <a:pt x="488" y="413"/>
                    <a:pt x="363" y="588"/>
                    <a:pt x="213" y="726"/>
                  </a:cubicBezTo>
                  <a:cubicBezTo>
                    <a:pt x="138" y="788"/>
                    <a:pt x="1" y="701"/>
                    <a:pt x="51" y="613"/>
                  </a:cubicBezTo>
                  <a:cubicBezTo>
                    <a:pt x="163" y="438"/>
                    <a:pt x="288" y="288"/>
                    <a:pt x="401" y="126"/>
                  </a:cubicBezTo>
                  <a:cubicBezTo>
                    <a:pt x="463" y="1"/>
                    <a:pt x="638" y="101"/>
                    <a:pt x="576" y="2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9" name="Google Shape;5929;p114"/>
            <p:cNvSpPr/>
            <p:nvPr/>
          </p:nvSpPr>
          <p:spPr>
            <a:xfrm>
              <a:off x="924500" y="4181650"/>
              <a:ext cx="17525" cy="6900"/>
            </a:xfrm>
            <a:custGeom>
              <a:rect b="b" l="l" r="r" t="t"/>
              <a:pathLst>
                <a:path extrusionOk="0" h="276" w="701">
                  <a:moveTo>
                    <a:pt x="125" y="51"/>
                  </a:moveTo>
                  <a:cubicBezTo>
                    <a:pt x="288" y="1"/>
                    <a:pt x="463" y="26"/>
                    <a:pt x="613" y="113"/>
                  </a:cubicBezTo>
                  <a:cubicBezTo>
                    <a:pt x="700" y="163"/>
                    <a:pt x="638" y="276"/>
                    <a:pt x="550" y="251"/>
                  </a:cubicBezTo>
                  <a:lnTo>
                    <a:pt x="175" y="238"/>
                  </a:lnTo>
                  <a:cubicBezTo>
                    <a:pt x="50" y="263"/>
                    <a:pt x="0" y="88"/>
                    <a:pt x="125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0" name="Google Shape;5930;p114"/>
            <p:cNvSpPr/>
            <p:nvPr/>
          </p:nvSpPr>
          <p:spPr>
            <a:xfrm>
              <a:off x="933250" y="4149475"/>
              <a:ext cx="28750" cy="23450"/>
            </a:xfrm>
            <a:custGeom>
              <a:rect b="b" l="l" r="r" t="t"/>
              <a:pathLst>
                <a:path extrusionOk="0" h="938" w="1150">
                  <a:moveTo>
                    <a:pt x="513" y="788"/>
                  </a:moveTo>
                  <a:cubicBezTo>
                    <a:pt x="0" y="675"/>
                    <a:pt x="288" y="1"/>
                    <a:pt x="713" y="101"/>
                  </a:cubicBezTo>
                  <a:cubicBezTo>
                    <a:pt x="1150" y="201"/>
                    <a:pt x="1025" y="938"/>
                    <a:pt x="525" y="788"/>
                  </a:cubicBezTo>
                  <a:cubicBezTo>
                    <a:pt x="413" y="750"/>
                    <a:pt x="425" y="588"/>
                    <a:pt x="550" y="600"/>
                  </a:cubicBezTo>
                  <a:lnTo>
                    <a:pt x="550" y="613"/>
                  </a:lnTo>
                  <a:cubicBezTo>
                    <a:pt x="663" y="650"/>
                    <a:pt x="613" y="813"/>
                    <a:pt x="500" y="7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1" name="Google Shape;5931;p114"/>
            <p:cNvSpPr/>
            <p:nvPr/>
          </p:nvSpPr>
          <p:spPr>
            <a:xfrm>
              <a:off x="3701275" y="1305225"/>
              <a:ext cx="111550" cy="104375"/>
            </a:xfrm>
            <a:custGeom>
              <a:rect b="b" l="l" r="r" t="t"/>
              <a:pathLst>
                <a:path extrusionOk="0" h="4175" w="4462">
                  <a:moveTo>
                    <a:pt x="1812" y="288"/>
                  </a:moveTo>
                  <a:cubicBezTo>
                    <a:pt x="3374" y="101"/>
                    <a:pt x="4461" y="1900"/>
                    <a:pt x="3337" y="3125"/>
                  </a:cubicBezTo>
                  <a:cubicBezTo>
                    <a:pt x="2450" y="4062"/>
                    <a:pt x="987" y="3612"/>
                    <a:pt x="88" y="2962"/>
                  </a:cubicBezTo>
                  <a:cubicBezTo>
                    <a:pt x="50" y="2937"/>
                    <a:pt x="0" y="3000"/>
                    <a:pt x="38" y="3025"/>
                  </a:cubicBezTo>
                  <a:cubicBezTo>
                    <a:pt x="1050" y="3962"/>
                    <a:pt x="2987" y="4175"/>
                    <a:pt x="3712" y="2787"/>
                  </a:cubicBezTo>
                  <a:cubicBezTo>
                    <a:pt x="4424" y="1438"/>
                    <a:pt x="3249" y="1"/>
                    <a:pt x="1812" y="176"/>
                  </a:cubicBezTo>
                  <a:cubicBezTo>
                    <a:pt x="1737" y="188"/>
                    <a:pt x="1737" y="288"/>
                    <a:pt x="1812" y="2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2" name="Google Shape;5932;p114"/>
            <p:cNvSpPr/>
            <p:nvPr/>
          </p:nvSpPr>
          <p:spPr>
            <a:xfrm>
              <a:off x="3442900" y="1237425"/>
              <a:ext cx="263700" cy="147175"/>
            </a:xfrm>
            <a:custGeom>
              <a:rect b="b" l="l" r="r" t="t"/>
              <a:pathLst>
                <a:path extrusionOk="0" h="5887" w="10548">
                  <a:moveTo>
                    <a:pt x="10523" y="5812"/>
                  </a:moveTo>
                  <a:cubicBezTo>
                    <a:pt x="9198" y="3937"/>
                    <a:pt x="7998" y="1513"/>
                    <a:pt x="5686" y="738"/>
                  </a:cubicBezTo>
                  <a:cubicBezTo>
                    <a:pt x="3949" y="151"/>
                    <a:pt x="1475" y="1"/>
                    <a:pt x="25" y="1263"/>
                  </a:cubicBezTo>
                  <a:cubicBezTo>
                    <a:pt x="0" y="1288"/>
                    <a:pt x="38" y="1338"/>
                    <a:pt x="75" y="1313"/>
                  </a:cubicBezTo>
                  <a:cubicBezTo>
                    <a:pt x="1700" y="113"/>
                    <a:pt x="4462" y="288"/>
                    <a:pt x="6224" y="1138"/>
                  </a:cubicBezTo>
                  <a:cubicBezTo>
                    <a:pt x="8136" y="2063"/>
                    <a:pt x="9248" y="4175"/>
                    <a:pt x="10448" y="5849"/>
                  </a:cubicBezTo>
                  <a:cubicBezTo>
                    <a:pt x="10485" y="5887"/>
                    <a:pt x="10548" y="5849"/>
                    <a:pt x="10523" y="58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3" name="Google Shape;5933;p114"/>
            <p:cNvSpPr/>
            <p:nvPr/>
          </p:nvSpPr>
          <p:spPr>
            <a:xfrm>
              <a:off x="3410100" y="1277100"/>
              <a:ext cx="100300" cy="85325"/>
            </a:xfrm>
            <a:custGeom>
              <a:rect b="b" l="l" r="r" t="t"/>
              <a:pathLst>
                <a:path extrusionOk="0" h="3413" w="4012">
                  <a:moveTo>
                    <a:pt x="1087" y="51"/>
                  </a:moveTo>
                  <a:cubicBezTo>
                    <a:pt x="575" y="913"/>
                    <a:pt x="388" y="2100"/>
                    <a:pt x="1225" y="2838"/>
                  </a:cubicBezTo>
                  <a:cubicBezTo>
                    <a:pt x="1700" y="3263"/>
                    <a:pt x="2837" y="3412"/>
                    <a:pt x="3387" y="2988"/>
                  </a:cubicBezTo>
                  <a:cubicBezTo>
                    <a:pt x="4012" y="2513"/>
                    <a:pt x="3924" y="1363"/>
                    <a:pt x="3187" y="1026"/>
                  </a:cubicBezTo>
                  <a:cubicBezTo>
                    <a:pt x="2749" y="826"/>
                    <a:pt x="2237" y="851"/>
                    <a:pt x="1812" y="1101"/>
                  </a:cubicBezTo>
                  <a:cubicBezTo>
                    <a:pt x="1175" y="1463"/>
                    <a:pt x="775" y="2425"/>
                    <a:pt x="25" y="2538"/>
                  </a:cubicBezTo>
                  <a:cubicBezTo>
                    <a:pt x="0" y="2538"/>
                    <a:pt x="0" y="2588"/>
                    <a:pt x="25" y="2588"/>
                  </a:cubicBezTo>
                  <a:cubicBezTo>
                    <a:pt x="438" y="2575"/>
                    <a:pt x="675" y="2300"/>
                    <a:pt x="950" y="2013"/>
                  </a:cubicBezTo>
                  <a:cubicBezTo>
                    <a:pt x="1225" y="1725"/>
                    <a:pt x="1512" y="1351"/>
                    <a:pt x="1862" y="1201"/>
                  </a:cubicBezTo>
                  <a:cubicBezTo>
                    <a:pt x="2724" y="838"/>
                    <a:pt x="3724" y="1088"/>
                    <a:pt x="3587" y="2200"/>
                  </a:cubicBezTo>
                  <a:cubicBezTo>
                    <a:pt x="3662" y="2550"/>
                    <a:pt x="3524" y="2775"/>
                    <a:pt x="3174" y="2850"/>
                  </a:cubicBezTo>
                  <a:cubicBezTo>
                    <a:pt x="3087" y="2975"/>
                    <a:pt x="2949" y="3063"/>
                    <a:pt x="2799" y="3063"/>
                  </a:cubicBezTo>
                  <a:cubicBezTo>
                    <a:pt x="2737" y="3063"/>
                    <a:pt x="2675" y="3063"/>
                    <a:pt x="2612" y="3063"/>
                  </a:cubicBezTo>
                  <a:cubicBezTo>
                    <a:pt x="2362" y="3100"/>
                    <a:pt x="2100" y="3088"/>
                    <a:pt x="1850" y="3038"/>
                  </a:cubicBezTo>
                  <a:cubicBezTo>
                    <a:pt x="488" y="2688"/>
                    <a:pt x="613" y="1038"/>
                    <a:pt x="1150" y="88"/>
                  </a:cubicBezTo>
                  <a:cubicBezTo>
                    <a:pt x="1175" y="38"/>
                    <a:pt x="1112" y="1"/>
                    <a:pt x="1087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4" name="Google Shape;5934;p114"/>
            <p:cNvSpPr/>
            <p:nvPr/>
          </p:nvSpPr>
          <p:spPr>
            <a:xfrm>
              <a:off x="3347925" y="1331775"/>
              <a:ext cx="55325" cy="13775"/>
            </a:xfrm>
            <a:custGeom>
              <a:rect b="b" l="l" r="r" t="t"/>
              <a:pathLst>
                <a:path extrusionOk="0" h="551" w="2213">
                  <a:moveTo>
                    <a:pt x="2162" y="401"/>
                  </a:moveTo>
                  <a:cubicBezTo>
                    <a:pt x="1387" y="476"/>
                    <a:pt x="775" y="251"/>
                    <a:pt x="50" y="13"/>
                  </a:cubicBezTo>
                  <a:cubicBezTo>
                    <a:pt x="13" y="1"/>
                    <a:pt x="0" y="63"/>
                    <a:pt x="25" y="76"/>
                  </a:cubicBezTo>
                  <a:cubicBezTo>
                    <a:pt x="625" y="501"/>
                    <a:pt x="1475" y="551"/>
                    <a:pt x="2162" y="476"/>
                  </a:cubicBezTo>
                  <a:cubicBezTo>
                    <a:pt x="2212" y="476"/>
                    <a:pt x="2212" y="401"/>
                    <a:pt x="2162" y="4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5" name="Google Shape;5935;p114"/>
            <p:cNvSpPr/>
            <p:nvPr/>
          </p:nvSpPr>
          <p:spPr>
            <a:xfrm>
              <a:off x="3593475" y="1301475"/>
              <a:ext cx="82500" cy="96575"/>
            </a:xfrm>
            <a:custGeom>
              <a:rect b="b" l="l" r="r" t="t"/>
              <a:pathLst>
                <a:path extrusionOk="0" h="3863" w="3300">
                  <a:moveTo>
                    <a:pt x="2200" y="76"/>
                  </a:moveTo>
                  <a:cubicBezTo>
                    <a:pt x="2725" y="738"/>
                    <a:pt x="3187" y="1563"/>
                    <a:pt x="2938" y="2450"/>
                  </a:cubicBezTo>
                  <a:cubicBezTo>
                    <a:pt x="2813" y="2912"/>
                    <a:pt x="2488" y="3287"/>
                    <a:pt x="2050" y="3500"/>
                  </a:cubicBezTo>
                  <a:cubicBezTo>
                    <a:pt x="1775" y="3662"/>
                    <a:pt x="1463" y="3737"/>
                    <a:pt x="1138" y="3737"/>
                  </a:cubicBezTo>
                  <a:cubicBezTo>
                    <a:pt x="413" y="3725"/>
                    <a:pt x="263" y="3300"/>
                    <a:pt x="688" y="2475"/>
                  </a:cubicBezTo>
                  <a:cubicBezTo>
                    <a:pt x="726" y="2512"/>
                    <a:pt x="788" y="2475"/>
                    <a:pt x="763" y="2425"/>
                  </a:cubicBezTo>
                  <a:cubicBezTo>
                    <a:pt x="476" y="2063"/>
                    <a:pt x="138" y="2475"/>
                    <a:pt x="88" y="2812"/>
                  </a:cubicBezTo>
                  <a:cubicBezTo>
                    <a:pt x="1" y="3487"/>
                    <a:pt x="676" y="3862"/>
                    <a:pt x="1263" y="3837"/>
                  </a:cubicBezTo>
                  <a:cubicBezTo>
                    <a:pt x="2063" y="3812"/>
                    <a:pt x="2838" y="3250"/>
                    <a:pt x="3050" y="2475"/>
                  </a:cubicBezTo>
                  <a:cubicBezTo>
                    <a:pt x="3300" y="1563"/>
                    <a:pt x="2825" y="700"/>
                    <a:pt x="2238" y="26"/>
                  </a:cubicBezTo>
                  <a:cubicBezTo>
                    <a:pt x="2213" y="1"/>
                    <a:pt x="2175" y="38"/>
                    <a:pt x="2200" y="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6" name="Google Shape;5936;p114"/>
            <p:cNvSpPr/>
            <p:nvPr/>
          </p:nvSpPr>
          <p:spPr>
            <a:xfrm>
              <a:off x="3666275" y="1329600"/>
              <a:ext cx="22825" cy="110925"/>
            </a:xfrm>
            <a:custGeom>
              <a:rect b="b" l="l" r="r" t="t"/>
              <a:pathLst>
                <a:path extrusionOk="0" h="4437" w="913">
                  <a:moveTo>
                    <a:pt x="38" y="113"/>
                  </a:moveTo>
                  <a:cubicBezTo>
                    <a:pt x="888" y="1113"/>
                    <a:pt x="913" y="3249"/>
                    <a:pt x="338" y="4374"/>
                  </a:cubicBezTo>
                  <a:cubicBezTo>
                    <a:pt x="325" y="4412"/>
                    <a:pt x="363" y="4437"/>
                    <a:pt x="388" y="4399"/>
                  </a:cubicBezTo>
                  <a:cubicBezTo>
                    <a:pt x="913" y="3712"/>
                    <a:pt x="825" y="2725"/>
                    <a:pt x="738" y="1925"/>
                  </a:cubicBezTo>
                  <a:cubicBezTo>
                    <a:pt x="663" y="1250"/>
                    <a:pt x="550" y="563"/>
                    <a:pt x="100" y="50"/>
                  </a:cubicBezTo>
                  <a:cubicBezTo>
                    <a:pt x="63" y="0"/>
                    <a:pt x="1" y="63"/>
                    <a:pt x="38" y="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7" name="Google Shape;5937;p114"/>
            <p:cNvSpPr/>
            <p:nvPr/>
          </p:nvSpPr>
          <p:spPr>
            <a:xfrm>
              <a:off x="3666600" y="1439875"/>
              <a:ext cx="12200" cy="12225"/>
            </a:xfrm>
            <a:custGeom>
              <a:rect b="b" l="l" r="r" t="t"/>
              <a:pathLst>
                <a:path extrusionOk="0" h="489" w="488">
                  <a:moveTo>
                    <a:pt x="350" y="38"/>
                  </a:moveTo>
                  <a:cubicBezTo>
                    <a:pt x="262" y="1"/>
                    <a:pt x="162" y="13"/>
                    <a:pt x="87" y="88"/>
                  </a:cubicBezTo>
                  <a:cubicBezTo>
                    <a:pt x="25" y="151"/>
                    <a:pt x="0" y="238"/>
                    <a:pt x="25" y="326"/>
                  </a:cubicBezTo>
                  <a:cubicBezTo>
                    <a:pt x="25" y="363"/>
                    <a:pt x="38" y="388"/>
                    <a:pt x="50" y="413"/>
                  </a:cubicBezTo>
                  <a:cubicBezTo>
                    <a:pt x="87" y="438"/>
                    <a:pt x="125" y="451"/>
                    <a:pt x="162" y="463"/>
                  </a:cubicBezTo>
                  <a:cubicBezTo>
                    <a:pt x="287" y="488"/>
                    <a:pt x="412" y="413"/>
                    <a:pt x="462" y="288"/>
                  </a:cubicBezTo>
                  <a:cubicBezTo>
                    <a:pt x="487" y="163"/>
                    <a:pt x="375" y="38"/>
                    <a:pt x="250" y="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8" name="Google Shape;5938;p114"/>
            <p:cNvSpPr/>
            <p:nvPr/>
          </p:nvSpPr>
          <p:spPr>
            <a:xfrm>
              <a:off x="3665025" y="1437700"/>
              <a:ext cx="17825" cy="16275"/>
            </a:xfrm>
            <a:custGeom>
              <a:rect b="b" l="l" r="r" t="t"/>
              <a:pathLst>
                <a:path extrusionOk="0" h="651" w="713">
                  <a:moveTo>
                    <a:pt x="438" y="63"/>
                  </a:moveTo>
                  <a:cubicBezTo>
                    <a:pt x="263" y="0"/>
                    <a:pt x="88" y="100"/>
                    <a:pt x="38" y="263"/>
                  </a:cubicBezTo>
                  <a:cubicBezTo>
                    <a:pt x="1" y="425"/>
                    <a:pt x="51" y="575"/>
                    <a:pt x="225" y="600"/>
                  </a:cubicBezTo>
                  <a:cubicBezTo>
                    <a:pt x="625" y="650"/>
                    <a:pt x="713" y="88"/>
                    <a:pt x="313" y="88"/>
                  </a:cubicBezTo>
                  <a:cubicBezTo>
                    <a:pt x="263" y="88"/>
                    <a:pt x="250" y="163"/>
                    <a:pt x="300" y="175"/>
                  </a:cubicBezTo>
                  <a:cubicBezTo>
                    <a:pt x="413" y="500"/>
                    <a:pt x="400" y="575"/>
                    <a:pt x="250" y="388"/>
                  </a:cubicBezTo>
                  <a:cubicBezTo>
                    <a:pt x="76" y="288"/>
                    <a:pt x="125" y="213"/>
                    <a:pt x="400" y="188"/>
                  </a:cubicBezTo>
                  <a:cubicBezTo>
                    <a:pt x="475" y="213"/>
                    <a:pt x="513" y="88"/>
                    <a:pt x="438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9" name="Google Shape;5939;p114"/>
            <p:cNvSpPr/>
            <p:nvPr/>
          </p:nvSpPr>
          <p:spPr>
            <a:xfrm>
              <a:off x="3437900" y="1271800"/>
              <a:ext cx="2825" cy="3150"/>
            </a:xfrm>
            <a:custGeom>
              <a:rect b="b" l="l" r="r" t="t"/>
              <a:pathLst>
                <a:path extrusionOk="0" h="126" w="113">
                  <a:moveTo>
                    <a:pt x="25" y="63"/>
                  </a:moveTo>
                  <a:lnTo>
                    <a:pt x="25" y="100"/>
                  </a:lnTo>
                  <a:cubicBezTo>
                    <a:pt x="38" y="125"/>
                    <a:pt x="75" y="125"/>
                    <a:pt x="88" y="100"/>
                  </a:cubicBezTo>
                  <a:lnTo>
                    <a:pt x="88" y="63"/>
                  </a:lnTo>
                  <a:cubicBezTo>
                    <a:pt x="113" y="0"/>
                    <a:pt x="0" y="0"/>
                    <a:pt x="13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0" name="Google Shape;5940;p114"/>
            <p:cNvSpPr/>
            <p:nvPr/>
          </p:nvSpPr>
          <p:spPr>
            <a:xfrm>
              <a:off x="3308550" y="1315225"/>
              <a:ext cx="42200" cy="17825"/>
            </a:xfrm>
            <a:custGeom>
              <a:rect b="b" l="l" r="r" t="t"/>
              <a:pathLst>
                <a:path extrusionOk="0" h="713" w="1688">
                  <a:moveTo>
                    <a:pt x="1650" y="613"/>
                  </a:moveTo>
                  <a:cubicBezTo>
                    <a:pt x="1463" y="88"/>
                    <a:pt x="501" y="0"/>
                    <a:pt x="51" y="150"/>
                  </a:cubicBezTo>
                  <a:cubicBezTo>
                    <a:pt x="1" y="163"/>
                    <a:pt x="1" y="250"/>
                    <a:pt x="63" y="250"/>
                  </a:cubicBezTo>
                  <a:cubicBezTo>
                    <a:pt x="301" y="200"/>
                    <a:pt x="551" y="200"/>
                    <a:pt x="801" y="238"/>
                  </a:cubicBezTo>
                  <a:cubicBezTo>
                    <a:pt x="1038" y="275"/>
                    <a:pt x="1450" y="388"/>
                    <a:pt x="1550" y="650"/>
                  </a:cubicBezTo>
                  <a:cubicBezTo>
                    <a:pt x="1575" y="713"/>
                    <a:pt x="1688" y="688"/>
                    <a:pt x="1663" y="6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1" name="Google Shape;5941;p114"/>
            <p:cNvSpPr/>
            <p:nvPr/>
          </p:nvSpPr>
          <p:spPr>
            <a:xfrm>
              <a:off x="3308250" y="1317725"/>
              <a:ext cx="42200" cy="19700"/>
            </a:xfrm>
            <a:custGeom>
              <a:rect b="b" l="l" r="r" t="t"/>
              <a:pathLst>
                <a:path extrusionOk="0" h="788" w="1688">
                  <a:moveTo>
                    <a:pt x="38" y="113"/>
                  </a:moveTo>
                  <a:cubicBezTo>
                    <a:pt x="400" y="475"/>
                    <a:pt x="1112" y="788"/>
                    <a:pt x="1625" y="650"/>
                  </a:cubicBezTo>
                  <a:cubicBezTo>
                    <a:pt x="1687" y="625"/>
                    <a:pt x="1662" y="550"/>
                    <a:pt x="1600" y="550"/>
                  </a:cubicBezTo>
                  <a:cubicBezTo>
                    <a:pt x="1050" y="600"/>
                    <a:pt x="513" y="425"/>
                    <a:pt x="113" y="50"/>
                  </a:cubicBezTo>
                  <a:cubicBezTo>
                    <a:pt x="63" y="0"/>
                    <a:pt x="0" y="75"/>
                    <a:pt x="38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2" name="Google Shape;5942;p114"/>
            <p:cNvSpPr/>
            <p:nvPr/>
          </p:nvSpPr>
          <p:spPr>
            <a:xfrm>
              <a:off x="3377600" y="1341475"/>
              <a:ext cx="33150" cy="30000"/>
            </a:xfrm>
            <a:custGeom>
              <a:rect b="b" l="l" r="r" t="t"/>
              <a:pathLst>
                <a:path extrusionOk="0" h="1200" w="1326">
                  <a:moveTo>
                    <a:pt x="1275" y="25"/>
                  </a:moveTo>
                  <a:cubicBezTo>
                    <a:pt x="938" y="0"/>
                    <a:pt x="663" y="188"/>
                    <a:pt x="400" y="388"/>
                  </a:cubicBezTo>
                  <a:cubicBezTo>
                    <a:pt x="163" y="563"/>
                    <a:pt x="1" y="850"/>
                    <a:pt x="1" y="1162"/>
                  </a:cubicBezTo>
                  <a:cubicBezTo>
                    <a:pt x="1" y="1200"/>
                    <a:pt x="63" y="1200"/>
                    <a:pt x="76" y="1162"/>
                  </a:cubicBezTo>
                  <a:cubicBezTo>
                    <a:pt x="88" y="887"/>
                    <a:pt x="238" y="625"/>
                    <a:pt x="463" y="450"/>
                  </a:cubicBezTo>
                  <a:cubicBezTo>
                    <a:pt x="700" y="263"/>
                    <a:pt x="950" y="88"/>
                    <a:pt x="1275" y="100"/>
                  </a:cubicBezTo>
                  <a:cubicBezTo>
                    <a:pt x="1325" y="100"/>
                    <a:pt x="1325" y="25"/>
                    <a:pt x="1275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3" name="Google Shape;5943;p114"/>
            <p:cNvSpPr/>
            <p:nvPr/>
          </p:nvSpPr>
          <p:spPr>
            <a:xfrm>
              <a:off x="3376975" y="1342100"/>
              <a:ext cx="33150" cy="29375"/>
            </a:xfrm>
            <a:custGeom>
              <a:rect b="b" l="l" r="r" t="t"/>
              <a:pathLst>
                <a:path extrusionOk="0" h="1175" w="1326">
                  <a:moveTo>
                    <a:pt x="63" y="1175"/>
                  </a:moveTo>
                  <a:cubicBezTo>
                    <a:pt x="625" y="1087"/>
                    <a:pt x="1200" y="688"/>
                    <a:pt x="1313" y="100"/>
                  </a:cubicBezTo>
                  <a:cubicBezTo>
                    <a:pt x="1325" y="38"/>
                    <a:pt x="1250" y="0"/>
                    <a:pt x="1213" y="63"/>
                  </a:cubicBezTo>
                  <a:cubicBezTo>
                    <a:pt x="1075" y="300"/>
                    <a:pt x="1013" y="525"/>
                    <a:pt x="775" y="713"/>
                  </a:cubicBezTo>
                  <a:cubicBezTo>
                    <a:pt x="563" y="875"/>
                    <a:pt x="313" y="1012"/>
                    <a:pt x="38" y="1100"/>
                  </a:cubicBezTo>
                  <a:cubicBezTo>
                    <a:pt x="1" y="1112"/>
                    <a:pt x="13" y="1175"/>
                    <a:pt x="63" y="11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4" name="Google Shape;5944;p114"/>
            <p:cNvSpPr/>
            <p:nvPr/>
          </p:nvSpPr>
          <p:spPr>
            <a:xfrm>
              <a:off x="3680025" y="1349275"/>
              <a:ext cx="38450" cy="86875"/>
            </a:xfrm>
            <a:custGeom>
              <a:rect b="b" l="l" r="r" t="t"/>
              <a:pathLst>
                <a:path extrusionOk="0" h="3475" w="1538">
                  <a:moveTo>
                    <a:pt x="38" y="88"/>
                  </a:moveTo>
                  <a:cubicBezTo>
                    <a:pt x="738" y="1075"/>
                    <a:pt x="1213" y="2213"/>
                    <a:pt x="1437" y="3412"/>
                  </a:cubicBezTo>
                  <a:cubicBezTo>
                    <a:pt x="1450" y="3475"/>
                    <a:pt x="1537" y="3450"/>
                    <a:pt x="1537" y="3387"/>
                  </a:cubicBezTo>
                  <a:cubicBezTo>
                    <a:pt x="1313" y="2175"/>
                    <a:pt x="825" y="1038"/>
                    <a:pt x="88" y="38"/>
                  </a:cubicBezTo>
                  <a:cubicBezTo>
                    <a:pt x="63" y="1"/>
                    <a:pt x="0" y="38"/>
                    <a:pt x="25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5" name="Google Shape;5945;p114"/>
            <p:cNvSpPr/>
            <p:nvPr/>
          </p:nvSpPr>
          <p:spPr>
            <a:xfrm>
              <a:off x="3711275" y="1433625"/>
              <a:ext cx="17500" cy="16275"/>
            </a:xfrm>
            <a:custGeom>
              <a:rect b="b" l="l" r="r" t="t"/>
              <a:pathLst>
                <a:path extrusionOk="0" h="651" w="700">
                  <a:moveTo>
                    <a:pt x="187" y="88"/>
                  </a:moveTo>
                  <a:cubicBezTo>
                    <a:pt x="0" y="301"/>
                    <a:pt x="225" y="651"/>
                    <a:pt x="462" y="451"/>
                  </a:cubicBezTo>
                  <a:cubicBezTo>
                    <a:pt x="700" y="251"/>
                    <a:pt x="362" y="1"/>
                    <a:pt x="150" y="101"/>
                  </a:cubicBezTo>
                  <a:cubicBezTo>
                    <a:pt x="113" y="113"/>
                    <a:pt x="138" y="176"/>
                    <a:pt x="175" y="176"/>
                  </a:cubicBezTo>
                  <a:cubicBezTo>
                    <a:pt x="212" y="176"/>
                    <a:pt x="250" y="176"/>
                    <a:pt x="287" y="176"/>
                  </a:cubicBezTo>
                  <a:cubicBezTo>
                    <a:pt x="375" y="188"/>
                    <a:pt x="362" y="176"/>
                    <a:pt x="250" y="151"/>
                  </a:cubicBezTo>
                  <a:cubicBezTo>
                    <a:pt x="287" y="101"/>
                    <a:pt x="225" y="38"/>
                    <a:pt x="187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6" name="Google Shape;5946;p114"/>
            <p:cNvSpPr/>
            <p:nvPr/>
          </p:nvSpPr>
          <p:spPr>
            <a:xfrm>
              <a:off x="3642850" y="1338025"/>
              <a:ext cx="30325" cy="81875"/>
            </a:xfrm>
            <a:custGeom>
              <a:rect b="b" l="l" r="r" t="t"/>
              <a:pathLst>
                <a:path extrusionOk="0" h="3275" w="1213">
                  <a:moveTo>
                    <a:pt x="988" y="63"/>
                  </a:moveTo>
                  <a:cubicBezTo>
                    <a:pt x="1125" y="1275"/>
                    <a:pt x="800" y="2288"/>
                    <a:pt x="13" y="3212"/>
                  </a:cubicBezTo>
                  <a:cubicBezTo>
                    <a:pt x="0" y="3250"/>
                    <a:pt x="38" y="3275"/>
                    <a:pt x="63" y="3262"/>
                  </a:cubicBezTo>
                  <a:cubicBezTo>
                    <a:pt x="1000" y="2538"/>
                    <a:pt x="1212" y="1163"/>
                    <a:pt x="1087" y="63"/>
                  </a:cubicBezTo>
                  <a:cubicBezTo>
                    <a:pt x="1087" y="1"/>
                    <a:pt x="988" y="1"/>
                    <a:pt x="988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7" name="Google Shape;5947;p114"/>
            <p:cNvSpPr/>
            <p:nvPr/>
          </p:nvSpPr>
          <p:spPr>
            <a:xfrm>
              <a:off x="3633475" y="1414575"/>
              <a:ext cx="12825" cy="15025"/>
            </a:xfrm>
            <a:custGeom>
              <a:rect b="b" l="l" r="r" t="t"/>
              <a:pathLst>
                <a:path extrusionOk="0" h="601" w="513">
                  <a:moveTo>
                    <a:pt x="25" y="263"/>
                  </a:moveTo>
                  <a:cubicBezTo>
                    <a:pt x="0" y="563"/>
                    <a:pt x="450" y="600"/>
                    <a:pt x="475" y="300"/>
                  </a:cubicBezTo>
                  <a:cubicBezTo>
                    <a:pt x="513" y="0"/>
                    <a:pt x="75" y="25"/>
                    <a:pt x="75" y="313"/>
                  </a:cubicBezTo>
                  <a:cubicBezTo>
                    <a:pt x="88" y="350"/>
                    <a:pt x="125" y="363"/>
                    <a:pt x="150" y="338"/>
                  </a:cubicBezTo>
                  <a:cubicBezTo>
                    <a:pt x="200" y="275"/>
                    <a:pt x="188" y="250"/>
                    <a:pt x="100" y="263"/>
                  </a:cubicBezTo>
                  <a:cubicBezTo>
                    <a:pt x="100" y="213"/>
                    <a:pt x="25" y="213"/>
                    <a:pt x="25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8" name="Google Shape;5948;p114"/>
            <p:cNvSpPr/>
            <p:nvPr/>
          </p:nvSpPr>
          <p:spPr>
            <a:xfrm>
              <a:off x="3232325" y="1254625"/>
              <a:ext cx="237475" cy="60300"/>
            </a:xfrm>
            <a:custGeom>
              <a:rect b="b" l="l" r="r" t="t"/>
              <a:pathLst>
                <a:path extrusionOk="0" h="2412" w="9499">
                  <a:moveTo>
                    <a:pt x="9448" y="13"/>
                  </a:moveTo>
                  <a:cubicBezTo>
                    <a:pt x="6136" y="1262"/>
                    <a:pt x="3437" y="2412"/>
                    <a:pt x="113" y="375"/>
                  </a:cubicBezTo>
                  <a:cubicBezTo>
                    <a:pt x="51" y="338"/>
                    <a:pt x="1" y="438"/>
                    <a:pt x="63" y="475"/>
                  </a:cubicBezTo>
                  <a:cubicBezTo>
                    <a:pt x="1475" y="1425"/>
                    <a:pt x="2737" y="1825"/>
                    <a:pt x="4449" y="1662"/>
                  </a:cubicBezTo>
                  <a:cubicBezTo>
                    <a:pt x="6374" y="1475"/>
                    <a:pt x="7686" y="762"/>
                    <a:pt x="9461" y="75"/>
                  </a:cubicBezTo>
                  <a:cubicBezTo>
                    <a:pt x="9498" y="63"/>
                    <a:pt x="9486" y="0"/>
                    <a:pt x="9448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9" name="Google Shape;5949;p114"/>
            <p:cNvSpPr/>
            <p:nvPr/>
          </p:nvSpPr>
          <p:spPr>
            <a:xfrm>
              <a:off x="3717200" y="1309300"/>
              <a:ext cx="31900" cy="49700"/>
            </a:xfrm>
            <a:custGeom>
              <a:rect b="b" l="l" r="r" t="t"/>
              <a:pathLst>
                <a:path extrusionOk="0" h="1988" w="1276">
                  <a:moveTo>
                    <a:pt x="1213" y="13"/>
                  </a:moveTo>
                  <a:cubicBezTo>
                    <a:pt x="650" y="113"/>
                    <a:pt x="113" y="450"/>
                    <a:pt x="50" y="1062"/>
                  </a:cubicBezTo>
                  <a:cubicBezTo>
                    <a:pt x="0" y="1550"/>
                    <a:pt x="375" y="1975"/>
                    <a:pt x="863" y="1987"/>
                  </a:cubicBezTo>
                  <a:cubicBezTo>
                    <a:pt x="938" y="1975"/>
                    <a:pt x="938" y="1862"/>
                    <a:pt x="863" y="1875"/>
                  </a:cubicBezTo>
                  <a:cubicBezTo>
                    <a:pt x="288" y="1850"/>
                    <a:pt x="13" y="1275"/>
                    <a:pt x="238" y="775"/>
                  </a:cubicBezTo>
                  <a:cubicBezTo>
                    <a:pt x="425" y="362"/>
                    <a:pt x="813" y="163"/>
                    <a:pt x="1238" y="75"/>
                  </a:cubicBezTo>
                  <a:cubicBezTo>
                    <a:pt x="1275" y="63"/>
                    <a:pt x="1250" y="0"/>
                    <a:pt x="1213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0" name="Google Shape;5950;p114"/>
            <p:cNvSpPr/>
            <p:nvPr/>
          </p:nvSpPr>
          <p:spPr>
            <a:xfrm>
              <a:off x="3471650" y="1283975"/>
              <a:ext cx="62800" cy="31575"/>
            </a:xfrm>
            <a:custGeom>
              <a:rect b="b" l="l" r="r" t="t"/>
              <a:pathLst>
                <a:path extrusionOk="0" h="1263" w="2512">
                  <a:moveTo>
                    <a:pt x="63" y="738"/>
                  </a:moveTo>
                  <a:cubicBezTo>
                    <a:pt x="687" y="713"/>
                    <a:pt x="1187" y="1263"/>
                    <a:pt x="1825" y="1051"/>
                  </a:cubicBezTo>
                  <a:cubicBezTo>
                    <a:pt x="2237" y="901"/>
                    <a:pt x="2512" y="501"/>
                    <a:pt x="2499" y="51"/>
                  </a:cubicBezTo>
                  <a:cubicBezTo>
                    <a:pt x="2499" y="13"/>
                    <a:pt x="2437" y="1"/>
                    <a:pt x="2424" y="51"/>
                  </a:cubicBezTo>
                  <a:cubicBezTo>
                    <a:pt x="2312" y="838"/>
                    <a:pt x="1637" y="1151"/>
                    <a:pt x="937" y="851"/>
                  </a:cubicBezTo>
                  <a:cubicBezTo>
                    <a:pt x="662" y="701"/>
                    <a:pt x="362" y="638"/>
                    <a:pt x="63" y="651"/>
                  </a:cubicBezTo>
                  <a:cubicBezTo>
                    <a:pt x="13" y="651"/>
                    <a:pt x="0" y="738"/>
                    <a:pt x="63" y="7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1" name="Google Shape;5951;p114"/>
            <p:cNvSpPr/>
            <p:nvPr/>
          </p:nvSpPr>
          <p:spPr>
            <a:xfrm>
              <a:off x="3504750" y="1268675"/>
              <a:ext cx="30950" cy="21275"/>
            </a:xfrm>
            <a:custGeom>
              <a:rect b="b" l="l" r="r" t="t"/>
              <a:pathLst>
                <a:path extrusionOk="0" h="851" w="1238">
                  <a:moveTo>
                    <a:pt x="1125" y="813"/>
                  </a:moveTo>
                  <a:cubicBezTo>
                    <a:pt x="1238" y="525"/>
                    <a:pt x="1063" y="275"/>
                    <a:pt x="788" y="163"/>
                  </a:cubicBezTo>
                  <a:cubicBezTo>
                    <a:pt x="563" y="63"/>
                    <a:pt x="163" y="0"/>
                    <a:pt x="26" y="238"/>
                  </a:cubicBezTo>
                  <a:cubicBezTo>
                    <a:pt x="1" y="263"/>
                    <a:pt x="38" y="313"/>
                    <a:pt x="63" y="288"/>
                  </a:cubicBezTo>
                  <a:cubicBezTo>
                    <a:pt x="388" y="38"/>
                    <a:pt x="1238" y="275"/>
                    <a:pt x="1050" y="800"/>
                  </a:cubicBezTo>
                  <a:cubicBezTo>
                    <a:pt x="1038" y="838"/>
                    <a:pt x="1100" y="850"/>
                    <a:pt x="1125" y="8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2" name="Google Shape;5952;p114"/>
            <p:cNvSpPr/>
            <p:nvPr/>
          </p:nvSpPr>
          <p:spPr>
            <a:xfrm>
              <a:off x="3694400" y="1371450"/>
              <a:ext cx="81250" cy="56275"/>
            </a:xfrm>
            <a:custGeom>
              <a:rect b="b" l="l" r="r" t="t"/>
              <a:pathLst>
                <a:path extrusionOk="0" h="2251" w="3250">
                  <a:moveTo>
                    <a:pt x="25" y="88"/>
                  </a:moveTo>
                  <a:cubicBezTo>
                    <a:pt x="825" y="1051"/>
                    <a:pt x="1787" y="2250"/>
                    <a:pt x="3187" y="1963"/>
                  </a:cubicBezTo>
                  <a:cubicBezTo>
                    <a:pt x="3249" y="1950"/>
                    <a:pt x="3224" y="1863"/>
                    <a:pt x="3162" y="1863"/>
                  </a:cubicBezTo>
                  <a:cubicBezTo>
                    <a:pt x="1775" y="2050"/>
                    <a:pt x="887" y="988"/>
                    <a:pt x="88" y="38"/>
                  </a:cubicBezTo>
                  <a:cubicBezTo>
                    <a:pt x="50" y="1"/>
                    <a:pt x="0" y="51"/>
                    <a:pt x="25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3" name="Google Shape;5953;p114"/>
            <p:cNvSpPr/>
            <p:nvPr/>
          </p:nvSpPr>
          <p:spPr>
            <a:xfrm>
              <a:off x="3515075" y="1320225"/>
              <a:ext cx="30950" cy="15325"/>
            </a:xfrm>
            <a:custGeom>
              <a:rect b="b" l="l" r="r" t="t"/>
              <a:pathLst>
                <a:path extrusionOk="0" h="613" w="1238">
                  <a:moveTo>
                    <a:pt x="63" y="113"/>
                  </a:moveTo>
                  <a:cubicBezTo>
                    <a:pt x="475" y="125"/>
                    <a:pt x="862" y="288"/>
                    <a:pt x="1150" y="575"/>
                  </a:cubicBezTo>
                  <a:cubicBezTo>
                    <a:pt x="1187" y="613"/>
                    <a:pt x="1237" y="563"/>
                    <a:pt x="1212" y="525"/>
                  </a:cubicBezTo>
                  <a:cubicBezTo>
                    <a:pt x="1087" y="363"/>
                    <a:pt x="912" y="238"/>
                    <a:pt x="712" y="163"/>
                  </a:cubicBezTo>
                  <a:cubicBezTo>
                    <a:pt x="512" y="50"/>
                    <a:pt x="288" y="0"/>
                    <a:pt x="63" y="25"/>
                  </a:cubicBezTo>
                  <a:cubicBezTo>
                    <a:pt x="13" y="25"/>
                    <a:pt x="0" y="113"/>
                    <a:pt x="63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4" name="Google Shape;5954;p114"/>
            <p:cNvSpPr/>
            <p:nvPr/>
          </p:nvSpPr>
          <p:spPr>
            <a:xfrm>
              <a:off x="3512250" y="1319900"/>
              <a:ext cx="34075" cy="21900"/>
            </a:xfrm>
            <a:custGeom>
              <a:rect b="b" l="l" r="r" t="t"/>
              <a:pathLst>
                <a:path extrusionOk="0" h="876" w="1363">
                  <a:moveTo>
                    <a:pt x="1263" y="551"/>
                  </a:moveTo>
                  <a:cubicBezTo>
                    <a:pt x="825" y="751"/>
                    <a:pt x="313" y="463"/>
                    <a:pt x="126" y="51"/>
                  </a:cubicBezTo>
                  <a:cubicBezTo>
                    <a:pt x="101" y="1"/>
                    <a:pt x="1" y="38"/>
                    <a:pt x="26" y="88"/>
                  </a:cubicBezTo>
                  <a:cubicBezTo>
                    <a:pt x="226" y="576"/>
                    <a:pt x="825" y="876"/>
                    <a:pt x="1313" y="626"/>
                  </a:cubicBezTo>
                  <a:cubicBezTo>
                    <a:pt x="1363" y="601"/>
                    <a:pt x="1313" y="526"/>
                    <a:pt x="1263" y="5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5" name="Google Shape;5955;p114"/>
            <p:cNvSpPr/>
            <p:nvPr/>
          </p:nvSpPr>
          <p:spPr>
            <a:xfrm>
              <a:off x="3177975" y="1278975"/>
              <a:ext cx="132175" cy="60025"/>
            </a:xfrm>
            <a:custGeom>
              <a:rect b="b" l="l" r="r" t="t"/>
              <a:pathLst>
                <a:path extrusionOk="0" h="2401" w="5287">
                  <a:moveTo>
                    <a:pt x="5236" y="576"/>
                  </a:moveTo>
                  <a:cubicBezTo>
                    <a:pt x="3649" y="263"/>
                    <a:pt x="213" y="1"/>
                    <a:pt x="0" y="2350"/>
                  </a:cubicBezTo>
                  <a:cubicBezTo>
                    <a:pt x="0" y="2400"/>
                    <a:pt x="63" y="2388"/>
                    <a:pt x="63" y="2350"/>
                  </a:cubicBezTo>
                  <a:cubicBezTo>
                    <a:pt x="363" y="63"/>
                    <a:pt x="3674" y="363"/>
                    <a:pt x="5211" y="651"/>
                  </a:cubicBezTo>
                  <a:cubicBezTo>
                    <a:pt x="5261" y="663"/>
                    <a:pt x="5286" y="588"/>
                    <a:pt x="5236" y="5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6" name="Google Shape;5956;p114"/>
            <p:cNvSpPr/>
            <p:nvPr/>
          </p:nvSpPr>
          <p:spPr>
            <a:xfrm>
              <a:off x="3184525" y="1311175"/>
              <a:ext cx="61575" cy="65000"/>
            </a:xfrm>
            <a:custGeom>
              <a:rect b="b" l="l" r="r" t="t"/>
              <a:pathLst>
                <a:path extrusionOk="0" h="2600" w="2463">
                  <a:moveTo>
                    <a:pt x="950" y="25"/>
                  </a:moveTo>
                  <a:cubicBezTo>
                    <a:pt x="275" y="350"/>
                    <a:pt x="1" y="1187"/>
                    <a:pt x="450" y="1825"/>
                  </a:cubicBezTo>
                  <a:cubicBezTo>
                    <a:pt x="850" y="2412"/>
                    <a:pt x="1913" y="2599"/>
                    <a:pt x="2412" y="2025"/>
                  </a:cubicBezTo>
                  <a:cubicBezTo>
                    <a:pt x="2462" y="1975"/>
                    <a:pt x="2387" y="1900"/>
                    <a:pt x="2337" y="1950"/>
                  </a:cubicBezTo>
                  <a:cubicBezTo>
                    <a:pt x="1875" y="2474"/>
                    <a:pt x="900" y="2312"/>
                    <a:pt x="525" y="1762"/>
                  </a:cubicBezTo>
                  <a:cubicBezTo>
                    <a:pt x="126" y="1175"/>
                    <a:pt x="338" y="375"/>
                    <a:pt x="988" y="75"/>
                  </a:cubicBezTo>
                  <a:cubicBezTo>
                    <a:pt x="1025" y="63"/>
                    <a:pt x="988" y="0"/>
                    <a:pt x="963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7" name="Google Shape;5957;p114"/>
            <p:cNvSpPr/>
            <p:nvPr/>
          </p:nvSpPr>
          <p:spPr>
            <a:xfrm>
              <a:off x="3219825" y="1318975"/>
              <a:ext cx="35950" cy="46575"/>
            </a:xfrm>
            <a:custGeom>
              <a:rect b="b" l="l" r="r" t="t"/>
              <a:pathLst>
                <a:path extrusionOk="0" h="1863" w="1438">
                  <a:moveTo>
                    <a:pt x="751" y="1850"/>
                  </a:moveTo>
                  <a:cubicBezTo>
                    <a:pt x="1213" y="1663"/>
                    <a:pt x="1438" y="1138"/>
                    <a:pt x="1238" y="675"/>
                  </a:cubicBezTo>
                  <a:cubicBezTo>
                    <a:pt x="1050" y="213"/>
                    <a:pt x="513" y="0"/>
                    <a:pt x="51" y="200"/>
                  </a:cubicBezTo>
                  <a:cubicBezTo>
                    <a:pt x="1" y="225"/>
                    <a:pt x="38" y="300"/>
                    <a:pt x="88" y="288"/>
                  </a:cubicBezTo>
                  <a:cubicBezTo>
                    <a:pt x="513" y="163"/>
                    <a:pt x="963" y="288"/>
                    <a:pt x="1138" y="713"/>
                  </a:cubicBezTo>
                  <a:cubicBezTo>
                    <a:pt x="1300" y="1138"/>
                    <a:pt x="1113" y="1600"/>
                    <a:pt x="713" y="1787"/>
                  </a:cubicBezTo>
                  <a:cubicBezTo>
                    <a:pt x="676" y="1812"/>
                    <a:pt x="713" y="1862"/>
                    <a:pt x="751" y="18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8" name="Google Shape;5958;p114"/>
            <p:cNvSpPr/>
            <p:nvPr/>
          </p:nvSpPr>
          <p:spPr>
            <a:xfrm>
              <a:off x="3208275" y="1322725"/>
              <a:ext cx="17200" cy="30650"/>
            </a:xfrm>
            <a:custGeom>
              <a:rect b="b" l="l" r="r" t="t"/>
              <a:pathLst>
                <a:path extrusionOk="0" h="1226" w="688">
                  <a:moveTo>
                    <a:pt x="650" y="38"/>
                  </a:moveTo>
                  <a:cubicBezTo>
                    <a:pt x="300" y="0"/>
                    <a:pt x="63" y="375"/>
                    <a:pt x="63" y="688"/>
                  </a:cubicBezTo>
                  <a:cubicBezTo>
                    <a:pt x="50" y="988"/>
                    <a:pt x="350" y="1213"/>
                    <a:pt x="638" y="1125"/>
                  </a:cubicBezTo>
                  <a:cubicBezTo>
                    <a:pt x="688" y="1100"/>
                    <a:pt x="663" y="1013"/>
                    <a:pt x="613" y="1038"/>
                  </a:cubicBezTo>
                  <a:cubicBezTo>
                    <a:pt x="0" y="1225"/>
                    <a:pt x="63" y="75"/>
                    <a:pt x="650" y="113"/>
                  </a:cubicBezTo>
                  <a:cubicBezTo>
                    <a:pt x="688" y="113"/>
                    <a:pt x="688" y="38"/>
                    <a:pt x="650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9" name="Google Shape;5959;p114"/>
            <p:cNvSpPr/>
            <p:nvPr/>
          </p:nvSpPr>
          <p:spPr>
            <a:xfrm>
              <a:off x="3454150" y="1312425"/>
              <a:ext cx="55325" cy="71550"/>
            </a:xfrm>
            <a:custGeom>
              <a:rect b="b" l="l" r="r" t="t"/>
              <a:pathLst>
                <a:path extrusionOk="0" h="2862" w="2213">
                  <a:moveTo>
                    <a:pt x="1750" y="75"/>
                  </a:moveTo>
                  <a:cubicBezTo>
                    <a:pt x="2112" y="1387"/>
                    <a:pt x="1300" y="2474"/>
                    <a:pt x="38" y="2799"/>
                  </a:cubicBezTo>
                  <a:cubicBezTo>
                    <a:pt x="0" y="2812"/>
                    <a:pt x="13" y="2862"/>
                    <a:pt x="38" y="2862"/>
                  </a:cubicBezTo>
                  <a:cubicBezTo>
                    <a:pt x="1425" y="2762"/>
                    <a:pt x="2212" y="1325"/>
                    <a:pt x="1825" y="50"/>
                  </a:cubicBezTo>
                  <a:cubicBezTo>
                    <a:pt x="1812" y="0"/>
                    <a:pt x="1725" y="13"/>
                    <a:pt x="1750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0" name="Google Shape;5960;p114"/>
            <p:cNvSpPr/>
            <p:nvPr/>
          </p:nvSpPr>
          <p:spPr>
            <a:xfrm>
              <a:off x="3796875" y="1305225"/>
              <a:ext cx="111550" cy="104375"/>
            </a:xfrm>
            <a:custGeom>
              <a:rect b="b" l="l" r="r" t="t"/>
              <a:pathLst>
                <a:path extrusionOk="0" h="4175" w="4462">
                  <a:moveTo>
                    <a:pt x="2662" y="176"/>
                  </a:moveTo>
                  <a:cubicBezTo>
                    <a:pt x="1212" y="1"/>
                    <a:pt x="38" y="1438"/>
                    <a:pt x="750" y="2787"/>
                  </a:cubicBezTo>
                  <a:cubicBezTo>
                    <a:pt x="1475" y="4175"/>
                    <a:pt x="3424" y="3950"/>
                    <a:pt x="4424" y="3025"/>
                  </a:cubicBezTo>
                  <a:cubicBezTo>
                    <a:pt x="4461" y="2987"/>
                    <a:pt x="4411" y="2937"/>
                    <a:pt x="4386" y="2962"/>
                  </a:cubicBezTo>
                  <a:cubicBezTo>
                    <a:pt x="3474" y="3612"/>
                    <a:pt x="2012" y="4062"/>
                    <a:pt x="1137" y="3125"/>
                  </a:cubicBezTo>
                  <a:cubicBezTo>
                    <a:pt x="0" y="1900"/>
                    <a:pt x="1075" y="88"/>
                    <a:pt x="2662" y="276"/>
                  </a:cubicBezTo>
                  <a:cubicBezTo>
                    <a:pt x="2724" y="288"/>
                    <a:pt x="2724" y="176"/>
                    <a:pt x="2662" y="1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1" name="Google Shape;5961;p114"/>
            <p:cNvSpPr/>
            <p:nvPr/>
          </p:nvSpPr>
          <p:spPr>
            <a:xfrm>
              <a:off x="3903100" y="1237750"/>
              <a:ext cx="263700" cy="146850"/>
            </a:xfrm>
            <a:custGeom>
              <a:rect b="b" l="l" r="r" t="t"/>
              <a:pathLst>
                <a:path extrusionOk="0" h="5874" w="10548">
                  <a:moveTo>
                    <a:pt x="100" y="5836"/>
                  </a:moveTo>
                  <a:cubicBezTo>
                    <a:pt x="1300" y="4162"/>
                    <a:pt x="2412" y="2062"/>
                    <a:pt x="4324" y="1138"/>
                  </a:cubicBezTo>
                  <a:cubicBezTo>
                    <a:pt x="6086" y="275"/>
                    <a:pt x="8848" y="100"/>
                    <a:pt x="10485" y="1312"/>
                  </a:cubicBezTo>
                  <a:cubicBezTo>
                    <a:pt x="10510" y="1325"/>
                    <a:pt x="10547" y="1275"/>
                    <a:pt x="10522" y="1262"/>
                  </a:cubicBezTo>
                  <a:cubicBezTo>
                    <a:pt x="9073" y="0"/>
                    <a:pt x="6586" y="138"/>
                    <a:pt x="4861" y="725"/>
                  </a:cubicBezTo>
                  <a:cubicBezTo>
                    <a:pt x="2549" y="1512"/>
                    <a:pt x="1350" y="3924"/>
                    <a:pt x="25" y="5799"/>
                  </a:cubicBezTo>
                  <a:cubicBezTo>
                    <a:pt x="0" y="5836"/>
                    <a:pt x="63" y="5874"/>
                    <a:pt x="88" y="58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2" name="Google Shape;5962;p114"/>
            <p:cNvSpPr/>
            <p:nvPr/>
          </p:nvSpPr>
          <p:spPr>
            <a:xfrm>
              <a:off x="4098975" y="1277425"/>
              <a:ext cx="100925" cy="84375"/>
            </a:xfrm>
            <a:custGeom>
              <a:rect b="b" l="l" r="r" t="t"/>
              <a:pathLst>
                <a:path extrusionOk="0" h="3375" w="4037">
                  <a:moveTo>
                    <a:pt x="2875" y="88"/>
                  </a:moveTo>
                  <a:cubicBezTo>
                    <a:pt x="3412" y="1025"/>
                    <a:pt x="3525" y="2400"/>
                    <a:pt x="2375" y="2950"/>
                  </a:cubicBezTo>
                  <a:cubicBezTo>
                    <a:pt x="2087" y="3062"/>
                    <a:pt x="1775" y="3100"/>
                    <a:pt x="1475" y="3062"/>
                  </a:cubicBezTo>
                  <a:cubicBezTo>
                    <a:pt x="1400" y="3050"/>
                    <a:pt x="1325" y="3075"/>
                    <a:pt x="1250" y="3062"/>
                  </a:cubicBezTo>
                  <a:cubicBezTo>
                    <a:pt x="488" y="2937"/>
                    <a:pt x="513" y="2737"/>
                    <a:pt x="438" y="2200"/>
                  </a:cubicBezTo>
                  <a:cubicBezTo>
                    <a:pt x="325" y="1300"/>
                    <a:pt x="938" y="963"/>
                    <a:pt x="1713" y="1113"/>
                  </a:cubicBezTo>
                  <a:cubicBezTo>
                    <a:pt x="2300" y="1225"/>
                    <a:pt x="2600" y="1512"/>
                    <a:pt x="3000" y="1925"/>
                  </a:cubicBezTo>
                  <a:cubicBezTo>
                    <a:pt x="3300" y="2237"/>
                    <a:pt x="3550" y="2562"/>
                    <a:pt x="3999" y="2575"/>
                  </a:cubicBezTo>
                  <a:cubicBezTo>
                    <a:pt x="4024" y="2575"/>
                    <a:pt x="4037" y="2537"/>
                    <a:pt x="3999" y="2537"/>
                  </a:cubicBezTo>
                  <a:cubicBezTo>
                    <a:pt x="3287" y="2425"/>
                    <a:pt x="2900" y="1525"/>
                    <a:pt x="2312" y="1150"/>
                  </a:cubicBezTo>
                  <a:cubicBezTo>
                    <a:pt x="1875" y="850"/>
                    <a:pt x="1325" y="800"/>
                    <a:pt x="838" y="1025"/>
                  </a:cubicBezTo>
                  <a:cubicBezTo>
                    <a:pt x="113" y="1350"/>
                    <a:pt x="0" y="2487"/>
                    <a:pt x="638" y="2987"/>
                  </a:cubicBezTo>
                  <a:cubicBezTo>
                    <a:pt x="1163" y="3375"/>
                    <a:pt x="2237" y="3250"/>
                    <a:pt x="2712" y="2887"/>
                  </a:cubicBezTo>
                  <a:cubicBezTo>
                    <a:pt x="3650" y="2187"/>
                    <a:pt x="3462" y="925"/>
                    <a:pt x="2937" y="38"/>
                  </a:cubicBezTo>
                  <a:cubicBezTo>
                    <a:pt x="2912" y="0"/>
                    <a:pt x="2837" y="38"/>
                    <a:pt x="2875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3" name="Google Shape;5963;p114"/>
            <p:cNvSpPr/>
            <p:nvPr/>
          </p:nvSpPr>
          <p:spPr>
            <a:xfrm>
              <a:off x="4206450" y="1331775"/>
              <a:ext cx="55625" cy="13775"/>
            </a:xfrm>
            <a:custGeom>
              <a:rect b="b" l="l" r="r" t="t"/>
              <a:pathLst>
                <a:path extrusionOk="0" h="551" w="2225">
                  <a:moveTo>
                    <a:pt x="50" y="476"/>
                  </a:moveTo>
                  <a:cubicBezTo>
                    <a:pt x="750" y="551"/>
                    <a:pt x="1600" y="501"/>
                    <a:pt x="2187" y="76"/>
                  </a:cubicBezTo>
                  <a:cubicBezTo>
                    <a:pt x="2225" y="63"/>
                    <a:pt x="2200" y="1"/>
                    <a:pt x="2162" y="13"/>
                  </a:cubicBezTo>
                  <a:cubicBezTo>
                    <a:pt x="1437" y="251"/>
                    <a:pt x="838" y="476"/>
                    <a:pt x="50" y="401"/>
                  </a:cubicBezTo>
                  <a:cubicBezTo>
                    <a:pt x="0" y="401"/>
                    <a:pt x="0" y="476"/>
                    <a:pt x="50" y="4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4" name="Google Shape;5964;p114"/>
            <p:cNvSpPr/>
            <p:nvPr/>
          </p:nvSpPr>
          <p:spPr>
            <a:xfrm>
              <a:off x="3934650" y="1301475"/>
              <a:ext cx="81250" cy="96575"/>
            </a:xfrm>
            <a:custGeom>
              <a:rect b="b" l="l" r="r" t="t"/>
              <a:pathLst>
                <a:path extrusionOk="0" h="3863" w="3250">
                  <a:moveTo>
                    <a:pt x="1025" y="26"/>
                  </a:moveTo>
                  <a:cubicBezTo>
                    <a:pt x="463" y="675"/>
                    <a:pt x="0" y="1488"/>
                    <a:pt x="188" y="2375"/>
                  </a:cubicBezTo>
                  <a:cubicBezTo>
                    <a:pt x="363" y="3200"/>
                    <a:pt x="1162" y="3800"/>
                    <a:pt x="2000" y="3837"/>
                  </a:cubicBezTo>
                  <a:cubicBezTo>
                    <a:pt x="2587" y="3862"/>
                    <a:pt x="3249" y="3475"/>
                    <a:pt x="3174" y="2812"/>
                  </a:cubicBezTo>
                  <a:cubicBezTo>
                    <a:pt x="3137" y="2475"/>
                    <a:pt x="2799" y="2050"/>
                    <a:pt x="2512" y="2425"/>
                  </a:cubicBezTo>
                  <a:cubicBezTo>
                    <a:pt x="2475" y="2462"/>
                    <a:pt x="2550" y="2500"/>
                    <a:pt x="2575" y="2462"/>
                  </a:cubicBezTo>
                  <a:cubicBezTo>
                    <a:pt x="3012" y="3300"/>
                    <a:pt x="2862" y="3725"/>
                    <a:pt x="2125" y="3737"/>
                  </a:cubicBezTo>
                  <a:cubicBezTo>
                    <a:pt x="1800" y="3737"/>
                    <a:pt x="1487" y="3650"/>
                    <a:pt x="1212" y="3500"/>
                  </a:cubicBezTo>
                  <a:cubicBezTo>
                    <a:pt x="775" y="3287"/>
                    <a:pt x="463" y="2900"/>
                    <a:pt x="325" y="2437"/>
                  </a:cubicBezTo>
                  <a:cubicBezTo>
                    <a:pt x="75" y="1563"/>
                    <a:pt x="538" y="738"/>
                    <a:pt x="1062" y="63"/>
                  </a:cubicBezTo>
                  <a:cubicBezTo>
                    <a:pt x="1087" y="38"/>
                    <a:pt x="1050" y="1"/>
                    <a:pt x="1025" y="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5" name="Google Shape;5965;p114"/>
            <p:cNvSpPr/>
            <p:nvPr/>
          </p:nvSpPr>
          <p:spPr>
            <a:xfrm>
              <a:off x="3920275" y="1329900"/>
              <a:ext cx="23150" cy="110625"/>
            </a:xfrm>
            <a:custGeom>
              <a:rect b="b" l="l" r="r" t="t"/>
              <a:pathLst>
                <a:path extrusionOk="0" h="4425" w="926">
                  <a:moveTo>
                    <a:pt x="825" y="38"/>
                  </a:moveTo>
                  <a:cubicBezTo>
                    <a:pt x="375" y="551"/>
                    <a:pt x="263" y="1238"/>
                    <a:pt x="188" y="1913"/>
                  </a:cubicBezTo>
                  <a:cubicBezTo>
                    <a:pt x="100" y="2725"/>
                    <a:pt x="13" y="3712"/>
                    <a:pt x="538" y="4400"/>
                  </a:cubicBezTo>
                  <a:cubicBezTo>
                    <a:pt x="563" y="4425"/>
                    <a:pt x="600" y="4400"/>
                    <a:pt x="588" y="4362"/>
                  </a:cubicBezTo>
                  <a:cubicBezTo>
                    <a:pt x="0" y="3250"/>
                    <a:pt x="38" y="1101"/>
                    <a:pt x="888" y="101"/>
                  </a:cubicBezTo>
                  <a:cubicBezTo>
                    <a:pt x="925" y="63"/>
                    <a:pt x="863" y="1"/>
                    <a:pt x="825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6" name="Google Shape;5966;p114"/>
            <p:cNvSpPr/>
            <p:nvPr/>
          </p:nvSpPr>
          <p:spPr>
            <a:xfrm>
              <a:off x="3931200" y="1439875"/>
              <a:ext cx="11900" cy="11900"/>
            </a:xfrm>
            <a:custGeom>
              <a:rect b="b" l="l" r="r" t="t"/>
              <a:pathLst>
                <a:path extrusionOk="0" h="476" w="476">
                  <a:moveTo>
                    <a:pt x="126" y="38"/>
                  </a:moveTo>
                  <a:cubicBezTo>
                    <a:pt x="213" y="1"/>
                    <a:pt x="313" y="13"/>
                    <a:pt x="388" y="88"/>
                  </a:cubicBezTo>
                  <a:cubicBezTo>
                    <a:pt x="451" y="151"/>
                    <a:pt x="476" y="238"/>
                    <a:pt x="451" y="326"/>
                  </a:cubicBezTo>
                  <a:cubicBezTo>
                    <a:pt x="451" y="363"/>
                    <a:pt x="438" y="388"/>
                    <a:pt x="413" y="413"/>
                  </a:cubicBezTo>
                  <a:cubicBezTo>
                    <a:pt x="388" y="438"/>
                    <a:pt x="351" y="451"/>
                    <a:pt x="313" y="463"/>
                  </a:cubicBezTo>
                  <a:cubicBezTo>
                    <a:pt x="188" y="476"/>
                    <a:pt x="63" y="413"/>
                    <a:pt x="13" y="288"/>
                  </a:cubicBezTo>
                  <a:cubicBezTo>
                    <a:pt x="1" y="163"/>
                    <a:pt x="101" y="51"/>
                    <a:pt x="238" y="51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7" name="Google Shape;5967;p114"/>
            <p:cNvSpPr/>
            <p:nvPr/>
          </p:nvSpPr>
          <p:spPr>
            <a:xfrm>
              <a:off x="3926825" y="1437075"/>
              <a:ext cx="22225" cy="17200"/>
            </a:xfrm>
            <a:custGeom>
              <a:rect b="b" l="l" r="r" t="t"/>
              <a:pathLst>
                <a:path extrusionOk="0" h="688" w="889">
                  <a:moveTo>
                    <a:pt x="313" y="213"/>
                  </a:moveTo>
                  <a:cubicBezTo>
                    <a:pt x="588" y="238"/>
                    <a:pt x="651" y="313"/>
                    <a:pt x="476" y="413"/>
                  </a:cubicBezTo>
                  <a:cubicBezTo>
                    <a:pt x="313" y="600"/>
                    <a:pt x="301" y="525"/>
                    <a:pt x="413" y="200"/>
                  </a:cubicBezTo>
                  <a:cubicBezTo>
                    <a:pt x="451" y="175"/>
                    <a:pt x="451" y="113"/>
                    <a:pt x="401" y="113"/>
                  </a:cubicBezTo>
                  <a:cubicBezTo>
                    <a:pt x="1" y="113"/>
                    <a:pt x="88" y="688"/>
                    <a:pt x="488" y="625"/>
                  </a:cubicBezTo>
                  <a:cubicBezTo>
                    <a:pt x="888" y="563"/>
                    <a:pt x="663" y="0"/>
                    <a:pt x="276" y="88"/>
                  </a:cubicBezTo>
                  <a:cubicBezTo>
                    <a:pt x="213" y="113"/>
                    <a:pt x="238" y="213"/>
                    <a:pt x="313" y="2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8" name="Google Shape;5968;p114"/>
            <p:cNvSpPr/>
            <p:nvPr/>
          </p:nvSpPr>
          <p:spPr>
            <a:xfrm>
              <a:off x="4168650" y="1271800"/>
              <a:ext cx="2825" cy="3150"/>
            </a:xfrm>
            <a:custGeom>
              <a:rect b="b" l="l" r="r" t="t"/>
              <a:pathLst>
                <a:path extrusionOk="0" h="126" w="113">
                  <a:moveTo>
                    <a:pt x="25" y="63"/>
                  </a:moveTo>
                  <a:lnTo>
                    <a:pt x="38" y="100"/>
                  </a:lnTo>
                  <a:cubicBezTo>
                    <a:pt x="50" y="125"/>
                    <a:pt x="88" y="125"/>
                    <a:pt x="100" y="100"/>
                  </a:cubicBezTo>
                  <a:lnTo>
                    <a:pt x="100" y="63"/>
                  </a:lnTo>
                  <a:cubicBezTo>
                    <a:pt x="113" y="0"/>
                    <a:pt x="0" y="0"/>
                    <a:pt x="13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9" name="Google Shape;5969;p114"/>
            <p:cNvSpPr/>
            <p:nvPr/>
          </p:nvSpPr>
          <p:spPr>
            <a:xfrm>
              <a:off x="4259250" y="1315225"/>
              <a:ext cx="41875" cy="17825"/>
            </a:xfrm>
            <a:custGeom>
              <a:rect b="b" l="l" r="r" t="t"/>
              <a:pathLst>
                <a:path extrusionOk="0" h="713" w="1675">
                  <a:moveTo>
                    <a:pt x="125" y="650"/>
                  </a:moveTo>
                  <a:cubicBezTo>
                    <a:pt x="225" y="388"/>
                    <a:pt x="650" y="275"/>
                    <a:pt x="875" y="238"/>
                  </a:cubicBezTo>
                  <a:cubicBezTo>
                    <a:pt x="1125" y="200"/>
                    <a:pt x="1375" y="200"/>
                    <a:pt x="1612" y="250"/>
                  </a:cubicBezTo>
                  <a:cubicBezTo>
                    <a:pt x="1675" y="250"/>
                    <a:pt x="1675" y="163"/>
                    <a:pt x="1625" y="150"/>
                  </a:cubicBezTo>
                  <a:cubicBezTo>
                    <a:pt x="1175" y="0"/>
                    <a:pt x="225" y="88"/>
                    <a:pt x="25" y="613"/>
                  </a:cubicBezTo>
                  <a:cubicBezTo>
                    <a:pt x="0" y="675"/>
                    <a:pt x="100" y="713"/>
                    <a:pt x="125" y="6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0" name="Google Shape;5970;p114"/>
            <p:cNvSpPr/>
            <p:nvPr/>
          </p:nvSpPr>
          <p:spPr>
            <a:xfrm>
              <a:off x="4259250" y="1317725"/>
              <a:ext cx="42200" cy="19700"/>
            </a:xfrm>
            <a:custGeom>
              <a:rect b="b" l="l" r="r" t="t"/>
              <a:pathLst>
                <a:path extrusionOk="0" h="788" w="1688">
                  <a:moveTo>
                    <a:pt x="1587" y="50"/>
                  </a:moveTo>
                  <a:cubicBezTo>
                    <a:pt x="1175" y="425"/>
                    <a:pt x="638" y="600"/>
                    <a:pt x="88" y="550"/>
                  </a:cubicBezTo>
                  <a:cubicBezTo>
                    <a:pt x="25" y="550"/>
                    <a:pt x="0" y="625"/>
                    <a:pt x="63" y="650"/>
                  </a:cubicBezTo>
                  <a:cubicBezTo>
                    <a:pt x="575" y="788"/>
                    <a:pt x="1287" y="475"/>
                    <a:pt x="1650" y="113"/>
                  </a:cubicBezTo>
                  <a:cubicBezTo>
                    <a:pt x="1687" y="75"/>
                    <a:pt x="1625" y="0"/>
                    <a:pt x="1587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1" name="Google Shape;5971;p114"/>
            <p:cNvSpPr/>
            <p:nvPr/>
          </p:nvSpPr>
          <p:spPr>
            <a:xfrm>
              <a:off x="4198950" y="1341475"/>
              <a:ext cx="33450" cy="30325"/>
            </a:xfrm>
            <a:custGeom>
              <a:rect b="b" l="l" r="r" t="t"/>
              <a:pathLst>
                <a:path extrusionOk="0" h="1213" w="1338">
                  <a:moveTo>
                    <a:pt x="50" y="100"/>
                  </a:moveTo>
                  <a:cubicBezTo>
                    <a:pt x="363" y="88"/>
                    <a:pt x="625" y="263"/>
                    <a:pt x="863" y="450"/>
                  </a:cubicBezTo>
                  <a:cubicBezTo>
                    <a:pt x="1088" y="625"/>
                    <a:pt x="1238" y="887"/>
                    <a:pt x="1250" y="1162"/>
                  </a:cubicBezTo>
                  <a:cubicBezTo>
                    <a:pt x="1250" y="1212"/>
                    <a:pt x="1338" y="1200"/>
                    <a:pt x="1325" y="1162"/>
                  </a:cubicBezTo>
                  <a:cubicBezTo>
                    <a:pt x="1325" y="850"/>
                    <a:pt x="1175" y="563"/>
                    <a:pt x="925" y="388"/>
                  </a:cubicBezTo>
                  <a:cubicBezTo>
                    <a:pt x="663" y="188"/>
                    <a:pt x="400" y="0"/>
                    <a:pt x="50" y="25"/>
                  </a:cubicBezTo>
                  <a:cubicBezTo>
                    <a:pt x="0" y="25"/>
                    <a:pt x="0" y="113"/>
                    <a:pt x="50" y="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2" name="Google Shape;5972;p114"/>
            <p:cNvSpPr/>
            <p:nvPr/>
          </p:nvSpPr>
          <p:spPr>
            <a:xfrm>
              <a:off x="4199250" y="1342100"/>
              <a:ext cx="33475" cy="29375"/>
            </a:xfrm>
            <a:custGeom>
              <a:rect b="b" l="l" r="r" t="t"/>
              <a:pathLst>
                <a:path extrusionOk="0" h="1175" w="1339">
                  <a:moveTo>
                    <a:pt x="1288" y="1100"/>
                  </a:moveTo>
                  <a:cubicBezTo>
                    <a:pt x="1026" y="1012"/>
                    <a:pt x="776" y="887"/>
                    <a:pt x="551" y="713"/>
                  </a:cubicBezTo>
                  <a:cubicBezTo>
                    <a:pt x="313" y="538"/>
                    <a:pt x="263" y="288"/>
                    <a:pt x="113" y="63"/>
                  </a:cubicBezTo>
                  <a:cubicBezTo>
                    <a:pt x="76" y="0"/>
                    <a:pt x="1" y="38"/>
                    <a:pt x="13" y="100"/>
                  </a:cubicBezTo>
                  <a:cubicBezTo>
                    <a:pt x="126" y="688"/>
                    <a:pt x="713" y="1087"/>
                    <a:pt x="1263" y="1175"/>
                  </a:cubicBezTo>
                  <a:cubicBezTo>
                    <a:pt x="1313" y="1175"/>
                    <a:pt x="1338" y="1112"/>
                    <a:pt x="1288" y="1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3" name="Google Shape;5973;p114"/>
            <p:cNvSpPr/>
            <p:nvPr/>
          </p:nvSpPr>
          <p:spPr>
            <a:xfrm>
              <a:off x="3890900" y="1349275"/>
              <a:ext cx="38775" cy="86875"/>
            </a:xfrm>
            <a:custGeom>
              <a:rect b="b" l="l" r="r" t="t"/>
              <a:pathLst>
                <a:path extrusionOk="0" h="3475" w="1551">
                  <a:moveTo>
                    <a:pt x="1450" y="51"/>
                  </a:moveTo>
                  <a:cubicBezTo>
                    <a:pt x="725" y="1038"/>
                    <a:pt x="238" y="2175"/>
                    <a:pt x="13" y="3387"/>
                  </a:cubicBezTo>
                  <a:cubicBezTo>
                    <a:pt x="1" y="3450"/>
                    <a:pt x="101" y="3475"/>
                    <a:pt x="113" y="3412"/>
                  </a:cubicBezTo>
                  <a:cubicBezTo>
                    <a:pt x="338" y="2213"/>
                    <a:pt x="813" y="1075"/>
                    <a:pt x="1513" y="88"/>
                  </a:cubicBezTo>
                  <a:cubicBezTo>
                    <a:pt x="1550" y="38"/>
                    <a:pt x="1475" y="1"/>
                    <a:pt x="1450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4" name="Google Shape;5974;p114"/>
            <p:cNvSpPr/>
            <p:nvPr/>
          </p:nvSpPr>
          <p:spPr>
            <a:xfrm>
              <a:off x="3880600" y="1433625"/>
              <a:ext cx="18150" cy="16600"/>
            </a:xfrm>
            <a:custGeom>
              <a:rect b="b" l="l" r="r" t="t"/>
              <a:pathLst>
                <a:path extrusionOk="0" h="664" w="726">
                  <a:moveTo>
                    <a:pt x="475" y="151"/>
                  </a:moveTo>
                  <a:cubicBezTo>
                    <a:pt x="363" y="176"/>
                    <a:pt x="350" y="188"/>
                    <a:pt x="438" y="176"/>
                  </a:cubicBezTo>
                  <a:cubicBezTo>
                    <a:pt x="475" y="163"/>
                    <a:pt x="513" y="163"/>
                    <a:pt x="550" y="176"/>
                  </a:cubicBezTo>
                  <a:cubicBezTo>
                    <a:pt x="588" y="176"/>
                    <a:pt x="600" y="113"/>
                    <a:pt x="563" y="101"/>
                  </a:cubicBezTo>
                  <a:cubicBezTo>
                    <a:pt x="350" y="1"/>
                    <a:pt x="0" y="238"/>
                    <a:pt x="250" y="451"/>
                  </a:cubicBezTo>
                  <a:cubicBezTo>
                    <a:pt x="513" y="663"/>
                    <a:pt x="725" y="288"/>
                    <a:pt x="538" y="88"/>
                  </a:cubicBezTo>
                  <a:cubicBezTo>
                    <a:pt x="500" y="38"/>
                    <a:pt x="450" y="101"/>
                    <a:pt x="475" y="1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5" name="Google Shape;5975;p114"/>
            <p:cNvSpPr/>
            <p:nvPr/>
          </p:nvSpPr>
          <p:spPr>
            <a:xfrm>
              <a:off x="3936525" y="1338025"/>
              <a:ext cx="30325" cy="81875"/>
            </a:xfrm>
            <a:custGeom>
              <a:rect b="b" l="l" r="r" t="t"/>
              <a:pathLst>
                <a:path extrusionOk="0" h="3275" w="1213">
                  <a:moveTo>
                    <a:pt x="125" y="63"/>
                  </a:moveTo>
                  <a:cubicBezTo>
                    <a:pt x="0" y="1163"/>
                    <a:pt x="213" y="2538"/>
                    <a:pt x="1150" y="3262"/>
                  </a:cubicBezTo>
                  <a:cubicBezTo>
                    <a:pt x="1175" y="3275"/>
                    <a:pt x="1212" y="3250"/>
                    <a:pt x="1187" y="3212"/>
                  </a:cubicBezTo>
                  <a:cubicBezTo>
                    <a:pt x="413" y="2275"/>
                    <a:pt x="88" y="1275"/>
                    <a:pt x="225" y="63"/>
                  </a:cubicBezTo>
                  <a:cubicBezTo>
                    <a:pt x="225" y="1"/>
                    <a:pt x="138" y="1"/>
                    <a:pt x="125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6" name="Google Shape;5976;p114"/>
            <p:cNvSpPr/>
            <p:nvPr/>
          </p:nvSpPr>
          <p:spPr>
            <a:xfrm>
              <a:off x="3963375" y="1414575"/>
              <a:ext cx="13475" cy="15650"/>
            </a:xfrm>
            <a:custGeom>
              <a:rect b="b" l="l" r="r" t="t"/>
              <a:pathLst>
                <a:path extrusionOk="0" h="626" w="539">
                  <a:moveTo>
                    <a:pt x="413" y="263"/>
                  </a:moveTo>
                  <a:cubicBezTo>
                    <a:pt x="326" y="263"/>
                    <a:pt x="313" y="275"/>
                    <a:pt x="363" y="338"/>
                  </a:cubicBezTo>
                  <a:cubicBezTo>
                    <a:pt x="388" y="363"/>
                    <a:pt x="426" y="350"/>
                    <a:pt x="438" y="313"/>
                  </a:cubicBezTo>
                  <a:cubicBezTo>
                    <a:pt x="438" y="25"/>
                    <a:pt x="1" y="0"/>
                    <a:pt x="38" y="300"/>
                  </a:cubicBezTo>
                  <a:cubicBezTo>
                    <a:pt x="38" y="625"/>
                    <a:pt x="538" y="575"/>
                    <a:pt x="488" y="263"/>
                  </a:cubicBezTo>
                  <a:cubicBezTo>
                    <a:pt x="476" y="225"/>
                    <a:pt x="426" y="225"/>
                    <a:pt x="413" y="2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7" name="Google Shape;5977;p114"/>
            <p:cNvSpPr/>
            <p:nvPr/>
          </p:nvSpPr>
          <p:spPr>
            <a:xfrm>
              <a:off x="4139900" y="1254625"/>
              <a:ext cx="237775" cy="60000"/>
            </a:xfrm>
            <a:custGeom>
              <a:rect b="b" l="l" r="r" t="t"/>
              <a:pathLst>
                <a:path extrusionOk="0" h="2400" w="9511">
                  <a:moveTo>
                    <a:pt x="38" y="75"/>
                  </a:moveTo>
                  <a:cubicBezTo>
                    <a:pt x="1813" y="762"/>
                    <a:pt x="3137" y="1475"/>
                    <a:pt x="5049" y="1662"/>
                  </a:cubicBezTo>
                  <a:cubicBezTo>
                    <a:pt x="6774" y="1837"/>
                    <a:pt x="8023" y="1437"/>
                    <a:pt x="9448" y="475"/>
                  </a:cubicBezTo>
                  <a:cubicBezTo>
                    <a:pt x="9511" y="438"/>
                    <a:pt x="9448" y="338"/>
                    <a:pt x="9386" y="375"/>
                  </a:cubicBezTo>
                  <a:cubicBezTo>
                    <a:pt x="6061" y="2400"/>
                    <a:pt x="3387" y="1262"/>
                    <a:pt x="63" y="13"/>
                  </a:cubicBezTo>
                  <a:cubicBezTo>
                    <a:pt x="26" y="0"/>
                    <a:pt x="1" y="50"/>
                    <a:pt x="38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8" name="Google Shape;5978;p114"/>
            <p:cNvSpPr/>
            <p:nvPr/>
          </p:nvSpPr>
          <p:spPr>
            <a:xfrm>
              <a:off x="3860900" y="1309600"/>
              <a:ext cx="31900" cy="49400"/>
            </a:xfrm>
            <a:custGeom>
              <a:rect b="b" l="l" r="r" t="t"/>
              <a:pathLst>
                <a:path extrusionOk="0" h="1976" w="1276">
                  <a:moveTo>
                    <a:pt x="38" y="63"/>
                  </a:moveTo>
                  <a:cubicBezTo>
                    <a:pt x="451" y="151"/>
                    <a:pt x="851" y="350"/>
                    <a:pt x="1026" y="763"/>
                  </a:cubicBezTo>
                  <a:cubicBezTo>
                    <a:pt x="1251" y="1263"/>
                    <a:pt x="976" y="1838"/>
                    <a:pt x="401" y="1863"/>
                  </a:cubicBezTo>
                  <a:cubicBezTo>
                    <a:pt x="326" y="1850"/>
                    <a:pt x="326" y="1963"/>
                    <a:pt x="401" y="1975"/>
                  </a:cubicBezTo>
                  <a:cubicBezTo>
                    <a:pt x="901" y="1963"/>
                    <a:pt x="1276" y="1538"/>
                    <a:pt x="1213" y="1050"/>
                  </a:cubicBezTo>
                  <a:cubicBezTo>
                    <a:pt x="1163" y="438"/>
                    <a:pt x="613" y="101"/>
                    <a:pt x="63" y="1"/>
                  </a:cubicBezTo>
                  <a:cubicBezTo>
                    <a:pt x="26" y="1"/>
                    <a:pt x="1" y="51"/>
                    <a:pt x="51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9" name="Google Shape;5979;p114"/>
            <p:cNvSpPr/>
            <p:nvPr/>
          </p:nvSpPr>
          <p:spPr>
            <a:xfrm>
              <a:off x="4075225" y="1283975"/>
              <a:ext cx="62825" cy="31575"/>
            </a:xfrm>
            <a:custGeom>
              <a:rect b="b" l="l" r="r" t="t"/>
              <a:pathLst>
                <a:path extrusionOk="0" h="1263" w="2513">
                  <a:moveTo>
                    <a:pt x="2450" y="651"/>
                  </a:moveTo>
                  <a:cubicBezTo>
                    <a:pt x="2150" y="638"/>
                    <a:pt x="1850" y="701"/>
                    <a:pt x="1588" y="851"/>
                  </a:cubicBezTo>
                  <a:cubicBezTo>
                    <a:pt x="888" y="1151"/>
                    <a:pt x="201" y="851"/>
                    <a:pt x="88" y="51"/>
                  </a:cubicBezTo>
                  <a:cubicBezTo>
                    <a:pt x="88" y="1"/>
                    <a:pt x="13" y="13"/>
                    <a:pt x="26" y="51"/>
                  </a:cubicBezTo>
                  <a:cubicBezTo>
                    <a:pt x="1" y="501"/>
                    <a:pt x="276" y="901"/>
                    <a:pt x="701" y="1051"/>
                  </a:cubicBezTo>
                  <a:cubicBezTo>
                    <a:pt x="1325" y="1263"/>
                    <a:pt x="1825" y="713"/>
                    <a:pt x="2450" y="738"/>
                  </a:cubicBezTo>
                  <a:cubicBezTo>
                    <a:pt x="2513" y="738"/>
                    <a:pt x="2513" y="651"/>
                    <a:pt x="2450" y="6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0" name="Google Shape;5980;p114"/>
            <p:cNvSpPr/>
            <p:nvPr/>
          </p:nvSpPr>
          <p:spPr>
            <a:xfrm>
              <a:off x="4073975" y="1268675"/>
              <a:ext cx="30950" cy="21275"/>
            </a:xfrm>
            <a:custGeom>
              <a:rect b="b" l="l" r="r" t="t"/>
              <a:pathLst>
                <a:path extrusionOk="0" h="851" w="1238">
                  <a:moveTo>
                    <a:pt x="188" y="800"/>
                  </a:moveTo>
                  <a:cubicBezTo>
                    <a:pt x="1" y="275"/>
                    <a:pt x="851" y="38"/>
                    <a:pt x="1175" y="288"/>
                  </a:cubicBezTo>
                  <a:cubicBezTo>
                    <a:pt x="1200" y="313"/>
                    <a:pt x="1238" y="263"/>
                    <a:pt x="1225" y="238"/>
                  </a:cubicBezTo>
                  <a:cubicBezTo>
                    <a:pt x="1063" y="0"/>
                    <a:pt x="676" y="63"/>
                    <a:pt x="451" y="163"/>
                  </a:cubicBezTo>
                  <a:cubicBezTo>
                    <a:pt x="176" y="275"/>
                    <a:pt x="1" y="525"/>
                    <a:pt x="113" y="813"/>
                  </a:cubicBezTo>
                  <a:cubicBezTo>
                    <a:pt x="138" y="850"/>
                    <a:pt x="201" y="838"/>
                    <a:pt x="188" y="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1" name="Google Shape;5981;p114"/>
            <p:cNvSpPr/>
            <p:nvPr/>
          </p:nvSpPr>
          <p:spPr>
            <a:xfrm>
              <a:off x="3834050" y="1371450"/>
              <a:ext cx="81250" cy="56275"/>
            </a:xfrm>
            <a:custGeom>
              <a:rect b="b" l="l" r="r" t="t"/>
              <a:pathLst>
                <a:path extrusionOk="0" h="2251" w="3250">
                  <a:moveTo>
                    <a:pt x="3162" y="38"/>
                  </a:moveTo>
                  <a:cubicBezTo>
                    <a:pt x="2362" y="988"/>
                    <a:pt x="1475" y="2063"/>
                    <a:pt x="88" y="1875"/>
                  </a:cubicBezTo>
                  <a:cubicBezTo>
                    <a:pt x="25" y="1863"/>
                    <a:pt x="0" y="1950"/>
                    <a:pt x="63" y="1963"/>
                  </a:cubicBezTo>
                  <a:cubicBezTo>
                    <a:pt x="1462" y="2250"/>
                    <a:pt x="2425" y="1051"/>
                    <a:pt x="3224" y="88"/>
                  </a:cubicBezTo>
                  <a:cubicBezTo>
                    <a:pt x="3249" y="51"/>
                    <a:pt x="3199" y="1"/>
                    <a:pt x="3162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2" name="Google Shape;5982;p114"/>
            <p:cNvSpPr/>
            <p:nvPr/>
          </p:nvSpPr>
          <p:spPr>
            <a:xfrm>
              <a:off x="4063675" y="1320225"/>
              <a:ext cx="30950" cy="15025"/>
            </a:xfrm>
            <a:custGeom>
              <a:rect b="b" l="l" r="r" t="t"/>
              <a:pathLst>
                <a:path extrusionOk="0" h="601" w="1238">
                  <a:moveTo>
                    <a:pt x="1175" y="13"/>
                  </a:moveTo>
                  <a:cubicBezTo>
                    <a:pt x="950" y="0"/>
                    <a:pt x="725" y="50"/>
                    <a:pt x="525" y="163"/>
                  </a:cubicBezTo>
                  <a:cubicBezTo>
                    <a:pt x="325" y="225"/>
                    <a:pt x="150" y="350"/>
                    <a:pt x="25" y="513"/>
                  </a:cubicBezTo>
                  <a:cubicBezTo>
                    <a:pt x="0" y="563"/>
                    <a:pt x="50" y="600"/>
                    <a:pt x="100" y="575"/>
                  </a:cubicBezTo>
                  <a:cubicBezTo>
                    <a:pt x="388" y="288"/>
                    <a:pt x="763" y="125"/>
                    <a:pt x="1175" y="100"/>
                  </a:cubicBezTo>
                  <a:cubicBezTo>
                    <a:pt x="1238" y="100"/>
                    <a:pt x="1225" y="13"/>
                    <a:pt x="1175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3" name="Google Shape;5983;p114"/>
            <p:cNvSpPr/>
            <p:nvPr/>
          </p:nvSpPr>
          <p:spPr>
            <a:xfrm>
              <a:off x="4063350" y="1319900"/>
              <a:ext cx="34075" cy="21900"/>
            </a:xfrm>
            <a:custGeom>
              <a:rect b="b" l="l" r="r" t="t"/>
              <a:pathLst>
                <a:path extrusionOk="0" h="876" w="1363">
                  <a:moveTo>
                    <a:pt x="51" y="638"/>
                  </a:moveTo>
                  <a:cubicBezTo>
                    <a:pt x="538" y="876"/>
                    <a:pt x="1151" y="576"/>
                    <a:pt x="1338" y="88"/>
                  </a:cubicBezTo>
                  <a:cubicBezTo>
                    <a:pt x="1363" y="38"/>
                    <a:pt x="1276" y="1"/>
                    <a:pt x="1251" y="51"/>
                  </a:cubicBezTo>
                  <a:cubicBezTo>
                    <a:pt x="1051" y="463"/>
                    <a:pt x="538" y="763"/>
                    <a:pt x="101" y="551"/>
                  </a:cubicBezTo>
                  <a:cubicBezTo>
                    <a:pt x="51" y="526"/>
                    <a:pt x="1" y="601"/>
                    <a:pt x="51" y="6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4" name="Google Shape;5984;p114"/>
            <p:cNvSpPr/>
            <p:nvPr/>
          </p:nvSpPr>
          <p:spPr>
            <a:xfrm>
              <a:off x="4299850" y="1278975"/>
              <a:ext cx="132500" cy="60025"/>
            </a:xfrm>
            <a:custGeom>
              <a:rect b="b" l="l" r="r" t="t"/>
              <a:pathLst>
                <a:path extrusionOk="0" h="2401" w="5300">
                  <a:moveTo>
                    <a:pt x="63" y="651"/>
                  </a:moveTo>
                  <a:cubicBezTo>
                    <a:pt x="1600" y="363"/>
                    <a:pt x="4912" y="51"/>
                    <a:pt x="5224" y="2350"/>
                  </a:cubicBezTo>
                  <a:cubicBezTo>
                    <a:pt x="5224" y="2388"/>
                    <a:pt x="5299" y="2400"/>
                    <a:pt x="5287" y="2350"/>
                  </a:cubicBezTo>
                  <a:cubicBezTo>
                    <a:pt x="5075" y="1"/>
                    <a:pt x="1638" y="276"/>
                    <a:pt x="51" y="576"/>
                  </a:cubicBezTo>
                  <a:cubicBezTo>
                    <a:pt x="1" y="588"/>
                    <a:pt x="26" y="663"/>
                    <a:pt x="76" y="6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5" name="Google Shape;5985;p114"/>
            <p:cNvSpPr/>
            <p:nvPr/>
          </p:nvSpPr>
          <p:spPr>
            <a:xfrm>
              <a:off x="4363900" y="1311175"/>
              <a:ext cx="60950" cy="65000"/>
            </a:xfrm>
            <a:custGeom>
              <a:rect b="b" l="l" r="r" t="t"/>
              <a:pathLst>
                <a:path extrusionOk="0" h="2600" w="2438">
                  <a:moveTo>
                    <a:pt x="1463" y="75"/>
                  </a:moveTo>
                  <a:cubicBezTo>
                    <a:pt x="2088" y="400"/>
                    <a:pt x="2350" y="1175"/>
                    <a:pt x="1938" y="1762"/>
                  </a:cubicBezTo>
                  <a:cubicBezTo>
                    <a:pt x="1550" y="2299"/>
                    <a:pt x="588" y="2474"/>
                    <a:pt x="113" y="1950"/>
                  </a:cubicBezTo>
                  <a:cubicBezTo>
                    <a:pt x="76" y="1900"/>
                    <a:pt x="1" y="1975"/>
                    <a:pt x="38" y="2025"/>
                  </a:cubicBezTo>
                  <a:cubicBezTo>
                    <a:pt x="538" y="2599"/>
                    <a:pt x="1600" y="2412"/>
                    <a:pt x="2013" y="1825"/>
                  </a:cubicBezTo>
                  <a:cubicBezTo>
                    <a:pt x="2438" y="1187"/>
                    <a:pt x="2200" y="325"/>
                    <a:pt x="1500" y="13"/>
                  </a:cubicBezTo>
                  <a:cubicBezTo>
                    <a:pt x="1463" y="0"/>
                    <a:pt x="1438" y="50"/>
                    <a:pt x="1475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6" name="Google Shape;5986;p114"/>
            <p:cNvSpPr/>
            <p:nvPr/>
          </p:nvSpPr>
          <p:spPr>
            <a:xfrm>
              <a:off x="4353900" y="1318975"/>
              <a:ext cx="35950" cy="46575"/>
            </a:xfrm>
            <a:custGeom>
              <a:rect b="b" l="l" r="r" t="t"/>
              <a:pathLst>
                <a:path extrusionOk="0" h="1863" w="1438">
                  <a:moveTo>
                    <a:pt x="726" y="1787"/>
                  </a:moveTo>
                  <a:cubicBezTo>
                    <a:pt x="326" y="1600"/>
                    <a:pt x="138" y="1138"/>
                    <a:pt x="301" y="725"/>
                  </a:cubicBezTo>
                  <a:cubicBezTo>
                    <a:pt x="476" y="275"/>
                    <a:pt x="926" y="163"/>
                    <a:pt x="1363" y="288"/>
                  </a:cubicBezTo>
                  <a:cubicBezTo>
                    <a:pt x="1400" y="300"/>
                    <a:pt x="1438" y="225"/>
                    <a:pt x="1388" y="200"/>
                  </a:cubicBezTo>
                  <a:cubicBezTo>
                    <a:pt x="938" y="0"/>
                    <a:pt x="401" y="213"/>
                    <a:pt x="201" y="675"/>
                  </a:cubicBezTo>
                  <a:cubicBezTo>
                    <a:pt x="1" y="1138"/>
                    <a:pt x="226" y="1675"/>
                    <a:pt x="688" y="1850"/>
                  </a:cubicBezTo>
                  <a:cubicBezTo>
                    <a:pt x="738" y="1862"/>
                    <a:pt x="763" y="1812"/>
                    <a:pt x="726" y="17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7" name="Google Shape;5987;p114"/>
            <p:cNvSpPr/>
            <p:nvPr/>
          </p:nvSpPr>
          <p:spPr>
            <a:xfrm>
              <a:off x="4384200" y="1322725"/>
              <a:ext cx="17225" cy="30650"/>
            </a:xfrm>
            <a:custGeom>
              <a:rect b="b" l="l" r="r" t="t"/>
              <a:pathLst>
                <a:path extrusionOk="0" h="1226" w="689">
                  <a:moveTo>
                    <a:pt x="51" y="113"/>
                  </a:moveTo>
                  <a:cubicBezTo>
                    <a:pt x="638" y="75"/>
                    <a:pt x="688" y="1225"/>
                    <a:pt x="76" y="1038"/>
                  </a:cubicBezTo>
                  <a:cubicBezTo>
                    <a:pt x="26" y="1013"/>
                    <a:pt x="1" y="1100"/>
                    <a:pt x="63" y="1125"/>
                  </a:cubicBezTo>
                  <a:cubicBezTo>
                    <a:pt x="351" y="1213"/>
                    <a:pt x="638" y="988"/>
                    <a:pt x="626" y="688"/>
                  </a:cubicBezTo>
                  <a:cubicBezTo>
                    <a:pt x="626" y="375"/>
                    <a:pt x="388" y="0"/>
                    <a:pt x="38" y="38"/>
                  </a:cubicBezTo>
                  <a:cubicBezTo>
                    <a:pt x="1" y="38"/>
                    <a:pt x="1" y="113"/>
                    <a:pt x="51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8" name="Google Shape;5988;p114"/>
            <p:cNvSpPr/>
            <p:nvPr/>
          </p:nvSpPr>
          <p:spPr>
            <a:xfrm>
              <a:off x="4100225" y="1312425"/>
              <a:ext cx="55325" cy="71550"/>
            </a:xfrm>
            <a:custGeom>
              <a:rect b="b" l="l" r="r" t="t"/>
              <a:pathLst>
                <a:path extrusionOk="0" h="2862" w="2213">
                  <a:moveTo>
                    <a:pt x="375" y="50"/>
                  </a:moveTo>
                  <a:cubicBezTo>
                    <a:pt x="0" y="1325"/>
                    <a:pt x="775" y="2762"/>
                    <a:pt x="2175" y="2862"/>
                  </a:cubicBezTo>
                  <a:cubicBezTo>
                    <a:pt x="2200" y="2862"/>
                    <a:pt x="2212" y="2812"/>
                    <a:pt x="2175" y="2812"/>
                  </a:cubicBezTo>
                  <a:cubicBezTo>
                    <a:pt x="913" y="2474"/>
                    <a:pt x="100" y="1400"/>
                    <a:pt x="450" y="75"/>
                  </a:cubicBezTo>
                  <a:cubicBezTo>
                    <a:pt x="463" y="25"/>
                    <a:pt x="388" y="0"/>
                    <a:pt x="375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9" name="Google Shape;5989;p114"/>
            <p:cNvSpPr/>
            <p:nvPr/>
          </p:nvSpPr>
          <p:spPr>
            <a:xfrm>
              <a:off x="3780925" y="1389575"/>
              <a:ext cx="20025" cy="15350"/>
            </a:xfrm>
            <a:custGeom>
              <a:rect b="b" l="l" r="r" t="t"/>
              <a:pathLst>
                <a:path extrusionOk="0" h="614" w="801">
                  <a:moveTo>
                    <a:pt x="676" y="51"/>
                  </a:moveTo>
                  <a:cubicBezTo>
                    <a:pt x="538" y="276"/>
                    <a:pt x="301" y="438"/>
                    <a:pt x="38" y="501"/>
                  </a:cubicBezTo>
                  <a:cubicBezTo>
                    <a:pt x="1" y="526"/>
                    <a:pt x="1" y="613"/>
                    <a:pt x="63" y="601"/>
                  </a:cubicBezTo>
                  <a:cubicBezTo>
                    <a:pt x="363" y="563"/>
                    <a:pt x="626" y="376"/>
                    <a:pt x="763" y="101"/>
                  </a:cubicBezTo>
                  <a:cubicBezTo>
                    <a:pt x="801" y="51"/>
                    <a:pt x="713" y="1"/>
                    <a:pt x="676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0" name="Google Shape;5990;p114"/>
            <p:cNvSpPr/>
            <p:nvPr/>
          </p:nvSpPr>
          <p:spPr>
            <a:xfrm>
              <a:off x="3780300" y="1402400"/>
              <a:ext cx="16900" cy="5950"/>
            </a:xfrm>
            <a:custGeom>
              <a:rect b="b" l="l" r="r" t="t"/>
              <a:pathLst>
                <a:path extrusionOk="0" h="238" w="676">
                  <a:moveTo>
                    <a:pt x="63" y="125"/>
                  </a:moveTo>
                  <a:cubicBezTo>
                    <a:pt x="238" y="213"/>
                    <a:pt x="426" y="238"/>
                    <a:pt x="613" y="213"/>
                  </a:cubicBezTo>
                  <a:cubicBezTo>
                    <a:pt x="676" y="200"/>
                    <a:pt x="651" y="100"/>
                    <a:pt x="601" y="100"/>
                  </a:cubicBezTo>
                  <a:cubicBezTo>
                    <a:pt x="426" y="100"/>
                    <a:pt x="263" y="75"/>
                    <a:pt x="101" y="25"/>
                  </a:cubicBezTo>
                  <a:cubicBezTo>
                    <a:pt x="26" y="0"/>
                    <a:pt x="1" y="100"/>
                    <a:pt x="63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1" name="Google Shape;5991;p114"/>
            <p:cNvSpPr/>
            <p:nvPr/>
          </p:nvSpPr>
          <p:spPr>
            <a:xfrm>
              <a:off x="3799050" y="1384900"/>
              <a:ext cx="9400" cy="7525"/>
            </a:xfrm>
            <a:custGeom>
              <a:rect b="b" l="l" r="r" t="t"/>
              <a:pathLst>
                <a:path extrusionOk="0" h="301" w="376">
                  <a:moveTo>
                    <a:pt x="113" y="225"/>
                  </a:moveTo>
                  <a:cubicBezTo>
                    <a:pt x="163" y="188"/>
                    <a:pt x="238" y="213"/>
                    <a:pt x="276" y="263"/>
                  </a:cubicBezTo>
                  <a:cubicBezTo>
                    <a:pt x="301" y="300"/>
                    <a:pt x="376" y="263"/>
                    <a:pt x="351" y="213"/>
                  </a:cubicBezTo>
                  <a:cubicBezTo>
                    <a:pt x="301" y="63"/>
                    <a:pt x="126" y="0"/>
                    <a:pt x="38" y="163"/>
                  </a:cubicBezTo>
                  <a:cubicBezTo>
                    <a:pt x="1" y="213"/>
                    <a:pt x="76" y="263"/>
                    <a:pt x="113" y="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2" name="Google Shape;5992;p114"/>
            <p:cNvSpPr/>
            <p:nvPr/>
          </p:nvSpPr>
          <p:spPr>
            <a:xfrm>
              <a:off x="3806550" y="1390200"/>
              <a:ext cx="20025" cy="15650"/>
            </a:xfrm>
            <a:custGeom>
              <a:rect b="b" l="l" r="r" t="t"/>
              <a:pathLst>
                <a:path extrusionOk="0" h="626" w="801">
                  <a:moveTo>
                    <a:pt x="26" y="88"/>
                  </a:moveTo>
                  <a:cubicBezTo>
                    <a:pt x="188" y="338"/>
                    <a:pt x="450" y="626"/>
                    <a:pt x="763" y="563"/>
                  </a:cubicBezTo>
                  <a:cubicBezTo>
                    <a:pt x="800" y="551"/>
                    <a:pt x="800" y="488"/>
                    <a:pt x="763" y="476"/>
                  </a:cubicBezTo>
                  <a:cubicBezTo>
                    <a:pt x="488" y="413"/>
                    <a:pt x="250" y="263"/>
                    <a:pt x="101" y="38"/>
                  </a:cubicBezTo>
                  <a:cubicBezTo>
                    <a:pt x="63" y="1"/>
                    <a:pt x="1" y="51"/>
                    <a:pt x="26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3" name="Google Shape;5993;p114"/>
            <p:cNvSpPr/>
            <p:nvPr/>
          </p:nvSpPr>
          <p:spPr>
            <a:xfrm>
              <a:off x="3801875" y="1399900"/>
              <a:ext cx="24375" cy="10325"/>
            </a:xfrm>
            <a:custGeom>
              <a:rect b="b" l="l" r="r" t="t"/>
              <a:pathLst>
                <a:path extrusionOk="0" h="413" w="975">
                  <a:moveTo>
                    <a:pt x="862" y="125"/>
                  </a:moveTo>
                  <a:cubicBezTo>
                    <a:pt x="612" y="288"/>
                    <a:pt x="362" y="225"/>
                    <a:pt x="138" y="50"/>
                  </a:cubicBezTo>
                  <a:cubicBezTo>
                    <a:pt x="88" y="0"/>
                    <a:pt x="0" y="88"/>
                    <a:pt x="63" y="138"/>
                  </a:cubicBezTo>
                  <a:cubicBezTo>
                    <a:pt x="288" y="375"/>
                    <a:pt x="662" y="412"/>
                    <a:pt x="925" y="200"/>
                  </a:cubicBezTo>
                  <a:cubicBezTo>
                    <a:pt x="975" y="163"/>
                    <a:pt x="912" y="88"/>
                    <a:pt x="862" y="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4" name="Google Shape;5994;p114"/>
            <p:cNvSpPr/>
            <p:nvPr/>
          </p:nvSpPr>
          <p:spPr>
            <a:xfrm>
              <a:off x="3791550" y="1399900"/>
              <a:ext cx="13475" cy="7825"/>
            </a:xfrm>
            <a:custGeom>
              <a:rect b="b" l="l" r="r" t="t"/>
              <a:pathLst>
                <a:path extrusionOk="0" h="313" w="539">
                  <a:moveTo>
                    <a:pt x="413" y="50"/>
                  </a:moveTo>
                  <a:cubicBezTo>
                    <a:pt x="313" y="138"/>
                    <a:pt x="188" y="200"/>
                    <a:pt x="63" y="213"/>
                  </a:cubicBezTo>
                  <a:cubicBezTo>
                    <a:pt x="1" y="213"/>
                    <a:pt x="26" y="300"/>
                    <a:pt x="76" y="300"/>
                  </a:cubicBezTo>
                  <a:cubicBezTo>
                    <a:pt x="238" y="313"/>
                    <a:pt x="388" y="250"/>
                    <a:pt x="501" y="138"/>
                  </a:cubicBezTo>
                  <a:cubicBezTo>
                    <a:pt x="538" y="75"/>
                    <a:pt x="476" y="0"/>
                    <a:pt x="413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5" name="Google Shape;5995;p114"/>
            <p:cNvSpPr/>
            <p:nvPr/>
          </p:nvSpPr>
          <p:spPr>
            <a:xfrm>
              <a:off x="3796550" y="1409275"/>
              <a:ext cx="14400" cy="12500"/>
            </a:xfrm>
            <a:custGeom>
              <a:rect b="b" l="l" r="r" t="t"/>
              <a:pathLst>
                <a:path extrusionOk="0" h="500" w="576">
                  <a:moveTo>
                    <a:pt x="301" y="25"/>
                  </a:moveTo>
                  <a:cubicBezTo>
                    <a:pt x="176" y="37"/>
                    <a:pt x="38" y="75"/>
                    <a:pt x="26" y="212"/>
                  </a:cubicBezTo>
                  <a:cubicBezTo>
                    <a:pt x="1" y="337"/>
                    <a:pt x="101" y="437"/>
                    <a:pt x="213" y="437"/>
                  </a:cubicBezTo>
                  <a:cubicBezTo>
                    <a:pt x="513" y="500"/>
                    <a:pt x="575" y="37"/>
                    <a:pt x="276" y="13"/>
                  </a:cubicBezTo>
                  <a:cubicBezTo>
                    <a:pt x="201" y="0"/>
                    <a:pt x="188" y="125"/>
                    <a:pt x="263" y="137"/>
                  </a:cubicBezTo>
                  <a:lnTo>
                    <a:pt x="301" y="150"/>
                  </a:lnTo>
                  <a:cubicBezTo>
                    <a:pt x="376" y="150"/>
                    <a:pt x="376" y="25"/>
                    <a:pt x="301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6" name="Google Shape;5996;p114"/>
            <p:cNvSpPr/>
            <p:nvPr/>
          </p:nvSpPr>
          <p:spPr>
            <a:xfrm>
              <a:off x="3796550" y="4276950"/>
              <a:ext cx="111875" cy="104375"/>
            </a:xfrm>
            <a:custGeom>
              <a:rect b="b" l="l" r="r" t="t"/>
              <a:pathLst>
                <a:path extrusionOk="0" h="4175" w="4475">
                  <a:moveTo>
                    <a:pt x="2675" y="3887"/>
                  </a:moveTo>
                  <a:cubicBezTo>
                    <a:pt x="1100" y="4074"/>
                    <a:pt x="1" y="2275"/>
                    <a:pt x="1150" y="1050"/>
                  </a:cubicBezTo>
                  <a:cubicBezTo>
                    <a:pt x="2025" y="113"/>
                    <a:pt x="3487" y="563"/>
                    <a:pt x="4399" y="1212"/>
                  </a:cubicBezTo>
                  <a:cubicBezTo>
                    <a:pt x="4424" y="1237"/>
                    <a:pt x="4474" y="1175"/>
                    <a:pt x="4437" y="1150"/>
                  </a:cubicBezTo>
                  <a:cubicBezTo>
                    <a:pt x="3425" y="213"/>
                    <a:pt x="1488" y="0"/>
                    <a:pt x="763" y="1375"/>
                  </a:cubicBezTo>
                  <a:cubicBezTo>
                    <a:pt x="51" y="2725"/>
                    <a:pt x="1225" y="4174"/>
                    <a:pt x="2675" y="3999"/>
                  </a:cubicBezTo>
                  <a:cubicBezTo>
                    <a:pt x="2737" y="3999"/>
                    <a:pt x="2737" y="3874"/>
                    <a:pt x="2675" y="38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7" name="Google Shape;5997;p114"/>
            <p:cNvSpPr/>
            <p:nvPr/>
          </p:nvSpPr>
          <p:spPr>
            <a:xfrm>
              <a:off x="3903400" y="4301950"/>
              <a:ext cx="263400" cy="146850"/>
            </a:xfrm>
            <a:custGeom>
              <a:rect b="b" l="l" r="r" t="t"/>
              <a:pathLst>
                <a:path extrusionOk="0" h="5874" w="10536">
                  <a:moveTo>
                    <a:pt x="26" y="75"/>
                  </a:moveTo>
                  <a:cubicBezTo>
                    <a:pt x="1338" y="1950"/>
                    <a:pt x="2537" y="4361"/>
                    <a:pt x="4862" y="5136"/>
                  </a:cubicBezTo>
                  <a:cubicBezTo>
                    <a:pt x="6586" y="5724"/>
                    <a:pt x="9073" y="5873"/>
                    <a:pt x="10510" y="4611"/>
                  </a:cubicBezTo>
                  <a:cubicBezTo>
                    <a:pt x="10535" y="4586"/>
                    <a:pt x="10510" y="4536"/>
                    <a:pt x="10473" y="4561"/>
                  </a:cubicBezTo>
                  <a:cubicBezTo>
                    <a:pt x="8848" y="5761"/>
                    <a:pt x="6074" y="5586"/>
                    <a:pt x="4324" y="4736"/>
                  </a:cubicBezTo>
                  <a:cubicBezTo>
                    <a:pt x="2412" y="3812"/>
                    <a:pt x="1300" y="1700"/>
                    <a:pt x="88" y="38"/>
                  </a:cubicBezTo>
                  <a:cubicBezTo>
                    <a:pt x="63" y="0"/>
                    <a:pt x="1" y="38"/>
                    <a:pt x="26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8" name="Google Shape;5998;p114"/>
            <p:cNvSpPr/>
            <p:nvPr/>
          </p:nvSpPr>
          <p:spPr>
            <a:xfrm>
              <a:off x="4099600" y="4324125"/>
              <a:ext cx="100300" cy="85000"/>
            </a:xfrm>
            <a:custGeom>
              <a:rect b="b" l="l" r="r" t="t"/>
              <a:pathLst>
                <a:path extrusionOk="0" h="3400" w="4012">
                  <a:moveTo>
                    <a:pt x="2925" y="3362"/>
                  </a:moveTo>
                  <a:cubicBezTo>
                    <a:pt x="3425" y="2500"/>
                    <a:pt x="3612" y="1312"/>
                    <a:pt x="2787" y="575"/>
                  </a:cubicBezTo>
                  <a:cubicBezTo>
                    <a:pt x="2312" y="150"/>
                    <a:pt x="1175" y="0"/>
                    <a:pt x="625" y="413"/>
                  </a:cubicBezTo>
                  <a:cubicBezTo>
                    <a:pt x="0" y="900"/>
                    <a:pt x="88" y="2050"/>
                    <a:pt x="813" y="2375"/>
                  </a:cubicBezTo>
                  <a:cubicBezTo>
                    <a:pt x="1263" y="2575"/>
                    <a:pt x="1775" y="2550"/>
                    <a:pt x="2187" y="2300"/>
                  </a:cubicBezTo>
                  <a:cubicBezTo>
                    <a:pt x="2837" y="1937"/>
                    <a:pt x="3237" y="975"/>
                    <a:pt x="3987" y="863"/>
                  </a:cubicBezTo>
                  <a:cubicBezTo>
                    <a:pt x="4012" y="863"/>
                    <a:pt x="3999" y="825"/>
                    <a:pt x="3987" y="825"/>
                  </a:cubicBezTo>
                  <a:cubicBezTo>
                    <a:pt x="3575" y="838"/>
                    <a:pt x="3337" y="1100"/>
                    <a:pt x="3062" y="1387"/>
                  </a:cubicBezTo>
                  <a:cubicBezTo>
                    <a:pt x="2787" y="1675"/>
                    <a:pt x="2500" y="2050"/>
                    <a:pt x="2137" y="2200"/>
                  </a:cubicBezTo>
                  <a:cubicBezTo>
                    <a:pt x="1275" y="2575"/>
                    <a:pt x="288" y="2325"/>
                    <a:pt x="425" y="1200"/>
                  </a:cubicBezTo>
                  <a:cubicBezTo>
                    <a:pt x="350" y="850"/>
                    <a:pt x="488" y="638"/>
                    <a:pt x="838" y="550"/>
                  </a:cubicBezTo>
                  <a:cubicBezTo>
                    <a:pt x="913" y="425"/>
                    <a:pt x="1050" y="338"/>
                    <a:pt x="1213" y="338"/>
                  </a:cubicBezTo>
                  <a:cubicBezTo>
                    <a:pt x="1275" y="338"/>
                    <a:pt x="1325" y="338"/>
                    <a:pt x="1388" y="338"/>
                  </a:cubicBezTo>
                  <a:cubicBezTo>
                    <a:pt x="1650" y="313"/>
                    <a:pt x="1900" y="325"/>
                    <a:pt x="2150" y="375"/>
                  </a:cubicBezTo>
                  <a:cubicBezTo>
                    <a:pt x="3525" y="713"/>
                    <a:pt x="3387" y="2375"/>
                    <a:pt x="2850" y="3312"/>
                  </a:cubicBezTo>
                  <a:cubicBezTo>
                    <a:pt x="2825" y="3362"/>
                    <a:pt x="2900" y="3399"/>
                    <a:pt x="2925" y="33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9" name="Google Shape;5999;p114"/>
            <p:cNvSpPr/>
            <p:nvPr/>
          </p:nvSpPr>
          <p:spPr>
            <a:xfrm>
              <a:off x="4206450" y="4341000"/>
              <a:ext cx="55325" cy="13450"/>
            </a:xfrm>
            <a:custGeom>
              <a:rect b="b" l="l" r="r" t="t"/>
              <a:pathLst>
                <a:path extrusionOk="0" h="538" w="2213">
                  <a:moveTo>
                    <a:pt x="50" y="150"/>
                  </a:moveTo>
                  <a:cubicBezTo>
                    <a:pt x="838" y="75"/>
                    <a:pt x="1437" y="300"/>
                    <a:pt x="2162" y="525"/>
                  </a:cubicBezTo>
                  <a:cubicBezTo>
                    <a:pt x="2200" y="537"/>
                    <a:pt x="2212" y="488"/>
                    <a:pt x="2187" y="475"/>
                  </a:cubicBezTo>
                  <a:cubicBezTo>
                    <a:pt x="1600" y="50"/>
                    <a:pt x="750" y="0"/>
                    <a:pt x="50" y="75"/>
                  </a:cubicBezTo>
                  <a:cubicBezTo>
                    <a:pt x="0" y="75"/>
                    <a:pt x="0" y="150"/>
                    <a:pt x="50" y="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0" name="Google Shape;6000;p114"/>
            <p:cNvSpPr/>
            <p:nvPr/>
          </p:nvSpPr>
          <p:spPr>
            <a:xfrm>
              <a:off x="3933700" y="4288500"/>
              <a:ext cx="82500" cy="96575"/>
            </a:xfrm>
            <a:custGeom>
              <a:rect b="b" l="l" r="r" t="t"/>
              <a:pathLst>
                <a:path extrusionOk="0" h="3863" w="3300">
                  <a:moveTo>
                    <a:pt x="1100" y="3787"/>
                  </a:moveTo>
                  <a:cubicBezTo>
                    <a:pt x="576" y="3125"/>
                    <a:pt x="113" y="2300"/>
                    <a:pt x="363" y="1413"/>
                  </a:cubicBezTo>
                  <a:cubicBezTo>
                    <a:pt x="501" y="950"/>
                    <a:pt x="813" y="563"/>
                    <a:pt x="1250" y="363"/>
                  </a:cubicBezTo>
                  <a:cubicBezTo>
                    <a:pt x="1525" y="201"/>
                    <a:pt x="1838" y="126"/>
                    <a:pt x="2163" y="126"/>
                  </a:cubicBezTo>
                  <a:cubicBezTo>
                    <a:pt x="2887" y="138"/>
                    <a:pt x="3037" y="563"/>
                    <a:pt x="2613" y="1388"/>
                  </a:cubicBezTo>
                  <a:cubicBezTo>
                    <a:pt x="2588" y="1350"/>
                    <a:pt x="2513" y="1388"/>
                    <a:pt x="2550" y="1438"/>
                  </a:cubicBezTo>
                  <a:cubicBezTo>
                    <a:pt x="2837" y="1800"/>
                    <a:pt x="3175" y="1388"/>
                    <a:pt x="3212" y="1050"/>
                  </a:cubicBezTo>
                  <a:cubicBezTo>
                    <a:pt x="3300" y="376"/>
                    <a:pt x="2625" y="1"/>
                    <a:pt x="2038" y="26"/>
                  </a:cubicBezTo>
                  <a:cubicBezTo>
                    <a:pt x="1250" y="51"/>
                    <a:pt x="463" y="601"/>
                    <a:pt x="251" y="1388"/>
                  </a:cubicBezTo>
                  <a:cubicBezTo>
                    <a:pt x="1" y="2300"/>
                    <a:pt x="476" y="3162"/>
                    <a:pt x="1063" y="3837"/>
                  </a:cubicBezTo>
                  <a:cubicBezTo>
                    <a:pt x="1088" y="3862"/>
                    <a:pt x="1125" y="3825"/>
                    <a:pt x="1100" y="37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1" name="Google Shape;6001;p114"/>
            <p:cNvSpPr/>
            <p:nvPr/>
          </p:nvSpPr>
          <p:spPr>
            <a:xfrm>
              <a:off x="3920575" y="4246025"/>
              <a:ext cx="22850" cy="110925"/>
            </a:xfrm>
            <a:custGeom>
              <a:rect b="b" l="l" r="r" t="t"/>
              <a:pathLst>
                <a:path extrusionOk="0" h="4437" w="914">
                  <a:moveTo>
                    <a:pt x="876" y="4324"/>
                  </a:moveTo>
                  <a:cubicBezTo>
                    <a:pt x="26" y="3324"/>
                    <a:pt x="1" y="1187"/>
                    <a:pt x="588" y="63"/>
                  </a:cubicBezTo>
                  <a:cubicBezTo>
                    <a:pt x="588" y="25"/>
                    <a:pt x="551" y="0"/>
                    <a:pt x="526" y="25"/>
                  </a:cubicBezTo>
                  <a:cubicBezTo>
                    <a:pt x="1" y="712"/>
                    <a:pt x="88" y="1712"/>
                    <a:pt x="176" y="2512"/>
                  </a:cubicBezTo>
                  <a:cubicBezTo>
                    <a:pt x="251" y="3187"/>
                    <a:pt x="363" y="3862"/>
                    <a:pt x="826" y="4386"/>
                  </a:cubicBezTo>
                  <a:cubicBezTo>
                    <a:pt x="851" y="4436"/>
                    <a:pt x="913" y="4374"/>
                    <a:pt x="876" y="43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2" name="Google Shape;6002;p114"/>
            <p:cNvSpPr/>
            <p:nvPr/>
          </p:nvSpPr>
          <p:spPr>
            <a:xfrm>
              <a:off x="3930900" y="4234450"/>
              <a:ext cx="12200" cy="12225"/>
            </a:xfrm>
            <a:custGeom>
              <a:rect b="b" l="l" r="r" t="t"/>
              <a:pathLst>
                <a:path extrusionOk="0" h="489" w="488">
                  <a:moveTo>
                    <a:pt x="138" y="451"/>
                  </a:moveTo>
                  <a:cubicBezTo>
                    <a:pt x="225" y="488"/>
                    <a:pt x="325" y="476"/>
                    <a:pt x="400" y="401"/>
                  </a:cubicBezTo>
                  <a:cubicBezTo>
                    <a:pt x="463" y="338"/>
                    <a:pt x="488" y="251"/>
                    <a:pt x="463" y="163"/>
                  </a:cubicBezTo>
                  <a:cubicBezTo>
                    <a:pt x="463" y="126"/>
                    <a:pt x="450" y="101"/>
                    <a:pt x="425" y="76"/>
                  </a:cubicBezTo>
                  <a:cubicBezTo>
                    <a:pt x="400" y="51"/>
                    <a:pt x="363" y="26"/>
                    <a:pt x="325" y="26"/>
                  </a:cubicBezTo>
                  <a:cubicBezTo>
                    <a:pt x="200" y="1"/>
                    <a:pt x="75" y="76"/>
                    <a:pt x="25" y="188"/>
                  </a:cubicBezTo>
                  <a:cubicBezTo>
                    <a:pt x="0" y="313"/>
                    <a:pt x="113" y="438"/>
                    <a:pt x="238" y="4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3" name="Google Shape;6003;p114"/>
            <p:cNvSpPr/>
            <p:nvPr/>
          </p:nvSpPr>
          <p:spPr>
            <a:xfrm>
              <a:off x="3926825" y="4232575"/>
              <a:ext cx="18475" cy="15975"/>
            </a:xfrm>
            <a:custGeom>
              <a:rect b="b" l="l" r="r" t="t"/>
              <a:pathLst>
                <a:path extrusionOk="0" h="639" w="739">
                  <a:moveTo>
                    <a:pt x="276" y="588"/>
                  </a:moveTo>
                  <a:cubicBezTo>
                    <a:pt x="451" y="638"/>
                    <a:pt x="626" y="551"/>
                    <a:pt x="676" y="376"/>
                  </a:cubicBezTo>
                  <a:cubicBezTo>
                    <a:pt x="738" y="238"/>
                    <a:pt x="651" y="76"/>
                    <a:pt x="488" y="51"/>
                  </a:cubicBezTo>
                  <a:cubicBezTo>
                    <a:pt x="88" y="1"/>
                    <a:pt x="1" y="563"/>
                    <a:pt x="401" y="563"/>
                  </a:cubicBezTo>
                  <a:cubicBezTo>
                    <a:pt x="451" y="563"/>
                    <a:pt x="463" y="488"/>
                    <a:pt x="413" y="476"/>
                  </a:cubicBezTo>
                  <a:cubicBezTo>
                    <a:pt x="301" y="151"/>
                    <a:pt x="313" y="76"/>
                    <a:pt x="476" y="263"/>
                  </a:cubicBezTo>
                  <a:cubicBezTo>
                    <a:pt x="651" y="363"/>
                    <a:pt x="588" y="438"/>
                    <a:pt x="313" y="463"/>
                  </a:cubicBezTo>
                  <a:cubicBezTo>
                    <a:pt x="238" y="438"/>
                    <a:pt x="201" y="563"/>
                    <a:pt x="276" y="5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4" name="Google Shape;6004;p114"/>
            <p:cNvSpPr/>
            <p:nvPr/>
          </p:nvSpPr>
          <p:spPr>
            <a:xfrm>
              <a:off x="4169275" y="4411600"/>
              <a:ext cx="2825" cy="3150"/>
            </a:xfrm>
            <a:custGeom>
              <a:rect b="b" l="l" r="r" t="t"/>
              <a:pathLst>
                <a:path extrusionOk="0" h="126" w="113">
                  <a:moveTo>
                    <a:pt x="88" y="63"/>
                  </a:moveTo>
                  <a:cubicBezTo>
                    <a:pt x="88" y="50"/>
                    <a:pt x="88" y="38"/>
                    <a:pt x="88" y="25"/>
                  </a:cubicBezTo>
                  <a:cubicBezTo>
                    <a:pt x="75" y="0"/>
                    <a:pt x="38" y="0"/>
                    <a:pt x="25" y="25"/>
                  </a:cubicBezTo>
                  <a:lnTo>
                    <a:pt x="13" y="63"/>
                  </a:lnTo>
                  <a:cubicBezTo>
                    <a:pt x="0" y="125"/>
                    <a:pt x="113" y="125"/>
                    <a:pt x="88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5" name="Google Shape;6005;p114"/>
            <p:cNvSpPr/>
            <p:nvPr/>
          </p:nvSpPr>
          <p:spPr>
            <a:xfrm>
              <a:off x="4259250" y="4353500"/>
              <a:ext cx="41875" cy="17825"/>
            </a:xfrm>
            <a:custGeom>
              <a:rect b="b" l="l" r="r" t="t"/>
              <a:pathLst>
                <a:path extrusionOk="0" h="713" w="1675">
                  <a:moveTo>
                    <a:pt x="25" y="100"/>
                  </a:moveTo>
                  <a:cubicBezTo>
                    <a:pt x="213" y="625"/>
                    <a:pt x="1175" y="712"/>
                    <a:pt x="1625" y="562"/>
                  </a:cubicBezTo>
                  <a:cubicBezTo>
                    <a:pt x="1675" y="550"/>
                    <a:pt x="1675" y="462"/>
                    <a:pt x="1612" y="462"/>
                  </a:cubicBezTo>
                  <a:cubicBezTo>
                    <a:pt x="1375" y="512"/>
                    <a:pt x="1125" y="512"/>
                    <a:pt x="875" y="475"/>
                  </a:cubicBezTo>
                  <a:cubicBezTo>
                    <a:pt x="650" y="425"/>
                    <a:pt x="225" y="325"/>
                    <a:pt x="125" y="62"/>
                  </a:cubicBezTo>
                  <a:cubicBezTo>
                    <a:pt x="100" y="0"/>
                    <a:pt x="0" y="25"/>
                    <a:pt x="25" y="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6" name="Google Shape;6006;p114"/>
            <p:cNvSpPr/>
            <p:nvPr/>
          </p:nvSpPr>
          <p:spPr>
            <a:xfrm>
              <a:off x="4259250" y="4349125"/>
              <a:ext cx="42200" cy="19700"/>
            </a:xfrm>
            <a:custGeom>
              <a:rect b="b" l="l" r="r" t="t"/>
              <a:pathLst>
                <a:path extrusionOk="0" h="788" w="1688">
                  <a:moveTo>
                    <a:pt x="1650" y="675"/>
                  </a:moveTo>
                  <a:cubicBezTo>
                    <a:pt x="1287" y="312"/>
                    <a:pt x="575" y="0"/>
                    <a:pt x="63" y="138"/>
                  </a:cubicBezTo>
                  <a:cubicBezTo>
                    <a:pt x="0" y="163"/>
                    <a:pt x="25" y="237"/>
                    <a:pt x="88" y="237"/>
                  </a:cubicBezTo>
                  <a:cubicBezTo>
                    <a:pt x="638" y="175"/>
                    <a:pt x="1175" y="362"/>
                    <a:pt x="1587" y="737"/>
                  </a:cubicBezTo>
                  <a:cubicBezTo>
                    <a:pt x="1625" y="787"/>
                    <a:pt x="1687" y="712"/>
                    <a:pt x="1650" y="6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7" name="Google Shape;6007;p114"/>
            <p:cNvSpPr/>
            <p:nvPr/>
          </p:nvSpPr>
          <p:spPr>
            <a:xfrm>
              <a:off x="4198950" y="4314750"/>
              <a:ext cx="33150" cy="30025"/>
            </a:xfrm>
            <a:custGeom>
              <a:rect b="b" l="l" r="r" t="t"/>
              <a:pathLst>
                <a:path extrusionOk="0" h="1201" w="1326">
                  <a:moveTo>
                    <a:pt x="50" y="1188"/>
                  </a:moveTo>
                  <a:cubicBezTo>
                    <a:pt x="400" y="1200"/>
                    <a:pt x="663" y="1025"/>
                    <a:pt x="925" y="825"/>
                  </a:cubicBezTo>
                  <a:cubicBezTo>
                    <a:pt x="1175" y="638"/>
                    <a:pt x="1325" y="363"/>
                    <a:pt x="1325" y="50"/>
                  </a:cubicBezTo>
                  <a:cubicBezTo>
                    <a:pt x="1325" y="13"/>
                    <a:pt x="1263" y="0"/>
                    <a:pt x="1250" y="38"/>
                  </a:cubicBezTo>
                  <a:cubicBezTo>
                    <a:pt x="1238" y="325"/>
                    <a:pt x="1088" y="588"/>
                    <a:pt x="863" y="763"/>
                  </a:cubicBezTo>
                  <a:cubicBezTo>
                    <a:pt x="625" y="950"/>
                    <a:pt x="375" y="1125"/>
                    <a:pt x="50" y="1113"/>
                  </a:cubicBezTo>
                  <a:cubicBezTo>
                    <a:pt x="0" y="1113"/>
                    <a:pt x="0" y="1188"/>
                    <a:pt x="50" y="11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8" name="Google Shape;6008;p114"/>
            <p:cNvSpPr/>
            <p:nvPr/>
          </p:nvSpPr>
          <p:spPr>
            <a:xfrm>
              <a:off x="4199575" y="4315050"/>
              <a:ext cx="33150" cy="29100"/>
            </a:xfrm>
            <a:custGeom>
              <a:rect b="b" l="l" r="r" t="t"/>
              <a:pathLst>
                <a:path extrusionOk="0" h="1164" w="1326">
                  <a:moveTo>
                    <a:pt x="1250" y="1"/>
                  </a:moveTo>
                  <a:cubicBezTo>
                    <a:pt x="700" y="88"/>
                    <a:pt x="113" y="488"/>
                    <a:pt x="0" y="1076"/>
                  </a:cubicBezTo>
                  <a:cubicBezTo>
                    <a:pt x="0" y="1138"/>
                    <a:pt x="75" y="1163"/>
                    <a:pt x="113" y="1113"/>
                  </a:cubicBezTo>
                  <a:cubicBezTo>
                    <a:pt x="250" y="876"/>
                    <a:pt x="300" y="651"/>
                    <a:pt x="538" y="463"/>
                  </a:cubicBezTo>
                  <a:cubicBezTo>
                    <a:pt x="763" y="288"/>
                    <a:pt x="1013" y="163"/>
                    <a:pt x="1275" y="76"/>
                  </a:cubicBezTo>
                  <a:cubicBezTo>
                    <a:pt x="1325" y="63"/>
                    <a:pt x="1300" y="1"/>
                    <a:pt x="12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9" name="Google Shape;6009;p114"/>
            <p:cNvSpPr/>
            <p:nvPr/>
          </p:nvSpPr>
          <p:spPr>
            <a:xfrm>
              <a:off x="3891225" y="4250400"/>
              <a:ext cx="38450" cy="86550"/>
            </a:xfrm>
            <a:custGeom>
              <a:rect b="b" l="l" r="r" t="t"/>
              <a:pathLst>
                <a:path extrusionOk="0" h="3462" w="1538">
                  <a:moveTo>
                    <a:pt x="1512" y="3387"/>
                  </a:moveTo>
                  <a:cubicBezTo>
                    <a:pt x="800" y="2399"/>
                    <a:pt x="325" y="1262"/>
                    <a:pt x="100" y="63"/>
                  </a:cubicBezTo>
                  <a:cubicBezTo>
                    <a:pt x="88" y="0"/>
                    <a:pt x="0" y="25"/>
                    <a:pt x="13" y="88"/>
                  </a:cubicBezTo>
                  <a:cubicBezTo>
                    <a:pt x="225" y="1300"/>
                    <a:pt x="712" y="2437"/>
                    <a:pt x="1450" y="3424"/>
                  </a:cubicBezTo>
                  <a:cubicBezTo>
                    <a:pt x="1475" y="3462"/>
                    <a:pt x="1537" y="3424"/>
                    <a:pt x="1512" y="33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0" name="Google Shape;6010;p114"/>
            <p:cNvSpPr/>
            <p:nvPr/>
          </p:nvSpPr>
          <p:spPr>
            <a:xfrm>
              <a:off x="3880900" y="4236650"/>
              <a:ext cx="17850" cy="16275"/>
            </a:xfrm>
            <a:custGeom>
              <a:rect b="b" l="l" r="r" t="t"/>
              <a:pathLst>
                <a:path extrusionOk="0" h="651" w="714">
                  <a:moveTo>
                    <a:pt x="526" y="563"/>
                  </a:moveTo>
                  <a:cubicBezTo>
                    <a:pt x="713" y="350"/>
                    <a:pt x="488" y="0"/>
                    <a:pt x="238" y="200"/>
                  </a:cubicBezTo>
                  <a:cubicBezTo>
                    <a:pt x="1" y="400"/>
                    <a:pt x="338" y="650"/>
                    <a:pt x="551" y="550"/>
                  </a:cubicBezTo>
                  <a:cubicBezTo>
                    <a:pt x="588" y="538"/>
                    <a:pt x="576" y="475"/>
                    <a:pt x="538" y="475"/>
                  </a:cubicBezTo>
                  <a:cubicBezTo>
                    <a:pt x="501" y="475"/>
                    <a:pt x="463" y="475"/>
                    <a:pt x="426" y="475"/>
                  </a:cubicBezTo>
                  <a:cubicBezTo>
                    <a:pt x="338" y="463"/>
                    <a:pt x="351" y="475"/>
                    <a:pt x="463" y="500"/>
                  </a:cubicBezTo>
                  <a:cubicBezTo>
                    <a:pt x="426" y="538"/>
                    <a:pt x="488" y="600"/>
                    <a:pt x="526" y="5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1" name="Google Shape;6011;p114"/>
            <p:cNvSpPr/>
            <p:nvPr/>
          </p:nvSpPr>
          <p:spPr>
            <a:xfrm>
              <a:off x="3936525" y="4266325"/>
              <a:ext cx="30625" cy="82200"/>
            </a:xfrm>
            <a:custGeom>
              <a:rect b="b" l="l" r="r" t="t"/>
              <a:pathLst>
                <a:path extrusionOk="0" h="3288" w="1225">
                  <a:moveTo>
                    <a:pt x="225" y="3225"/>
                  </a:moveTo>
                  <a:cubicBezTo>
                    <a:pt x="88" y="2012"/>
                    <a:pt x="413" y="1013"/>
                    <a:pt x="1200" y="75"/>
                  </a:cubicBezTo>
                  <a:cubicBezTo>
                    <a:pt x="1225" y="50"/>
                    <a:pt x="1175" y="0"/>
                    <a:pt x="1150" y="38"/>
                  </a:cubicBezTo>
                  <a:cubicBezTo>
                    <a:pt x="213" y="763"/>
                    <a:pt x="0" y="2125"/>
                    <a:pt x="125" y="3225"/>
                  </a:cubicBezTo>
                  <a:cubicBezTo>
                    <a:pt x="138" y="3287"/>
                    <a:pt x="225" y="3287"/>
                    <a:pt x="225" y="3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2" name="Google Shape;6012;p114"/>
            <p:cNvSpPr/>
            <p:nvPr/>
          </p:nvSpPr>
          <p:spPr>
            <a:xfrm>
              <a:off x="3963700" y="4258200"/>
              <a:ext cx="13450" cy="13775"/>
            </a:xfrm>
            <a:custGeom>
              <a:rect b="b" l="l" r="r" t="t"/>
              <a:pathLst>
                <a:path extrusionOk="0" h="551" w="538">
                  <a:moveTo>
                    <a:pt x="475" y="288"/>
                  </a:moveTo>
                  <a:cubicBezTo>
                    <a:pt x="538" y="38"/>
                    <a:pt x="13" y="1"/>
                    <a:pt x="25" y="263"/>
                  </a:cubicBezTo>
                  <a:cubicBezTo>
                    <a:pt x="0" y="550"/>
                    <a:pt x="425" y="525"/>
                    <a:pt x="425" y="238"/>
                  </a:cubicBezTo>
                  <a:cubicBezTo>
                    <a:pt x="425" y="200"/>
                    <a:pt x="375" y="188"/>
                    <a:pt x="363" y="225"/>
                  </a:cubicBezTo>
                  <a:cubicBezTo>
                    <a:pt x="300" y="275"/>
                    <a:pt x="313" y="300"/>
                    <a:pt x="413" y="300"/>
                  </a:cubicBezTo>
                  <a:cubicBezTo>
                    <a:pt x="413" y="338"/>
                    <a:pt x="475" y="338"/>
                    <a:pt x="475" y="3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3" name="Google Shape;6013;p114"/>
            <p:cNvSpPr/>
            <p:nvPr/>
          </p:nvSpPr>
          <p:spPr>
            <a:xfrm>
              <a:off x="4139900" y="4371600"/>
              <a:ext cx="237775" cy="60325"/>
            </a:xfrm>
            <a:custGeom>
              <a:rect b="b" l="l" r="r" t="t"/>
              <a:pathLst>
                <a:path extrusionOk="0" h="2413" w="9511">
                  <a:moveTo>
                    <a:pt x="63" y="2400"/>
                  </a:moveTo>
                  <a:cubicBezTo>
                    <a:pt x="3375" y="1151"/>
                    <a:pt x="6061" y="1"/>
                    <a:pt x="9386" y="2038"/>
                  </a:cubicBezTo>
                  <a:cubicBezTo>
                    <a:pt x="9448" y="2075"/>
                    <a:pt x="9511" y="1975"/>
                    <a:pt x="9448" y="1938"/>
                  </a:cubicBezTo>
                  <a:cubicBezTo>
                    <a:pt x="8023" y="988"/>
                    <a:pt x="6761" y="588"/>
                    <a:pt x="5049" y="751"/>
                  </a:cubicBezTo>
                  <a:cubicBezTo>
                    <a:pt x="3125" y="938"/>
                    <a:pt x="1825" y="1650"/>
                    <a:pt x="38" y="2338"/>
                  </a:cubicBezTo>
                  <a:cubicBezTo>
                    <a:pt x="1" y="2350"/>
                    <a:pt x="26" y="2413"/>
                    <a:pt x="63" y="24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4" name="Google Shape;6014;p114"/>
            <p:cNvSpPr/>
            <p:nvPr/>
          </p:nvSpPr>
          <p:spPr>
            <a:xfrm>
              <a:off x="3860600" y="4327550"/>
              <a:ext cx="31900" cy="49700"/>
            </a:xfrm>
            <a:custGeom>
              <a:rect b="b" l="l" r="r" t="t"/>
              <a:pathLst>
                <a:path extrusionOk="0" h="1988" w="1276">
                  <a:moveTo>
                    <a:pt x="63" y="1975"/>
                  </a:moveTo>
                  <a:cubicBezTo>
                    <a:pt x="625" y="1875"/>
                    <a:pt x="1163" y="1538"/>
                    <a:pt x="1225" y="926"/>
                  </a:cubicBezTo>
                  <a:cubicBezTo>
                    <a:pt x="1275" y="438"/>
                    <a:pt x="900" y="13"/>
                    <a:pt x="413" y="1"/>
                  </a:cubicBezTo>
                  <a:cubicBezTo>
                    <a:pt x="338" y="1"/>
                    <a:pt x="338" y="113"/>
                    <a:pt x="413" y="113"/>
                  </a:cubicBezTo>
                  <a:cubicBezTo>
                    <a:pt x="988" y="138"/>
                    <a:pt x="1263" y="713"/>
                    <a:pt x="1038" y="1213"/>
                  </a:cubicBezTo>
                  <a:cubicBezTo>
                    <a:pt x="850" y="1613"/>
                    <a:pt x="463" y="1825"/>
                    <a:pt x="38" y="1913"/>
                  </a:cubicBezTo>
                  <a:cubicBezTo>
                    <a:pt x="0" y="1925"/>
                    <a:pt x="25" y="1988"/>
                    <a:pt x="63" y="19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5" name="Google Shape;6015;p114"/>
            <p:cNvSpPr/>
            <p:nvPr/>
          </p:nvSpPr>
          <p:spPr>
            <a:xfrm>
              <a:off x="4075225" y="4370975"/>
              <a:ext cx="62825" cy="31575"/>
            </a:xfrm>
            <a:custGeom>
              <a:rect b="b" l="l" r="r" t="t"/>
              <a:pathLst>
                <a:path extrusionOk="0" h="1263" w="2513">
                  <a:moveTo>
                    <a:pt x="2450" y="526"/>
                  </a:moveTo>
                  <a:cubicBezTo>
                    <a:pt x="1825" y="551"/>
                    <a:pt x="1338" y="1"/>
                    <a:pt x="701" y="213"/>
                  </a:cubicBezTo>
                  <a:cubicBezTo>
                    <a:pt x="276" y="363"/>
                    <a:pt x="1" y="763"/>
                    <a:pt x="26" y="1213"/>
                  </a:cubicBezTo>
                  <a:cubicBezTo>
                    <a:pt x="26" y="1250"/>
                    <a:pt x="88" y="1263"/>
                    <a:pt x="88" y="1213"/>
                  </a:cubicBezTo>
                  <a:cubicBezTo>
                    <a:pt x="201" y="426"/>
                    <a:pt x="888" y="126"/>
                    <a:pt x="1588" y="413"/>
                  </a:cubicBezTo>
                  <a:cubicBezTo>
                    <a:pt x="1850" y="551"/>
                    <a:pt x="2150" y="626"/>
                    <a:pt x="2450" y="613"/>
                  </a:cubicBezTo>
                  <a:cubicBezTo>
                    <a:pt x="2513" y="613"/>
                    <a:pt x="2513" y="526"/>
                    <a:pt x="2450" y="5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6" name="Google Shape;6016;p114"/>
            <p:cNvSpPr/>
            <p:nvPr/>
          </p:nvSpPr>
          <p:spPr>
            <a:xfrm>
              <a:off x="4073975" y="4396300"/>
              <a:ext cx="30950" cy="21575"/>
            </a:xfrm>
            <a:custGeom>
              <a:rect b="b" l="l" r="r" t="t"/>
              <a:pathLst>
                <a:path extrusionOk="0" h="863" w="1238">
                  <a:moveTo>
                    <a:pt x="113" y="50"/>
                  </a:moveTo>
                  <a:cubicBezTo>
                    <a:pt x="1" y="337"/>
                    <a:pt x="176" y="587"/>
                    <a:pt x="451" y="700"/>
                  </a:cubicBezTo>
                  <a:cubicBezTo>
                    <a:pt x="676" y="787"/>
                    <a:pt x="1075" y="862"/>
                    <a:pt x="1225" y="612"/>
                  </a:cubicBezTo>
                  <a:cubicBezTo>
                    <a:pt x="1238" y="587"/>
                    <a:pt x="1200" y="550"/>
                    <a:pt x="1175" y="575"/>
                  </a:cubicBezTo>
                  <a:cubicBezTo>
                    <a:pt x="851" y="825"/>
                    <a:pt x="1" y="587"/>
                    <a:pt x="188" y="63"/>
                  </a:cubicBezTo>
                  <a:cubicBezTo>
                    <a:pt x="201" y="25"/>
                    <a:pt x="138" y="0"/>
                    <a:pt x="113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7" name="Google Shape;6017;p114"/>
            <p:cNvSpPr/>
            <p:nvPr/>
          </p:nvSpPr>
          <p:spPr>
            <a:xfrm>
              <a:off x="3834050" y="4258825"/>
              <a:ext cx="81250" cy="56250"/>
            </a:xfrm>
            <a:custGeom>
              <a:rect b="b" l="l" r="r" t="t"/>
              <a:pathLst>
                <a:path extrusionOk="0" h="2250" w="3250">
                  <a:moveTo>
                    <a:pt x="3224" y="2162"/>
                  </a:moveTo>
                  <a:cubicBezTo>
                    <a:pt x="2437" y="1200"/>
                    <a:pt x="1462" y="0"/>
                    <a:pt x="63" y="288"/>
                  </a:cubicBezTo>
                  <a:cubicBezTo>
                    <a:pt x="0" y="300"/>
                    <a:pt x="25" y="375"/>
                    <a:pt x="88" y="375"/>
                  </a:cubicBezTo>
                  <a:cubicBezTo>
                    <a:pt x="1475" y="188"/>
                    <a:pt x="2362" y="1263"/>
                    <a:pt x="3162" y="2200"/>
                  </a:cubicBezTo>
                  <a:cubicBezTo>
                    <a:pt x="3199" y="2250"/>
                    <a:pt x="3249" y="2187"/>
                    <a:pt x="3224" y="21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8" name="Google Shape;6018;p114"/>
            <p:cNvSpPr/>
            <p:nvPr/>
          </p:nvSpPr>
          <p:spPr>
            <a:xfrm>
              <a:off x="4063350" y="4351000"/>
              <a:ext cx="31275" cy="15325"/>
            </a:xfrm>
            <a:custGeom>
              <a:rect b="b" l="l" r="r" t="t"/>
              <a:pathLst>
                <a:path extrusionOk="0" h="613" w="1251">
                  <a:moveTo>
                    <a:pt x="1188" y="500"/>
                  </a:moveTo>
                  <a:cubicBezTo>
                    <a:pt x="776" y="487"/>
                    <a:pt x="401" y="312"/>
                    <a:pt x="113" y="38"/>
                  </a:cubicBezTo>
                  <a:cubicBezTo>
                    <a:pt x="63" y="0"/>
                    <a:pt x="1" y="38"/>
                    <a:pt x="38" y="88"/>
                  </a:cubicBezTo>
                  <a:cubicBezTo>
                    <a:pt x="163" y="250"/>
                    <a:pt x="338" y="375"/>
                    <a:pt x="538" y="450"/>
                  </a:cubicBezTo>
                  <a:cubicBezTo>
                    <a:pt x="738" y="562"/>
                    <a:pt x="963" y="612"/>
                    <a:pt x="1188" y="587"/>
                  </a:cubicBezTo>
                  <a:cubicBezTo>
                    <a:pt x="1238" y="587"/>
                    <a:pt x="1251" y="500"/>
                    <a:pt x="1188" y="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9" name="Google Shape;6019;p114"/>
            <p:cNvSpPr/>
            <p:nvPr/>
          </p:nvSpPr>
          <p:spPr>
            <a:xfrm>
              <a:off x="4063350" y="4344750"/>
              <a:ext cx="34075" cy="21875"/>
            </a:xfrm>
            <a:custGeom>
              <a:rect b="b" l="l" r="r" t="t"/>
              <a:pathLst>
                <a:path extrusionOk="0" h="875" w="1363">
                  <a:moveTo>
                    <a:pt x="101" y="325"/>
                  </a:moveTo>
                  <a:cubicBezTo>
                    <a:pt x="538" y="125"/>
                    <a:pt x="1051" y="412"/>
                    <a:pt x="1251" y="825"/>
                  </a:cubicBezTo>
                  <a:cubicBezTo>
                    <a:pt x="1276" y="875"/>
                    <a:pt x="1363" y="837"/>
                    <a:pt x="1350" y="787"/>
                  </a:cubicBezTo>
                  <a:cubicBezTo>
                    <a:pt x="1138" y="300"/>
                    <a:pt x="538" y="0"/>
                    <a:pt x="51" y="250"/>
                  </a:cubicBezTo>
                  <a:cubicBezTo>
                    <a:pt x="1" y="275"/>
                    <a:pt x="51" y="350"/>
                    <a:pt x="101" y="3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0" name="Google Shape;6020;p114"/>
            <p:cNvSpPr/>
            <p:nvPr/>
          </p:nvSpPr>
          <p:spPr>
            <a:xfrm>
              <a:off x="4299550" y="4347550"/>
              <a:ext cx="132475" cy="60000"/>
            </a:xfrm>
            <a:custGeom>
              <a:rect b="b" l="l" r="r" t="t"/>
              <a:pathLst>
                <a:path extrusionOk="0" h="2400" w="5299">
                  <a:moveTo>
                    <a:pt x="50" y="1825"/>
                  </a:moveTo>
                  <a:cubicBezTo>
                    <a:pt x="1650" y="2138"/>
                    <a:pt x="5074" y="2400"/>
                    <a:pt x="5299" y="51"/>
                  </a:cubicBezTo>
                  <a:cubicBezTo>
                    <a:pt x="5299" y="1"/>
                    <a:pt x="5224" y="13"/>
                    <a:pt x="5224" y="51"/>
                  </a:cubicBezTo>
                  <a:cubicBezTo>
                    <a:pt x="4924" y="2337"/>
                    <a:pt x="1612" y="2038"/>
                    <a:pt x="63" y="1750"/>
                  </a:cubicBezTo>
                  <a:cubicBezTo>
                    <a:pt x="25" y="1738"/>
                    <a:pt x="0" y="1813"/>
                    <a:pt x="50" y="18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1" name="Google Shape;6021;p114"/>
            <p:cNvSpPr/>
            <p:nvPr/>
          </p:nvSpPr>
          <p:spPr>
            <a:xfrm>
              <a:off x="4363900" y="4310050"/>
              <a:ext cx="61575" cy="65325"/>
            </a:xfrm>
            <a:custGeom>
              <a:rect b="b" l="l" r="r" t="t"/>
              <a:pathLst>
                <a:path extrusionOk="0" h="2613" w="2463">
                  <a:moveTo>
                    <a:pt x="1500" y="2588"/>
                  </a:moveTo>
                  <a:cubicBezTo>
                    <a:pt x="2175" y="2263"/>
                    <a:pt x="2463" y="1426"/>
                    <a:pt x="2013" y="788"/>
                  </a:cubicBezTo>
                  <a:cubicBezTo>
                    <a:pt x="1600" y="201"/>
                    <a:pt x="538" y="1"/>
                    <a:pt x="38" y="588"/>
                  </a:cubicBezTo>
                  <a:cubicBezTo>
                    <a:pt x="1" y="638"/>
                    <a:pt x="63" y="713"/>
                    <a:pt x="113" y="663"/>
                  </a:cubicBezTo>
                  <a:cubicBezTo>
                    <a:pt x="588" y="138"/>
                    <a:pt x="1550" y="301"/>
                    <a:pt x="1925" y="851"/>
                  </a:cubicBezTo>
                  <a:cubicBezTo>
                    <a:pt x="2338" y="1438"/>
                    <a:pt x="2113" y="2238"/>
                    <a:pt x="1463" y="2538"/>
                  </a:cubicBezTo>
                  <a:cubicBezTo>
                    <a:pt x="1425" y="2550"/>
                    <a:pt x="1463" y="2613"/>
                    <a:pt x="1488" y="25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2" name="Google Shape;6022;p114"/>
            <p:cNvSpPr/>
            <p:nvPr/>
          </p:nvSpPr>
          <p:spPr>
            <a:xfrm>
              <a:off x="4353900" y="4321000"/>
              <a:ext cx="35950" cy="46575"/>
            </a:xfrm>
            <a:custGeom>
              <a:rect b="b" l="l" r="r" t="t"/>
              <a:pathLst>
                <a:path extrusionOk="0" h="1863" w="1438">
                  <a:moveTo>
                    <a:pt x="688" y="13"/>
                  </a:moveTo>
                  <a:cubicBezTo>
                    <a:pt x="226" y="188"/>
                    <a:pt x="1" y="725"/>
                    <a:pt x="201" y="1188"/>
                  </a:cubicBezTo>
                  <a:cubicBezTo>
                    <a:pt x="401" y="1650"/>
                    <a:pt x="938" y="1862"/>
                    <a:pt x="1388" y="1662"/>
                  </a:cubicBezTo>
                  <a:cubicBezTo>
                    <a:pt x="1438" y="1637"/>
                    <a:pt x="1400" y="1562"/>
                    <a:pt x="1363" y="1575"/>
                  </a:cubicBezTo>
                  <a:cubicBezTo>
                    <a:pt x="938" y="1700"/>
                    <a:pt x="476" y="1575"/>
                    <a:pt x="301" y="1150"/>
                  </a:cubicBezTo>
                  <a:cubicBezTo>
                    <a:pt x="138" y="725"/>
                    <a:pt x="326" y="263"/>
                    <a:pt x="726" y="75"/>
                  </a:cubicBezTo>
                  <a:cubicBezTo>
                    <a:pt x="763" y="50"/>
                    <a:pt x="726" y="0"/>
                    <a:pt x="688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3" name="Google Shape;6023;p114"/>
            <p:cNvSpPr/>
            <p:nvPr/>
          </p:nvSpPr>
          <p:spPr>
            <a:xfrm>
              <a:off x="4384200" y="4332875"/>
              <a:ext cx="17225" cy="30950"/>
            </a:xfrm>
            <a:custGeom>
              <a:rect b="b" l="l" r="r" t="t"/>
              <a:pathLst>
                <a:path extrusionOk="0" h="1238" w="689">
                  <a:moveTo>
                    <a:pt x="51" y="1200"/>
                  </a:moveTo>
                  <a:cubicBezTo>
                    <a:pt x="388" y="1237"/>
                    <a:pt x="626" y="862"/>
                    <a:pt x="626" y="550"/>
                  </a:cubicBezTo>
                  <a:cubicBezTo>
                    <a:pt x="613" y="238"/>
                    <a:pt x="351" y="0"/>
                    <a:pt x="63" y="113"/>
                  </a:cubicBezTo>
                  <a:cubicBezTo>
                    <a:pt x="1" y="138"/>
                    <a:pt x="26" y="225"/>
                    <a:pt x="76" y="200"/>
                  </a:cubicBezTo>
                  <a:cubicBezTo>
                    <a:pt x="688" y="13"/>
                    <a:pt x="638" y="1162"/>
                    <a:pt x="51" y="1125"/>
                  </a:cubicBezTo>
                  <a:cubicBezTo>
                    <a:pt x="1" y="1125"/>
                    <a:pt x="1" y="1200"/>
                    <a:pt x="51" y="12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4" name="Google Shape;6024;p114"/>
            <p:cNvSpPr/>
            <p:nvPr/>
          </p:nvSpPr>
          <p:spPr>
            <a:xfrm>
              <a:off x="4100225" y="4302575"/>
              <a:ext cx="55325" cy="71550"/>
            </a:xfrm>
            <a:custGeom>
              <a:rect b="b" l="l" r="r" t="t"/>
              <a:pathLst>
                <a:path extrusionOk="0" h="2862" w="2213">
                  <a:moveTo>
                    <a:pt x="463" y="2787"/>
                  </a:moveTo>
                  <a:cubicBezTo>
                    <a:pt x="113" y="1462"/>
                    <a:pt x="925" y="387"/>
                    <a:pt x="2175" y="63"/>
                  </a:cubicBezTo>
                  <a:cubicBezTo>
                    <a:pt x="2212" y="50"/>
                    <a:pt x="2200" y="0"/>
                    <a:pt x="2175" y="0"/>
                  </a:cubicBezTo>
                  <a:cubicBezTo>
                    <a:pt x="788" y="100"/>
                    <a:pt x="0" y="1537"/>
                    <a:pt x="388" y="2812"/>
                  </a:cubicBezTo>
                  <a:cubicBezTo>
                    <a:pt x="400" y="2862"/>
                    <a:pt x="488" y="2849"/>
                    <a:pt x="463" y="27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5" name="Google Shape;6025;p114"/>
            <p:cNvSpPr/>
            <p:nvPr/>
          </p:nvSpPr>
          <p:spPr>
            <a:xfrm>
              <a:off x="3701275" y="4276950"/>
              <a:ext cx="111850" cy="104375"/>
            </a:xfrm>
            <a:custGeom>
              <a:rect b="b" l="l" r="r" t="t"/>
              <a:pathLst>
                <a:path extrusionOk="0" h="4175" w="4474">
                  <a:moveTo>
                    <a:pt x="1812" y="3999"/>
                  </a:moveTo>
                  <a:cubicBezTo>
                    <a:pt x="3249" y="4174"/>
                    <a:pt x="4424" y="2737"/>
                    <a:pt x="3712" y="1387"/>
                  </a:cubicBezTo>
                  <a:cubicBezTo>
                    <a:pt x="2987" y="0"/>
                    <a:pt x="1050" y="213"/>
                    <a:pt x="38" y="1150"/>
                  </a:cubicBezTo>
                  <a:cubicBezTo>
                    <a:pt x="0" y="1187"/>
                    <a:pt x="50" y="1237"/>
                    <a:pt x="88" y="1212"/>
                  </a:cubicBezTo>
                  <a:cubicBezTo>
                    <a:pt x="987" y="563"/>
                    <a:pt x="2450" y="113"/>
                    <a:pt x="3337" y="1050"/>
                  </a:cubicBezTo>
                  <a:cubicBezTo>
                    <a:pt x="4474" y="2275"/>
                    <a:pt x="3387" y="4087"/>
                    <a:pt x="1812" y="3899"/>
                  </a:cubicBezTo>
                  <a:cubicBezTo>
                    <a:pt x="1737" y="3887"/>
                    <a:pt x="1737" y="3999"/>
                    <a:pt x="1812" y="39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6" name="Google Shape;6026;p114"/>
            <p:cNvSpPr/>
            <p:nvPr/>
          </p:nvSpPr>
          <p:spPr>
            <a:xfrm>
              <a:off x="3442900" y="4301950"/>
              <a:ext cx="263700" cy="146525"/>
            </a:xfrm>
            <a:custGeom>
              <a:rect b="b" l="l" r="r" t="t"/>
              <a:pathLst>
                <a:path extrusionOk="0" h="5861" w="10548">
                  <a:moveTo>
                    <a:pt x="10460" y="38"/>
                  </a:moveTo>
                  <a:cubicBezTo>
                    <a:pt x="9248" y="1712"/>
                    <a:pt x="8136" y="3812"/>
                    <a:pt x="6224" y="4736"/>
                  </a:cubicBezTo>
                  <a:cubicBezTo>
                    <a:pt x="4462" y="5599"/>
                    <a:pt x="1700" y="5774"/>
                    <a:pt x="75" y="4561"/>
                  </a:cubicBezTo>
                  <a:cubicBezTo>
                    <a:pt x="38" y="4549"/>
                    <a:pt x="0" y="4599"/>
                    <a:pt x="38" y="4611"/>
                  </a:cubicBezTo>
                  <a:cubicBezTo>
                    <a:pt x="1475" y="5861"/>
                    <a:pt x="3962" y="5736"/>
                    <a:pt x="5686" y="5149"/>
                  </a:cubicBezTo>
                  <a:cubicBezTo>
                    <a:pt x="7998" y="4349"/>
                    <a:pt x="9198" y="1950"/>
                    <a:pt x="10523" y="75"/>
                  </a:cubicBezTo>
                  <a:cubicBezTo>
                    <a:pt x="10548" y="38"/>
                    <a:pt x="10485" y="0"/>
                    <a:pt x="10460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7" name="Google Shape;6027;p114"/>
            <p:cNvSpPr/>
            <p:nvPr/>
          </p:nvSpPr>
          <p:spPr>
            <a:xfrm>
              <a:off x="3410100" y="4324750"/>
              <a:ext cx="100625" cy="84375"/>
            </a:xfrm>
            <a:custGeom>
              <a:rect b="b" l="l" r="r" t="t"/>
              <a:pathLst>
                <a:path extrusionOk="0" h="3375" w="4025">
                  <a:moveTo>
                    <a:pt x="1150" y="3287"/>
                  </a:moveTo>
                  <a:cubicBezTo>
                    <a:pt x="613" y="2350"/>
                    <a:pt x="500" y="975"/>
                    <a:pt x="1650" y="425"/>
                  </a:cubicBezTo>
                  <a:cubicBezTo>
                    <a:pt x="1937" y="313"/>
                    <a:pt x="2250" y="263"/>
                    <a:pt x="2550" y="313"/>
                  </a:cubicBezTo>
                  <a:cubicBezTo>
                    <a:pt x="2625" y="325"/>
                    <a:pt x="2699" y="300"/>
                    <a:pt x="2774" y="313"/>
                  </a:cubicBezTo>
                  <a:cubicBezTo>
                    <a:pt x="3537" y="438"/>
                    <a:pt x="3512" y="638"/>
                    <a:pt x="3587" y="1175"/>
                  </a:cubicBezTo>
                  <a:cubicBezTo>
                    <a:pt x="3699" y="2075"/>
                    <a:pt x="3087" y="2412"/>
                    <a:pt x="2312" y="2262"/>
                  </a:cubicBezTo>
                  <a:cubicBezTo>
                    <a:pt x="1725" y="2150"/>
                    <a:pt x="1425" y="1862"/>
                    <a:pt x="1025" y="1450"/>
                  </a:cubicBezTo>
                  <a:cubicBezTo>
                    <a:pt x="725" y="1138"/>
                    <a:pt x="475" y="813"/>
                    <a:pt x="25" y="800"/>
                  </a:cubicBezTo>
                  <a:cubicBezTo>
                    <a:pt x="0" y="800"/>
                    <a:pt x="0" y="838"/>
                    <a:pt x="25" y="838"/>
                  </a:cubicBezTo>
                  <a:cubicBezTo>
                    <a:pt x="738" y="950"/>
                    <a:pt x="1137" y="1850"/>
                    <a:pt x="1725" y="2225"/>
                  </a:cubicBezTo>
                  <a:cubicBezTo>
                    <a:pt x="2150" y="2525"/>
                    <a:pt x="2712" y="2575"/>
                    <a:pt x="3187" y="2350"/>
                  </a:cubicBezTo>
                  <a:cubicBezTo>
                    <a:pt x="3912" y="2025"/>
                    <a:pt x="4024" y="888"/>
                    <a:pt x="3387" y="388"/>
                  </a:cubicBezTo>
                  <a:cubicBezTo>
                    <a:pt x="2874" y="0"/>
                    <a:pt x="1800" y="125"/>
                    <a:pt x="1312" y="488"/>
                  </a:cubicBezTo>
                  <a:cubicBezTo>
                    <a:pt x="388" y="1187"/>
                    <a:pt x="563" y="2450"/>
                    <a:pt x="1087" y="3337"/>
                  </a:cubicBezTo>
                  <a:cubicBezTo>
                    <a:pt x="1112" y="3374"/>
                    <a:pt x="1187" y="3337"/>
                    <a:pt x="1162" y="32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8" name="Google Shape;6028;p114"/>
            <p:cNvSpPr/>
            <p:nvPr/>
          </p:nvSpPr>
          <p:spPr>
            <a:xfrm>
              <a:off x="3347925" y="4341000"/>
              <a:ext cx="55325" cy="13450"/>
            </a:xfrm>
            <a:custGeom>
              <a:rect b="b" l="l" r="r" t="t"/>
              <a:pathLst>
                <a:path extrusionOk="0" h="538" w="2213">
                  <a:moveTo>
                    <a:pt x="2162" y="75"/>
                  </a:moveTo>
                  <a:cubicBezTo>
                    <a:pt x="1475" y="0"/>
                    <a:pt x="625" y="50"/>
                    <a:pt x="25" y="475"/>
                  </a:cubicBezTo>
                  <a:cubicBezTo>
                    <a:pt x="0" y="488"/>
                    <a:pt x="13" y="537"/>
                    <a:pt x="50" y="525"/>
                  </a:cubicBezTo>
                  <a:cubicBezTo>
                    <a:pt x="775" y="300"/>
                    <a:pt x="1387" y="75"/>
                    <a:pt x="2162" y="150"/>
                  </a:cubicBezTo>
                  <a:cubicBezTo>
                    <a:pt x="2212" y="150"/>
                    <a:pt x="2212" y="75"/>
                    <a:pt x="2162" y="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9" name="Google Shape;6029;p114"/>
            <p:cNvSpPr/>
            <p:nvPr/>
          </p:nvSpPr>
          <p:spPr>
            <a:xfrm>
              <a:off x="3593800" y="4288500"/>
              <a:ext cx="81250" cy="96575"/>
            </a:xfrm>
            <a:custGeom>
              <a:rect b="b" l="l" r="r" t="t"/>
              <a:pathLst>
                <a:path extrusionOk="0" h="3863" w="3250">
                  <a:moveTo>
                    <a:pt x="2225" y="3837"/>
                  </a:moveTo>
                  <a:cubicBezTo>
                    <a:pt x="2787" y="3187"/>
                    <a:pt x="3249" y="2375"/>
                    <a:pt x="3062" y="1488"/>
                  </a:cubicBezTo>
                  <a:cubicBezTo>
                    <a:pt x="2887" y="663"/>
                    <a:pt x="2087" y="63"/>
                    <a:pt x="1250" y="26"/>
                  </a:cubicBezTo>
                  <a:cubicBezTo>
                    <a:pt x="663" y="1"/>
                    <a:pt x="0" y="376"/>
                    <a:pt x="75" y="1050"/>
                  </a:cubicBezTo>
                  <a:cubicBezTo>
                    <a:pt x="113" y="1388"/>
                    <a:pt x="463" y="1813"/>
                    <a:pt x="750" y="1438"/>
                  </a:cubicBezTo>
                  <a:cubicBezTo>
                    <a:pt x="775" y="1400"/>
                    <a:pt x="713" y="1363"/>
                    <a:pt x="675" y="1400"/>
                  </a:cubicBezTo>
                  <a:cubicBezTo>
                    <a:pt x="238" y="563"/>
                    <a:pt x="388" y="138"/>
                    <a:pt x="1125" y="126"/>
                  </a:cubicBezTo>
                  <a:cubicBezTo>
                    <a:pt x="1450" y="126"/>
                    <a:pt x="1762" y="213"/>
                    <a:pt x="2037" y="363"/>
                  </a:cubicBezTo>
                  <a:cubicBezTo>
                    <a:pt x="2475" y="576"/>
                    <a:pt x="2800" y="950"/>
                    <a:pt x="2925" y="1413"/>
                  </a:cubicBezTo>
                  <a:cubicBezTo>
                    <a:pt x="3174" y="2300"/>
                    <a:pt x="2712" y="3125"/>
                    <a:pt x="2187" y="3800"/>
                  </a:cubicBezTo>
                  <a:cubicBezTo>
                    <a:pt x="2162" y="3825"/>
                    <a:pt x="2200" y="3862"/>
                    <a:pt x="2225" y="38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0" name="Google Shape;6030;p114"/>
            <p:cNvSpPr/>
            <p:nvPr/>
          </p:nvSpPr>
          <p:spPr>
            <a:xfrm>
              <a:off x="3666275" y="4246025"/>
              <a:ext cx="22825" cy="110600"/>
            </a:xfrm>
            <a:custGeom>
              <a:rect b="b" l="l" r="r" t="t"/>
              <a:pathLst>
                <a:path extrusionOk="0" h="4424" w="913">
                  <a:moveTo>
                    <a:pt x="100" y="4386"/>
                  </a:moveTo>
                  <a:cubicBezTo>
                    <a:pt x="550" y="3862"/>
                    <a:pt x="663" y="3187"/>
                    <a:pt x="738" y="2512"/>
                  </a:cubicBezTo>
                  <a:cubicBezTo>
                    <a:pt x="825" y="1700"/>
                    <a:pt x="913" y="712"/>
                    <a:pt x="388" y="25"/>
                  </a:cubicBezTo>
                  <a:cubicBezTo>
                    <a:pt x="363" y="0"/>
                    <a:pt x="325" y="25"/>
                    <a:pt x="338" y="63"/>
                  </a:cubicBezTo>
                  <a:cubicBezTo>
                    <a:pt x="913" y="1175"/>
                    <a:pt x="888" y="3312"/>
                    <a:pt x="38" y="4324"/>
                  </a:cubicBezTo>
                  <a:cubicBezTo>
                    <a:pt x="1" y="4361"/>
                    <a:pt x="63" y="4424"/>
                    <a:pt x="100" y="437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1" name="Google Shape;6031;p114"/>
            <p:cNvSpPr/>
            <p:nvPr/>
          </p:nvSpPr>
          <p:spPr>
            <a:xfrm>
              <a:off x="3666600" y="4234450"/>
              <a:ext cx="12200" cy="12225"/>
            </a:xfrm>
            <a:custGeom>
              <a:rect b="b" l="l" r="r" t="t"/>
              <a:pathLst>
                <a:path extrusionOk="0" h="489" w="488">
                  <a:moveTo>
                    <a:pt x="350" y="451"/>
                  </a:moveTo>
                  <a:cubicBezTo>
                    <a:pt x="262" y="488"/>
                    <a:pt x="162" y="476"/>
                    <a:pt x="87" y="401"/>
                  </a:cubicBezTo>
                  <a:cubicBezTo>
                    <a:pt x="25" y="338"/>
                    <a:pt x="0" y="251"/>
                    <a:pt x="25" y="163"/>
                  </a:cubicBezTo>
                  <a:cubicBezTo>
                    <a:pt x="25" y="126"/>
                    <a:pt x="38" y="101"/>
                    <a:pt x="50" y="76"/>
                  </a:cubicBezTo>
                  <a:cubicBezTo>
                    <a:pt x="87" y="51"/>
                    <a:pt x="125" y="26"/>
                    <a:pt x="162" y="26"/>
                  </a:cubicBezTo>
                  <a:cubicBezTo>
                    <a:pt x="287" y="1"/>
                    <a:pt x="412" y="63"/>
                    <a:pt x="462" y="188"/>
                  </a:cubicBezTo>
                  <a:cubicBezTo>
                    <a:pt x="487" y="313"/>
                    <a:pt x="375" y="438"/>
                    <a:pt x="250" y="4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2" name="Google Shape;6032;p114"/>
            <p:cNvSpPr/>
            <p:nvPr/>
          </p:nvSpPr>
          <p:spPr>
            <a:xfrm>
              <a:off x="3660650" y="4232275"/>
              <a:ext cx="22200" cy="17200"/>
            </a:xfrm>
            <a:custGeom>
              <a:rect b="b" l="l" r="r" t="t"/>
              <a:pathLst>
                <a:path extrusionOk="0" h="688" w="888">
                  <a:moveTo>
                    <a:pt x="575" y="475"/>
                  </a:moveTo>
                  <a:cubicBezTo>
                    <a:pt x="300" y="450"/>
                    <a:pt x="251" y="375"/>
                    <a:pt x="425" y="275"/>
                  </a:cubicBezTo>
                  <a:cubicBezTo>
                    <a:pt x="575" y="88"/>
                    <a:pt x="588" y="163"/>
                    <a:pt x="475" y="488"/>
                  </a:cubicBezTo>
                  <a:cubicBezTo>
                    <a:pt x="425" y="488"/>
                    <a:pt x="438" y="575"/>
                    <a:pt x="488" y="575"/>
                  </a:cubicBezTo>
                  <a:cubicBezTo>
                    <a:pt x="888" y="575"/>
                    <a:pt x="800" y="0"/>
                    <a:pt x="400" y="63"/>
                  </a:cubicBezTo>
                  <a:cubicBezTo>
                    <a:pt x="1" y="125"/>
                    <a:pt x="238" y="688"/>
                    <a:pt x="613" y="600"/>
                  </a:cubicBezTo>
                  <a:cubicBezTo>
                    <a:pt x="688" y="575"/>
                    <a:pt x="650" y="450"/>
                    <a:pt x="575" y="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3" name="Google Shape;6033;p114"/>
            <p:cNvSpPr/>
            <p:nvPr/>
          </p:nvSpPr>
          <p:spPr>
            <a:xfrm>
              <a:off x="3438200" y="4411600"/>
              <a:ext cx="2850" cy="3150"/>
            </a:xfrm>
            <a:custGeom>
              <a:rect b="b" l="l" r="r" t="t"/>
              <a:pathLst>
                <a:path extrusionOk="0" h="126" w="114">
                  <a:moveTo>
                    <a:pt x="88" y="63"/>
                  </a:moveTo>
                  <a:lnTo>
                    <a:pt x="76" y="25"/>
                  </a:lnTo>
                  <a:cubicBezTo>
                    <a:pt x="76" y="0"/>
                    <a:pt x="26" y="0"/>
                    <a:pt x="13" y="25"/>
                  </a:cubicBezTo>
                  <a:cubicBezTo>
                    <a:pt x="13" y="38"/>
                    <a:pt x="13" y="50"/>
                    <a:pt x="13" y="63"/>
                  </a:cubicBezTo>
                  <a:cubicBezTo>
                    <a:pt x="1" y="125"/>
                    <a:pt x="113" y="125"/>
                    <a:pt x="101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4" name="Google Shape;6034;p114"/>
            <p:cNvSpPr/>
            <p:nvPr/>
          </p:nvSpPr>
          <p:spPr>
            <a:xfrm>
              <a:off x="3308550" y="4353500"/>
              <a:ext cx="42200" cy="17500"/>
            </a:xfrm>
            <a:custGeom>
              <a:rect b="b" l="l" r="r" t="t"/>
              <a:pathLst>
                <a:path extrusionOk="0" h="700" w="1688">
                  <a:moveTo>
                    <a:pt x="1550" y="62"/>
                  </a:moveTo>
                  <a:cubicBezTo>
                    <a:pt x="1463" y="312"/>
                    <a:pt x="1026" y="437"/>
                    <a:pt x="801" y="475"/>
                  </a:cubicBezTo>
                  <a:cubicBezTo>
                    <a:pt x="551" y="512"/>
                    <a:pt x="313" y="512"/>
                    <a:pt x="63" y="462"/>
                  </a:cubicBezTo>
                  <a:cubicBezTo>
                    <a:pt x="1" y="462"/>
                    <a:pt x="1" y="550"/>
                    <a:pt x="51" y="562"/>
                  </a:cubicBezTo>
                  <a:cubicBezTo>
                    <a:pt x="501" y="700"/>
                    <a:pt x="1463" y="625"/>
                    <a:pt x="1663" y="100"/>
                  </a:cubicBezTo>
                  <a:cubicBezTo>
                    <a:pt x="1688" y="37"/>
                    <a:pt x="1575" y="0"/>
                    <a:pt x="1550" y="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5" name="Google Shape;6035;p114"/>
            <p:cNvSpPr/>
            <p:nvPr/>
          </p:nvSpPr>
          <p:spPr>
            <a:xfrm>
              <a:off x="3308250" y="4349125"/>
              <a:ext cx="42200" cy="19700"/>
            </a:xfrm>
            <a:custGeom>
              <a:rect b="b" l="l" r="r" t="t"/>
              <a:pathLst>
                <a:path extrusionOk="0" h="788" w="1688">
                  <a:moveTo>
                    <a:pt x="113" y="737"/>
                  </a:moveTo>
                  <a:cubicBezTo>
                    <a:pt x="513" y="362"/>
                    <a:pt x="1050" y="175"/>
                    <a:pt x="1600" y="237"/>
                  </a:cubicBezTo>
                  <a:cubicBezTo>
                    <a:pt x="1662" y="237"/>
                    <a:pt x="1687" y="163"/>
                    <a:pt x="1625" y="138"/>
                  </a:cubicBezTo>
                  <a:cubicBezTo>
                    <a:pt x="1112" y="0"/>
                    <a:pt x="400" y="312"/>
                    <a:pt x="38" y="675"/>
                  </a:cubicBezTo>
                  <a:cubicBezTo>
                    <a:pt x="0" y="712"/>
                    <a:pt x="63" y="787"/>
                    <a:pt x="113" y="7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6" name="Google Shape;6036;p114"/>
            <p:cNvSpPr/>
            <p:nvPr/>
          </p:nvSpPr>
          <p:spPr>
            <a:xfrm>
              <a:off x="3377300" y="4314750"/>
              <a:ext cx="33450" cy="30025"/>
            </a:xfrm>
            <a:custGeom>
              <a:rect b="b" l="l" r="r" t="t"/>
              <a:pathLst>
                <a:path extrusionOk="0" h="1201" w="1338">
                  <a:moveTo>
                    <a:pt x="1287" y="1113"/>
                  </a:moveTo>
                  <a:cubicBezTo>
                    <a:pt x="975" y="1125"/>
                    <a:pt x="712" y="950"/>
                    <a:pt x="475" y="763"/>
                  </a:cubicBezTo>
                  <a:cubicBezTo>
                    <a:pt x="250" y="588"/>
                    <a:pt x="100" y="325"/>
                    <a:pt x="88" y="38"/>
                  </a:cubicBezTo>
                  <a:cubicBezTo>
                    <a:pt x="75" y="0"/>
                    <a:pt x="0" y="13"/>
                    <a:pt x="13" y="50"/>
                  </a:cubicBezTo>
                  <a:cubicBezTo>
                    <a:pt x="13" y="363"/>
                    <a:pt x="175" y="638"/>
                    <a:pt x="412" y="825"/>
                  </a:cubicBezTo>
                  <a:cubicBezTo>
                    <a:pt x="675" y="1025"/>
                    <a:pt x="937" y="1200"/>
                    <a:pt x="1287" y="1188"/>
                  </a:cubicBezTo>
                  <a:cubicBezTo>
                    <a:pt x="1337" y="1188"/>
                    <a:pt x="1337" y="1100"/>
                    <a:pt x="1287" y="1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7" name="Google Shape;6037;p114"/>
            <p:cNvSpPr/>
            <p:nvPr/>
          </p:nvSpPr>
          <p:spPr>
            <a:xfrm>
              <a:off x="3376975" y="4315050"/>
              <a:ext cx="33450" cy="29100"/>
            </a:xfrm>
            <a:custGeom>
              <a:rect b="b" l="l" r="r" t="t"/>
              <a:pathLst>
                <a:path extrusionOk="0" h="1164" w="1338">
                  <a:moveTo>
                    <a:pt x="51" y="76"/>
                  </a:moveTo>
                  <a:cubicBezTo>
                    <a:pt x="325" y="163"/>
                    <a:pt x="563" y="288"/>
                    <a:pt x="788" y="463"/>
                  </a:cubicBezTo>
                  <a:cubicBezTo>
                    <a:pt x="1025" y="638"/>
                    <a:pt x="1075" y="876"/>
                    <a:pt x="1225" y="1113"/>
                  </a:cubicBezTo>
                  <a:cubicBezTo>
                    <a:pt x="1263" y="1163"/>
                    <a:pt x="1338" y="1138"/>
                    <a:pt x="1325" y="1076"/>
                  </a:cubicBezTo>
                  <a:cubicBezTo>
                    <a:pt x="1213" y="488"/>
                    <a:pt x="625" y="88"/>
                    <a:pt x="76" y="1"/>
                  </a:cubicBezTo>
                  <a:cubicBezTo>
                    <a:pt x="26" y="1"/>
                    <a:pt x="1" y="63"/>
                    <a:pt x="51" y="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8" name="Google Shape;6038;p114"/>
            <p:cNvSpPr/>
            <p:nvPr/>
          </p:nvSpPr>
          <p:spPr>
            <a:xfrm>
              <a:off x="3680325" y="4250400"/>
              <a:ext cx="38450" cy="86550"/>
            </a:xfrm>
            <a:custGeom>
              <a:rect b="b" l="l" r="r" t="t"/>
              <a:pathLst>
                <a:path extrusionOk="0" h="3462" w="1538">
                  <a:moveTo>
                    <a:pt x="88" y="3424"/>
                  </a:moveTo>
                  <a:cubicBezTo>
                    <a:pt x="813" y="2437"/>
                    <a:pt x="1301" y="1300"/>
                    <a:pt x="1525" y="88"/>
                  </a:cubicBezTo>
                  <a:cubicBezTo>
                    <a:pt x="1538" y="25"/>
                    <a:pt x="1438" y="0"/>
                    <a:pt x="1425" y="63"/>
                  </a:cubicBezTo>
                  <a:cubicBezTo>
                    <a:pt x="1213" y="1262"/>
                    <a:pt x="726" y="2399"/>
                    <a:pt x="26" y="3387"/>
                  </a:cubicBezTo>
                  <a:cubicBezTo>
                    <a:pt x="1" y="3437"/>
                    <a:pt x="63" y="3462"/>
                    <a:pt x="88" y="34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9" name="Google Shape;6039;p114"/>
            <p:cNvSpPr/>
            <p:nvPr/>
          </p:nvSpPr>
          <p:spPr>
            <a:xfrm>
              <a:off x="3710950" y="4236025"/>
              <a:ext cx="18150" cy="16575"/>
            </a:xfrm>
            <a:custGeom>
              <a:rect b="b" l="l" r="r" t="t"/>
              <a:pathLst>
                <a:path extrusionOk="0" h="663" w="726">
                  <a:moveTo>
                    <a:pt x="263" y="525"/>
                  </a:moveTo>
                  <a:cubicBezTo>
                    <a:pt x="363" y="488"/>
                    <a:pt x="375" y="488"/>
                    <a:pt x="288" y="500"/>
                  </a:cubicBezTo>
                  <a:cubicBezTo>
                    <a:pt x="250" y="500"/>
                    <a:pt x="213" y="500"/>
                    <a:pt x="176" y="500"/>
                  </a:cubicBezTo>
                  <a:cubicBezTo>
                    <a:pt x="138" y="500"/>
                    <a:pt x="126" y="550"/>
                    <a:pt x="163" y="563"/>
                  </a:cubicBezTo>
                  <a:cubicBezTo>
                    <a:pt x="375" y="663"/>
                    <a:pt x="725" y="438"/>
                    <a:pt x="475" y="213"/>
                  </a:cubicBezTo>
                  <a:cubicBezTo>
                    <a:pt x="213" y="0"/>
                    <a:pt x="1" y="375"/>
                    <a:pt x="188" y="575"/>
                  </a:cubicBezTo>
                  <a:cubicBezTo>
                    <a:pt x="225" y="625"/>
                    <a:pt x="288" y="563"/>
                    <a:pt x="250" y="5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0" name="Google Shape;6040;p114"/>
            <p:cNvSpPr/>
            <p:nvPr/>
          </p:nvSpPr>
          <p:spPr>
            <a:xfrm>
              <a:off x="3642525" y="4266325"/>
              <a:ext cx="30650" cy="82200"/>
            </a:xfrm>
            <a:custGeom>
              <a:rect b="b" l="l" r="r" t="t"/>
              <a:pathLst>
                <a:path extrusionOk="0" h="3288" w="1226">
                  <a:moveTo>
                    <a:pt x="1100" y="3225"/>
                  </a:moveTo>
                  <a:cubicBezTo>
                    <a:pt x="1225" y="2125"/>
                    <a:pt x="1013" y="763"/>
                    <a:pt x="76" y="38"/>
                  </a:cubicBezTo>
                  <a:cubicBezTo>
                    <a:pt x="51" y="0"/>
                    <a:pt x="1" y="50"/>
                    <a:pt x="38" y="75"/>
                  </a:cubicBezTo>
                  <a:cubicBezTo>
                    <a:pt x="813" y="1013"/>
                    <a:pt x="1138" y="2012"/>
                    <a:pt x="1013" y="3225"/>
                  </a:cubicBezTo>
                  <a:cubicBezTo>
                    <a:pt x="1013" y="3287"/>
                    <a:pt x="1088" y="3287"/>
                    <a:pt x="1100" y="3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1" name="Google Shape;6041;p114"/>
            <p:cNvSpPr/>
            <p:nvPr/>
          </p:nvSpPr>
          <p:spPr>
            <a:xfrm>
              <a:off x="3633475" y="4256950"/>
              <a:ext cx="12825" cy="15025"/>
            </a:xfrm>
            <a:custGeom>
              <a:rect b="b" l="l" r="r" t="t"/>
              <a:pathLst>
                <a:path extrusionOk="0" h="601" w="513">
                  <a:moveTo>
                    <a:pt x="100" y="338"/>
                  </a:moveTo>
                  <a:cubicBezTo>
                    <a:pt x="188" y="338"/>
                    <a:pt x="200" y="325"/>
                    <a:pt x="150" y="263"/>
                  </a:cubicBezTo>
                  <a:cubicBezTo>
                    <a:pt x="125" y="238"/>
                    <a:pt x="88" y="250"/>
                    <a:pt x="75" y="288"/>
                  </a:cubicBezTo>
                  <a:cubicBezTo>
                    <a:pt x="75" y="575"/>
                    <a:pt x="513" y="600"/>
                    <a:pt x="475" y="300"/>
                  </a:cubicBezTo>
                  <a:cubicBezTo>
                    <a:pt x="450" y="1"/>
                    <a:pt x="0" y="38"/>
                    <a:pt x="25" y="338"/>
                  </a:cubicBezTo>
                  <a:cubicBezTo>
                    <a:pt x="25" y="388"/>
                    <a:pt x="100" y="388"/>
                    <a:pt x="100" y="3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2" name="Google Shape;6042;p114"/>
            <p:cNvSpPr/>
            <p:nvPr/>
          </p:nvSpPr>
          <p:spPr>
            <a:xfrm>
              <a:off x="3232025" y="4371600"/>
              <a:ext cx="237775" cy="60325"/>
            </a:xfrm>
            <a:custGeom>
              <a:rect b="b" l="l" r="r" t="t"/>
              <a:pathLst>
                <a:path extrusionOk="0" h="2413" w="9511">
                  <a:moveTo>
                    <a:pt x="9473" y="2338"/>
                  </a:moveTo>
                  <a:cubicBezTo>
                    <a:pt x="7711" y="1650"/>
                    <a:pt x="6386" y="938"/>
                    <a:pt x="4461" y="751"/>
                  </a:cubicBezTo>
                  <a:cubicBezTo>
                    <a:pt x="2749" y="576"/>
                    <a:pt x="1500" y="976"/>
                    <a:pt x="63" y="1938"/>
                  </a:cubicBezTo>
                  <a:cubicBezTo>
                    <a:pt x="0" y="1975"/>
                    <a:pt x="63" y="2075"/>
                    <a:pt x="125" y="2038"/>
                  </a:cubicBezTo>
                  <a:cubicBezTo>
                    <a:pt x="3462" y="1"/>
                    <a:pt x="6123" y="1151"/>
                    <a:pt x="9460" y="2400"/>
                  </a:cubicBezTo>
                  <a:cubicBezTo>
                    <a:pt x="9498" y="2413"/>
                    <a:pt x="9510" y="2350"/>
                    <a:pt x="9473" y="23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3" name="Google Shape;6043;p114"/>
            <p:cNvSpPr/>
            <p:nvPr/>
          </p:nvSpPr>
          <p:spPr>
            <a:xfrm>
              <a:off x="3717200" y="4327550"/>
              <a:ext cx="31575" cy="49400"/>
            </a:xfrm>
            <a:custGeom>
              <a:rect b="b" l="l" r="r" t="t"/>
              <a:pathLst>
                <a:path extrusionOk="0" h="1976" w="1263">
                  <a:moveTo>
                    <a:pt x="1225" y="1913"/>
                  </a:moveTo>
                  <a:cubicBezTo>
                    <a:pt x="813" y="1825"/>
                    <a:pt x="413" y="1625"/>
                    <a:pt x="238" y="1213"/>
                  </a:cubicBezTo>
                  <a:cubicBezTo>
                    <a:pt x="13" y="713"/>
                    <a:pt x="288" y="138"/>
                    <a:pt x="863" y="113"/>
                  </a:cubicBezTo>
                  <a:cubicBezTo>
                    <a:pt x="938" y="113"/>
                    <a:pt x="938" y="1"/>
                    <a:pt x="863" y="1"/>
                  </a:cubicBezTo>
                  <a:cubicBezTo>
                    <a:pt x="375" y="13"/>
                    <a:pt x="0" y="438"/>
                    <a:pt x="50" y="926"/>
                  </a:cubicBezTo>
                  <a:cubicBezTo>
                    <a:pt x="100" y="1525"/>
                    <a:pt x="650" y="1875"/>
                    <a:pt x="1200" y="1975"/>
                  </a:cubicBezTo>
                  <a:cubicBezTo>
                    <a:pt x="1238" y="1975"/>
                    <a:pt x="1263" y="1913"/>
                    <a:pt x="1225" y="19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4" name="Google Shape;6044;p114"/>
            <p:cNvSpPr/>
            <p:nvPr/>
          </p:nvSpPr>
          <p:spPr>
            <a:xfrm>
              <a:off x="3471650" y="4370975"/>
              <a:ext cx="62800" cy="31575"/>
            </a:xfrm>
            <a:custGeom>
              <a:rect b="b" l="l" r="r" t="t"/>
              <a:pathLst>
                <a:path extrusionOk="0" h="1263" w="2512">
                  <a:moveTo>
                    <a:pt x="63" y="613"/>
                  </a:moveTo>
                  <a:cubicBezTo>
                    <a:pt x="362" y="626"/>
                    <a:pt x="662" y="551"/>
                    <a:pt x="937" y="413"/>
                  </a:cubicBezTo>
                  <a:cubicBezTo>
                    <a:pt x="1637" y="113"/>
                    <a:pt x="2312" y="426"/>
                    <a:pt x="2424" y="1213"/>
                  </a:cubicBezTo>
                  <a:cubicBezTo>
                    <a:pt x="2424" y="1263"/>
                    <a:pt x="2499" y="1250"/>
                    <a:pt x="2499" y="1213"/>
                  </a:cubicBezTo>
                  <a:cubicBezTo>
                    <a:pt x="2512" y="763"/>
                    <a:pt x="2237" y="363"/>
                    <a:pt x="1825" y="213"/>
                  </a:cubicBezTo>
                  <a:cubicBezTo>
                    <a:pt x="1187" y="1"/>
                    <a:pt x="687" y="551"/>
                    <a:pt x="63" y="526"/>
                  </a:cubicBezTo>
                  <a:cubicBezTo>
                    <a:pt x="0" y="526"/>
                    <a:pt x="13" y="613"/>
                    <a:pt x="63" y="6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5" name="Google Shape;6045;p114"/>
            <p:cNvSpPr/>
            <p:nvPr/>
          </p:nvSpPr>
          <p:spPr>
            <a:xfrm>
              <a:off x="3504750" y="4396300"/>
              <a:ext cx="30650" cy="21575"/>
            </a:xfrm>
            <a:custGeom>
              <a:rect b="b" l="l" r="r" t="t"/>
              <a:pathLst>
                <a:path extrusionOk="0" h="863" w="1226">
                  <a:moveTo>
                    <a:pt x="1050" y="63"/>
                  </a:moveTo>
                  <a:cubicBezTo>
                    <a:pt x="1225" y="587"/>
                    <a:pt x="388" y="825"/>
                    <a:pt x="63" y="575"/>
                  </a:cubicBezTo>
                  <a:cubicBezTo>
                    <a:pt x="38" y="550"/>
                    <a:pt x="1" y="600"/>
                    <a:pt x="13" y="625"/>
                  </a:cubicBezTo>
                  <a:cubicBezTo>
                    <a:pt x="176" y="862"/>
                    <a:pt x="551" y="800"/>
                    <a:pt x="788" y="700"/>
                  </a:cubicBezTo>
                  <a:cubicBezTo>
                    <a:pt x="1063" y="587"/>
                    <a:pt x="1225" y="337"/>
                    <a:pt x="1113" y="50"/>
                  </a:cubicBezTo>
                  <a:cubicBezTo>
                    <a:pt x="1100" y="0"/>
                    <a:pt x="1038" y="25"/>
                    <a:pt x="1050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6" name="Google Shape;6046;p114"/>
            <p:cNvSpPr/>
            <p:nvPr/>
          </p:nvSpPr>
          <p:spPr>
            <a:xfrm>
              <a:off x="3694400" y="4258825"/>
              <a:ext cx="81250" cy="56575"/>
            </a:xfrm>
            <a:custGeom>
              <a:rect b="b" l="l" r="r" t="t"/>
              <a:pathLst>
                <a:path extrusionOk="0" h="2263" w="3250">
                  <a:moveTo>
                    <a:pt x="88" y="2212"/>
                  </a:moveTo>
                  <a:cubicBezTo>
                    <a:pt x="887" y="1263"/>
                    <a:pt x="1775" y="188"/>
                    <a:pt x="3162" y="375"/>
                  </a:cubicBezTo>
                  <a:cubicBezTo>
                    <a:pt x="3224" y="375"/>
                    <a:pt x="3249" y="300"/>
                    <a:pt x="3187" y="288"/>
                  </a:cubicBezTo>
                  <a:cubicBezTo>
                    <a:pt x="1787" y="0"/>
                    <a:pt x="825" y="1200"/>
                    <a:pt x="25" y="2162"/>
                  </a:cubicBezTo>
                  <a:cubicBezTo>
                    <a:pt x="0" y="2200"/>
                    <a:pt x="50" y="2262"/>
                    <a:pt x="88" y="2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7" name="Google Shape;6047;p114"/>
            <p:cNvSpPr/>
            <p:nvPr/>
          </p:nvSpPr>
          <p:spPr>
            <a:xfrm>
              <a:off x="3515075" y="4351000"/>
              <a:ext cx="31250" cy="15325"/>
            </a:xfrm>
            <a:custGeom>
              <a:rect b="b" l="l" r="r" t="t"/>
              <a:pathLst>
                <a:path extrusionOk="0" h="613" w="1250">
                  <a:moveTo>
                    <a:pt x="63" y="600"/>
                  </a:moveTo>
                  <a:cubicBezTo>
                    <a:pt x="288" y="612"/>
                    <a:pt x="512" y="562"/>
                    <a:pt x="712" y="450"/>
                  </a:cubicBezTo>
                  <a:cubicBezTo>
                    <a:pt x="912" y="387"/>
                    <a:pt x="1087" y="262"/>
                    <a:pt x="1212" y="88"/>
                  </a:cubicBezTo>
                  <a:cubicBezTo>
                    <a:pt x="1250" y="50"/>
                    <a:pt x="1187" y="0"/>
                    <a:pt x="1150" y="38"/>
                  </a:cubicBezTo>
                  <a:cubicBezTo>
                    <a:pt x="862" y="325"/>
                    <a:pt x="475" y="487"/>
                    <a:pt x="63" y="512"/>
                  </a:cubicBezTo>
                  <a:cubicBezTo>
                    <a:pt x="0" y="512"/>
                    <a:pt x="13" y="587"/>
                    <a:pt x="63" y="6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8" name="Google Shape;6048;p114"/>
            <p:cNvSpPr/>
            <p:nvPr/>
          </p:nvSpPr>
          <p:spPr>
            <a:xfrm>
              <a:off x="3512250" y="4344750"/>
              <a:ext cx="34075" cy="22200"/>
            </a:xfrm>
            <a:custGeom>
              <a:rect b="b" l="l" r="r" t="t"/>
              <a:pathLst>
                <a:path extrusionOk="0" h="888" w="1363">
                  <a:moveTo>
                    <a:pt x="1313" y="250"/>
                  </a:moveTo>
                  <a:cubicBezTo>
                    <a:pt x="825" y="0"/>
                    <a:pt x="226" y="300"/>
                    <a:pt x="26" y="787"/>
                  </a:cubicBezTo>
                  <a:cubicBezTo>
                    <a:pt x="1" y="837"/>
                    <a:pt x="101" y="887"/>
                    <a:pt x="126" y="825"/>
                  </a:cubicBezTo>
                  <a:cubicBezTo>
                    <a:pt x="313" y="412"/>
                    <a:pt x="825" y="125"/>
                    <a:pt x="1263" y="325"/>
                  </a:cubicBezTo>
                  <a:cubicBezTo>
                    <a:pt x="1325" y="350"/>
                    <a:pt x="1363" y="275"/>
                    <a:pt x="1313" y="2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9" name="Google Shape;6049;p114"/>
            <p:cNvSpPr/>
            <p:nvPr/>
          </p:nvSpPr>
          <p:spPr>
            <a:xfrm>
              <a:off x="3177650" y="4347550"/>
              <a:ext cx="132500" cy="60000"/>
            </a:xfrm>
            <a:custGeom>
              <a:rect b="b" l="l" r="r" t="t"/>
              <a:pathLst>
                <a:path extrusionOk="0" h="2400" w="5300">
                  <a:moveTo>
                    <a:pt x="5224" y="1750"/>
                  </a:moveTo>
                  <a:cubicBezTo>
                    <a:pt x="3687" y="2038"/>
                    <a:pt x="388" y="2350"/>
                    <a:pt x="76" y="51"/>
                  </a:cubicBezTo>
                  <a:cubicBezTo>
                    <a:pt x="76" y="13"/>
                    <a:pt x="1" y="1"/>
                    <a:pt x="13" y="51"/>
                  </a:cubicBezTo>
                  <a:cubicBezTo>
                    <a:pt x="226" y="2400"/>
                    <a:pt x="3662" y="2125"/>
                    <a:pt x="5249" y="1825"/>
                  </a:cubicBezTo>
                  <a:cubicBezTo>
                    <a:pt x="5299" y="1813"/>
                    <a:pt x="5274" y="1738"/>
                    <a:pt x="5224" y="17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0" name="Google Shape;6050;p114"/>
            <p:cNvSpPr/>
            <p:nvPr/>
          </p:nvSpPr>
          <p:spPr>
            <a:xfrm>
              <a:off x="3184850" y="4310375"/>
              <a:ext cx="60925" cy="65000"/>
            </a:xfrm>
            <a:custGeom>
              <a:rect b="b" l="l" r="r" t="t"/>
              <a:pathLst>
                <a:path extrusionOk="0" h="2600" w="2437">
                  <a:moveTo>
                    <a:pt x="975" y="2525"/>
                  </a:moveTo>
                  <a:cubicBezTo>
                    <a:pt x="350" y="2200"/>
                    <a:pt x="88" y="1425"/>
                    <a:pt x="512" y="838"/>
                  </a:cubicBezTo>
                  <a:cubicBezTo>
                    <a:pt x="887" y="300"/>
                    <a:pt x="1850" y="125"/>
                    <a:pt x="2324" y="650"/>
                  </a:cubicBezTo>
                  <a:cubicBezTo>
                    <a:pt x="2362" y="700"/>
                    <a:pt x="2437" y="625"/>
                    <a:pt x="2399" y="575"/>
                  </a:cubicBezTo>
                  <a:cubicBezTo>
                    <a:pt x="1900" y="0"/>
                    <a:pt x="837" y="188"/>
                    <a:pt x="425" y="775"/>
                  </a:cubicBezTo>
                  <a:cubicBezTo>
                    <a:pt x="0" y="1400"/>
                    <a:pt x="238" y="2262"/>
                    <a:pt x="937" y="2575"/>
                  </a:cubicBezTo>
                  <a:cubicBezTo>
                    <a:pt x="975" y="2600"/>
                    <a:pt x="1012" y="2537"/>
                    <a:pt x="975" y="25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1" name="Google Shape;6051;p114"/>
            <p:cNvSpPr/>
            <p:nvPr/>
          </p:nvSpPr>
          <p:spPr>
            <a:xfrm>
              <a:off x="3219825" y="4320675"/>
              <a:ext cx="35950" cy="46900"/>
            </a:xfrm>
            <a:custGeom>
              <a:rect b="b" l="l" r="r" t="t"/>
              <a:pathLst>
                <a:path extrusionOk="0" h="1876" w="1438">
                  <a:moveTo>
                    <a:pt x="713" y="88"/>
                  </a:moveTo>
                  <a:cubicBezTo>
                    <a:pt x="1113" y="276"/>
                    <a:pt x="1300" y="738"/>
                    <a:pt x="1138" y="1151"/>
                  </a:cubicBezTo>
                  <a:cubicBezTo>
                    <a:pt x="963" y="1588"/>
                    <a:pt x="513" y="1713"/>
                    <a:pt x="88" y="1588"/>
                  </a:cubicBezTo>
                  <a:cubicBezTo>
                    <a:pt x="38" y="1575"/>
                    <a:pt x="1" y="1650"/>
                    <a:pt x="51" y="1663"/>
                  </a:cubicBezTo>
                  <a:cubicBezTo>
                    <a:pt x="513" y="1875"/>
                    <a:pt x="1050" y="1663"/>
                    <a:pt x="1238" y="1201"/>
                  </a:cubicBezTo>
                  <a:cubicBezTo>
                    <a:pt x="1438" y="738"/>
                    <a:pt x="1213" y="201"/>
                    <a:pt x="751" y="26"/>
                  </a:cubicBezTo>
                  <a:cubicBezTo>
                    <a:pt x="713" y="1"/>
                    <a:pt x="676" y="63"/>
                    <a:pt x="713" y="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2" name="Google Shape;6052;p114"/>
            <p:cNvSpPr/>
            <p:nvPr/>
          </p:nvSpPr>
          <p:spPr>
            <a:xfrm>
              <a:off x="3208275" y="4332875"/>
              <a:ext cx="17200" cy="30950"/>
            </a:xfrm>
            <a:custGeom>
              <a:rect b="b" l="l" r="r" t="t"/>
              <a:pathLst>
                <a:path extrusionOk="0" h="1238" w="688">
                  <a:moveTo>
                    <a:pt x="650" y="1125"/>
                  </a:moveTo>
                  <a:cubicBezTo>
                    <a:pt x="63" y="1162"/>
                    <a:pt x="0" y="13"/>
                    <a:pt x="613" y="200"/>
                  </a:cubicBezTo>
                  <a:cubicBezTo>
                    <a:pt x="663" y="225"/>
                    <a:pt x="688" y="138"/>
                    <a:pt x="638" y="113"/>
                  </a:cubicBezTo>
                  <a:cubicBezTo>
                    <a:pt x="338" y="0"/>
                    <a:pt x="75" y="263"/>
                    <a:pt x="63" y="550"/>
                  </a:cubicBezTo>
                  <a:cubicBezTo>
                    <a:pt x="63" y="837"/>
                    <a:pt x="300" y="1237"/>
                    <a:pt x="650" y="1200"/>
                  </a:cubicBezTo>
                  <a:cubicBezTo>
                    <a:pt x="688" y="1200"/>
                    <a:pt x="688" y="1125"/>
                    <a:pt x="650" y="11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3" name="Google Shape;6053;p114"/>
            <p:cNvSpPr/>
            <p:nvPr/>
          </p:nvSpPr>
          <p:spPr>
            <a:xfrm>
              <a:off x="3454450" y="4302575"/>
              <a:ext cx="55025" cy="71550"/>
            </a:xfrm>
            <a:custGeom>
              <a:rect b="b" l="l" r="r" t="t"/>
              <a:pathLst>
                <a:path extrusionOk="0" h="2862" w="2201">
                  <a:moveTo>
                    <a:pt x="1825" y="2812"/>
                  </a:moveTo>
                  <a:cubicBezTo>
                    <a:pt x="2200" y="1537"/>
                    <a:pt x="1425" y="100"/>
                    <a:pt x="38" y="0"/>
                  </a:cubicBezTo>
                  <a:cubicBezTo>
                    <a:pt x="1" y="0"/>
                    <a:pt x="1" y="50"/>
                    <a:pt x="38" y="50"/>
                  </a:cubicBezTo>
                  <a:cubicBezTo>
                    <a:pt x="1300" y="375"/>
                    <a:pt x="2100" y="1462"/>
                    <a:pt x="1750" y="2787"/>
                  </a:cubicBezTo>
                  <a:cubicBezTo>
                    <a:pt x="1738" y="2837"/>
                    <a:pt x="1813" y="2862"/>
                    <a:pt x="1838" y="279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4" name="Google Shape;6054;p114"/>
            <p:cNvSpPr/>
            <p:nvPr/>
          </p:nvSpPr>
          <p:spPr>
            <a:xfrm>
              <a:off x="3809050" y="4281625"/>
              <a:ext cx="20025" cy="15350"/>
            </a:xfrm>
            <a:custGeom>
              <a:rect b="b" l="l" r="r" t="t"/>
              <a:pathLst>
                <a:path extrusionOk="0" h="614" w="801">
                  <a:moveTo>
                    <a:pt x="113" y="563"/>
                  </a:moveTo>
                  <a:cubicBezTo>
                    <a:pt x="250" y="326"/>
                    <a:pt x="488" y="163"/>
                    <a:pt x="750" y="101"/>
                  </a:cubicBezTo>
                  <a:cubicBezTo>
                    <a:pt x="800" y="88"/>
                    <a:pt x="788" y="1"/>
                    <a:pt x="738" y="1"/>
                  </a:cubicBezTo>
                  <a:cubicBezTo>
                    <a:pt x="425" y="38"/>
                    <a:pt x="163" y="226"/>
                    <a:pt x="26" y="501"/>
                  </a:cubicBezTo>
                  <a:cubicBezTo>
                    <a:pt x="1" y="563"/>
                    <a:pt x="75" y="613"/>
                    <a:pt x="113" y="5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5" name="Google Shape;6055;p114"/>
            <p:cNvSpPr/>
            <p:nvPr/>
          </p:nvSpPr>
          <p:spPr>
            <a:xfrm>
              <a:off x="3812475" y="4278200"/>
              <a:ext cx="16900" cy="5950"/>
            </a:xfrm>
            <a:custGeom>
              <a:rect b="b" l="l" r="r" t="t"/>
              <a:pathLst>
                <a:path extrusionOk="0" h="238" w="676">
                  <a:moveTo>
                    <a:pt x="613" y="113"/>
                  </a:moveTo>
                  <a:cubicBezTo>
                    <a:pt x="438" y="25"/>
                    <a:pt x="251" y="0"/>
                    <a:pt x="63" y="25"/>
                  </a:cubicBezTo>
                  <a:cubicBezTo>
                    <a:pt x="1" y="38"/>
                    <a:pt x="26" y="138"/>
                    <a:pt x="76" y="138"/>
                  </a:cubicBezTo>
                  <a:cubicBezTo>
                    <a:pt x="251" y="138"/>
                    <a:pt x="413" y="163"/>
                    <a:pt x="576" y="213"/>
                  </a:cubicBezTo>
                  <a:cubicBezTo>
                    <a:pt x="651" y="238"/>
                    <a:pt x="676" y="138"/>
                    <a:pt x="613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6" name="Google Shape;6056;p114"/>
            <p:cNvSpPr/>
            <p:nvPr/>
          </p:nvSpPr>
          <p:spPr>
            <a:xfrm>
              <a:off x="3801250" y="4294125"/>
              <a:ext cx="9375" cy="7850"/>
            </a:xfrm>
            <a:custGeom>
              <a:rect b="b" l="l" r="r" t="t"/>
              <a:pathLst>
                <a:path extrusionOk="0" h="314" w="375">
                  <a:moveTo>
                    <a:pt x="263" y="88"/>
                  </a:moveTo>
                  <a:cubicBezTo>
                    <a:pt x="213" y="113"/>
                    <a:pt x="138" y="88"/>
                    <a:pt x="113" y="38"/>
                  </a:cubicBezTo>
                  <a:cubicBezTo>
                    <a:pt x="75" y="1"/>
                    <a:pt x="0" y="38"/>
                    <a:pt x="13" y="88"/>
                  </a:cubicBezTo>
                  <a:cubicBezTo>
                    <a:pt x="75" y="238"/>
                    <a:pt x="250" y="313"/>
                    <a:pt x="338" y="151"/>
                  </a:cubicBezTo>
                  <a:cubicBezTo>
                    <a:pt x="375" y="101"/>
                    <a:pt x="300" y="38"/>
                    <a:pt x="263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7" name="Google Shape;6057;p114"/>
            <p:cNvSpPr/>
            <p:nvPr/>
          </p:nvSpPr>
          <p:spPr>
            <a:xfrm>
              <a:off x="3783125" y="4280700"/>
              <a:ext cx="20025" cy="15650"/>
            </a:xfrm>
            <a:custGeom>
              <a:rect b="b" l="l" r="r" t="t"/>
              <a:pathLst>
                <a:path extrusionOk="0" h="626" w="801">
                  <a:moveTo>
                    <a:pt x="775" y="538"/>
                  </a:moveTo>
                  <a:cubicBezTo>
                    <a:pt x="625" y="288"/>
                    <a:pt x="350" y="0"/>
                    <a:pt x="38" y="63"/>
                  </a:cubicBezTo>
                  <a:cubicBezTo>
                    <a:pt x="0" y="75"/>
                    <a:pt x="0" y="138"/>
                    <a:pt x="38" y="150"/>
                  </a:cubicBezTo>
                  <a:cubicBezTo>
                    <a:pt x="313" y="213"/>
                    <a:pt x="550" y="363"/>
                    <a:pt x="700" y="588"/>
                  </a:cubicBezTo>
                  <a:cubicBezTo>
                    <a:pt x="738" y="625"/>
                    <a:pt x="800" y="575"/>
                    <a:pt x="775" y="5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8" name="Google Shape;6058;p114"/>
            <p:cNvSpPr/>
            <p:nvPr/>
          </p:nvSpPr>
          <p:spPr>
            <a:xfrm>
              <a:off x="3783425" y="4276325"/>
              <a:ext cx="24400" cy="10325"/>
            </a:xfrm>
            <a:custGeom>
              <a:rect b="b" l="l" r="r" t="t"/>
              <a:pathLst>
                <a:path extrusionOk="0" h="413" w="976">
                  <a:moveTo>
                    <a:pt x="113" y="288"/>
                  </a:moveTo>
                  <a:cubicBezTo>
                    <a:pt x="363" y="125"/>
                    <a:pt x="613" y="188"/>
                    <a:pt x="838" y="363"/>
                  </a:cubicBezTo>
                  <a:cubicBezTo>
                    <a:pt x="888" y="413"/>
                    <a:pt x="976" y="325"/>
                    <a:pt x="913" y="275"/>
                  </a:cubicBezTo>
                  <a:cubicBezTo>
                    <a:pt x="688" y="25"/>
                    <a:pt x="313" y="0"/>
                    <a:pt x="51" y="213"/>
                  </a:cubicBezTo>
                  <a:cubicBezTo>
                    <a:pt x="1" y="250"/>
                    <a:pt x="63" y="325"/>
                    <a:pt x="113" y="2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9" name="Google Shape;6059;p114"/>
            <p:cNvSpPr/>
            <p:nvPr/>
          </p:nvSpPr>
          <p:spPr>
            <a:xfrm>
              <a:off x="3804375" y="4278500"/>
              <a:ext cx="13750" cy="8150"/>
            </a:xfrm>
            <a:custGeom>
              <a:rect b="b" l="l" r="r" t="t"/>
              <a:pathLst>
                <a:path extrusionOk="0" h="326" w="550">
                  <a:moveTo>
                    <a:pt x="138" y="276"/>
                  </a:moveTo>
                  <a:cubicBezTo>
                    <a:pt x="238" y="188"/>
                    <a:pt x="362" y="126"/>
                    <a:pt x="487" y="113"/>
                  </a:cubicBezTo>
                  <a:cubicBezTo>
                    <a:pt x="550" y="113"/>
                    <a:pt x="525" y="26"/>
                    <a:pt x="475" y="13"/>
                  </a:cubicBezTo>
                  <a:cubicBezTo>
                    <a:pt x="312" y="1"/>
                    <a:pt x="163" y="76"/>
                    <a:pt x="50" y="188"/>
                  </a:cubicBezTo>
                  <a:cubicBezTo>
                    <a:pt x="0" y="238"/>
                    <a:pt x="88" y="326"/>
                    <a:pt x="138" y="2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0" name="Google Shape;6060;p114"/>
            <p:cNvSpPr/>
            <p:nvPr/>
          </p:nvSpPr>
          <p:spPr>
            <a:xfrm>
              <a:off x="3798750" y="4264450"/>
              <a:ext cx="14375" cy="12525"/>
            </a:xfrm>
            <a:custGeom>
              <a:rect b="b" l="l" r="r" t="t"/>
              <a:pathLst>
                <a:path extrusionOk="0" h="501" w="575">
                  <a:moveTo>
                    <a:pt x="275" y="475"/>
                  </a:moveTo>
                  <a:cubicBezTo>
                    <a:pt x="400" y="463"/>
                    <a:pt x="537" y="425"/>
                    <a:pt x="550" y="288"/>
                  </a:cubicBezTo>
                  <a:cubicBezTo>
                    <a:pt x="575" y="163"/>
                    <a:pt x="475" y="63"/>
                    <a:pt x="363" y="63"/>
                  </a:cubicBezTo>
                  <a:cubicBezTo>
                    <a:pt x="63" y="0"/>
                    <a:pt x="0" y="463"/>
                    <a:pt x="300" y="488"/>
                  </a:cubicBezTo>
                  <a:cubicBezTo>
                    <a:pt x="375" y="500"/>
                    <a:pt x="400" y="375"/>
                    <a:pt x="325" y="363"/>
                  </a:cubicBezTo>
                  <a:lnTo>
                    <a:pt x="275" y="350"/>
                  </a:lnTo>
                  <a:cubicBezTo>
                    <a:pt x="200" y="350"/>
                    <a:pt x="200" y="475"/>
                    <a:pt x="275" y="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1" name="Google Shape;6061;p114"/>
            <p:cNvSpPr/>
            <p:nvPr/>
          </p:nvSpPr>
          <p:spPr>
            <a:xfrm>
              <a:off x="6793275" y="2739850"/>
              <a:ext cx="104675" cy="111550"/>
            </a:xfrm>
            <a:custGeom>
              <a:rect b="b" l="l" r="r" t="t"/>
              <a:pathLst>
                <a:path extrusionOk="0" h="4462" w="4187">
                  <a:moveTo>
                    <a:pt x="3899" y="1800"/>
                  </a:moveTo>
                  <a:cubicBezTo>
                    <a:pt x="4087" y="3375"/>
                    <a:pt x="2275" y="4462"/>
                    <a:pt x="1062" y="3325"/>
                  </a:cubicBezTo>
                  <a:cubicBezTo>
                    <a:pt x="125" y="2450"/>
                    <a:pt x="563" y="988"/>
                    <a:pt x="1212" y="75"/>
                  </a:cubicBezTo>
                  <a:cubicBezTo>
                    <a:pt x="1237" y="38"/>
                    <a:pt x="1187" y="0"/>
                    <a:pt x="1150" y="25"/>
                  </a:cubicBezTo>
                  <a:cubicBezTo>
                    <a:pt x="213" y="1038"/>
                    <a:pt x="0" y="2975"/>
                    <a:pt x="1387" y="3712"/>
                  </a:cubicBezTo>
                  <a:cubicBezTo>
                    <a:pt x="2737" y="4424"/>
                    <a:pt x="4187" y="3237"/>
                    <a:pt x="3999" y="1800"/>
                  </a:cubicBezTo>
                  <a:cubicBezTo>
                    <a:pt x="3999" y="1738"/>
                    <a:pt x="3887" y="1738"/>
                    <a:pt x="3899" y="1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2" name="Google Shape;6062;p114"/>
            <p:cNvSpPr/>
            <p:nvPr/>
          </p:nvSpPr>
          <p:spPr>
            <a:xfrm>
              <a:off x="6818575" y="2481475"/>
              <a:ext cx="146850" cy="263400"/>
            </a:xfrm>
            <a:custGeom>
              <a:rect b="b" l="l" r="r" t="t"/>
              <a:pathLst>
                <a:path extrusionOk="0" h="10536" w="5874">
                  <a:moveTo>
                    <a:pt x="75" y="10510"/>
                  </a:moveTo>
                  <a:cubicBezTo>
                    <a:pt x="1950" y="9186"/>
                    <a:pt x="4362" y="7986"/>
                    <a:pt x="5137" y="5674"/>
                  </a:cubicBezTo>
                  <a:cubicBezTo>
                    <a:pt x="5724" y="3950"/>
                    <a:pt x="5874" y="1463"/>
                    <a:pt x="4612" y="26"/>
                  </a:cubicBezTo>
                  <a:cubicBezTo>
                    <a:pt x="4587" y="1"/>
                    <a:pt x="4537" y="38"/>
                    <a:pt x="4562" y="63"/>
                  </a:cubicBezTo>
                  <a:cubicBezTo>
                    <a:pt x="5761" y="1700"/>
                    <a:pt x="5586" y="4462"/>
                    <a:pt x="4737" y="6224"/>
                  </a:cubicBezTo>
                  <a:cubicBezTo>
                    <a:pt x="3812" y="8124"/>
                    <a:pt x="1700" y="9236"/>
                    <a:pt x="38" y="10448"/>
                  </a:cubicBezTo>
                  <a:cubicBezTo>
                    <a:pt x="0" y="10473"/>
                    <a:pt x="38" y="10535"/>
                    <a:pt x="75" y="1051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3" name="Google Shape;6063;p114"/>
            <p:cNvSpPr/>
            <p:nvPr/>
          </p:nvSpPr>
          <p:spPr>
            <a:xfrm>
              <a:off x="6840750" y="2448375"/>
              <a:ext cx="85000" cy="100300"/>
            </a:xfrm>
            <a:custGeom>
              <a:rect b="b" l="l" r="r" t="t"/>
              <a:pathLst>
                <a:path extrusionOk="0" h="4012" w="3400">
                  <a:moveTo>
                    <a:pt x="3350" y="1087"/>
                  </a:moveTo>
                  <a:cubicBezTo>
                    <a:pt x="2500" y="587"/>
                    <a:pt x="1313" y="387"/>
                    <a:pt x="576" y="1225"/>
                  </a:cubicBezTo>
                  <a:cubicBezTo>
                    <a:pt x="151" y="1700"/>
                    <a:pt x="1" y="2837"/>
                    <a:pt x="413" y="3387"/>
                  </a:cubicBezTo>
                  <a:cubicBezTo>
                    <a:pt x="900" y="4012"/>
                    <a:pt x="2038" y="3924"/>
                    <a:pt x="2375" y="3187"/>
                  </a:cubicBezTo>
                  <a:cubicBezTo>
                    <a:pt x="2575" y="2749"/>
                    <a:pt x="2550" y="2237"/>
                    <a:pt x="2300" y="1812"/>
                  </a:cubicBezTo>
                  <a:cubicBezTo>
                    <a:pt x="1938" y="1175"/>
                    <a:pt x="975" y="775"/>
                    <a:pt x="863" y="25"/>
                  </a:cubicBezTo>
                  <a:cubicBezTo>
                    <a:pt x="863" y="0"/>
                    <a:pt x="813" y="0"/>
                    <a:pt x="813" y="25"/>
                  </a:cubicBezTo>
                  <a:cubicBezTo>
                    <a:pt x="825" y="437"/>
                    <a:pt x="1100" y="675"/>
                    <a:pt x="1388" y="950"/>
                  </a:cubicBezTo>
                  <a:cubicBezTo>
                    <a:pt x="1675" y="1225"/>
                    <a:pt x="2050" y="1512"/>
                    <a:pt x="2200" y="1862"/>
                  </a:cubicBezTo>
                  <a:cubicBezTo>
                    <a:pt x="2563" y="2724"/>
                    <a:pt x="2313" y="3724"/>
                    <a:pt x="1200" y="3587"/>
                  </a:cubicBezTo>
                  <a:cubicBezTo>
                    <a:pt x="850" y="3649"/>
                    <a:pt x="626" y="3524"/>
                    <a:pt x="551" y="3174"/>
                  </a:cubicBezTo>
                  <a:cubicBezTo>
                    <a:pt x="426" y="3087"/>
                    <a:pt x="338" y="2949"/>
                    <a:pt x="338" y="2799"/>
                  </a:cubicBezTo>
                  <a:cubicBezTo>
                    <a:pt x="338" y="2737"/>
                    <a:pt x="338" y="2674"/>
                    <a:pt x="338" y="2612"/>
                  </a:cubicBezTo>
                  <a:cubicBezTo>
                    <a:pt x="313" y="2362"/>
                    <a:pt x="313" y="2100"/>
                    <a:pt x="363" y="1850"/>
                  </a:cubicBezTo>
                  <a:cubicBezTo>
                    <a:pt x="713" y="487"/>
                    <a:pt x="2375" y="612"/>
                    <a:pt x="3312" y="1150"/>
                  </a:cubicBezTo>
                  <a:cubicBezTo>
                    <a:pt x="3362" y="1175"/>
                    <a:pt x="3400" y="1112"/>
                    <a:pt x="3362" y="10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4" name="Google Shape;6064;p114"/>
            <p:cNvSpPr/>
            <p:nvPr/>
          </p:nvSpPr>
          <p:spPr>
            <a:xfrm>
              <a:off x="6857625" y="2386200"/>
              <a:ext cx="13450" cy="55325"/>
            </a:xfrm>
            <a:custGeom>
              <a:rect b="b" l="l" r="r" t="t"/>
              <a:pathLst>
                <a:path extrusionOk="0" h="2213" w="538">
                  <a:moveTo>
                    <a:pt x="138" y="2162"/>
                  </a:moveTo>
                  <a:cubicBezTo>
                    <a:pt x="63" y="1387"/>
                    <a:pt x="300" y="775"/>
                    <a:pt x="525" y="50"/>
                  </a:cubicBezTo>
                  <a:cubicBezTo>
                    <a:pt x="538" y="13"/>
                    <a:pt x="488" y="0"/>
                    <a:pt x="463" y="25"/>
                  </a:cubicBezTo>
                  <a:cubicBezTo>
                    <a:pt x="51" y="613"/>
                    <a:pt x="1" y="1475"/>
                    <a:pt x="63" y="2162"/>
                  </a:cubicBezTo>
                  <a:cubicBezTo>
                    <a:pt x="63" y="2212"/>
                    <a:pt x="150" y="2212"/>
                    <a:pt x="138" y="2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5" name="Google Shape;6065;p114"/>
            <p:cNvSpPr/>
            <p:nvPr/>
          </p:nvSpPr>
          <p:spPr>
            <a:xfrm>
              <a:off x="6804825" y="2632075"/>
              <a:ext cx="96875" cy="82175"/>
            </a:xfrm>
            <a:custGeom>
              <a:rect b="b" l="l" r="r" t="t"/>
              <a:pathLst>
                <a:path extrusionOk="0" h="3287" w="3875">
                  <a:moveTo>
                    <a:pt x="3800" y="2200"/>
                  </a:moveTo>
                  <a:cubicBezTo>
                    <a:pt x="3125" y="2712"/>
                    <a:pt x="2300" y="3174"/>
                    <a:pt x="1425" y="2937"/>
                  </a:cubicBezTo>
                  <a:cubicBezTo>
                    <a:pt x="963" y="2799"/>
                    <a:pt x="575" y="2474"/>
                    <a:pt x="363" y="2050"/>
                  </a:cubicBezTo>
                  <a:cubicBezTo>
                    <a:pt x="213" y="1762"/>
                    <a:pt x="126" y="1450"/>
                    <a:pt x="126" y="1137"/>
                  </a:cubicBezTo>
                  <a:cubicBezTo>
                    <a:pt x="138" y="400"/>
                    <a:pt x="563" y="250"/>
                    <a:pt x="1400" y="687"/>
                  </a:cubicBezTo>
                  <a:cubicBezTo>
                    <a:pt x="1363" y="712"/>
                    <a:pt x="1400" y="787"/>
                    <a:pt x="1438" y="750"/>
                  </a:cubicBezTo>
                  <a:cubicBezTo>
                    <a:pt x="1813" y="463"/>
                    <a:pt x="1400" y="125"/>
                    <a:pt x="1050" y="75"/>
                  </a:cubicBezTo>
                  <a:cubicBezTo>
                    <a:pt x="388" y="0"/>
                    <a:pt x="1" y="675"/>
                    <a:pt x="26" y="1262"/>
                  </a:cubicBezTo>
                  <a:cubicBezTo>
                    <a:pt x="63" y="2050"/>
                    <a:pt x="613" y="2837"/>
                    <a:pt x="1388" y="3049"/>
                  </a:cubicBezTo>
                  <a:cubicBezTo>
                    <a:pt x="2312" y="3287"/>
                    <a:pt x="3162" y="2824"/>
                    <a:pt x="3837" y="2237"/>
                  </a:cubicBezTo>
                  <a:cubicBezTo>
                    <a:pt x="3875" y="2212"/>
                    <a:pt x="3825" y="2175"/>
                    <a:pt x="3800" y="22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6" name="Google Shape;6066;p114"/>
            <p:cNvSpPr/>
            <p:nvPr/>
          </p:nvSpPr>
          <p:spPr>
            <a:xfrm>
              <a:off x="6762650" y="2704850"/>
              <a:ext cx="110625" cy="22850"/>
            </a:xfrm>
            <a:custGeom>
              <a:rect b="b" l="l" r="r" t="t"/>
              <a:pathLst>
                <a:path extrusionOk="0" h="914" w="4425">
                  <a:moveTo>
                    <a:pt x="4324" y="26"/>
                  </a:moveTo>
                  <a:cubicBezTo>
                    <a:pt x="3325" y="876"/>
                    <a:pt x="1175" y="913"/>
                    <a:pt x="63" y="326"/>
                  </a:cubicBezTo>
                  <a:cubicBezTo>
                    <a:pt x="26" y="313"/>
                    <a:pt x="1" y="363"/>
                    <a:pt x="26" y="388"/>
                  </a:cubicBezTo>
                  <a:cubicBezTo>
                    <a:pt x="713" y="901"/>
                    <a:pt x="1700" y="826"/>
                    <a:pt x="2512" y="738"/>
                  </a:cubicBezTo>
                  <a:cubicBezTo>
                    <a:pt x="3175" y="663"/>
                    <a:pt x="3862" y="538"/>
                    <a:pt x="4387" y="88"/>
                  </a:cubicBezTo>
                  <a:cubicBezTo>
                    <a:pt x="4424" y="51"/>
                    <a:pt x="4374" y="1"/>
                    <a:pt x="4324" y="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7" name="Google Shape;6067;p114"/>
            <p:cNvSpPr/>
            <p:nvPr/>
          </p:nvSpPr>
          <p:spPr>
            <a:xfrm>
              <a:off x="6751100" y="2705175"/>
              <a:ext cx="12200" cy="11900"/>
            </a:xfrm>
            <a:custGeom>
              <a:rect b="b" l="l" r="r" t="t"/>
              <a:pathLst>
                <a:path extrusionOk="0" h="476" w="488">
                  <a:moveTo>
                    <a:pt x="450" y="350"/>
                  </a:moveTo>
                  <a:cubicBezTo>
                    <a:pt x="488" y="263"/>
                    <a:pt x="463" y="150"/>
                    <a:pt x="400" y="88"/>
                  </a:cubicBezTo>
                  <a:cubicBezTo>
                    <a:pt x="338" y="25"/>
                    <a:pt x="238" y="0"/>
                    <a:pt x="150" y="13"/>
                  </a:cubicBezTo>
                  <a:cubicBezTo>
                    <a:pt x="125" y="13"/>
                    <a:pt x="88" y="25"/>
                    <a:pt x="63" y="50"/>
                  </a:cubicBezTo>
                  <a:cubicBezTo>
                    <a:pt x="38" y="88"/>
                    <a:pt x="25" y="125"/>
                    <a:pt x="25" y="163"/>
                  </a:cubicBezTo>
                  <a:cubicBezTo>
                    <a:pt x="0" y="288"/>
                    <a:pt x="63" y="413"/>
                    <a:pt x="175" y="463"/>
                  </a:cubicBezTo>
                  <a:cubicBezTo>
                    <a:pt x="313" y="475"/>
                    <a:pt x="425" y="375"/>
                    <a:pt x="425" y="2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8" name="Google Shape;6068;p114"/>
            <p:cNvSpPr/>
            <p:nvPr/>
          </p:nvSpPr>
          <p:spPr>
            <a:xfrm>
              <a:off x="6748900" y="2702675"/>
              <a:ext cx="16275" cy="18450"/>
            </a:xfrm>
            <a:custGeom>
              <a:rect b="b" l="l" r="r" t="t"/>
              <a:pathLst>
                <a:path extrusionOk="0" h="738" w="651">
                  <a:moveTo>
                    <a:pt x="601" y="463"/>
                  </a:moveTo>
                  <a:cubicBezTo>
                    <a:pt x="650" y="300"/>
                    <a:pt x="563" y="113"/>
                    <a:pt x="388" y="63"/>
                  </a:cubicBezTo>
                  <a:cubicBezTo>
                    <a:pt x="251" y="0"/>
                    <a:pt x="76" y="88"/>
                    <a:pt x="63" y="250"/>
                  </a:cubicBezTo>
                  <a:cubicBezTo>
                    <a:pt x="1" y="650"/>
                    <a:pt x="563" y="738"/>
                    <a:pt x="563" y="338"/>
                  </a:cubicBezTo>
                  <a:cubicBezTo>
                    <a:pt x="563" y="288"/>
                    <a:pt x="501" y="275"/>
                    <a:pt x="488" y="325"/>
                  </a:cubicBezTo>
                  <a:cubicBezTo>
                    <a:pt x="163" y="438"/>
                    <a:pt x="88" y="425"/>
                    <a:pt x="263" y="275"/>
                  </a:cubicBezTo>
                  <a:cubicBezTo>
                    <a:pt x="376" y="100"/>
                    <a:pt x="438" y="150"/>
                    <a:pt x="476" y="425"/>
                  </a:cubicBezTo>
                  <a:cubicBezTo>
                    <a:pt x="451" y="513"/>
                    <a:pt x="576" y="538"/>
                    <a:pt x="601" y="4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9" name="Google Shape;6069;p114"/>
            <p:cNvSpPr/>
            <p:nvPr/>
          </p:nvSpPr>
          <p:spPr>
            <a:xfrm>
              <a:off x="6927925" y="2476175"/>
              <a:ext cx="3450" cy="2825"/>
            </a:xfrm>
            <a:custGeom>
              <a:rect b="b" l="l" r="r" t="t"/>
              <a:pathLst>
                <a:path extrusionOk="0" h="113" w="138">
                  <a:moveTo>
                    <a:pt x="63" y="25"/>
                  </a:moveTo>
                  <a:lnTo>
                    <a:pt x="38" y="38"/>
                  </a:lnTo>
                  <a:cubicBezTo>
                    <a:pt x="0" y="50"/>
                    <a:pt x="0" y="88"/>
                    <a:pt x="38" y="100"/>
                  </a:cubicBezTo>
                  <a:lnTo>
                    <a:pt x="63" y="100"/>
                  </a:lnTo>
                  <a:cubicBezTo>
                    <a:pt x="125" y="113"/>
                    <a:pt x="138" y="0"/>
                    <a:pt x="63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0" name="Google Shape;6070;p114"/>
            <p:cNvSpPr/>
            <p:nvPr/>
          </p:nvSpPr>
          <p:spPr>
            <a:xfrm>
              <a:off x="6869800" y="2346825"/>
              <a:ext cx="17850" cy="42200"/>
            </a:xfrm>
            <a:custGeom>
              <a:rect b="b" l="l" r="r" t="t"/>
              <a:pathLst>
                <a:path extrusionOk="0" h="1688" w="714">
                  <a:moveTo>
                    <a:pt x="101" y="1663"/>
                  </a:moveTo>
                  <a:cubicBezTo>
                    <a:pt x="638" y="1463"/>
                    <a:pt x="713" y="513"/>
                    <a:pt x="576" y="51"/>
                  </a:cubicBezTo>
                  <a:cubicBezTo>
                    <a:pt x="551" y="1"/>
                    <a:pt x="463" y="13"/>
                    <a:pt x="476" y="63"/>
                  </a:cubicBezTo>
                  <a:cubicBezTo>
                    <a:pt x="513" y="313"/>
                    <a:pt x="526" y="563"/>
                    <a:pt x="488" y="800"/>
                  </a:cubicBezTo>
                  <a:cubicBezTo>
                    <a:pt x="438" y="1038"/>
                    <a:pt x="326" y="1463"/>
                    <a:pt x="76" y="1550"/>
                  </a:cubicBezTo>
                  <a:cubicBezTo>
                    <a:pt x="1" y="1575"/>
                    <a:pt x="38" y="1688"/>
                    <a:pt x="101" y="16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1" name="Google Shape;6071;p114"/>
            <p:cNvSpPr/>
            <p:nvPr/>
          </p:nvSpPr>
          <p:spPr>
            <a:xfrm>
              <a:off x="6865425" y="2346525"/>
              <a:ext cx="19725" cy="42200"/>
            </a:xfrm>
            <a:custGeom>
              <a:rect b="b" l="l" r="r" t="t"/>
              <a:pathLst>
                <a:path extrusionOk="0" h="1688" w="789">
                  <a:moveTo>
                    <a:pt x="676" y="50"/>
                  </a:moveTo>
                  <a:cubicBezTo>
                    <a:pt x="313" y="400"/>
                    <a:pt x="1" y="1125"/>
                    <a:pt x="151" y="1625"/>
                  </a:cubicBezTo>
                  <a:cubicBezTo>
                    <a:pt x="163" y="1687"/>
                    <a:pt x="251" y="1662"/>
                    <a:pt x="238" y="1600"/>
                  </a:cubicBezTo>
                  <a:cubicBezTo>
                    <a:pt x="188" y="1062"/>
                    <a:pt x="376" y="513"/>
                    <a:pt x="751" y="113"/>
                  </a:cubicBezTo>
                  <a:cubicBezTo>
                    <a:pt x="788" y="63"/>
                    <a:pt x="726" y="0"/>
                    <a:pt x="676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2" name="Google Shape;6072;p114"/>
            <p:cNvSpPr/>
            <p:nvPr/>
          </p:nvSpPr>
          <p:spPr>
            <a:xfrm>
              <a:off x="6831375" y="2415875"/>
              <a:ext cx="30025" cy="33150"/>
            </a:xfrm>
            <a:custGeom>
              <a:rect b="b" l="l" r="r" t="t"/>
              <a:pathLst>
                <a:path extrusionOk="0" h="1326" w="1201">
                  <a:moveTo>
                    <a:pt x="1188" y="1275"/>
                  </a:moveTo>
                  <a:cubicBezTo>
                    <a:pt x="1200" y="938"/>
                    <a:pt x="1026" y="663"/>
                    <a:pt x="813" y="413"/>
                  </a:cubicBezTo>
                  <a:cubicBezTo>
                    <a:pt x="638" y="163"/>
                    <a:pt x="351" y="13"/>
                    <a:pt x="51" y="0"/>
                  </a:cubicBezTo>
                  <a:cubicBezTo>
                    <a:pt x="13" y="0"/>
                    <a:pt x="1" y="75"/>
                    <a:pt x="38" y="75"/>
                  </a:cubicBezTo>
                  <a:cubicBezTo>
                    <a:pt x="326" y="100"/>
                    <a:pt x="588" y="238"/>
                    <a:pt x="763" y="463"/>
                  </a:cubicBezTo>
                  <a:cubicBezTo>
                    <a:pt x="951" y="713"/>
                    <a:pt x="1125" y="950"/>
                    <a:pt x="1101" y="1275"/>
                  </a:cubicBezTo>
                  <a:cubicBezTo>
                    <a:pt x="1101" y="1325"/>
                    <a:pt x="1175" y="1325"/>
                    <a:pt x="1188" y="12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3" name="Google Shape;6073;p114"/>
            <p:cNvSpPr/>
            <p:nvPr/>
          </p:nvSpPr>
          <p:spPr>
            <a:xfrm>
              <a:off x="6831375" y="2415550"/>
              <a:ext cx="29400" cy="33475"/>
            </a:xfrm>
            <a:custGeom>
              <a:rect b="b" l="l" r="r" t="t"/>
              <a:pathLst>
                <a:path extrusionOk="0" h="1339" w="1176">
                  <a:moveTo>
                    <a:pt x="13" y="63"/>
                  </a:moveTo>
                  <a:cubicBezTo>
                    <a:pt x="101" y="626"/>
                    <a:pt x="501" y="1201"/>
                    <a:pt x="1076" y="1313"/>
                  </a:cubicBezTo>
                  <a:cubicBezTo>
                    <a:pt x="1138" y="1338"/>
                    <a:pt x="1175" y="1251"/>
                    <a:pt x="1125" y="1213"/>
                  </a:cubicBezTo>
                  <a:cubicBezTo>
                    <a:pt x="888" y="1076"/>
                    <a:pt x="651" y="1013"/>
                    <a:pt x="476" y="776"/>
                  </a:cubicBezTo>
                  <a:cubicBezTo>
                    <a:pt x="301" y="563"/>
                    <a:pt x="163" y="313"/>
                    <a:pt x="88" y="38"/>
                  </a:cubicBezTo>
                  <a:cubicBezTo>
                    <a:pt x="76" y="1"/>
                    <a:pt x="1" y="13"/>
                    <a:pt x="13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4" name="Google Shape;6074;p114"/>
            <p:cNvSpPr/>
            <p:nvPr/>
          </p:nvSpPr>
          <p:spPr>
            <a:xfrm>
              <a:off x="6767025" y="2718300"/>
              <a:ext cx="86575" cy="38750"/>
            </a:xfrm>
            <a:custGeom>
              <a:rect b="b" l="l" r="r" t="t"/>
              <a:pathLst>
                <a:path extrusionOk="0" h="1550" w="3463">
                  <a:moveTo>
                    <a:pt x="3387" y="38"/>
                  </a:moveTo>
                  <a:cubicBezTo>
                    <a:pt x="2387" y="738"/>
                    <a:pt x="1250" y="1225"/>
                    <a:pt x="50" y="1437"/>
                  </a:cubicBezTo>
                  <a:cubicBezTo>
                    <a:pt x="0" y="1450"/>
                    <a:pt x="25" y="1550"/>
                    <a:pt x="88" y="1537"/>
                  </a:cubicBezTo>
                  <a:cubicBezTo>
                    <a:pt x="1288" y="1312"/>
                    <a:pt x="2437" y="825"/>
                    <a:pt x="3425" y="100"/>
                  </a:cubicBezTo>
                  <a:cubicBezTo>
                    <a:pt x="3462" y="75"/>
                    <a:pt x="3425" y="0"/>
                    <a:pt x="3387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5" name="Google Shape;6075;p114"/>
            <p:cNvSpPr/>
            <p:nvPr/>
          </p:nvSpPr>
          <p:spPr>
            <a:xfrm>
              <a:off x="6752975" y="2749525"/>
              <a:ext cx="16250" cy="17850"/>
            </a:xfrm>
            <a:custGeom>
              <a:rect b="b" l="l" r="r" t="t"/>
              <a:pathLst>
                <a:path extrusionOk="0" h="714" w="650">
                  <a:moveTo>
                    <a:pt x="575" y="188"/>
                  </a:moveTo>
                  <a:cubicBezTo>
                    <a:pt x="363" y="1"/>
                    <a:pt x="0" y="238"/>
                    <a:pt x="213" y="476"/>
                  </a:cubicBezTo>
                  <a:cubicBezTo>
                    <a:pt x="413" y="713"/>
                    <a:pt x="650" y="376"/>
                    <a:pt x="562" y="163"/>
                  </a:cubicBezTo>
                  <a:cubicBezTo>
                    <a:pt x="537" y="126"/>
                    <a:pt x="487" y="138"/>
                    <a:pt x="487" y="176"/>
                  </a:cubicBezTo>
                  <a:cubicBezTo>
                    <a:pt x="487" y="213"/>
                    <a:pt x="487" y="251"/>
                    <a:pt x="487" y="288"/>
                  </a:cubicBezTo>
                  <a:cubicBezTo>
                    <a:pt x="475" y="376"/>
                    <a:pt x="487" y="363"/>
                    <a:pt x="512" y="263"/>
                  </a:cubicBezTo>
                  <a:cubicBezTo>
                    <a:pt x="550" y="288"/>
                    <a:pt x="612" y="238"/>
                    <a:pt x="575" y="2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6" name="Google Shape;6076;p114"/>
            <p:cNvSpPr/>
            <p:nvPr/>
          </p:nvSpPr>
          <p:spPr>
            <a:xfrm>
              <a:off x="6783275" y="2681125"/>
              <a:ext cx="81875" cy="30625"/>
            </a:xfrm>
            <a:custGeom>
              <a:rect b="b" l="l" r="r" t="t"/>
              <a:pathLst>
                <a:path extrusionOk="0" h="1225" w="3275">
                  <a:moveTo>
                    <a:pt x="3212" y="1000"/>
                  </a:moveTo>
                  <a:cubicBezTo>
                    <a:pt x="2000" y="1137"/>
                    <a:pt x="988" y="800"/>
                    <a:pt x="63" y="25"/>
                  </a:cubicBezTo>
                  <a:cubicBezTo>
                    <a:pt x="25" y="0"/>
                    <a:pt x="0" y="38"/>
                    <a:pt x="13" y="75"/>
                  </a:cubicBezTo>
                  <a:cubicBezTo>
                    <a:pt x="738" y="1000"/>
                    <a:pt x="2112" y="1225"/>
                    <a:pt x="3212" y="1087"/>
                  </a:cubicBezTo>
                  <a:cubicBezTo>
                    <a:pt x="3274" y="1087"/>
                    <a:pt x="3274" y="987"/>
                    <a:pt x="3212" y="10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7" name="Google Shape;6077;p114"/>
            <p:cNvSpPr/>
            <p:nvPr/>
          </p:nvSpPr>
          <p:spPr>
            <a:xfrm>
              <a:off x="6773575" y="2671750"/>
              <a:ext cx="15025" cy="12825"/>
            </a:xfrm>
            <a:custGeom>
              <a:rect b="b" l="l" r="r" t="t"/>
              <a:pathLst>
                <a:path extrusionOk="0" h="513" w="601">
                  <a:moveTo>
                    <a:pt x="338" y="25"/>
                  </a:moveTo>
                  <a:cubicBezTo>
                    <a:pt x="38" y="0"/>
                    <a:pt x="1" y="450"/>
                    <a:pt x="301" y="488"/>
                  </a:cubicBezTo>
                  <a:cubicBezTo>
                    <a:pt x="601" y="513"/>
                    <a:pt x="563" y="75"/>
                    <a:pt x="276" y="88"/>
                  </a:cubicBezTo>
                  <a:cubicBezTo>
                    <a:pt x="238" y="88"/>
                    <a:pt x="226" y="138"/>
                    <a:pt x="263" y="150"/>
                  </a:cubicBezTo>
                  <a:cubicBezTo>
                    <a:pt x="313" y="213"/>
                    <a:pt x="338" y="188"/>
                    <a:pt x="338" y="100"/>
                  </a:cubicBezTo>
                  <a:cubicBezTo>
                    <a:pt x="388" y="100"/>
                    <a:pt x="388" y="25"/>
                    <a:pt x="338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8" name="Google Shape;6078;p114"/>
            <p:cNvSpPr/>
            <p:nvPr/>
          </p:nvSpPr>
          <p:spPr>
            <a:xfrm>
              <a:off x="6888250" y="2270600"/>
              <a:ext cx="60000" cy="237450"/>
            </a:xfrm>
            <a:custGeom>
              <a:rect b="b" l="l" r="r" t="t"/>
              <a:pathLst>
                <a:path extrusionOk="0" h="9498" w="2400">
                  <a:moveTo>
                    <a:pt x="2387" y="9448"/>
                  </a:moveTo>
                  <a:cubicBezTo>
                    <a:pt x="1137" y="6136"/>
                    <a:pt x="0" y="3450"/>
                    <a:pt x="2025" y="125"/>
                  </a:cubicBezTo>
                  <a:cubicBezTo>
                    <a:pt x="2062" y="50"/>
                    <a:pt x="1962" y="0"/>
                    <a:pt x="1925" y="63"/>
                  </a:cubicBezTo>
                  <a:cubicBezTo>
                    <a:pt x="975" y="1475"/>
                    <a:pt x="575" y="2750"/>
                    <a:pt x="738" y="4449"/>
                  </a:cubicBezTo>
                  <a:cubicBezTo>
                    <a:pt x="925" y="6386"/>
                    <a:pt x="1637" y="7686"/>
                    <a:pt x="2325" y="9460"/>
                  </a:cubicBezTo>
                  <a:cubicBezTo>
                    <a:pt x="2350" y="9498"/>
                    <a:pt x="2400" y="9485"/>
                    <a:pt x="2387" y="944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9" name="Google Shape;6079;p114"/>
            <p:cNvSpPr/>
            <p:nvPr/>
          </p:nvSpPr>
          <p:spPr>
            <a:xfrm>
              <a:off x="6844200" y="2755475"/>
              <a:ext cx="49375" cy="31875"/>
            </a:xfrm>
            <a:custGeom>
              <a:rect b="b" l="l" r="r" t="t"/>
              <a:pathLst>
                <a:path extrusionOk="0" h="1275" w="1975">
                  <a:moveTo>
                    <a:pt x="1962" y="1213"/>
                  </a:moveTo>
                  <a:cubicBezTo>
                    <a:pt x="1875" y="663"/>
                    <a:pt x="1525" y="125"/>
                    <a:pt x="912" y="63"/>
                  </a:cubicBezTo>
                  <a:cubicBezTo>
                    <a:pt x="425" y="0"/>
                    <a:pt x="0" y="375"/>
                    <a:pt x="0" y="875"/>
                  </a:cubicBezTo>
                  <a:cubicBezTo>
                    <a:pt x="0" y="938"/>
                    <a:pt x="113" y="938"/>
                    <a:pt x="113" y="875"/>
                  </a:cubicBezTo>
                  <a:cubicBezTo>
                    <a:pt x="125" y="300"/>
                    <a:pt x="700" y="13"/>
                    <a:pt x="1200" y="250"/>
                  </a:cubicBezTo>
                  <a:cubicBezTo>
                    <a:pt x="1612" y="425"/>
                    <a:pt x="1812" y="813"/>
                    <a:pt x="1900" y="1238"/>
                  </a:cubicBezTo>
                  <a:cubicBezTo>
                    <a:pt x="1912" y="1275"/>
                    <a:pt x="1975" y="1262"/>
                    <a:pt x="1962" y="1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0" name="Google Shape;6080;p114"/>
            <p:cNvSpPr/>
            <p:nvPr/>
          </p:nvSpPr>
          <p:spPr>
            <a:xfrm>
              <a:off x="6887300" y="2510225"/>
              <a:ext cx="31575" cy="62500"/>
            </a:xfrm>
            <a:custGeom>
              <a:rect b="b" l="l" r="r" t="t"/>
              <a:pathLst>
                <a:path extrusionOk="0" h="2500" w="1263">
                  <a:moveTo>
                    <a:pt x="538" y="50"/>
                  </a:moveTo>
                  <a:cubicBezTo>
                    <a:pt x="563" y="675"/>
                    <a:pt x="1" y="1175"/>
                    <a:pt x="226" y="1812"/>
                  </a:cubicBezTo>
                  <a:cubicBezTo>
                    <a:pt x="376" y="2225"/>
                    <a:pt x="776" y="2500"/>
                    <a:pt x="1213" y="2487"/>
                  </a:cubicBezTo>
                  <a:cubicBezTo>
                    <a:pt x="1250" y="2487"/>
                    <a:pt x="1263" y="2425"/>
                    <a:pt x="1225" y="2412"/>
                  </a:cubicBezTo>
                  <a:cubicBezTo>
                    <a:pt x="438" y="2312"/>
                    <a:pt x="126" y="1625"/>
                    <a:pt x="426" y="925"/>
                  </a:cubicBezTo>
                  <a:cubicBezTo>
                    <a:pt x="563" y="650"/>
                    <a:pt x="626" y="350"/>
                    <a:pt x="626" y="50"/>
                  </a:cubicBezTo>
                  <a:cubicBezTo>
                    <a:pt x="626" y="0"/>
                    <a:pt x="538" y="0"/>
                    <a:pt x="538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1" name="Google Shape;6081;p114"/>
            <p:cNvSpPr/>
            <p:nvPr/>
          </p:nvSpPr>
          <p:spPr>
            <a:xfrm>
              <a:off x="6912925" y="2543350"/>
              <a:ext cx="21575" cy="30625"/>
            </a:xfrm>
            <a:custGeom>
              <a:rect b="b" l="l" r="r" t="t"/>
              <a:pathLst>
                <a:path extrusionOk="0" h="1225" w="863">
                  <a:moveTo>
                    <a:pt x="38" y="1112"/>
                  </a:moveTo>
                  <a:cubicBezTo>
                    <a:pt x="338" y="1225"/>
                    <a:pt x="588" y="1062"/>
                    <a:pt x="700" y="775"/>
                  </a:cubicBezTo>
                  <a:cubicBezTo>
                    <a:pt x="788" y="550"/>
                    <a:pt x="863" y="163"/>
                    <a:pt x="613" y="13"/>
                  </a:cubicBezTo>
                  <a:cubicBezTo>
                    <a:pt x="588" y="0"/>
                    <a:pt x="550" y="25"/>
                    <a:pt x="575" y="63"/>
                  </a:cubicBezTo>
                  <a:cubicBezTo>
                    <a:pt x="825" y="387"/>
                    <a:pt x="588" y="1225"/>
                    <a:pt x="63" y="1050"/>
                  </a:cubicBezTo>
                  <a:cubicBezTo>
                    <a:pt x="13" y="1025"/>
                    <a:pt x="0" y="1100"/>
                    <a:pt x="38" y="11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2" name="Google Shape;6082;p114"/>
            <p:cNvSpPr/>
            <p:nvPr/>
          </p:nvSpPr>
          <p:spPr>
            <a:xfrm>
              <a:off x="6775150" y="2732675"/>
              <a:ext cx="56575" cy="81250"/>
            </a:xfrm>
            <a:custGeom>
              <a:rect b="b" l="l" r="r" t="t"/>
              <a:pathLst>
                <a:path extrusionOk="0" h="3250" w="2263">
                  <a:moveTo>
                    <a:pt x="2162" y="38"/>
                  </a:moveTo>
                  <a:cubicBezTo>
                    <a:pt x="1213" y="825"/>
                    <a:pt x="0" y="1800"/>
                    <a:pt x="300" y="3199"/>
                  </a:cubicBezTo>
                  <a:cubicBezTo>
                    <a:pt x="313" y="3249"/>
                    <a:pt x="400" y="3224"/>
                    <a:pt x="388" y="3174"/>
                  </a:cubicBezTo>
                  <a:cubicBezTo>
                    <a:pt x="200" y="1787"/>
                    <a:pt x="1275" y="900"/>
                    <a:pt x="2225" y="88"/>
                  </a:cubicBezTo>
                  <a:cubicBezTo>
                    <a:pt x="2262" y="63"/>
                    <a:pt x="2200" y="0"/>
                    <a:pt x="2162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3" name="Google Shape;6083;p114"/>
            <p:cNvSpPr/>
            <p:nvPr/>
          </p:nvSpPr>
          <p:spPr>
            <a:xfrm>
              <a:off x="6867625" y="2553650"/>
              <a:ext cx="15025" cy="30950"/>
            </a:xfrm>
            <a:custGeom>
              <a:rect b="b" l="l" r="r" t="t"/>
              <a:pathLst>
                <a:path extrusionOk="0" h="1238" w="601">
                  <a:moveTo>
                    <a:pt x="500" y="63"/>
                  </a:moveTo>
                  <a:cubicBezTo>
                    <a:pt x="475" y="463"/>
                    <a:pt x="313" y="850"/>
                    <a:pt x="25" y="1138"/>
                  </a:cubicBezTo>
                  <a:cubicBezTo>
                    <a:pt x="0" y="1175"/>
                    <a:pt x="38" y="1238"/>
                    <a:pt x="88" y="1213"/>
                  </a:cubicBezTo>
                  <a:cubicBezTo>
                    <a:pt x="250" y="1075"/>
                    <a:pt x="375" y="900"/>
                    <a:pt x="438" y="713"/>
                  </a:cubicBezTo>
                  <a:cubicBezTo>
                    <a:pt x="550" y="513"/>
                    <a:pt x="600" y="288"/>
                    <a:pt x="588" y="63"/>
                  </a:cubicBezTo>
                  <a:cubicBezTo>
                    <a:pt x="588" y="0"/>
                    <a:pt x="488" y="0"/>
                    <a:pt x="488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4" name="Google Shape;6084;p114"/>
            <p:cNvSpPr/>
            <p:nvPr/>
          </p:nvSpPr>
          <p:spPr>
            <a:xfrm>
              <a:off x="6861375" y="2550525"/>
              <a:ext cx="21900" cy="34400"/>
            </a:xfrm>
            <a:custGeom>
              <a:rect b="b" l="l" r="r" t="t"/>
              <a:pathLst>
                <a:path extrusionOk="0" h="1376" w="876">
                  <a:moveTo>
                    <a:pt x="325" y="1275"/>
                  </a:moveTo>
                  <a:cubicBezTo>
                    <a:pt x="113" y="825"/>
                    <a:pt x="413" y="313"/>
                    <a:pt x="825" y="125"/>
                  </a:cubicBezTo>
                  <a:cubicBezTo>
                    <a:pt x="875" y="100"/>
                    <a:pt x="838" y="0"/>
                    <a:pt x="775" y="25"/>
                  </a:cubicBezTo>
                  <a:cubicBezTo>
                    <a:pt x="300" y="238"/>
                    <a:pt x="0" y="838"/>
                    <a:pt x="238" y="1325"/>
                  </a:cubicBezTo>
                  <a:cubicBezTo>
                    <a:pt x="275" y="1375"/>
                    <a:pt x="350" y="1325"/>
                    <a:pt x="325" y="12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5" name="Google Shape;6085;p114"/>
            <p:cNvSpPr/>
            <p:nvPr/>
          </p:nvSpPr>
          <p:spPr>
            <a:xfrm>
              <a:off x="6864175" y="2216250"/>
              <a:ext cx="60025" cy="132175"/>
            </a:xfrm>
            <a:custGeom>
              <a:rect b="b" l="l" r="r" t="t"/>
              <a:pathLst>
                <a:path extrusionOk="0" h="5287" w="2401">
                  <a:moveTo>
                    <a:pt x="1813" y="5236"/>
                  </a:moveTo>
                  <a:cubicBezTo>
                    <a:pt x="2125" y="3649"/>
                    <a:pt x="2400" y="212"/>
                    <a:pt x="51" y="0"/>
                  </a:cubicBezTo>
                  <a:cubicBezTo>
                    <a:pt x="1" y="0"/>
                    <a:pt x="1" y="62"/>
                    <a:pt x="51" y="75"/>
                  </a:cubicBezTo>
                  <a:cubicBezTo>
                    <a:pt x="2338" y="375"/>
                    <a:pt x="2038" y="3687"/>
                    <a:pt x="1738" y="5211"/>
                  </a:cubicBezTo>
                  <a:cubicBezTo>
                    <a:pt x="1738" y="5261"/>
                    <a:pt x="1813" y="5286"/>
                    <a:pt x="1813" y="523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6" name="Google Shape;6086;p114"/>
            <p:cNvSpPr/>
            <p:nvPr/>
          </p:nvSpPr>
          <p:spPr>
            <a:xfrm>
              <a:off x="6826700" y="2222800"/>
              <a:ext cx="65000" cy="61575"/>
            </a:xfrm>
            <a:custGeom>
              <a:rect b="b" l="l" r="r" t="t"/>
              <a:pathLst>
                <a:path extrusionOk="0" h="2463" w="2600">
                  <a:moveTo>
                    <a:pt x="2587" y="963"/>
                  </a:moveTo>
                  <a:cubicBezTo>
                    <a:pt x="2250" y="288"/>
                    <a:pt x="1425" y="0"/>
                    <a:pt x="788" y="450"/>
                  </a:cubicBezTo>
                  <a:cubicBezTo>
                    <a:pt x="200" y="863"/>
                    <a:pt x="0" y="1925"/>
                    <a:pt x="575" y="2425"/>
                  </a:cubicBezTo>
                  <a:cubicBezTo>
                    <a:pt x="638" y="2462"/>
                    <a:pt x="700" y="2387"/>
                    <a:pt x="650" y="2350"/>
                  </a:cubicBezTo>
                  <a:cubicBezTo>
                    <a:pt x="138" y="1875"/>
                    <a:pt x="300" y="900"/>
                    <a:pt x="838" y="525"/>
                  </a:cubicBezTo>
                  <a:cubicBezTo>
                    <a:pt x="1425" y="125"/>
                    <a:pt x="2237" y="350"/>
                    <a:pt x="2537" y="1000"/>
                  </a:cubicBezTo>
                  <a:cubicBezTo>
                    <a:pt x="2550" y="1038"/>
                    <a:pt x="2600" y="1000"/>
                    <a:pt x="2587" y="9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7" name="Google Shape;6087;p114"/>
            <p:cNvSpPr/>
            <p:nvPr/>
          </p:nvSpPr>
          <p:spPr>
            <a:xfrm>
              <a:off x="6837325" y="2258100"/>
              <a:ext cx="46875" cy="35950"/>
            </a:xfrm>
            <a:custGeom>
              <a:rect b="b" l="l" r="r" t="t"/>
              <a:pathLst>
                <a:path extrusionOk="0" h="1438" w="1875">
                  <a:moveTo>
                    <a:pt x="25" y="750"/>
                  </a:moveTo>
                  <a:cubicBezTo>
                    <a:pt x="200" y="1213"/>
                    <a:pt x="738" y="1438"/>
                    <a:pt x="1200" y="1250"/>
                  </a:cubicBezTo>
                  <a:cubicBezTo>
                    <a:pt x="1662" y="1050"/>
                    <a:pt x="1875" y="513"/>
                    <a:pt x="1662" y="51"/>
                  </a:cubicBezTo>
                  <a:cubicBezTo>
                    <a:pt x="1650" y="1"/>
                    <a:pt x="1575" y="38"/>
                    <a:pt x="1587" y="88"/>
                  </a:cubicBezTo>
                  <a:cubicBezTo>
                    <a:pt x="1712" y="513"/>
                    <a:pt x="1587" y="963"/>
                    <a:pt x="1150" y="1150"/>
                  </a:cubicBezTo>
                  <a:cubicBezTo>
                    <a:pt x="738" y="1313"/>
                    <a:pt x="263" y="1125"/>
                    <a:pt x="88" y="713"/>
                  </a:cubicBezTo>
                  <a:cubicBezTo>
                    <a:pt x="63" y="675"/>
                    <a:pt x="0" y="713"/>
                    <a:pt x="25" y="7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8" name="Google Shape;6088;p114"/>
            <p:cNvSpPr/>
            <p:nvPr/>
          </p:nvSpPr>
          <p:spPr>
            <a:xfrm>
              <a:off x="6849500" y="2246850"/>
              <a:ext cx="30650" cy="17200"/>
            </a:xfrm>
            <a:custGeom>
              <a:rect b="b" l="l" r="r" t="t"/>
              <a:pathLst>
                <a:path extrusionOk="0" h="688" w="1226">
                  <a:moveTo>
                    <a:pt x="1200" y="638"/>
                  </a:moveTo>
                  <a:cubicBezTo>
                    <a:pt x="1225" y="301"/>
                    <a:pt x="863" y="51"/>
                    <a:pt x="550" y="63"/>
                  </a:cubicBezTo>
                  <a:cubicBezTo>
                    <a:pt x="238" y="63"/>
                    <a:pt x="1" y="338"/>
                    <a:pt x="113" y="626"/>
                  </a:cubicBezTo>
                  <a:cubicBezTo>
                    <a:pt x="138" y="676"/>
                    <a:pt x="213" y="663"/>
                    <a:pt x="201" y="601"/>
                  </a:cubicBezTo>
                  <a:cubicBezTo>
                    <a:pt x="13" y="1"/>
                    <a:pt x="1163" y="51"/>
                    <a:pt x="1125" y="638"/>
                  </a:cubicBezTo>
                  <a:cubicBezTo>
                    <a:pt x="1125" y="688"/>
                    <a:pt x="1200" y="688"/>
                    <a:pt x="1200" y="6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9" name="Google Shape;6089;p114"/>
            <p:cNvSpPr/>
            <p:nvPr/>
          </p:nvSpPr>
          <p:spPr>
            <a:xfrm>
              <a:off x="6819200" y="2492725"/>
              <a:ext cx="71575" cy="55025"/>
            </a:xfrm>
            <a:custGeom>
              <a:rect b="b" l="l" r="r" t="t"/>
              <a:pathLst>
                <a:path extrusionOk="0" h="2201" w="2863">
                  <a:moveTo>
                    <a:pt x="2787" y="1750"/>
                  </a:moveTo>
                  <a:cubicBezTo>
                    <a:pt x="1463" y="2100"/>
                    <a:pt x="375" y="1288"/>
                    <a:pt x="50" y="26"/>
                  </a:cubicBezTo>
                  <a:cubicBezTo>
                    <a:pt x="50" y="1"/>
                    <a:pt x="0" y="1"/>
                    <a:pt x="0" y="26"/>
                  </a:cubicBezTo>
                  <a:cubicBezTo>
                    <a:pt x="100" y="1425"/>
                    <a:pt x="1538" y="2200"/>
                    <a:pt x="2812" y="1813"/>
                  </a:cubicBezTo>
                  <a:cubicBezTo>
                    <a:pt x="2862" y="1800"/>
                    <a:pt x="2837" y="1725"/>
                    <a:pt x="2787" y="17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0" name="Google Shape;6090;p114"/>
            <p:cNvSpPr/>
            <p:nvPr/>
          </p:nvSpPr>
          <p:spPr>
            <a:xfrm>
              <a:off x="6793275" y="2835125"/>
              <a:ext cx="104675" cy="111575"/>
            </a:xfrm>
            <a:custGeom>
              <a:rect b="b" l="l" r="r" t="t"/>
              <a:pathLst>
                <a:path extrusionOk="0" h="4463" w="4187">
                  <a:moveTo>
                    <a:pt x="3999" y="2663"/>
                  </a:moveTo>
                  <a:cubicBezTo>
                    <a:pt x="4187" y="1213"/>
                    <a:pt x="2737" y="38"/>
                    <a:pt x="1387" y="751"/>
                  </a:cubicBezTo>
                  <a:cubicBezTo>
                    <a:pt x="0" y="1488"/>
                    <a:pt x="225" y="3425"/>
                    <a:pt x="1162" y="4437"/>
                  </a:cubicBezTo>
                  <a:cubicBezTo>
                    <a:pt x="1187" y="4462"/>
                    <a:pt x="1237" y="4425"/>
                    <a:pt x="1212" y="4387"/>
                  </a:cubicBezTo>
                  <a:cubicBezTo>
                    <a:pt x="563" y="3488"/>
                    <a:pt x="125" y="2013"/>
                    <a:pt x="1062" y="1138"/>
                  </a:cubicBezTo>
                  <a:cubicBezTo>
                    <a:pt x="2275" y="1"/>
                    <a:pt x="4087" y="1088"/>
                    <a:pt x="3899" y="2663"/>
                  </a:cubicBezTo>
                  <a:cubicBezTo>
                    <a:pt x="3887" y="2738"/>
                    <a:pt x="3999" y="2725"/>
                    <a:pt x="4012" y="26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1" name="Google Shape;6091;p114"/>
            <p:cNvSpPr/>
            <p:nvPr/>
          </p:nvSpPr>
          <p:spPr>
            <a:xfrm>
              <a:off x="6818575" y="2941350"/>
              <a:ext cx="146550" cy="263725"/>
            </a:xfrm>
            <a:custGeom>
              <a:rect b="b" l="l" r="r" t="t"/>
              <a:pathLst>
                <a:path extrusionOk="0" h="10549" w="5862">
                  <a:moveTo>
                    <a:pt x="38" y="101"/>
                  </a:moveTo>
                  <a:cubicBezTo>
                    <a:pt x="1700" y="1313"/>
                    <a:pt x="3812" y="2425"/>
                    <a:pt x="4737" y="4325"/>
                  </a:cubicBezTo>
                  <a:cubicBezTo>
                    <a:pt x="5586" y="6087"/>
                    <a:pt x="5761" y="8849"/>
                    <a:pt x="4562" y="10486"/>
                  </a:cubicBezTo>
                  <a:cubicBezTo>
                    <a:pt x="4537" y="10511"/>
                    <a:pt x="4587" y="10548"/>
                    <a:pt x="4612" y="10523"/>
                  </a:cubicBezTo>
                  <a:cubicBezTo>
                    <a:pt x="5861" y="9086"/>
                    <a:pt x="5724" y="6587"/>
                    <a:pt x="5137" y="4875"/>
                  </a:cubicBezTo>
                  <a:cubicBezTo>
                    <a:pt x="4349" y="2550"/>
                    <a:pt x="1950" y="1363"/>
                    <a:pt x="75" y="26"/>
                  </a:cubicBezTo>
                  <a:cubicBezTo>
                    <a:pt x="38" y="1"/>
                    <a:pt x="0" y="63"/>
                    <a:pt x="38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2" name="Google Shape;6092;p114"/>
            <p:cNvSpPr/>
            <p:nvPr/>
          </p:nvSpPr>
          <p:spPr>
            <a:xfrm>
              <a:off x="6841075" y="3137250"/>
              <a:ext cx="84375" cy="100925"/>
            </a:xfrm>
            <a:custGeom>
              <a:rect b="b" l="l" r="r" t="t"/>
              <a:pathLst>
                <a:path extrusionOk="0" h="4037" w="3375">
                  <a:moveTo>
                    <a:pt x="3299" y="2875"/>
                  </a:moveTo>
                  <a:cubicBezTo>
                    <a:pt x="2362" y="3412"/>
                    <a:pt x="987" y="3537"/>
                    <a:pt x="438" y="2375"/>
                  </a:cubicBezTo>
                  <a:cubicBezTo>
                    <a:pt x="313" y="2100"/>
                    <a:pt x="275" y="1787"/>
                    <a:pt x="325" y="1487"/>
                  </a:cubicBezTo>
                  <a:cubicBezTo>
                    <a:pt x="325" y="1412"/>
                    <a:pt x="313" y="1325"/>
                    <a:pt x="325" y="1250"/>
                  </a:cubicBezTo>
                  <a:cubicBezTo>
                    <a:pt x="450" y="488"/>
                    <a:pt x="650" y="513"/>
                    <a:pt x="1175" y="450"/>
                  </a:cubicBezTo>
                  <a:cubicBezTo>
                    <a:pt x="2075" y="338"/>
                    <a:pt x="2425" y="938"/>
                    <a:pt x="2275" y="1725"/>
                  </a:cubicBezTo>
                  <a:cubicBezTo>
                    <a:pt x="2162" y="2300"/>
                    <a:pt x="1875" y="2600"/>
                    <a:pt x="1462" y="3000"/>
                  </a:cubicBezTo>
                  <a:cubicBezTo>
                    <a:pt x="1150" y="3299"/>
                    <a:pt x="825" y="3549"/>
                    <a:pt x="800" y="3999"/>
                  </a:cubicBezTo>
                  <a:cubicBezTo>
                    <a:pt x="800" y="4024"/>
                    <a:pt x="850" y="4037"/>
                    <a:pt x="850" y="3999"/>
                  </a:cubicBezTo>
                  <a:cubicBezTo>
                    <a:pt x="950" y="3287"/>
                    <a:pt x="1862" y="2900"/>
                    <a:pt x="2225" y="2312"/>
                  </a:cubicBezTo>
                  <a:cubicBezTo>
                    <a:pt x="2525" y="1875"/>
                    <a:pt x="2575" y="1325"/>
                    <a:pt x="2362" y="850"/>
                  </a:cubicBezTo>
                  <a:cubicBezTo>
                    <a:pt x="2025" y="113"/>
                    <a:pt x="887" y="0"/>
                    <a:pt x="400" y="650"/>
                  </a:cubicBezTo>
                  <a:cubicBezTo>
                    <a:pt x="0" y="1163"/>
                    <a:pt x="138" y="2237"/>
                    <a:pt x="500" y="2725"/>
                  </a:cubicBezTo>
                  <a:cubicBezTo>
                    <a:pt x="1200" y="3662"/>
                    <a:pt x="2450" y="3462"/>
                    <a:pt x="3337" y="2950"/>
                  </a:cubicBezTo>
                  <a:cubicBezTo>
                    <a:pt x="3374" y="2912"/>
                    <a:pt x="3337" y="2850"/>
                    <a:pt x="3299" y="28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3" name="Google Shape;6093;p114"/>
            <p:cNvSpPr/>
            <p:nvPr/>
          </p:nvSpPr>
          <p:spPr>
            <a:xfrm>
              <a:off x="6857325" y="3245025"/>
              <a:ext cx="13750" cy="55325"/>
            </a:xfrm>
            <a:custGeom>
              <a:rect b="b" l="l" r="r" t="t"/>
              <a:pathLst>
                <a:path extrusionOk="0" h="2213" w="550">
                  <a:moveTo>
                    <a:pt x="75" y="51"/>
                  </a:moveTo>
                  <a:cubicBezTo>
                    <a:pt x="0" y="738"/>
                    <a:pt x="63" y="1588"/>
                    <a:pt x="475" y="2188"/>
                  </a:cubicBezTo>
                  <a:cubicBezTo>
                    <a:pt x="500" y="2213"/>
                    <a:pt x="550" y="2200"/>
                    <a:pt x="537" y="2163"/>
                  </a:cubicBezTo>
                  <a:cubicBezTo>
                    <a:pt x="300" y="1438"/>
                    <a:pt x="75" y="825"/>
                    <a:pt x="150" y="51"/>
                  </a:cubicBezTo>
                  <a:cubicBezTo>
                    <a:pt x="150" y="1"/>
                    <a:pt x="87" y="1"/>
                    <a:pt x="75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4" name="Google Shape;6094;p114"/>
            <p:cNvSpPr/>
            <p:nvPr/>
          </p:nvSpPr>
          <p:spPr>
            <a:xfrm>
              <a:off x="6805150" y="2972925"/>
              <a:ext cx="96550" cy="81550"/>
            </a:xfrm>
            <a:custGeom>
              <a:rect b="b" l="l" r="r" t="t"/>
              <a:pathLst>
                <a:path extrusionOk="0" h="3262" w="3862">
                  <a:moveTo>
                    <a:pt x="3824" y="1025"/>
                  </a:moveTo>
                  <a:cubicBezTo>
                    <a:pt x="3187" y="475"/>
                    <a:pt x="2362" y="0"/>
                    <a:pt x="1487" y="187"/>
                  </a:cubicBezTo>
                  <a:cubicBezTo>
                    <a:pt x="662" y="375"/>
                    <a:pt x="50" y="1175"/>
                    <a:pt x="25" y="2012"/>
                  </a:cubicBezTo>
                  <a:cubicBezTo>
                    <a:pt x="0" y="2587"/>
                    <a:pt x="375" y="3262"/>
                    <a:pt x="1037" y="3187"/>
                  </a:cubicBezTo>
                  <a:cubicBezTo>
                    <a:pt x="1387" y="3149"/>
                    <a:pt x="1812" y="2799"/>
                    <a:pt x="1437" y="2512"/>
                  </a:cubicBezTo>
                  <a:cubicBezTo>
                    <a:pt x="1387" y="2487"/>
                    <a:pt x="1350" y="2549"/>
                    <a:pt x="1387" y="2587"/>
                  </a:cubicBezTo>
                  <a:cubicBezTo>
                    <a:pt x="562" y="3012"/>
                    <a:pt x="138" y="2862"/>
                    <a:pt x="125" y="2124"/>
                  </a:cubicBezTo>
                  <a:cubicBezTo>
                    <a:pt x="125" y="1812"/>
                    <a:pt x="200" y="1500"/>
                    <a:pt x="362" y="1225"/>
                  </a:cubicBezTo>
                  <a:cubicBezTo>
                    <a:pt x="562" y="787"/>
                    <a:pt x="950" y="462"/>
                    <a:pt x="1412" y="325"/>
                  </a:cubicBezTo>
                  <a:cubicBezTo>
                    <a:pt x="2299" y="88"/>
                    <a:pt x="3124" y="550"/>
                    <a:pt x="3787" y="1075"/>
                  </a:cubicBezTo>
                  <a:cubicBezTo>
                    <a:pt x="3824" y="1087"/>
                    <a:pt x="3862" y="1050"/>
                    <a:pt x="3837" y="10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5" name="Google Shape;6095;p114"/>
            <p:cNvSpPr/>
            <p:nvPr/>
          </p:nvSpPr>
          <p:spPr>
            <a:xfrm>
              <a:off x="6762350" y="2958850"/>
              <a:ext cx="110600" cy="22825"/>
            </a:xfrm>
            <a:custGeom>
              <a:rect b="b" l="l" r="r" t="t"/>
              <a:pathLst>
                <a:path extrusionOk="0" h="913" w="4424">
                  <a:moveTo>
                    <a:pt x="4399" y="825"/>
                  </a:moveTo>
                  <a:cubicBezTo>
                    <a:pt x="3874" y="376"/>
                    <a:pt x="3187" y="251"/>
                    <a:pt x="2524" y="176"/>
                  </a:cubicBezTo>
                  <a:cubicBezTo>
                    <a:pt x="1700" y="88"/>
                    <a:pt x="725" y="1"/>
                    <a:pt x="38" y="526"/>
                  </a:cubicBezTo>
                  <a:cubicBezTo>
                    <a:pt x="0" y="551"/>
                    <a:pt x="25" y="601"/>
                    <a:pt x="63" y="588"/>
                  </a:cubicBezTo>
                  <a:cubicBezTo>
                    <a:pt x="1187" y="1"/>
                    <a:pt x="3324" y="38"/>
                    <a:pt x="4324" y="875"/>
                  </a:cubicBezTo>
                  <a:cubicBezTo>
                    <a:pt x="4374" y="913"/>
                    <a:pt x="4424" y="863"/>
                    <a:pt x="4386" y="8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6" name="Google Shape;6096;p114"/>
            <p:cNvSpPr/>
            <p:nvPr/>
          </p:nvSpPr>
          <p:spPr>
            <a:xfrm>
              <a:off x="6751100" y="2969475"/>
              <a:ext cx="12200" cy="11900"/>
            </a:xfrm>
            <a:custGeom>
              <a:rect b="b" l="l" r="r" t="t"/>
              <a:pathLst>
                <a:path extrusionOk="0" h="476" w="488">
                  <a:moveTo>
                    <a:pt x="450" y="126"/>
                  </a:moveTo>
                  <a:cubicBezTo>
                    <a:pt x="488" y="213"/>
                    <a:pt x="463" y="313"/>
                    <a:pt x="400" y="388"/>
                  </a:cubicBezTo>
                  <a:cubicBezTo>
                    <a:pt x="338" y="450"/>
                    <a:pt x="238" y="475"/>
                    <a:pt x="150" y="463"/>
                  </a:cubicBezTo>
                  <a:cubicBezTo>
                    <a:pt x="125" y="450"/>
                    <a:pt x="88" y="438"/>
                    <a:pt x="63" y="425"/>
                  </a:cubicBezTo>
                  <a:cubicBezTo>
                    <a:pt x="38" y="388"/>
                    <a:pt x="25" y="350"/>
                    <a:pt x="25" y="313"/>
                  </a:cubicBezTo>
                  <a:cubicBezTo>
                    <a:pt x="0" y="188"/>
                    <a:pt x="63" y="63"/>
                    <a:pt x="175" y="13"/>
                  </a:cubicBezTo>
                  <a:cubicBezTo>
                    <a:pt x="313" y="1"/>
                    <a:pt x="425" y="101"/>
                    <a:pt x="425" y="2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7" name="Google Shape;6097;p114"/>
            <p:cNvSpPr/>
            <p:nvPr/>
          </p:nvSpPr>
          <p:spPr>
            <a:xfrm>
              <a:off x="6748600" y="2965425"/>
              <a:ext cx="17200" cy="22200"/>
            </a:xfrm>
            <a:custGeom>
              <a:rect b="b" l="l" r="r" t="t"/>
              <a:pathLst>
                <a:path extrusionOk="0" h="888" w="688">
                  <a:moveTo>
                    <a:pt x="475" y="300"/>
                  </a:moveTo>
                  <a:cubicBezTo>
                    <a:pt x="450" y="587"/>
                    <a:pt x="375" y="637"/>
                    <a:pt x="275" y="462"/>
                  </a:cubicBezTo>
                  <a:cubicBezTo>
                    <a:pt x="100" y="300"/>
                    <a:pt x="163" y="288"/>
                    <a:pt x="488" y="413"/>
                  </a:cubicBezTo>
                  <a:cubicBezTo>
                    <a:pt x="488" y="450"/>
                    <a:pt x="575" y="438"/>
                    <a:pt x="575" y="400"/>
                  </a:cubicBezTo>
                  <a:cubicBezTo>
                    <a:pt x="575" y="0"/>
                    <a:pt x="0" y="88"/>
                    <a:pt x="63" y="487"/>
                  </a:cubicBezTo>
                  <a:cubicBezTo>
                    <a:pt x="125" y="887"/>
                    <a:pt x="687" y="650"/>
                    <a:pt x="600" y="275"/>
                  </a:cubicBezTo>
                  <a:cubicBezTo>
                    <a:pt x="575" y="200"/>
                    <a:pt x="475" y="238"/>
                    <a:pt x="475" y="3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8" name="Google Shape;6098;p114"/>
            <p:cNvSpPr/>
            <p:nvPr/>
          </p:nvSpPr>
          <p:spPr>
            <a:xfrm>
              <a:off x="6927925" y="3207225"/>
              <a:ext cx="3450" cy="2850"/>
            </a:xfrm>
            <a:custGeom>
              <a:rect b="b" l="l" r="r" t="t"/>
              <a:pathLst>
                <a:path extrusionOk="0" h="114" w="138">
                  <a:moveTo>
                    <a:pt x="63" y="13"/>
                  </a:moveTo>
                  <a:lnTo>
                    <a:pt x="38" y="26"/>
                  </a:lnTo>
                  <a:cubicBezTo>
                    <a:pt x="0" y="38"/>
                    <a:pt x="0" y="76"/>
                    <a:pt x="38" y="88"/>
                  </a:cubicBezTo>
                  <a:lnTo>
                    <a:pt x="63" y="101"/>
                  </a:lnTo>
                  <a:cubicBezTo>
                    <a:pt x="125" y="113"/>
                    <a:pt x="138" y="1"/>
                    <a:pt x="63" y="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9" name="Google Shape;6099;p114"/>
            <p:cNvSpPr/>
            <p:nvPr/>
          </p:nvSpPr>
          <p:spPr>
            <a:xfrm>
              <a:off x="6870125" y="3297525"/>
              <a:ext cx="17525" cy="42200"/>
            </a:xfrm>
            <a:custGeom>
              <a:rect b="b" l="l" r="r" t="t"/>
              <a:pathLst>
                <a:path extrusionOk="0" h="1688" w="701">
                  <a:moveTo>
                    <a:pt x="63" y="138"/>
                  </a:moveTo>
                  <a:cubicBezTo>
                    <a:pt x="313" y="225"/>
                    <a:pt x="425" y="662"/>
                    <a:pt x="475" y="887"/>
                  </a:cubicBezTo>
                  <a:cubicBezTo>
                    <a:pt x="513" y="1125"/>
                    <a:pt x="500" y="1375"/>
                    <a:pt x="463" y="1625"/>
                  </a:cubicBezTo>
                  <a:cubicBezTo>
                    <a:pt x="463" y="1675"/>
                    <a:pt x="550" y="1687"/>
                    <a:pt x="563" y="1637"/>
                  </a:cubicBezTo>
                  <a:cubicBezTo>
                    <a:pt x="700" y="1175"/>
                    <a:pt x="625" y="225"/>
                    <a:pt x="100" y="25"/>
                  </a:cubicBezTo>
                  <a:cubicBezTo>
                    <a:pt x="25" y="0"/>
                    <a:pt x="0" y="113"/>
                    <a:pt x="63" y="1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0" name="Google Shape;6100;p114"/>
            <p:cNvSpPr/>
            <p:nvPr/>
          </p:nvSpPr>
          <p:spPr>
            <a:xfrm>
              <a:off x="6865425" y="3297825"/>
              <a:ext cx="19725" cy="42200"/>
            </a:xfrm>
            <a:custGeom>
              <a:rect b="b" l="l" r="r" t="t"/>
              <a:pathLst>
                <a:path extrusionOk="0" h="1688" w="789">
                  <a:moveTo>
                    <a:pt x="751" y="1575"/>
                  </a:moveTo>
                  <a:cubicBezTo>
                    <a:pt x="376" y="1175"/>
                    <a:pt x="188" y="625"/>
                    <a:pt x="238" y="88"/>
                  </a:cubicBezTo>
                  <a:cubicBezTo>
                    <a:pt x="238" y="26"/>
                    <a:pt x="163" y="1"/>
                    <a:pt x="151" y="63"/>
                  </a:cubicBezTo>
                  <a:cubicBezTo>
                    <a:pt x="1" y="563"/>
                    <a:pt x="313" y="1288"/>
                    <a:pt x="676" y="1638"/>
                  </a:cubicBezTo>
                  <a:cubicBezTo>
                    <a:pt x="726" y="1688"/>
                    <a:pt x="788" y="1613"/>
                    <a:pt x="751" y="1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1" name="Google Shape;6101;p114"/>
            <p:cNvSpPr/>
            <p:nvPr/>
          </p:nvSpPr>
          <p:spPr>
            <a:xfrm>
              <a:off x="6831375" y="3237525"/>
              <a:ext cx="30025" cy="33150"/>
            </a:xfrm>
            <a:custGeom>
              <a:rect b="b" l="l" r="r" t="t"/>
              <a:pathLst>
                <a:path extrusionOk="0" h="1326" w="1201">
                  <a:moveTo>
                    <a:pt x="1101" y="51"/>
                  </a:moveTo>
                  <a:cubicBezTo>
                    <a:pt x="1125" y="363"/>
                    <a:pt x="951" y="613"/>
                    <a:pt x="763" y="863"/>
                  </a:cubicBezTo>
                  <a:cubicBezTo>
                    <a:pt x="588" y="1088"/>
                    <a:pt x="326" y="1225"/>
                    <a:pt x="38" y="1250"/>
                  </a:cubicBezTo>
                  <a:cubicBezTo>
                    <a:pt x="1" y="1250"/>
                    <a:pt x="13" y="1325"/>
                    <a:pt x="51" y="1325"/>
                  </a:cubicBezTo>
                  <a:cubicBezTo>
                    <a:pt x="351" y="1313"/>
                    <a:pt x="638" y="1163"/>
                    <a:pt x="813" y="913"/>
                  </a:cubicBezTo>
                  <a:cubicBezTo>
                    <a:pt x="1013" y="663"/>
                    <a:pt x="1200" y="388"/>
                    <a:pt x="1188" y="51"/>
                  </a:cubicBezTo>
                  <a:cubicBezTo>
                    <a:pt x="1188" y="1"/>
                    <a:pt x="1101" y="1"/>
                    <a:pt x="1101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2" name="Google Shape;6102;p114"/>
            <p:cNvSpPr/>
            <p:nvPr/>
          </p:nvSpPr>
          <p:spPr>
            <a:xfrm>
              <a:off x="6831700" y="3237850"/>
              <a:ext cx="29075" cy="33125"/>
            </a:xfrm>
            <a:custGeom>
              <a:rect b="b" l="l" r="r" t="t"/>
              <a:pathLst>
                <a:path extrusionOk="0" h="1325" w="1163">
                  <a:moveTo>
                    <a:pt x="75" y="1275"/>
                  </a:moveTo>
                  <a:cubicBezTo>
                    <a:pt x="150" y="1012"/>
                    <a:pt x="288" y="763"/>
                    <a:pt x="463" y="538"/>
                  </a:cubicBezTo>
                  <a:cubicBezTo>
                    <a:pt x="638" y="313"/>
                    <a:pt x="875" y="250"/>
                    <a:pt x="1112" y="113"/>
                  </a:cubicBezTo>
                  <a:cubicBezTo>
                    <a:pt x="1162" y="75"/>
                    <a:pt x="1125" y="0"/>
                    <a:pt x="1063" y="13"/>
                  </a:cubicBezTo>
                  <a:cubicBezTo>
                    <a:pt x="488" y="125"/>
                    <a:pt x="88" y="700"/>
                    <a:pt x="0" y="1262"/>
                  </a:cubicBezTo>
                  <a:cubicBezTo>
                    <a:pt x="0" y="1300"/>
                    <a:pt x="63" y="1325"/>
                    <a:pt x="75" y="12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3" name="Google Shape;6103;p114"/>
            <p:cNvSpPr/>
            <p:nvPr/>
          </p:nvSpPr>
          <p:spPr>
            <a:xfrm>
              <a:off x="6767025" y="2929475"/>
              <a:ext cx="86575" cy="38475"/>
            </a:xfrm>
            <a:custGeom>
              <a:rect b="b" l="l" r="r" t="t"/>
              <a:pathLst>
                <a:path extrusionOk="0" h="1539" w="3463">
                  <a:moveTo>
                    <a:pt x="3425" y="1451"/>
                  </a:moveTo>
                  <a:cubicBezTo>
                    <a:pt x="2437" y="713"/>
                    <a:pt x="1288" y="226"/>
                    <a:pt x="88" y="13"/>
                  </a:cubicBezTo>
                  <a:cubicBezTo>
                    <a:pt x="25" y="1"/>
                    <a:pt x="0" y="88"/>
                    <a:pt x="50" y="101"/>
                  </a:cubicBezTo>
                  <a:cubicBezTo>
                    <a:pt x="1250" y="326"/>
                    <a:pt x="2387" y="801"/>
                    <a:pt x="3387" y="1513"/>
                  </a:cubicBezTo>
                  <a:cubicBezTo>
                    <a:pt x="3425" y="1538"/>
                    <a:pt x="3462" y="1476"/>
                    <a:pt x="3425" y="14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4" name="Google Shape;6104;p114"/>
            <p:cNvSpPr/>
            <p:nvPr/>
          </p:nvSpPr>
          <p:spPr>
            <a:xfrm>
              <a:off x="6752650" y="2919175"/>
              <a:ext cx="16575" cy="17825"/>
            </a:xfrm>
            <a:custGeom>
              <a:rect b="b" l="l" r="r" t="t"/>
              <a:pathLst>
                <a:path extrusionOk="0" h="713" w="663">
                  <a:moveTo>
                    <a:pt x="525" y="463"/>
                  </a:moveTo>
                  <a:cubicBezTo>
                    <a:pt x="488" y="363"/>
                    <a:pt x="488" y="351"/>
                    <a:pt x="500" y="425"/>
                  </a:cubicBezTo>
                  <a:cubicBezTo>
                    <a:pt x="500" y="463"/>
                    <a:pt x="500" y="500"/>
                    <a:pt x="500" y="538"/>
                  </a:cubicBezTo>
                  <a:cubicBezTo>
                    <a:pt x="500" y="575"/>
                    <a:pt x="550" y="600"/>
                    <a:pt x="563" y="563"/>
                  </a:cubicBezTo>
                  <a:cubicBezTo>
                    <a:pt x="663" y="338"/>
                    <a:pt x="438" y="1"/>
                    <a:pt x="213" y="238"/>
                  </a:cubicBezTo>
                  <a:cubicBezTo>
                    <a:pt x="1" y="488"/>
                    <a:pt x="376" y="713"/>
                    <a:pt x="575" y="525"/>
                  </a:cubicBezTo>
                  <a:cubicBezTo>
                    <a:pt x="625" y="488"/>
                    <a:pt x="563" y="425"/>
                    <a:pt x="513" y="4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5" name="Google Shape;6105;p114"/>
            <p:cNvSpPr/>
            <p:nvPr/>
          </p:nvSpPr>
          <p:spPr>
            <a:xfrm>
              <a:off x="6783275" y="2974800"/>
              <a:ext cx="81875" cy="30325"/>
            </a:xfrm>
            <a:custGeom>
              <a:rect b="b" l="l" r="r" t="t"/>
              <a:pathLst>
                <a:path extrusionOk="0" h="1213" w="3275">
                  <a:moveTo>
                    <a:pt x="3212" y="137"/>
                  </a:moveTo>
                  <a:cubicBezTo>
                    <a:pt x="2112" y="0"/>
                    <a:pt x="738" y="225"/>
                    <a:pt x="13" y="1150"/>
                  </a:cubicBezTo>
                  <a:cubicBezTo>
                    <a:pt x="0" y="1187"/>
                    <a:pt x="25" y="1212"/>
                    <a:pt x="63" y="1200"/>
                  </a:cubicBezTo>
                  <a:cubicBezTo>
                    <a:pt x="1000" y="412"/>
                    <a:pt x="2000" y="87"/>
                    <a:pt x="3212" y="225"/>
                  </a:cubicBezTo>
                  <a:cubicBezTo>
                    <a:pt x="3274" y="225"/>
                    <a:pt x="3274" y="137"/>
                    <a:pt x="3212" y="1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6" name="Google Shape;6106;p114"/>
            <p:cNvSpPr/>
            <p:nvPr/>
          </p:nvSpPr>
          <p:spPr>
            <a:xfrm>
              <a:off x="6773575" y="3001650"/>
              <a:ext cx="14725" cy="13150"/>
            </a:xfrm>
            <a:custGeom>
              <a:rect b="b" l="l" r="r" t="t"/>
              <a:pathLst>
                <a:path extrusionOk="0" h="526" w="589">
                  <a:moveTo>
                    <a:pt x="338" y="426"/>
                  </a:moveTo>
                  <a:cubicBezTo>
                    <a:pt x="338" y="326"/>
                    <a:pt x="313" y="313"/>
                    <a:pt x="263" y="376"/>
                  </a:cubicBezTo>
                  <a:cubicBezTo>
                    <a:pt x="226" y="388"/>
                    <a:pt x="238" y="438"/>
                    <a:pt x="276" y="438"/>
                  </a:cubicBezTo>
                  <a:cubicBezTo>
                    <a:pt x="563" y="438"/>
                    <a:pt x="588" y="1"/>
                    <a:pt x="301" y="38"/>
                  </a:cubicBezTo>
                  <a:cubicBezTo>
                    <a:pt x="1" y="63"/>
                    <a:pt x="38" y="526"/>
                    <a:pt x="338" y="488"/>
                  </a:cubicBezTo>
                  <a:cubicBezTo>
                    <a:pt x="376" y="488"/>
                    <a:pt x="376" y="426"/>
                    <a:pt x="338" y="4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7" name="Google Shape;6107;p114"/>
            <p:cNvSpPr/>
            <p:nvPr/>
          </p:nvSpPr>
          <p:spPr>
            <a:xfrm>
              <a:off x="6888250" y="3178475"/>
              <a:ext cx="60325" cy="237475"/>
            </a:xfrm>
            <a:custGeom>
              <a:rect b="b" l="l" r="r" t="t"/>
              <a:pathLst>
                <a:path extrusionOk="0" h="9499" w="2413">
                  <a:moveTo>
                    <a:pt x="2337" y="38"/>
                  </a:moveTo>
                  <a:cubicBezTo>
                    <a:pt x="1650" y="1800"/>
                    <a:pt x="925" y="3125"/>
                    <a:pt x="738" y="5050"/>
                  </a:cubicBezTo>
                  <a:cubicBezTo>
                    <a:pt x="575" y="6762"/>
                    <a:pt x="975" y="8011"/>
                    <a:pt x="1925" y="9436"/>
                  </a:cubicBezTo>
                  <a:cubicBezTo>
                    <a:pt x="1975" y="9498"/>
                    <a:pt x="2075" y="9436"/>
                    <a:pt x="2037" y="9373"/>
                  </a:cubicBezTo>
                  <a:cubicBezTo>
                    <a:pt x="0" y="6049"/>
                    <a:pt x="1137" y="3375"/>
                    <a:pt x="2400" y="51"/>
                  </a:cubicBezTo>
                  <a:cubicBezTo>
                    <a:pt x="2412" y="13"/>
                    <a:pt x="2350" y="1"/>
                    <a:pt x="2337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8" name="Google Shape;6108;p114"/>
            <p:cNvSpPr/>
            <p:nvPr/>
          </p:nvSpPr>
          <p:spPr>
            <a:xfrm>
              <a:off x="6844200" y="2899500"/>
              <a:ext cx="49375" cy="31575"/>
            </a:xfrm>
            <a:custGeom>
              <a:rect b="b" l="l" r="r" t="t"/>
              <a:pathLst>
                <a:path extrusionOk="0" h="1263" w="1975">
                  <a:moveTo>
                    <a:pt x="1912" y="25"/>
                  </a:moveTo>
                  <a:cubicBezTo>
                    <a:pt x="1825" y="450"/>
                    <a:pt x="1612" y="838"/>
                    <a:pt x="1212" y="1025"/>
                  </a:cubicBezTo>
                  <a:cubicBezTo>
                    <a:pt x="712" y="1237"/>
                    <a:pt x="125" y="975"/>
                    <a:pt x="113" y="400"/>
                  </a:cubicBezTo>
                  <a:cubicBezTo>
                    <a:pt x="113" y="325"/>
                    <a:pt x="0" y="325"/>
                    <a:pt x="0" y="400"/>
                  </a:cubicBezTo>
                  <a:cubicBezTo>
                    <a:pt x="0" y="888"/>
                    <a:pt x="438" y="1262"/>
                    <a:pt x="925" y="1212"/>
                  </a:cubicBezTo>
                  <a:cubicBezTo>
                    <a:pt x="1525" y="1150"/>
                    <a:pt x="1875" y="613"/>
                    <a:pt x="1975" y="50"/>
                  </a:cubicBezTo>
                  <a:cubicBezTo>
                    <a:pt x="1975" y="13"/>
                    <a:pt x="1912" y="0"/>
                    <a:pt x="1912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9" name="Google Shape;6109;p114"/>
            <p:cNvSpPr/>
            <p:nvPr/>
          </p:nvSpPr>
          <p:spPr>
            <a:xfrm>
              <a:off x="6887300" y="3113825"/>
              <a:ext cx="31575" cy="62500"/>
            </a:xfrm>
            <a:custGeom>
              <a:rect b="b" l="l" r="r" t="t"/>
              <a:pathLst>
                <a:path extrusionOk="0" h="2500" w="1263">
                  <a:moveTo>
                    <a:pt x="626" y="2449"/>
                  </a:moveTo>
                  <a:cubicBezTo>
                    <a:pt x="626" y="2149"/>
                    <a:pt x="563" y="1850"/>
                    <a:pt x="426" y="1575"/>
                  </a:cubicBezTo>
                  <a:cubicBezTo>
                    <a:pt x="126" y="875"/>
                    <a:pt x="426" y="200"/>
                    <a:pt x="1225" y="88"/>
                  </a:cubicBezTo>
                  <a:cubicBezTo>
                    <a:pt x="1263" y="88"/>
                    <a:pt x="1250" y="13"/>
                    <a:pt x="1213" y="13"/>
                  </a:cubicBezTo>
                  <a:cubicBezTo>
                    <a:pt x="776" y="0"/>
                    <a:pt x="376" y="275"/>
                    <a:pt x="226" y="687"/>
                  </a:cubicBezTo>
                  <a:cubicBezTo>
                    <a:pt x="1" y="1325"/>
                    <a:pt x="563" y="1825"/>
                    <a:pt x="538" y="2449"/>
                  </a:cubicBezTo>
                  <a:cubicBezTo>
                    <a:pt x="538" y="2499"/>
                    <a:pt x="613" y="2499"/>
                    <a:pt x="626" y="244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0" name="Google Shape;6110;p114"/>
            <p:cNvSpPr/>
            <p:nvPr/>
          </p:nvSpPr>
          <p:spPr>
            <a:xfrm>
              <a:off x="6912925" y="3112575"/>
              <a:ext cx="21575" cy="30625"/>
            </a:xfrm>
            <a:custGeom>
              <a:rect b="b" l="l" r="r" t="t"/>
              <a:pathLst>
                <a:path extrusionOk="0" h="1225" w="863">
                  <a:moveTo>
                    <a:pt x="63" y="175"/>
                  </a:moveTo>
                  <a:cubicBezTo>
                    <a:pt x="588" y="0"/>
                    <a:pt x="825" y="837"/>
                    <a:pt x="575" y="1162"/>
                  </a:cubicBezTo>
                  <a:cubicBezTo>
                    <a:pt x="550" y="1200"/>
                    <a:pt x="588" y="1225"/>
                    <a:pt x="613" y="1212"/>
                  </a:cubicBezTo>
                  <a:cubicBezTo>
                    <a:pt x="863" y="1062"/>
                    <a:pt x="788" y="675"/>
                    <a:pt x="700" y="437"/>
                  </a:cubicBezTo>
                  <a:cubicBezTo>
                    <a:pt x="588" y="163"/>
                    <a:pt x="338" y="0"/>
                    <a:pt x="38" y="113"/>
                  </a:cubicBezTo>
                  <a:cubicBezTo>
                    <a:pt x="0" y="125"/>
                    <a:pt x="13" y="200"/>
                    <a:pt x="63" y="1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1" name="Google Shape;6111;p114"/>
            <p:cNvSpPr/>
            <p:nvPr/>
          </p:nvSpPr>
          <p:spPr>
            <a:xfrm>
              <a:off x="6775450" y="2872625"/>
              <a:ext cx="56575" cy="81250"/>
            </a:xfrm>
            <a:custGeom>
              <a:rect b="b" l="l" r="r" t="t"/>
              <a:pathLst>
                <a:path extrusionOk="0" h="3250" w="2263">
                  <a:moveTo>
                    <a:pt x="2213" y="3162"/>
                  </a:moveTo>
                  <a:cubicBezTo>
                    <a:pt x="1263" y="2350"/>
                    <a:pt x="201" y="1463"/>
                    <a:pt x="388" y="76"/>
                  </a:cubicBezTo>
                  <a:cubicBezTo>
                    <a:pt x="388" y="26"/>
                    <a:pt x="301" y="1"/>
                    <a:pt x="288" y="51"/>
                  </a:cubicBezTo>
                  <a:cubicBezTo>
                    <a:pt x="1" y="1450"/>
                    <a:pt x="1213" y="2425"/>
                    <a:pt x="2163" y="3212"/>
                  </a:cubicBezTo>
                  <a:cubicBezTo>
                    <a:pt x="2200" y="3250"/>
                    <a:pt x="2263" y="3187"/>
                    <a:pt x="2213" y="3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2" name="Google Shape;6112;p114"/>
            <p:cNvSpPr/>
            <p:nvPr/>
          </p:nvSpPr>
          <p:spPr>
            <a:xfrm>
              <a:off x="6867625" y="3101950"/>
              <a:ext cx="15325" cy="30950"/>
            </a:xfrm>
            <a:custGeom>
              <a:rect b="b" l="l" r="r" t="t"/>
              <a:pathLst>
                <a:path extrusionOk="0" h="1238" w="613">
                  <a:moveTo>
                    <a:pt x="588" y="1175"/>
                  </a:moveTo>
                  <a:cubicBezTo>
                    <a:pt x="613" y="950"/>
                    <a:pt x="563" y="725"/>
                    <a:pt x="450" y="525"/>
                  </a:cubicBezTo>
                  <a:cubicBezTo>
                    <a:pt x="375" y="325"/>
                    <a:pt x="250" y="150"/>
                    <a:pt x="88" y="25"/>
                  </a:cubicBezTo>
                  <a:cubicBezTo>
                    <a:pt x="50" y="0"/>
                    <a:pt x="0" y="63"/>
                    <a:pt x="38" y="100"/>
                  </a:cubicBezTo>
                  <a:cubicBezTo>
                    <a:pt x="313" y="388"/>
                    <a:pt x="488" y="775"/>
                    <a:pt x="500" y="1175"/>
                  </a:cubicBezTo>
                  <a:cubicBezTo>
                    <a:pt x="500" y="1237"/>
                    <a:pt x="588" y="1237"/>
                    <a:pt x="600" y="11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3" name="Google Shape;6113;p114"/>
            <p:cNvSpPr/>
            <p:nvPr/>
          </p:nvSpPr>
          <p:spPr>
            <a:xfrm>
              <a:off x="6861375" y="3101625"/>
              <a:ext cx="21900" cy="34075"/>
            </a:xfrm>
            <a:custGeom>
              <a:rect b="b" l="l" r="r" t="t"/>
              <a:pathLst>
                <a:path extrusionOk="0" h="1363" w="876">
                  <a:moveTo>
                    <a:pt x="238" y="51"/>
                  </a:moveTo>
                  <a:cubicBezTo>
                    <a:pt x="0" y="538"/>
                    <a:pt x="300" y="1150"/>
                    <a:pt x="775" y="1350"/>
                  </a:cubicBezTo>
                  <a:cubicBezTo>
                    <a:pt x="838" y="1363"/>
                    <a:pt x="875" y="1275"/>
                    <a:pt x="825" y="1250"/>
                  </a:cubicBezTo>
                  <a:cubicBezTo>
                    <a:pt x="413" y="1050"/>
                    <a:pt x="113" y="551"/>
                    <a:pt x="325" y="101"/>
                  </a:cubicBezTo>
                  <a:cubicBezTo>
                    <a:pt x="350" y="51"/>
                    <a:pt x="275" y="1"/>
                    <a:pt x="238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4" name="Google Shape;6114;p114"/>
            <p:cNvSpPr/>
            <p:nvPr/>
          </p:nvSpPr>
          <p:spPr>
            <a:xfrm>
              <a:off x="6864175" y="3338125"/>
              <a:ext cx="59700" cy="132175"/>
            </a:xfrm>
            <a:custGeom>
              <a:rect b="b" l="l" r="r" t="t"/>
              <a:pathLst>
                <a:path extrusionOk="0" h="5287" w="2388">
                  <a:moveTo>
                    <a:pt x="1738" y="63"/>
                  </a:moveTo>
                  <a:cubicBezTo>
                    <a:pt x="2038" y="1600"/>
                    <a:pt x="2350" y="4912"/>
                    <a:pt x="51" y="5212"/>
                  </a:cubicBezTo>
                  <a:cubicBezTo>
                    <a:pt x="1" y="5212"/>
                    <a:pt x="1" y="5287"/>
                    <a:pt x="51" y="5287"/>
                  </a:cubicBezTo>
                  <a:cubicBezTo>
                    <a:pt x="2388" y="5074"/>
                    <a:pt x="2125" y="1638"/>
                    <a:pt x="1813" y="51"/>
                  </a:cubicBezTo>
                  <a:cubicBezTo>
                    <a:pt x="1813" y="1"/>
                    <a:pt x="1738" y="26"/>
                    <a:pt x="1738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5" name="Google Shape;6115;p114"/>
            <p:cNvSpPr/>
            <p:nvPr/>
          </p:nvSpPr>
          <p:spPr>
            <a:xfrm>
              <a:off x="6826700" y="3402175"/>
              <a:ext cx="65000" cy="61250"/>
            </a:xfrm>
            <a:custGeom>
              <a:rect b="b" l="l" r="r" t="t"/>
              <a:pathLst>
                <a:path extrusionOk="0" h="2450" w="2600">
                  <a:moveTo>
                    <a:pt x="2537" y="1475"/>
                  </a:moveTo>
                  <a:cubicBezTo>
                    <a:pt x="2212" y="2100"/>
                    <a:pt x="1437" y="2362"/>
                    <a:pt x="838" y="1938"/>
                  </a:cubicBezTo>
                  <a:cubicBezTo>
                    <a:pt x="300" y="1563"/>
                    <a:pt x="138" y="588"/>
                    <a:pt x="650" y="125"/>
                  </a:cubicBezTo>
                  <a:cubicBezTo>
                    <a:pt x="700" y="76"/>
                    <a:pt x="638" y="1"/>
                    <a:pt x="575" y="51"/>
                  </a:cubicBezTo>
                  <a:cubicBezTo>
                    <a:pt x="0" y="538"/>
                    <a:pt x="200" y="1613"/>
                    <a:pt x="788" y="2012"/>
                  </a:cubicBezTo>
                  <a:cubicBezTo>
                    <a:pt x="1412" y="2450"/>
                    <a:pt x="2275" y="2200"/>
                    <a:pt x="2587" y="1500"/>
                  </a:cubicBezTo>
                  <a:cubicBezTo>
                    <a:pt x="2600" y="1475"/>
                    <a:pt x="2550" y="1438"/>
                    <a:pt x="2537" y="1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6" name="Google Shape;6116;p114"/>
            <p:cNvSpPr/>
            <p:nvPr/>
          </p:nvSpPr>
          <p:spPr>
            <a:xfrm>
              <a:off x="6837325" y="3392175"/>
              <a:ext cx="46575" cy="35950"/>
            </a:xfrm>
            <a:custGeom>
              <a:rect b="b" l="l" r="r" t="t"/>
              <a:pathLst>
                <a:path extrusionOk="0" h="1438" w="1863">
                  <a:moveTo>
                    <a:pt x="75" y="738"/>
                  </a:moveTo>
                  <a:cubicBezTo>
                    <a:pt x="263" y="326"/>
                    <a:pt x="738" y="138"/>
                    <a:pt x="1150" y="301"/>
                  </a:cubicBezTo>
                  <a:cubicBezTo>
                    <a:pt x="1587" y="488"/>
                    <a:pt x="1712" y="938"/>
                    <a:pt x="1575" y="1363"/>
                  </a:cubicBezTo>
                  <a:cubicBezTo>
                    <a:pt x="1562" y="1413"/>
                    <a:pt x="1637" y="1438"/>
                    <a:pt x="1662" y="1400"/>
                  </a:cubicBezTo>
                  <a:cubicBezTo>
                    <a:pt x="1862" y="938"/>
                    <a:pt x="1650" y="401"/>
                    <a:pt x="1200" y="201"/>
                  </a:cubicBezTo>
                  <a:cubicBezTo>
                    <a:pt x="738" y="1"/>
                    <a:pt x="200" y="226"/>
                    <a:pt x="13" y="700"/>
                  </a:cubicBezTo>
                  <a:cubicBezTo>
                    <a:pt x="0" y="738"/>
                    <a:pt x="50" y="775"/>
                    <a:pt x="75" y="7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7" name="Google Shape;6117;p114"/>
            <p:cNvSpPr/>
            <p:nvPr/>
          </p:nvSpPr>
          <p:spPr>
            <a:xfrm>
              <a:off x="6849500" y="3422475"/>
              <a:ext cx="30950" cy="17525"/>
            </a:xfrm>
            <a:custGeom>
              <a:rect b="b" l="l" r="r" t="t"/>
              <a:pathLst>
                <a:path extrusionOk="0" h="701" w="1238">
                  <a:moveTo>
                    <a:pt x="1125" y="51"/>
                  </a:moveTo>
                  <a:cubicBezTo>
                    <a:pt x="1163" y="638"/>
                    <a:pt x="13" y="701"/>
                    <a:pt x="201" y="88"/>
                  </a:cubicBezTo>
                  <a:cubicBezTo>
                    <a:pt x="226" y="26"/>
                    <a:pt x="138" y="13"/>
                    <a:pt x="113" y="63"/>
                  </a:cubicBezTo>
                  <a:cubicBezTo>
                    <a:pt x="1" y="351"/>
                    <a:pt x="263" y="626"/>
                    <a:pt x="550" y="626"/>
                  </a:cubicBezTo>
                  <a:cubicBezTo>
                    <a:pt x="838" y="626"/>
                    <a:pt x="1238" y="388"/>
                    <a:pt x="1200" y="51"/>
                  </a:cubicBezTo>
                  <a:cubicBezTo>
                    <a:pt x="1200" y="1"/>
                    <a:pt x="1125" y="1"/>
                    <a:pt x="1125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8" name="Google Shape;6118;p114"/>
            <p:cNvSpPr/>
            <p:nvPr/>
          </p:nvSpPr>
          <p:spPr>
            <a:xfrm>
              <a:off x="6819200" y="3138500"/>
              <a:ext cx="71575" cy="55325"/>
            </a:xfrm>
            <a:custGeom>
              <a:rect b="b" l="l" r="r" t="t"/>
              <a:pathLst>
                <a:path extrusionOk="0" h="2213" w="2863">
                  <a:moveTo>
                    <a:pt x="2812" y="388"/>
                  </a:moveTo>
                  <a:cubicBezTo>
                    <a:pt x="1538" y="0"/>
                    <a:pt x="100" y="788"/>
                    <a:pt x="0" y="2175"/>
                  </a:cubicBezTo>
                  <a:cubicBezTo>
                    <a:pt x="0" y="2212"/>
                    <a:pt x="50" y="2212"/>
                    <a:pt x="50" y="2187"/>
                  </a:cubicBezTo>
                  <a:cubicBezTo>
                    <a:pt x="375" y="925"/>
                    <a:pt x="1463" y="113"/>
                    <a:pt x="2787" y="463"/>
                  </a:cubicBezTo>
                  <a:cubicBezTo>
                    <a:pt x="2837" y="475"/>
                    <a:pt x="2862" y="400"/>
                    <a:pt x="2800" y="3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9" name="Google Shape;6119;p114"/>
            <p:cNvSpPr/>
            <p:nvPr/>
          </p:nvSpPr>
          <p:spPr>
            <a:xfrm>
              <a:off x="6798275" y="2819200"/>
              <a:ext cx="15325" cy="20025"/>
            </a:xfrm>
            <a:custGeom>
              <a:rect b="b" l="l" r="r" t="t"/>
              <a:pathLst>
                <a:path extrusionOk="0" h="801" w="613">
                  <a:moveTo>
                    <a:pt x="550" y="688"/>
                  </a:moveTo>
                  <a:cubicBezTo>
                    <a:pt x="325" y="538"/>
                    <a:pt x="163" y="313"/>
                    <a:pt x="100" y="51"/>
                  </a:cubicBezTo>
                  <a:cubicBezTo>
                    <a:pt x="88" y="1"/>
                    <a:pt x="0" y="1"/>
                    <a:pt x="0" y="63"/>
                  </a:cubicBezTo>
                  <a:cubicBezTo>
                    <a:pt x="50" y="363"/>
                    <a:pt x="238" y="625"/>
                    <a:pt x="513" y="775"/>
                  </a:cubicBezTo>
                  <a:cubicBezTo>
                    <a:pt x="562" y="800"/>
                    <a:pt x="612" y="713"/>
                    <a:pt x="550" y="6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0" name="Google Shape;6120;p114"/>
            <p:cNvSpPr/>
            <p:nvPr/>
          </p:nvSpPr>
          <p:spPr>
            <a:xfrm>
              <a:off x="6794825" y="2818575"/>
              <a:ext cx="5975" cy="16900"/>
            </a:xfrm>
            <a:custGeom>
              <a:rect b="b" l="l" r="r" t="t"/>
              <a:pathLst>
                <a:path extrusionOk="0" h="676" w="239">
                  <a:moveTo>
                    <a:pt x="101" y="76"/>
                  </a:moveTo>
                  <a:cubicBezTo>
                    <a:pt x="26" y="238"/>
                    <a:pt x="1" y="426"/>
                    <a:pt x="26" y="613"/>
                  </a:cubicBezTo>
                  <a:cubicBezTo>
                    <a:pt x="38" y="675"/>
                    <a:pt x="138" y="663"/>
                    <a:pt x="138" y="601"/>
                  </a:cubicBezTo>
                  <a:cubicBezTo>
                    <a:pt x="138" y="426"/>
                    <a:pt x="163" y="263"/>
                    <a:pt x="213" y="101"/>
                  </a:cubicBezTo>
                  <a:cubicBezTo>
                    <a:pt x="238" y="26"/>
                    <a:pt x="126" y="1"/>
                    <a:pt x="101" y="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1" name="Google Shape;6121;p114"/>
            <p:cNvSpPr/>
            <p:nvPr/>
          </p:nvSpPr>
          <p:spPr>
            <a:xfrm>
              <a:off x="6810775" y="2837625"/>
              <a:ext cx="7500" cy="9400"/>
            </a:xfrm>
            <a:custGeom>
              <a:rect b="b" l="l" r="r" t="t"/>
              <a:pathLst>
                <a:path extrusionOk="0" h="376" w="300">
                  <a:moveTo>
                    <a:pt x="75" y="101"/>
                  </a:moveTo>
                  <a:cubicBezTo>
                    <a:pt x="112" y="163"/>
                    <a:pt x="87" y="226"/>
                    <a:pt x="38" y="263"/>
                  </a:cubicBezTo>
                  <a:cubicBezTo>
                    <a:pt x="0" y="301"/>
                    <a:pt x="38" y="376"/>
                    <a:pt x="87" y="351"/>
                  </a:cubicBezTo>
                  <a:cubicBezTo>
                    <a:pt x="237" y="288"/>
                    <a:pt x="300" y="113"/>
                    <a:pt x="137" y="26"/>
                  </a:cubicBezTo>
                  <a:cubicBezTo>
                    <a:pt x="87" y="1"/>
                    <a:pt x="38" y="63"/>
                    <a:pt x="75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2" name="Google Shape;6122;p114"/>
            <p:cNvSpPr/>
            <p:nvPr/>
          </p:nvSpPr>
          <p:spPr>
            <a:xfrm>
              <a:off x="6797325" y="2844825"/>
              <a:ext cx="15650" cy="20325"/>
            </a:xfrm>
            <a:custGeom>
              <a:rect b="b" l="l" r="r" t="t"/>
              <a:pathLst>
                <a:path extrusionOk="0" h="813" w="626">
                  <a:moveTo>
                    <a:pt x="526" y="25"/>
                  </a:moveTo>
                  <a:cubicBezTo>
                    <a:pt x="288" y="188"/>
                    <a:pt x="1" y="450"/>
                    <a:pt x="63" y="763"/>
                  </a:cubicBezTo>
                  <a:cubicBezTo>
                    <a:pt x="76" y="813"/>
                    <a:pt x="138" y="813"/>
                    <a:pt x="151" y="763"/>
                  </a:cubicBezTo>
                  <a:cubicBezTo>
                    <a:pt x="201" y="500"/>
                    <a:pt x="363" y="263"/>
                    <a:pt x="588" y="100"/>
                  </a:cubicBezTo>
                  <a:cubicBezTo>
                    <a:pt x="625" y="63"/>
                    <a:pt x="576" y="0"/>
                    <a:pt x="526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3" name="Google Shape;6123;p114"/>
            <p:cNvSpPr/>
            <p:nvPr/>
          </p:nvSpPr>
          <p:spPr>
            <a:xfrm>
              <a:off x="6792950" y="2840450"/>
              <a:ext cx="10025" cy="24075"/>
            </a:xfrm>
            <a:custGeom>
              <a:rect b="b" l="l" r="r" t="t"/>
              <a:pathLst>
                <a:path extrusionOk="0" h="963" w="401">
                  <a:moveTo>
                    <a:pt x="288" y="850"/>
                  </a:moveTo>
                  <a:cubicBezTo>
                    <a:pt x="113" y="613"/>
                    <a:pt x="188" y="350"/>
                    <a:pt x="351" y="138"/>
                  </a:cubicBezTo>
                  <a:cubicBezTo>
                    <a:pt x="401" y="75"/>
                    <a:pt x="326" y="0"/>
                    <a:pt x="276" y="50"/>
                  </a:cubicBezTo>
                  <a:cubicBezTo>
                    <a:pt x="26" y="275"/>
                    <a:pt x="1" y="663"/>
                    <a:pt x="201" y="925"/>
                  </a:cubicBezTo>
                  <a:cubicBezTo>
                    <a:pt x="238" y="963"/>
                    <a:pt x="326" y="900"/>
                    <a:pt x="288" y="8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4" name="Google Shape;6124;p114"/>
            <p:cNvSpPr/>
            <p:nvPr/>
          </p:nvSpPr>
          <p:spPr>
            <a:xfrm>
              <a:off x="6795150" y="2829825"/>
              <a:ext cx="8150" cy="14075"/>
            </a:xfrm>
            <a:custGeom>
              <a:rect b="b" l="l" r="r" t="t"/>
              <a:pathLst>
                <a:path extrusionOk="0" h="563" w="326">
                  <a:moveTo>
                    <a:pt x="263" y="425"/>
                  </a:moveTo>
                  <a:cubicBezTo>
                    <a:pt x="175" y="325"/>
                    <a:pt x="125" y="200"/>
                    <a:pt x="113" y="63"/>
                  </a:cubicBezTo>
                  <a:cubicBezTo>
                    <a:pt x="100" y="1"/>
                    <a:pt x="13" y="26"/>
                    <a:pt x="13" y="76"/>
                  </a:cubicBezTo>
                  <a:cubicBezTo>
                    <a:pt x="0" y="238"/>
                    <a:pt x="63" y="400"/>
                    <a:pt x="188" y="500"/>
                  </a:cubicBezTo>
                  <a:cubicBezTo>
                    <a:pt x="238" y="563"/>
                    <a:pt x="325" y="475"/>
                    <a:pt x="263" y="4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5" name="Google Shape;6125;p114"/>
            <p:cNvSpPr/>
            <p:nvPr/>
          </p:nvSpPr>
          <p:spPr>
            <a:xfrm>
              <a:off x="6781075" y="2835125"/>
              <a:ext cx="12525" cy="14400"/>
            </a:xfrm>
            <a:custGeom>
              <a:rect b="b" l="l" r="r" t="t"/>
              <a:pathLst>
                <a:path extrusionOk="0" h="576" w="501">
                  <a:moveTo>
                    <a:pt x="476" y="288"/>
                  </a:moveTo>
                  <a:cubicBezTo>
                    <a:pt x="463" y="163"/>
                    <a:pt x="426" y="38"/>
                    <a:pt x="288" y="13"/>
                  </a:cubicBezTo>
                  <a:cubicBezTo>
                    <a:pt x="163" y="1"/>
                    <a:pt x="63" y="88"/>
                    <a:pt x="63" y="213"/>
                  </a:cubicBezTo>
                  <a:cubicBezTo>
                    <a:pt x="1" y="501"/>
                    <a:pt x="463" y="576"/>
                    <a:pt x="488" y="263"/>
                  </a:cubicBezTo>
                  <a:cubicBezTo>
                    <a:pt x="501" y="188"/>
                    <a:pt x="376" y="176"/>
                    <a:pt x="363" y="251"/>
                  </a:cubicBezTo>
                  <a:cubicBezTo>
                    <a:pt x="363" y="263"/>
                    <a:pt x="363" y="276"/>
                    <a:pt x="351" y="288"/>
                  </a:cubicBezTo>
                  <a:cubicBezTo>
                    <a:pt x="351" y="376"/>
                    <a:pt x="488" y="376"/>
                    <a:pt x="476" y="2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6" name="Google Shape;6126;p114"/>
            <p:cNvSpPr/>
            <p:nvPr/>
          </p:nvSpPr>
          <p:spPr>
            <a:xfrm>
              <a:off x="695500" y="2835450"/>
              <a:ext cx="104675" cy="111250"/>
            </a:xfrm>
            <a:custGeom>
              <a:rect b="b" l="l" r="r" t="t"/>
              <a:pathLst>
                <a:path extrusionOk="0" h="4450" w="4187">
                  <a:moveTo>
                    <a:pt x="288" y="2650"/>
                  </a:moveTo>
                  <a:cubicBezTo>
                    <a:pt x="100" y="1075"/>
                    <a:pt x="1912" y="0"/>
                    <a:pt x="3124" y="1125"/>
                  </a:cubicBezTo>
                  <a:cubicBezTo>
                    <a:pt x="4062" y="2000"/>
                    <a:pt x="3624" y="3475"/>
                    <a:pt x="2974" y="4374"/>
                  </a:cubicBezTo>
                  <a:cubicBezTo>
                    <a:pt x="2949" y="4412"/>
                    <a:pt x="2999" y="4449"/>
                    <a:pt x="3037" y="4424"/>
                  </a:cubicBezTo>
                  <a:cubicBezTo>
                    <a:pt x="3974" y="3412"/>
                    <a:pt x="4187" y="1475"/>
                    <a:pt x="2799" y="738"/>
                  </a:cubicBezTo>
                  <a:cubicBezTo>
                    <a:pt x="1450" y="25"/>
                    <a:pt x="0" y="1213"/>
                    <a:pt x="188" y="2650"/>
                  </a:cubicBezTo>
                  <a:cubicBezTo>
                    <a:pt x="188" y="2712"/>
                    <a:pt x="300" y="2725"/>
                    <a:pt x="288" y="2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7" name="Google Shape;6127;p114"/>
            <p:cNvSpPr/>
            <p:nvPr/>
          </p:nvSpPr>
          <p:spPr>
            <a:xfrm>
              <a:off x="628000" y="2941675"/>
              <a:ext cx="146875" cy="263700"/>
            </a:xfrm>
            <a:custGeom>
              <a:rect b="b" l="l" r="r" t="t"/>
              <a:pathLst>
                <a:path extrusionOk="0" h="10548" w="5875">
                  <a:moveTo>
                    <a:pt x="5812" y="25"/>
                  </a:moveTo>
                  <a:cubicBezTo>
                    <a:pt x="3937" y="1350"/>
                    <a:pt x="1513" y="2550"/>
                    <a:pt x="738" y="4862"/>
                  </a:cubicBezTo>
                  <a:cubicBezTo>
                    <a:pt x="151" y="6599"/>
                    <a:pt x="1" y="9073"/>
                    <a:pt x="1263" y="10523"/>
                  </a:cubicBezTo>
                  <a:cubicBezTo>
                    <a:pt x="1288" y="10548"/>
                    <a:pt x="1338" y="10510"/>
                    <a:pt x="1313" y="10485"/>
                  </a:cubicBezTo>
                  <a:cubicBezTo>
                    <a:pt x="113" y="8848"/>
                    <a:pt x="288" y="6086"/>
                    <a:pt x="1138" y="4324"/>
                  </a:cubicBezTo>
                  <a:cubicBezTo>
                    <a:pt x="2063" y="2412"/>
                    <a:pt x="4175" y="1300"/>
                    <a:pt x="5837" y="100"/>
                  </a:cubicBezTo>
                  <a:cubicBezTo>
                    <a:pt x="5874" y="63"/>
                    <a:pt x="5837" y="0"/>
                    <a:pt x="5799" y="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8" name="Google Shape;6128;p114"/>
            <p:cNvSpPr/>
            <p:nvPr/>
          </p:nvSpPr>
          <p:spPr>
            <a:xfrm>
              <a:off x="668000" y="3137875"/>
              <a:ext cx="85000" cy="100300"/>
            </a:xfrm>
            <a:custGeom>
              <a:rect b="b" l="l" r="r" t="t"/>
              <a:pathLst>
                <a:path extrusionOk="0" h="4012" w="3400">
                  <a:moveTo>
                    <a:pt x="38" y="2925"/>
                  </a:moveTo>
                  <a:cubicBezTo>
                    <a:pt x="900" y="3424"/>
                    <a:pt x="2075" y="3624"/>
                    <a:pt x="2812" y="2787"/>
                  </a:cubicBezTo>
                  <a:cubicBezTo>
                    <a:pt x="3237" y="2312"/>
                    <a:pt x="3400" y="1175"/>
                    <a:pt x="2975" y="625"/>
                  </a:cubicBezTo>
                  <a:cubicBezTo>
                    <a:pt x="2500" y="0"/>
                    <a:pt x="1350" y="88"/>
                    <a:pt x="1025" y="825"/>
                  </a:cubicBezTo>
                  <a:cubicBezTo>
                    <a:pt x="813" y="1262"/>
                    <a:pt x="838" y="1775"/>
                    <a:pt x="1088" y="2200"/>
                  </a:cubicBezTo>
                  <a:cubicBezTo>
                    <a:pt x="1450" y="2837"/>
                    <a:pt x="2425" y="3237"/>
                    <a:pt x="2537" y="3987"/>
                  </a:cubicBezTo>
                  <a:cubicBezTo>
                    <a:pt x="2537" y="4012"/>
                    <a:pt x="2575" y="4012"/>
                    <a:pt x="2575" y="3987"/>
                  </a:cubicBezTo>
                  <a:cubicBezTo>
                    <a:pt x="2562" y="3574"/>
                    <a:pt x="2287" y="3337"/>
                    <a:pt x="2000" y="3062"/>
                  </a:cubicBezTo>
                  <a:cubicBezTo>
                    <a:pt x="1713" y="2787"/>
                    <a:pt x="1350" y="2500"/>
                    <a:pt x="1188" y="2150"/>
                  </a:cubicBezTo>
                  <a:cubicBezTo>
                    <a:pt x="825" y="1287"/>
                    <a:pt x="1075" y="288"/>
                    <a:pt x="2200" y="425"/>
                  </a:cubicBezTo>
                  <a:cubicBezTo>
                    <a:pt x="2550" y="350"/>
                    <a:pt x="2762" y="488"/>
                    <a:pt x="2837" y="838"/>
                  </a:cubicBezTo>
                  <a:cubicBezTo>
                    <a:pt x="2975" y="913"/>
                    <a:pt x="3050" y="1063"/>
                    <a:pt x="3050" y="1212"/>
                  </a:cubicBezTo>
                  <a:cubicBezTo>
                    <a:pt x="3062" y="1275"/>
                    <a:pt x="3062" y="1337"/>
                    <a:pt x="3050" y="1400"/>
                  </a:cubicBezTo>
                  <a:cubicBezTo>
                    <a:pt x="3087" y="1650"/>
                    <a:pt x="3075" y="1912"/>
                    <a:pt x="3025" y="2162"/>
                  </a:cubicBezTo>
                  <a:cubicBezTo>
                    <a:pt x="2687" y="3524"/>
                    <a:pt x="1025" y="3399"/>
                    <a:pt x="75" y="2862"/>
                  </a:cubicBezTo>
                  <a:cubicBezTo>
                    <a:pt x="38" y="2837"/>
                    <a:pt x="0" y="2900"/>
                    <a:pt x="38" y="29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9" name="Google Shape;6129;p114"/>
            <p:cNvSpPr/>
            <p:nvPr/>
          </p:nvSpPr>
          <p:spPr>
            <a:xfrm>
              <a:off x="722350" y="3245025"/>
              <a:ext cx="13775" cy="55325"/>
            </a:xfrm>
            <a:custGeom>
              <a:rect b="b" l="l" r="r" t="t"/>
              <a:pathLst>
                <a:path extrusionOk="0" h="2213" w="551">
                  <a:moveTo>
                    <a:pt x="401" y="51"/>
                  </a:moveTo>
                  <a:cubicBezTo>
                    <a:pt x="476" y="825"/>
                    <a:pt x="238" y="1438"/>
                    <a:pt x="13" y="2163"/>
                  </a:cubicBezTo>
                  <a:cubicBezTo>
                    <a:pt x="1" y="2200"/>
                    <a:pt x="51" y="2213"/>
                    <a:pt x="76" y="2188"/>
                  </a:cubicBezTo>
                  <a:cubicBezTo>
                    <a:pt x="488" y="1588"/>
                    <a:pt x="551" y="738"/>
                    <a:pt x="476" y="51"/>
                  </a:cubicBezTo>
                  <a:cubicBezTo>
                    <a:pt x="476" y="1"/>
                    <a:pt x="388" y="1"/>
                    <a:pt x="401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0" name="Google Shape;6130;p114"/>
            <p:cNvSpPr/>
            <p:nvPr/>
          </p:nvSpPr>
          <p:spPr>
            <a:xfrm>
              <a:off x="692050" y="2972300"/>
              <a:ext cx="96575" cy="82175"/>
            </a:xfrm>
            <a:custGeom>
              <a:rect b="b" l="l" r="r" t="t"/>
              <a:pathLst>
                <a:path extrusionOk="0" h="3287" w="3863">
                  <a:moveTo>
                    <a:pt x="63" y="1100"/>
                  </a:moveTo>
                  <a:cubicBezTo>
                    <a:pt x="738" y="575"/>
                    <a:pt x="1563" y="113"/>
                    <a:pt x="2450" y="350"/>
                  </a:cubicBezTo>
                  <a:cubicBezTo>
                    <a:pt x="2900" y="487"/>
                    <a:pt x="3287" y="812"/>
                    <a:pt x="3500" y="1250"/>
                  </a:cubicBezTo>
                  <a:cubicBezTo>
                    <a:pt x="3650" y="1525"/>
                    <a:pt x="3737" y="1837"/>
                    <a:pt x="3737" y="2149"/>
                  </a:cubicBezTo>
                  <a:cubicBezTo>
                    <a:pt x="3725" y="2887"/>
                    <a:pt x="3300" y="3037"/>
                    <a:pt x="2463" y="2612"/>
                  </a:cubicBezTo>
                  <a:cubicBezTo>
                    <a:pt x="2500" y="2574"/>
                    <a:pt x="2463" y="2512"/>
                    <a:pt x="2425" y="2537"/>
                  </a:cubicBezTo>
                  <a:cubicBezTo>
                    <a:pt x="2050" y="2824"/>
                    <a:pt x="2463" y="3162"/>
                    <a:pt x="2812" y="3212"/>
                  </a:cubicBezTo>
                  <a:cubicBezTo>
                    <a:pt x="3475" y="3287"/>
                    <a:pt x="3862" y="2612"/>
                    <a:pt x="3837" y="2037"/>
                  </a:cubicBezTo>
                  <a:cubicBezTo>
                    <a:pt x="3812" y="1237"/>
                    <a:pt x="3250" y="450"/>
                    <a:pt x="2475" y="250"/>
                  </a:cubicBezTo>
                  <a:cubicBezTo>
                    <a:pt x="1550" y="0"/>
                    <a:pt x="701" y="475"/>
                    <a:pt x="26" y="1050"/>
                  </a:cubicBezTo>
                  <a:cubicBezTo>
                    <a:pt x="1" y="1075"/>
                    <a:pt x="38" y="1112"/>
                    <a:pt x="63" y="1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1" name="Google Shape;6131;p114"/>
            <p:cNvSpPr/>
            <p:nvPr/>
          </p:nvSpPr>
          <p:spPr>
            <a:xfrm>
              <a:off x="720175" y="2958850"/>
              <a:ext cx="110625" cy="22825"/>
            </a:xfrm>
            <a:custGeom>
              <a:rect b="b" l="l" r="r" t="t"/>
              <a:pathLst>
                <a:path extrusionOk="0" h="913" w="4425">
                  <a:moveTo>
                    <a:pt x="100" y="875"/>
                  </a:moveTo>
                  <a:cubicBezTo>
                    <a:pt x="1100" y="38"/>
                    <a:pt x="3250" y="1"/>
                    <a:pt x="4362" y="588"/>
                  </a:cubicBezTo>
                  <a:cubicBezTo>
                    <a:pt x="4399" y="601"/>
                    <a:pt x="4424" y="551"/>
                    <a:pt x="4399" y="526"/>
                  </a:cubicBezTo>
                  <a:cubicBezTo>
                    <a:pt x="3712" y="1"/>
                    <a:pt x="2725" y="88"/>
                    <a:pt x="1912" y="176"/>
                  </a:cubicBezTo>
                  <a:cubicBezTo>
                    <a:pt x="1250" y="251"/>
                    <a:pt x="563" y="376"/>
                    <a:pt x="38" y="825"/>
                  </a:cubicBezTo>
                  <a:cubicBezTo>
                    <a:pt x="0" y="863"/>
                    <a:pt x="63" y="913"/>
                    <a:pt x="100" y="8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2" name="Google Shape;6132;p114"/>
            <p:cNvSpPr/>
            <p:nvPr/>
          </p:nvSpPr>
          <p:spPr>
            <a:xfrm>
              <a:off x="830150" y="2969475"/>
              <a:ext cx="12200" cy="11900"/>
            </a:xfrm>
            <a:custGeom>
              <a:rect b="b" l="l" r="r" t="t"/>
              <a:pathLst>
                <a:path extrusionOk="0" h="476" w="488">
                  <a:moveTo>
                    <a:pt x="50" y="126"/>
                  </a:moveTo>
                  <a:cubicBezTo>
                    <a:pt x="0" y="213"/>
                    <a:pt x="25" y="325"/>
                    <a:pt x="88" y="388"/>
                  </a:cubicBezTo>
                  <a:cubicBezTo>
                    <a:pt x="163" y="450"/>
                    <a:pt x="250" y="475"/>
                    <a:pt x="338" y="463"/>
                  </a:cubicBezTo>
                  <a:cubicBezTo>
                    <a:pt x="375" y="450"/>
                    <a:pt x="400" y="438"/>
                    <a:pt x="425" y="425"/>
                  </a:cubicBezTo>
                  <a:cubicBezTo>
                    <a:pt x="450" y="388"/>
                    <a:pt x="463" y="350"/>
                    <a:pt x="463" y="313"/>
                  </a:cubicBezTo>
                  <a:cubicBezTo>
                    <a:pt x="488" y="188"/>
                    <a:pt x="425" y="63"/>
                    <a:pt x="300" y="13"/>
                  </a:cubicBezTo>
                  <a:cubicBezTo>
                    <a:pt x="175" y="1"/>
                    <a:pt x="50" y="101"/>
                    <a:pt x="50" y="2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3" name="Google Shape;6133;p114"/>
            <p:cNvSpPr/>
            <p:nvPr/>
          </p:nvSpPr>
          <p:spPr>
            <a:xfrm>
              <a:off x="828275" y="2965425"/>
              <a:ext cx="16275" cy="17825"/>
            </a:xfrm>
            <a:custGeom>
              <a:rect b="b" l="l" r="r" t="t"/>
              <a:pathLst>
                <a:path extrusionOk="0" h="713" w="651">
                  <a:moveTo>
                    <a:pt x="63" y="275"/>
                  </a:moveTo>
                  <a:cubicBezTo>
                    <a:pt x="0" y="438"/>
                    <a:pt x="88" y="625"/>
                    <a:pt x="263" y="675"/>
                  </a:cubicBezTo>
                  <a:cubicBezTo>
                    <a:pt x="425" y="712"/>
                    <a:pt x="575" y="650"/>
                    <a:pt x="588" y="487"/>
                  </a:cubicBezTo>
                  <a:cubicBezTo>
                    <a:pt x="650" y="88"/>
                    <a:pt x="88" y="0"/>
                    <a:pt x="88" y="400"/>
                  </a:cubicBezTo>
                  <a:cubicBezTo>
                    <a:pt x="88" y="438"/>
                    <a:pt x="163" y="450"/>
                    <a:pt x="163" y="413"/>
                  </a:cubicBezTo>
                  <a:cubicBezTo>
                    <a:pt x="488" y="288"/>
                    <a:pt x="563" y="313"/>
                    <a:pt x="388" y="462"/>
                  </a:cubicBezTo>
                  <a:cubicBezTo>
                    <a:pt x="275" y="637"/>
                    <a:pt x="213" y="587"/>
                    <a:pt x="175" y="300"/>
                  </a:cubicBezTo>
                  <a:cubicBezTo>
                    <a:pt x="188" y="238"/>
                    <a:pt x="88" y="200"/>
                    <a:pt x="63" y="2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4" name="Google Shape;6134;p114"/>
            <p:cNvSpPr/>
            <p:nvPr/>
          </p:nvSpPr>
          <p:spPr>
            <a:xfrm>
              <a:off x="662375" y="3207225"/>
              <a:ext cx="3150" cy="2850"/>
            </a:xfrm>
            <a:custGeom>
              <a:rect b="b" l="l" r="r" t="t"/>
              <a:pathLst>
                <a:path extrusionOk="0" h="114" w="126">
                  <a:moveTo>
                    <a:pt x="63" y="101"/>
                  </a:moveTo>
                  <a:lnTo>
                    <a:pt x="88" y="88"/>
                  </a:lnTo>
                  <a:cubicBezTo>
                    <a:pt x="126" y="76"/>
                    <a:pt x="126" y="38"/>
                    <a:pt x="88" y="26"/>
                  </a:cubicBezTo>
                  <a:lnTo>
                    <a:pt x="63" y="13"/>
                  </a:lnTo>
                  <a:cubicBezTo>
                    <a:pt x="1" y="1"/>
                    <a:pt x="1" y="113"/>
                    <a:pt x="63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5" name="Google Shape;6135;p114"/>
            <p:cNvSpPr/>
            <p:nvPr/>
          </p:nvSpPr>
          <p:spPr>
            <a:xfrm>
              <a:off x="705800" y="3297525"/>
              <a:ext cx="17525" cy="42200"/>
            </a:xfrm>
            <a:custGeom>
              <a:rect b="b" l="l" r="r" t="t"/>
              <a:pathLst>
                <a:path extrusionOk="0" h="1688" w="701">
                  <a:moveTo>
                    <a:pt x="613" y="25"/>
                  </a:moveTo>
                  <a:cubicBezTo>
                    <a:pt x="76" y="225"/>
                    <a:pt x="1" y="1175"/>
                    <a:pt x="138" y="1637"/>
                  </a:cubicBezTo>
                  <a:cubicBezTo>
                    <a:pt x="163" y="1687"/>
                    <a:pt x="251" y="1675"/>
                    <a:pt x="238" y="1612"/>
                  </a:cubicBezTo>
                  <a:cubicBezTo>
                    <a:pt x="201" y="1375"/>
                    <a:pt x="188" y="1125"/>
                    <a:pt x="226" y="887"/>
                  </a:cubicBezTo>
                  <a:cubicBezTo>
                    <a:pt x="263" y="650"/>
                    <a:pt x="375" y="225"/>
                    <a:pt x="638" y="125"/>
                  </a:cubicBezTo>
                  <a:cubicBezTo>
                    <a:pt x="700" y="100"/>
                    <a:pt x="675" y="0"/>
                    <a:pt x="600" y="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6" name="Google Shape;6136;p114"/>
            <p:cNvSpPr/>
            <p:nvPr/>
          </p:nvSpPr>
          <p:spPr>
            <a:xfrm>
              <a:off x="708300" y="3297825"/>
              <a:ext cx="19700" cy="42200"/>
            </a:xfrm>
            <a:custGeom>
              <a:rect b="b" l="l" r="r" t="t"/>
              <a:pathLst>
                <a:path extrusionOk="0" h="1688" w="788">
                  <a:moveTo>
                    <a:pt x="113" y="1638"/>
                  </a:moveTo>
                  <a:cubicBezTo>
                    <a:pt x="475" y="1288"/>
                    <a:pt x="788" y="563"/>
                    <a:pt x="638" y="63"/>
                  </a:cubicBezTo>
                  <a:cubicBezTo>
                    <a:pt x="625" y="1"/>
                    <a:pt x="538" y="26"/>
                    <a:pt x="550" y="88"/>
                  </a:cubicBezTo>
                  <a:cubicBezTo>
                    <a:pt x="600" y="625"/>
                    <a:pt x="413" y="1175"/>
                    <a:pt x="38" y="1575"/>
                  </a:cubicBezTo>
                  <a:cubicBezTo>
                    <a:pt x="1" y="1613"/>
                    <a:pt x="63" y="1688"/>
                    <a:pt x="113" y="16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7" name="Google Shape;6137;p114"/>
            <p:cNvSpPr/>
            <p:nvPr/>
          </p:nvSpPr>
          <p:spPr>
            <a:xfrm>
              <a:off x="732050" y="3237525"/>
              <a:ext cx="30000" cy="33150"/>
            </a:xfrm>
            <a:custGeom>
              <a:rect b="b" l="l" r="r" t="t"/>
              <a:pathLst>
                <a:path extrusionOk="0" h="1326" w="1200">
                  <a:moveTo>
                    <a:pt x="25" y="51"/>
                  </a:moveTo>
                  <a:cubicBezTo>
                    <a:pt x="0" y="388"/>
                    <a:pt x="175" y="663"/>
                    <a:pt x="388" y="913"/>
                  </a:cubicBezTo>
                  <a:cubicBezTo>
                    <a:pt x="563" y="1163"/>
                    <a:pt x="850" y="1313"/>
                    <a:pt x="1150" y="1325"/>
                  </a:cubicBezTo>
                  <a:cubicBezTo>
                    <a:pt x="1200" y="1325"/>
                    <a:pt x="1200" y="1250"/>
                    <a:pt x="1163" y="1250"/>
                  </a:cubicBezTo>
                  <a:cubicBezTo>
                    <a:pt x="875" y="1225"/>
                    <a:pt x="613" y="1088"/>
                    <a:pt x="450" y="863"/>
                  </a:cubicBezTo>
                  <a:cubicBezTo>
                    <a:pt x="263" y="613"/>
                    <a:pt x="88" y="363"/>
                    <a:pt x="100" y="51"/>
                  </a:cubicBezTo>
                  <a:cubicBezTo>
                    <a:pt x="100" y="1"/>
                    <a:pt x="25" y="1"/>
                    <a:pt x="25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8" name="Google Shape;6138;p114"/>
            <p:cNvSpPr/>
            <p:nvPr/>
          </p:nvSpPr>
          <p:spPr>
            <a:xfrm>
              <a:off x="732675" y="3237850"/>
              <a:ext cx="29375" cy="33125"/>
            </a:xfrm>
            <a:custGeom>
              <a:rect b="b" l="l" r="r" t="t"/>
              <a:pathLst>
                <a:path extrusionOk="0" h="1325" w="1175">
                  <a:moveTo>
                    <a:pt x="1163" y="1262"/>
                  </a:moveTo>
                  <a:cubicBezTo>
                    <a:pt x="1088" y="700"/>
                    <a:pt x="675" y="125"/>
                    <a:pt x="100" y="13"/>
                  </a:cubicBezTo>
                  <a:cubicBezTo>
                    <a:pt x="38" y="0"/>
                    <a:pt x="0" y="75"/>
                    <a:pt x="50" y="113"/>
                  </a:cubicBezTo>
                  <a:cubicBezTo>
                    <a:pt x="288" y="250"/>
                    <a:pt x="525" y="313"/>
                    <a:pt x="700" y="550"/>
                  </a:cubicBezTo>
                  <a:cubicBezTo>
                    <a:pt x="875" y="763"/>
                    <a:pt x="1013" y="1012"/>
                    <a:pt x="1100" y="1287"/>
                  </a:cubicBezTo>
                  <a:cubicBezTo>
                    <a:pt x="1113" y="1325"/>
                    <a:pt x="1175" y="1312"/>
                    <a:pt x="1163" y="12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9" name="Google Shape;6139;p114"/>
            <p:cNvSpPr/>
            <p:nvPr/>
          </p:nvSpPr>
          <p:spPr>
            <a:xfrm>
              <a:off x="739850" y="2929475"/>
              <a:ext cx="86875" cy="38475"/>
            </a:xfrm>
            <a:custGeom>
              <a:rect b="b" l="l" r="r" t="t"/>
              <a:pathLst>
                <a:path extrusionOk="0" h="1539" w="3475">
                  <a:moveTo>
                    <a:pt x="76" y="1513"/>
                  </a:moveTo>
                  <a:cubicBezTo>
                    <a:pt x="1075" y="801"/>
                    <a:pt x="2213" y="326"/>
                    <a:pt x="3412" y="101"/>
                  </a:cubicBezTo>
                  <a:cubicBezTo>
                    <a:pt x="3475" y="88"/>
                    <a:pt x="3450" y="1"/>
                    <a:pt x="3387" y="13"/>
                  </a:cubicBezTo>
                  <a:cubicBezTo>
                    <a:pt x="2175" y="226"/>
                    <a:pt x="1025" y="726"/>
                    <a:pt x="38" y="1451"/>
                  </a:cubicBezTo>
                  <a:cubicBezTo>
                    <a:pt x="1" y="1476"/>
                    <a:pt x="38" y="1538"/>
                    <a:pt x="76" y="15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0" name="Google Shape;6140;p114"/>
            <p:cNvSpPr/>
            <p:nvPr/>
          </p:nvSpPr>
          <p:spPr>
            <a:xfrm>
              <a:off x="824200" y="2919175"/>
              <a:ext cx="16275" cy="17825"/>
            </a:xfrm>
            <a:custGeom>
              <a:rect b="b" l="l" r="r" t="t"/>
              <a:pathLst>
                <a:path extrusionOk="0" h="713" w="651">
                  <a:moveTo>
                    <a:pt x="88" y="525"/>
                  </a:moveTo>
                  <a:cubicBezTo>
                    <a:pt x="288" y="713"/>
                    <a:pt x="651" y="475"/>
                    <a:pt x="451" y="238"/>
                  </a:cubicBezTo>
                  <a:cubicBezTo>
                    <a:pt x="238" y="1"/>
                    <a:pt x="1" y="338"/>
                    <a:pt x="101" y="563"/>
                  </a:cubicBezTo>
                  <a:cubicBezTo>
                    <a:pt x="113" y="600"/>
                    <a:pt x="176" y="575"/>
                    <a:pt x="176" y="538"/>
                  </a:cubicBezTo>
                  <a:cubicBezTo>
                    <a:pt x="163" y="500"/>
                    <a:pt x="163" y="463"/>
                    <a:pt x="176" y="425"/>
                  </a:cubicBezTo>
                  <a:cubicBezTo>
                    <a:pt x="176" y="351"/>
                    <a:pt x="176" y="351"/>
                    <a:pt x="151" y="463"/>
                  </a:cubicBezTo>
                  <a:cubicBezTo>
                    <a:pt x="101" y="425"/>
                    <a:pt x="38" y="488"/>
                    <a:pt x="88" y="5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1" name="Google Shape;6141;p114"/>
            <p:cNvSpPr/>
            <p:nvPr/>
          </p:nvSpPr>
          <p:spPr>
            <a:xfrm>
              <a:off x="728300" y="2974800"/>
              <a:ext cx="82175" cy="30625"/>
            </a:xfrm>
            <a:custGeom>
              <a:rect b="b" l="l" r="r" t="t"/>
              <a:pathLst>
                <a:path extrusionOk="0" h="1225" w="3287">
                  <a:moveTo>
                    <a:pt x="63" y="225"/>
                  </a:moveTo>
                  <a:cubicBezTo>
                    <a:pt x="1288" y="87"/>
                    <a:pt x="2287" y="425"/>
                    <a:pt x="3225" y="1200"/>
                  </a:cubicBezTo>
                  <a:cubicBezTo>
                    <a:pt x="3250" y="1225"/>
                    <a:pt x="3287" y="1187"/>
                    <a:pt x="3262" y="1150"/>
                  </a:cubicBezTo>
                  <a:cubicBezTo>
                    <a:pt x="2537" y="212"/>
                    <a:pt x="1163" y="0"/>
                    <a:pt x="63" y="137"/>
                  </a:cubicBezTo>
                  <a:cubicBezTo>
                    <a:pt x="0" y="137"/>
                    <a:pt x="0" y="237"/>
                    <a:pt x="63" y="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2" name="Google Shape;6142;p114"/>
            <p:cNvSpPr/>
            <p:nvPr/>
          </p:nvSpPr>
          <p:spPr>
            <a:xfrm>
              <a:off x="805150" y="3001975"/>
              <a:ext cx="15025" cy="12825"/>
            </a:xfrm>
            <a:custGeom>
              <a:rect b="b" l="l" r="r" t="t"/>
              <a:pathLst>
                <a:path extrusionOk="0" h="513" w="601">
                  <a:moveTo>
                    <a:pt x="250" y="475"/>
                  </a:moveTo>
                  <a:cubicBezTo>
                    <a:pt x="550" y="513"/>
                    <a:pt x="600" y="50"/>
                    <a:pt x="288" y="25"/>
                  </a:cubicBezTo>
                  <a:cubicBezTo>
                    <a:pt x="1" y="0"/>
                    <a:pt x="26" y="425"/>
                    <a:pt x="313" y="425"/>
                  </a:cubicBezTo>
                  <a:cubicBezTo>
                    <a:pt x="350" y="425"/>
                    <a:pt x="363" y="375"/>
                    <a:pt x="325" y="363"/>
                  </a:cubicBezTo>
                  <a:cubicBezTo>
                    <a:pt x="275" y="300"/>
                    <a:pt x="250" y="325"/>
                    <a:pt x="250" y="413"/>
                  </a:cubicBezTo>
                  <a:cubicBezTo>
                    <a:pt x="213" y="413"/>
                    <a:pt x="213" y="475"/>
                    <a:pt x="250" y="4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3" name="Google Shape;6143;p114"/>
            <p:cNvSpPr/>
            <p:nvPr/>
          </p:nvSpPr>
          <p:spPr>
            <a:xfrm>
              <a:off x="644875" y="3178475"/>
              <a:ext cx="60325" cy="237475"/>
            </a:xfrm>
            <a:custGeom>
              <a:rect b="b" l="l" r="r" t="t"/>
              <a:pathLst>
                <a:path extrusionOk="0" h="9499" w="2413">
                  <a:moveTo>
                    <a:pt x="26" y="51"/>
                  </a:moveTo>
                  <a:cubicBezTo>
                    <a:pt x="1275" y="3362"/>
                    <a:pt x="2413" y="6049"/>
                    <a:pt x="388" y="9373"/>
                  </a:cubicBezTo>
                  <a:cubicBezTo>
                    <a:pt x="338" y="9448"/>
                    <a:pt x="451" y="9498"/>
                    <a:pt x="488" y="9436"/>
                  </a:cubicBezTo>
                  <a:cubicBezTo>
                    <a:pt x="1438" y="8024"/>
                    <a:pt x="1838" y="6749"/>
                    <a:pt x="1675" y="5050"/>
                  </a:cubicBezTo>
                  <a:cubicBezTo>
                    <a:pt x="1488" y="3113"/>
                    <a:pt x="776" y="1813"/>
                    <a:pt x="76" y="38"/>
                  </a:cubicBezTo>
                  <a:cubicBezTo>
                    <a:pt x="63" y="1"/>
                    <a:pt x="1" y="13"/>
                    <a:pt x="26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4" name="Google Shape;6144;p114"/>
            <p:cNvSpPr/>
            <p:nvPr/>
          </p:nvSpPr>
          <p:spPr>
            <a:xfrm>
              <a:off x="699875" y="2899175"/>
              <a:ext cx="49375" cy="31900"/>
            </a:xfrm>
            <a:custGeom>
              <a:rect b="b" l="l" r="r" t="t"/>
              <a:pathLst>
                <a:path extrusionOk="0" h="1276" w="1975">
                  <a:moveTo>
                    <a:pt x="13" y="63"/>
                  </a:moveTo>
                  <a:cubicBezTo>
                    <a:pt x="100" y="613"/>
                    <a:pt x="450" y="1151"/>
                    <a:pt x="1062" y="1213"/>
                  </a:cubicBezTo>
                  <a:cubicBezTo>
                    <a:pt x="1550" y="1275"/>
                    <a:pt x="1975" y="888"/>
                    <a:pt x="1975" y="401"/>
                  </a:cubicBezTo>
                  <a:cubicBezTo>
                    <a:pt x="1975" y="326"/>
                    <a:pt x="1862" y="326"/>
                    <a:pt x="1862" y="401"/>
                  </a:cubicBezTo>
                  <a:cubicBezTo>
                    <a:pt x="1850" y="976"/>
                    <a:pt x="1275" y="1263"/>
                    <a:pt x="775" y="1026"/>
                  </a:cubicBezTo>
                  <a:cubicBezTo>
                    <a:pt x="363" y="838"/>
                    <a:pt x="163" y="463"/>
                    <a:pt x="75" y="38"/>
                  </a:cubicBezTo>
                  <a:cubicBezTo>
                    <a:pt x="63" y="1"/>
                    <a:pt x="0" y="13"/>
                    <a:pt x="13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5" name="Google Shape;6145;p114"/>
            <p:cNvSpPr/>
            <p:nvPr/>
          </p:nvSpPr>
          <p:spPr>
            <a:xfrm>
              <a:off x="674550" y="3113825"/>
              <a:ext cx="31600" cy="62800"/>
            </a:xfrm>
            <a:custGeom>
              <a:rect b="b" l="l" r="r" t="t"/>
              <a:pathLst>
                <a:path extrusionOk="0" h="2512" w="1264">
                  <a:moveTo>
                    <a:pt x="726" y="2449"/>
                  </a:moveTo>
                  <a:cubicBezTo>
                    <a:pt x="713" y="1825"/>
                    <a:pt x="1263" y="1325"/>
                    <a:pt x="1038" y="687"/>
                  </a:cubicBezTo>
                  <a:cubicBezTo>
                    <a:pt x="888" y="275"/>
                    <a:pt x="488" y="0"/>
                    <a:pt x="51" y="13"/>
                  </a:cubicBezTo>
                  <a:cubicBezTo>
                    <a:pt x="13" y="13"/>
                    <a:pt x="1" y="75"/>
                    <a:pt x="38" y="88"/>
                  </a:cubicBezTo>
                  <a:cubicBezTo>
                    <a:pt x="838" y="200"/>
                    <a:pt x="1138" y="875"/>
                    <a:pt x="838" y="1575"/>
                  </a:cubicBezTo>
                  <a:cubicBezTo>
                    <a:pt x="701" y="1850"/>
                    <a:pt x="638" y="2149"/>
                    <a:pt x="651" y="2449"/>
                  </a:cubicBezTo>
                  <a:cubicBezTo>
                    <a:pt x="651" y="2499"/>
                    <a:pt x="726" y="2512"/>
                    <a:pt x="726" y="244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6" name="Google Shape;6146;p114"/>
            <p:cNvSpPr/>
            <p:nvPr/>
          </p:nvSpPr>
          <p:spPr>
            <a:xfrm>
              <a:off x="658950" y="3112575"/>
              <a:ext cx="21575" cy="30625"/>
            </a:xfrm>
            <a:custGeom>
              <a:rect b="b" l="l" r="r" t="t"/>
              <a:pathLst>
                <a:path extrusionOk="0" h="1225" w="863">
                  <a:moveTo>
                    <a:pt x="825" y="113"/>
                  </a:moveTo>
                  <a:cubicBezTo>
                    <a:pt x="525" y="0"/>
                    <a:pt x="275" y="163"/>
                    <a:pt x="163" y="437"/>
                  </a:cubicBezTo>
                  <a:cubicBezTo>
                    <a:pt x="75" y="675"/>
                    <a:pt x="0" y="1062"/>
                    <a:pt x="250" y="1212"/>
                  </a:cubicBezTo>
                  <a:cubicBezTo>
                    <a:pt x="275" y="1225"/>
                    <a:pt x="313" y="1200"/>
                    <a:pt x="300" y="1162"/>
                  </a:cubicBezTo>
                  <a:cubicBezTo>
                    <a:pt x="50" y="837"/>
                    <a:pt x="275" y="0"/>
                    <a:pt x="800" y="175"/>
                  </a:cubicBezTo>
                  <a:cubicBezTo>
                    <a:pt x="850" y="200"/>
                    <a:pt x="862" y="125"/>
                    <a:pt x="825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7" name="Google Shape;6147;p114"/>
            <p:cNvSpPr/>
            <p:nvPr/>
          </p:nvSpPr>
          <p:spPr>
            <a:xfrm>
              <a:off x="762050" y="2872625"/>
              <a:ext cx="56250" cy="81250"/>
            </a:xfrm>
            <a:custGeom>
              <a:rect b="b" l="l" r="r" t="t"/>
              <a:pathLst>
                <a:path extrusionOk="0" h="3250" w="2250">
                  <a:moveTo>
                    <a:pt x="87" y="3212"/>
                  </a:moveTo>
                  <a:cubicBezTo>
                    <a:pt x="1037" y="2425"/>
                    <a:pt x="2249" y="1450"/>
                    <a:pt x="1962" y="51"/>
                  </a:cubicBezTo>
                  <a:cubicBezTo>
                    <a:pt x="1949" y="1"/>
                    <a:pt x="1862" y="26"/>
                    <a:pt x="1875" y="76"/>
                  </a:cubicBezTo>
                  <a:cubicBezTo>
                    <a:pt x="2062" y="1463"/>
                    <a:pt x="987" y="2350"/>
                    <a:pt x="37" y="3162"/>
                  </a:cubicBezTo>
                  <a:cubicBezTo>
                    <a:pt x="0" y="3187"/>
                    <a:pt x="62" y="3250"/>
                    <a:pt x="100" y="32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8" name="Google Shape;6148;p114"/>
            <p:cNvSpPr/>
            <p:nvPr/>
          </p:nvSpPr>
          <p:spPr>
            <a:xfrm>
              <a:off x="710800" y="3101950"/>
              <a:ext cx="15325" cy="30950"/>
            </a:xfrm>
            <a:custGeom>
              <a:rect b="b" l="l" r="r" t="t"/>
              <a:pathLst>
                <a:path extrusionOk="0" h="1238" w="613">
                  <a:moveTo>
                    <a:pt x="101" y="1175"/>
                  </a:moveTo>
                  <a:cubicBezTo>
                    <a:pt x="126" y="775"/>
                    <a:pt x="288" y="388"/>
                    <a:pt x="575" y="100"/>
                  </a:cubicBezTo>
                  <a:cubicBezTo>
                    <a:pt x="613" y="63"/>
                    <a:pt x="563" y="0"/>
                    <a:pt x="525" y="25"/>
                  </a:cubicBezTo>
                  <a:cubicBezTo>
                    <a:pt x="350" y="150"/>
                    <a:pt x="225" y="325"/>
                    <a:pt x="163" y="525"/>
                  </a:cubicBezTo>
                  <a:cubicBezTo>
                    <a:pt x="51" y="725"/>
                    <a:pt x="1" y="950"/>
                    <a:pt x="13" y="1175"/>
                  </a:cubicBezTo>
                  <a:cubicBezTo>
                    <a:pt x="13" y="1237"/>
                    <a:pt x="113" y="1237"/>
                    <a:pt x="113" y="11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9" name="Google Shape;6149;p114"/>
            <p:cNvSpPr/>
            <p:nvPr/>
          </p:nvSpPr>
          <p:spPr>
            <a:xfrm>
              <a:off x="710175" y="3101625"/>
              <a:ext cx="21900" cy="34400"/>
            </a:xfrm>
            <a:custGeom>
              <a:rect b="b" l="l" r="r" t="t"/>
              <a:pathLst>
                <a:path extrusionOk="0" h="1376" w="876">
                  <a:moveTo>
                    <a:pt x="550" y="101"/>
                  </a:moveTo>
                  <a:cubicBezTo>
                    <a:pt x="763" y="538"/>
                    <a:pt x="475" y="1050"/>
                    <a:pt x="51" y="1250"/>
                  </a:cubicBezTo>
                  <a:cubicBezTo>
                    <a:pt x="1" y="1275"/>
                    <a:pt x="38" y="1375"/>
                    <a:pt x="101" y="1350"/>
                  </a:cubicBezTo>
                  <a:cubicBezTo>
                    <a:pt x="575" y="1138"/>
                    <a:pt x="875" y="538"/>
                    <a:pt x="638" y="51"/>
                  </a:cubicBezTo>
                  <a:cubicBezTo>
                    <a:pt x="613" y="1"/>
                    <a:pt x="525" y="51"/>
                    <a:pt x="550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0" name="Google Shape;6150;p114"/>
            <p:cNvSpPr/>
            <p:nvPr/>
          </p:nvSpPr>
          <p:spPr>
            <a:xfrm>
              <a:off x="669550" y="3338125"/>
              <a:ext cx="60025" cy="132175"/>
            </a:xfrm>
            <a:custGeom>
              <a:rect b="b" l="l" r="r" t="t"/>
              <a:pathLst>
                <a:path extrusionOk="0" h="5287" w="2401">
                  <a:moveTo>
                    <a:pt x="576" y="51"/>
                  </a:moveTo>
                  <a:cubicBezTo>
                    <a:pt x="263" y="1638"/>
                    <a:pt x="1" y="5074"/>
                    <a:pt x="2350" y="5287"/>
                  </a:cubicBezTo>
                  <a:cubicBezTo>
                    <a:pt x="2400" y="5287"/>
                    <a:pt x="2388" y="5224"/>
                    <a:pt x="2350" y="5212"/>
                  </a:cubicBezTo>
                  <a:cubicBezTo>
                    <a:pt x="63" y="4912"/>
                    <a:pt x="363" y="1600"/>
                    <a:pt x="651" y="63"/>
                  </a:cubicBezTo>
                  <a:cubicBezTo>
                    <a:pt x="663" y="13"/>
                    <a:pt x="588" y="1"/>
                    <a:pt x="576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1" name="Google Shape;6151;p114"/>
            <p:cNvSpPr/>
            <p:nvPr/>
          </p:nvSpPr>
          <p:spPr>
            <a:xfrm>
              <a:off x="701750" y="3402175"/>
              <a:ext cx="65000" cy="61575"/>
            </a:xfrm>
            <a:custGeom>
              <a:rect b="b" l="l" r="r" t="t"/>
              <a:pathLst>
                <a:path extrusionOk="0" h="2463" w="2600">
                  <a:moveTo>
                    <a:pt x="13" y="1500"/>
                  </a:moveTo>
                  <a:cubicBezTo>
                    <a:pt x="350" y="2175"/>
                    <a:pt x="1175" y="2462"/>
                    <a:pt x="1825" y="2012"/>
                  </a:cubicBezTo>
                  <a:cubicBezTo>
                    <a:pt x="2400" y="1600"/>
                    <a:pt x="2599" y="538"/>
                    <a:pt x="2025" y="38"/>
                  </a:cubicBezTo>
                  <a:cubicBezTo>
                    <a:pt x="1975" y="1"/>
                    <a:pt x="1900" y="76"/>
                    <a:pt x="1950" y="113"/>
                  </a:cubicBezTo>
                  <a:cubicBezTo>
                    <a:pt x="2462" y="588"/>
                    <a:pt x="2300" y="1563"/>
                    <a:pt x="1762" y="1938"/>
                  </a:cubicBezTo>
                  <a:cubicBezTo>
                    <a:pt x="1150" y="2350"/>
                    <a:pt x="400" y="2112"/>
                    <a:pt x="75" y="1463"/>
                  </a:cubicBezTo>
                  <a:cubicBezTo>
                    <a:pt x="50" y="1425"/>
                    <a:pt x="0" y="1463"/>
                    <a:pt x="13" y="15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2" name="Google Shape;6152;p114"/>
            <p:cNvSpPr/>
            <p:nvPr/>
          </p:nvSpPr>
          <p:spPr>
            <a:xfrm>
              <a:off x="709550" y="3392175"/>
              <a:ext cx="46575" cy="35950"/>
            </a:xfrm>
            <a:custGeom>
              <a:rect b="b" l="l" r="r" t="t"/>
              <a:pathLst>
                <a:path extrusionOk="0" h="1438" w="1863">
                  <a:moveTo>
                    <a:pt x="1850" y="700"/>
                  </a:moveTo>
                  <a:cubicBezTo>
                    <a:pt x="1663" y="226"/>
                    <a:pt x="1125" y="1"/>
                    <a:pt x="663" y="201"/>
                  </a:cubicBezTo>
                  <a:cubicBezTo>
                    <a:pt x="200" y="401"/>
                    <a:pt x="1" y="938"/>
                    <a:pt x="200" y="1400"/>
                  </a:cubicBezTo>
                  <a:cubicBezTo>
                    <a:pt x="225" y="1438"/>
                    <a:pt x="300" y="1413"/>
                    <a:pt x="288" y="1363"/>
                  </a:cubicBezTo>
                  <a:cubicBezTo>
                    <a:pt x="163" y="938"/>
                    <a:pt x="275" y="488"/>
                    <a:pt x="713" y="301"/>
                  </a:cubicBezTo>
                  <a:cubicBezTo>
                    <a:pt x="1125" y="138"/>
                    <a:pt x="1600" y="326"/>
                    <a:pt x="1788" y="738"/>
                  </a:cubicBezTo>
                  <a:cubicBezTo>
                    <a:pt x="1800" y="775"/>
                    <a:pt x="1863" y="738"/>
                    <a:pt x="1838" y="7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3" name="Google Shape;6153;p114"/>
            <p:cNvSpPr/>
            <p:nvPr/>
          </p:nvSpPr>
          <p:spPr>
            <a:xfrm>
              <a:off x="713300" y="3422475"/>
              <a:ext cx="30950" cy="17225"/>
            </a:xfrm>
            <a:custGeom>
              <a:rect b="b" l="l" r="r" t="t"/>
              <a:pathLst>
                <a:path extrusionOk="0" h="689" w="1238">
                  <a:moveTo>
                    <a:pt x="26" y="51"/>
                  </a:moveTo>
                  <a:cubicBezTo>
                    <a:pt x="1" y="388"/>
                    <a:pt x="375" y="638"/>
                    <a:pt x="688" y="626"/>
                  </a:cubicBezTo>
                  <a:cubicBezTo>
                    <a:pt x="1000" y="626"/>
                    <a:pt x="1238" y="351"/>
                    <a:pt x="1113" y="63"/>
                  </a:cubicBezTo>
                  <a:cubicBezTo>
                    <a:pt x="1100" y="13"/>
                    <a:pt x="1013" y="26"/>
                    <a:pt x="1025" y="88"/>
                  </a:cubicBezTo>
                  <a:cubicBezTo>
                    <a:pt x="1213" y="688"/>
                    <a:pt x="75" y="638"/>
                    <a:pt x="100" y="51"/>
                  </a:cubicBezTo>
                  <a:cubicBezTo>
                    <a:pt x="100" y="1"/>
                    <a:pt x="38" y="1"/>
                    <a:pt x="26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4" name="Google Shape;6154;p114"/>
            <p:cNvSpPr/>
            <p:nvPr/>
          </p:nvSpPr>
          <p:spPr>
            <a:xfrm>
              <a:off x="702675" y="3138500"/>
              <a:ext cx="71875" cy="55325"/>
            </a:xfrm>
            <a:custGeom>
              <a:rect b="b" l="l" r="r" t="t"/>
              <a:pathLst>
                <a:path extrusionOk="0" h="2213" w="2875">
                  <a:moveTo>
                    <a:pt x="88" y="463"/>
                  </a:moveTo>
                  <a:cubicBezTo>
                    <a:pt x="1400" y="113"/>
                    <a:pt x="2487" y="925"/>
                    <a:pt x="2812" y="2187"/>
                  </a:cubicBezTo>
                  <a:cubicBezTo>
                    <a:pt x="2812" y="2212"/>
                    <a:pt x="2875" y="2212"/>
                    <a:pt x="2862" y="2175"/>
                  </a:cubicBezTo>
                  <a:cubicBezTo>
                    <a:pt x="2762" y="788"/>
                    <a:pt x="1325" y="0"/>
                    <a:pt x="51" y="388"/>
                  </a:cubicBezTo>
                  <a:cubicBezTo>
                    <a:pt x="1" y="400"/>
                    <a:pt x="26" y="475"/>
                    <a:pt x="76" y="4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5" name="Google Shape;6155;p114"/>
            <p:cNvSpPr/>
            <p:nvPr/>
          </p:nvSpPr>
          <p:spPr>
            <a:xfrm>
              <a:off x="695500" y="2739850"/>
              <a:ext cx="104675" cy="111550"/>
            </a:xfrm>
            <a:custGeom>
              <a:rect b="b" l="l" r="r" t="t"/>
              <a:pathLst>
                <a:path extrusionOk="0" h="4462" w="4187">
                  <a:moveTo>
                    <a:pt x="188" y="1800"/>
                  </a:moveTo>
                  <a:cubicBezTo>
                    <a:pt x="0" y="3250"/>
                    <a:pt x="1450" y="4424"/>
                    <a:pt x="2799" y="3712"/>
                  </a:cubicBezTo>
                  <a:cubicBezTo>
                    <a:pt x="4187" y="2975"/>
                    <a:pt x="3962" y="1038"/>
                    <a:pt x="3024" y="25"/>
                  </a:cubicBezTo>
                  <a:cubicBezTo>
                    <a:pt x="2999" y="0"/>
                    <a:pt x="2949" y="38"/>
                    <a:pt x="2974" y="75"/>
                  </a:cubicBezTo>
                  <a:cubicBezTo>
                    <a:pt x="3624" y="975"/>
                    <a:pt x="4074" y="2450"/>
                    <a:pt x="3124" y="3325"/>
                  </a:cubicBezTo>
                  <a:cubicBezTo>
                    <a:pt x="1912" y="4462"/>
                    <a:pt x="100" y="3375"/>
                    <a:pt x="288" y="1800"/>
                  </a:cubicBezTo>
                  <a:cubicBezTo>
                    <a:pt x="300" y="1738"/>
                    <a:pt x="188" y="1738"/>
                    <a:pt x="175" y="18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6" name="Google Shape;6156;p114"/>
            <p:cNvSpPr/>
            <p:nvPr/>
          </p:nvSpPr>
          <p:spPr>
            <a:xfrm>
              <a:off x="628325" y="2481475"/>
              <a:ext cx="146850" cy="263400"/>
            </a:xfrm>
            <a:custGeom>
              <a:rect b="b" l="l" r="r" t="t"/>
              <a:pathLst>
                <a:path extrusionOk="0" h="10536" w="5874">
                  <a:moveTo>
                    <a:pt x="5836" y="10448"/>
                  </a:moveTo>
                  <a:cubicBezTo>
                    <a:pt x="4162" y="9236"/>
                    <a:pt x="2050" y="8124"/>
                    <a:pt x="1125" y="6224"/>
                  </a:cubicBezTo>
                  <a:cubicBezTo>
                    <a:pt x="275" y="4462"/>
                    <a:pt x="100" y="1688"/>
                    <a:pt x="1300" y="63"/>
                  </a:cubicBezTo>
                  <a:cubicBezTo>
                    <a:pt x="1325" y="38"/>
                    <a:pt x="1275" y="1"/>
                    <a:pt x="1250" y="26"/>
                  </a:cubicBezTo>
                  <a:cubicBezTo>
                    <a:pt x="0" y="1463"/>
                    <a:pt x="138" y="3950"/>
                    <a:pt x="725" y="5674"/>
                  </a:cubicBezTo>
                  <a:cubicBezTo>
                    <a:pt x="1513" y="7986"/>
                    <a:pt x="3912" y="9186"/>
                    <a:pt x="5799" y="10510"/>
                  </a:cubicBezTo>
                  <a:cubicBezTo>
                    <a:pt x="5836" y="10535"/>
                    <a:pt x="5874" y="10473"/>
                    <a:pt x="5836" y="1044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7" name="Google Shape;6157;p114"/>
            <p:cNvSpPr/>
            <p:nvPr/>
          </p:nvSpPr>
          <p:spPr>
            <a:xfrm>
              <a:off x="667675" y="2448375"/>
              <a:ext cx="84700" cy="100925"/>
            </a:xfrm>
            <a:custGeom>
              <a:rect b="b" l="l" r="r" t="t"/>
              <a:pathLst>
                <a:path extrusionOk="0" h="4037" w="3388">
                  <a:moveTo>
                    <a:pt x="88" y="1150"/>
                  </a:moveTo>
                  <a:cubicBezTo>
                    <a:pt x="1026" y="625"/>
                    <a:pt x="2413" y="500"/>
                    <a:pt x="2950" y="1662"/>
                  </a:cubicBezTo>
                  <a:cubicBezTo>
                    <a:pt x="3075" y="1937"/>
                    <a:pt x="3113" y="2249"/>
                    <a:pt x="3075" y="2549"/>
                  </a:cubicBezTo>
                  <a:cubicBezTo>
                    <a:pt x="3063" y="2624"/>
                    <a:pt x="3075" y="2712"/>
                    <a:pt x="3075" y="2774"/>
                  </a:cubicBezTo>
                  <a:cubicBezTo>
                    <a:pt x="2938" y="3549"/>
                    <a:pt x="2738" y="3524"/>
                    <a:pt x="2213" y="3587"/>
                  </a:cubicBezTo>
                  <a:cubicBezTo>
                    <a:pt x="1313" y="3699"/>
                    <a:pt x="976" y="3087"/>
                    <a:pt x="1113" y="2312"/>
                  </a:cubicBezTo>
                  <a:cubicBezTo>
                    <a:pt x="1226" y="1737"/>
                    <a:pt x="1526" y="1425"/>
                    <a:pt x="1938" y="1037"/>
                  </a:cubicBezTo>
                  <a:cubicBezTo>
                    <a:pt x="2250" y="737"/>
                    <a:pt x="2575" y="487"/>
                    <a:pt x="2588" y="25"/>
                  </a:cubicBezTo>
                  <a:cubicBezTo>
                    <a:pt x="2588" y="0"/>
                    <a:pt x="2550" y="0"/>
                    <a:pt x="2538" y="25"/>
                  </a:cubicBezTo>
                  <a:cubicBezTo>
                    <a:pt x="2438" y="750"/>
                    <a:pt x="1538" y="1137"/>
                    <a:pt x="1163" y="1725"/>
                  </a:cubicBezTo>
                  <a:cubicBezTo>
                    <a:pt x="863" y="2149"/>
                    <a:pt x="813" y="2712"/>
                    <a:pt x="1026" y="3187"/>
                  </a:cubicBezTo>
                  <a:cubicBezTo>
                    <a:pt x="1363" y="3912"/>
                    <a:pt x="2500" y="4036"/>
                    <a:pt x="2988" y="3387"/>
                  </a:cubicBezTo>
                  <a:cubicBezTo>
                    <a:pt x="3388" y="2874"/>
                    <a:pt x="3263" y="1800"/>
                    <a:pt x="2900" y="1312"/>
                  </a:cubicBezTo>
                  <a:cubicBezTo>
                    <a:pt x="2200" y="387"/>
                    <a:pt x="938" y="575"/>
                    <a:pt x="51" y="1087"/>
                  </a:cubicBezTo>
                  <a:cubicBezTo>
                    <a:pt x="1" y="1112"/>
                    <a:pt x="51" y="1187"/>
                    <a:pt x="88" y="1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8" name="Google Shape;6158;p114"/>
            <p:cNvSpPr/>
            <p:nvPr/>
          </p:nvSpPr>
          <p:spPr>
            <a:xfrm>
              <a:off x="722350" y="2386200"/>
              <a:ext cx="13775" cy="55325"/>
            </a:xfrm>
            <a:custGeom>
              <a:rect b="b" l="l" r="r" t="t"/>
              <a:pathLst>
                <a:path extrusionOk="0" h="2213" w="551">
                  <a:moveTo>
                    <a:pt x="476" y="2162"/>
                  </a:moveTo>
                  <a:cubicBezTo>
                    <a:pt x="551" y="1475"/>
                    <a:pt x="488" y="625"/>
                    <a:pt x="76" y="25"/>
                  </a:cubicBezTo>
                  <a:cubicBezTo>
                    <a:pt x="51" y="0"/>
                    <a:pt x="1" y="13"/>
                    <a:pt x="13" y="50"/>
                  </a:cubicBezTo>
                  <a:cubicBezTo>
                    <a:pt x="251" y="775"/>
                    <a:pt x="476" y="1387"/>
                    <a:pt x="401" y="2162"/>
                  </a:cubicBezTo>
                  <a:cubicBezTo>
                    <a:pt x="401" y="2212"/>
                    <a:pt x="476" y="2212"/>
                    <a:pt x="476" y="21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9" name="Google Shape;6159;p114"/>
            <p:cNvSpPr/>
            <p:nvPr/>
          </p:nvSpPr>
          <p:spPr>
            <a:xfrm>
              <a:off x="691750" y="2632075"/>
              <a:ext cx="96875" cy="81550"/>
            </a:xfrm>
            <a:custGeom>
              <a:rect b="b" l="l" r="r" t="t"/>
              <a:pathLst>
                <a:path extrusionOk="0" h="3262" w="3875">
                  <a:moveTo>
                    <a:pt x="38" y="2237"/>
                  </a:moveTo>
                  <a:cubicBezTo>
                    <a:pt x="688" y="2787"/>
                    <a:pt x="1500" y="3262"/>
                    <a:pt x="2375" y="3074"/>
                  </a:cubicBezTo>
                  <a:cubicBezTo>
                    <a:pt x="3212" y="2887"/>
                    <a:pt x="3812" y="2087"/>
                    <a:pt x="3849" y="1250"/>
                  </a:cubicBezTo>
                  <a:cubicBezTo>
                    <a:pt x="3874" y="675"/>
                    <a:pt x="3487" y="0"/>
                    <a:pt x="2824" y="75"/>
                  </a:cubicBezTo>
                  <a:cubicBezTo>
                    <a:pt x="2475" y="113"/>
                    <a:pt x="2062" y="463"/>
                    <a:pt x="2437" y="750"/>
                  </a:cubicBezTo>
                  <a:cubicBezTo>
                    <a:pt x="2475" y="775"/>
                    <a:pt x="2512" y="712"/>
                    <a:pt x="2475" y="675"/>
                  </a:cubicBezTo>
                  <a:cubicBezTo>
                    <a:pt x="3299" y="250"/>
                    <a:pt x="3724" y="400"/>
                    <a:pt x="3749" y="1137"/>
                  </a:cubicBezTo>
                  <a:cubicBezTo>
                    <a:pt x="3737" y="1450"/>
                    <a:pt x="3662" y="1762"/>
                    <a:pt x="3499" y="2037"/>
                  </a:cubicBezTo>
                  <a:cubicBezTo>
                    <a:pt x="3299" y="2474"/>
                    <a:pt x="2912" y="2799"/>
                    <a:pt x="2450" y="2937"/>
                  </a:cubicBezTo>
                  <a:cubicBezTo>
                    <a:pt x="1562" y="3174"/>
                    <a:pt x="750" y="2712"/>
                    <a:pt x="75" y="2187"/>
                  </a:cubicBezTo>
                  <a:cubicBezTo>
                    <a:pt x="50" y="2162"/>
                    <a:pt x="0" y="2212"/>
                    <a:pt x="38" y="22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0" name="Google Shape;6160;p114"/>
            <p:cNvSpPr/>
            <p:nvPr/>
          </p:nvSpPr>
          <p:spPr>
            <a:xfrm>
              <a:off x="720475" y="2704850"/>
              <a:ext cx="110625" cy="22850"/>
            </a:xfrm>
            <a:custGeom>
              <a:rect b="b" l="l" r="r" t="t"/>
              <a:pathLst>
                <a:path extrusionOk="0" h="914" w="4425">
                  <a:moveTo>
                    <a:pt x="38" y="88"/>
                  </a:moveTo>
                  <a:cubicBezTo>
                    <a:pt x="551" y="538"/>
                    <a:pt x="1238" y="663"/>
                    <a:pt x="1913" y="738"/>
                  </a:cubicBezTo>
                  <a:cubicBezTo>
                    <a:pt x="2725" y="826"/>
                    <a:pt x="3712" y="913"/>
                    <a:pt x="4400" y="388"/>
                  </a:cubicBezTo>
                  <a:cubicBezTo>
                    <a:pt x="4425" y="363"/>
                    <a:pt x="4400" y="313"/>
                    <a:pt x="4362" y="326"/>
                  </a:cubicBezTo>
                  <a:cubicBezTo>
                    <a:pt x="3238" y="913"/>
                    <a:pt x="1101" y="876"/>
                    <a:pt x="101" y="26"/>
                  </a:cubicBezTo>
                  <a:cubicBezTo>
                    <a:pt x="63" y="1"/>
                    <a:pt x="1" y="51"/>
                    <a:pt x="38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1" name="Google Shape;6161;p114"/>
            <p:cNvSpPr/>
            <p:nvPr/>
          </p:nvSpPr>
          <p:spPr>
            <a:xfrm>
              <a:off x="830150" y="2705175"/>
              <a:ext cx="12200" cy="11900"/>
            </a:xfrm>
            <a:custGeom>
              <a:rect b="b" l="l" r="r" t="t"/>
              <a:pathLst>
                <a:path extrusionOk="0" h="476" w="488">
                  <a:moveTo>
                    <a:pt x="50" y="350"/>
                  </a:moveTo>
                  <a:cubicBezTo>
                    <a:pt x="0" y="263"/>
                    <a:pt x="25" y="150"/>
                    <a:pt x="88" y="88"/>
                  </a:cubicBezTo>
                  <a:cubicBezTo>
                    <a:pt x="163" y="25"/>
                    <a:pt x="250" y="0"/>
                    <a:pt x="338" y="13"/>
                  </a:cubicBezTo>
                  <a:cubicBezTo>
                    <a:pt x="375" y="13"/>
                    <a:pt x="400" y="25"/>
                    <a:pt x="425" y="50"/>
                  </a:cubicBezTo>
                  <a:cubicBezTo>
                    <a:pt x="450" y="88"/>
                    <a:pt x="463" y="125"/>
                    <a:pt x="463" y="163"/>
                  </a:cubicBezTo>
                  <a:cubicBezTo>
                    <a:pt x="488" y="288"/>
                    <a:pt x="425" y="413"/>
                    <a:pt x="300" y="463"/>
                  </a:cubicBezTo>
                  <a:cubicBezTo>
                    <a:pt x="175" y="475"/>
                    <a:pt x="50" y="375"/>
                    <a:pt x="50" y="238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2" name="Google Shape;6162;p114"/>
            <p:cNvSpPr/>
            <p:nvPr/>
          </p:nvSpPr>
          <p:spPr>
            <a:xfrm>
              <a:off x="827325" y="2698925"/>
              <a:ext cx="17225" cy="22200"/>
            </a:xfrm>
            <a:custGeom>
              <a:rect b="b" l="l" r="r" t="t"/>
              <a:pathLst>
                <a:path extrusionOk="0" h="888" w="689">
                  <a:moveTo>
                    <a:pt x="213" y="588"/>
                  </a:moveTo>
                  <a:cubicBezTo>
                    <a:pt x="251" y="300"/>
                    <a:pt x="313" y="250"/>
                    <a:pt x="426" y="425"/>
                  </a:cubicBezTo>
                  <a:cubicBezTo>
                    <a:pt x="601" y="575"/>
                    <a:pt x="526" y="588"/>
                    <a:pt x="201" y="475"/>
                  </a:cubicBezTo>
                  <a:cubicBezTo>
                    <a:pt x="201" y="438"/>
                    <a:pt x="126" y="450"/>
                    <a:pt x="126" y="488"/>
                  </a:cubicBezTo>
                  <a:cubicBezTo>
                    <a:pt x="126" y="888"/>
                    <a:pt x="688" y="800"/>
                    <a:pt x="626" y="400"/>
                  </a:cubicBezTo>
                  <a:cubicBezTo>
                    <a:pt x="576" y="0"/>
                    <a:pt x="1" y="238"/>
                    <a:pt x="101" y="613"/>
                  </a:cubicBezTo>
                  <a:cubicBezTo>
                    <a:pt x="113" y="700"/>
                    <a:pt x="238" y="663"/>
                    <a:pt x="213" y="5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3" name="Google Shape;6163;p114"/>
            <p:cNvSpPr/>
            <p:nvPr/>
          </p:nvSpPr>
          <p:spPr>
            <a:xfrm>
              <a:off x="662375" y="2476475"/>
              <a:ext cx="3150" cy="3150"/>
            </a:xfrm>
            <a:custGeom>
              <a:rect b="b" l="l" r="r" t="t"/>
              <a:pathLst>
                <a:path extrusionOk="0" h="126" w="126">
                  <a:moveTo>
                    <a:pt x="63" y="88"/>
                  </a:moveTo>
                  <a:lnTo>
                    <a:pt x="88" y="88"/>
                  </a:lnTo>
                  <a:cubicBezTo>
                    <a:pt x="126" y="88"/>
                    <a:pt x="126" y="38"/>
                    <a:pt x="88" y="26"/>
                  </a:cubicBezTo>
                  <a:lnTo>
                    <a:pt x="63" y="26"/>
                  </a:lnTo>
                  <a:cubicBezTo>
                    <a:pt x="1" y="1"/>
                    <a:pt x="1" y="126"/>
                    <a:pt x="63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4" name="Google Shape;6164;p114"/>
            <p:cNvSpPr/>
            <p:nvPr/>
          </p:nvSpPr>
          <p:spPr>
            <a:xfrm>
              <a:off x="705800" y="2346825"/>
              <a:ext cx="17525" cy="42200"/>
            </a:xfrm>
            <a:custGeom>
              <a:rect b="b" l="l" r="r" t="t"/>
              <a:pathLst>
                <a:path extrusionOk="0" h="1688" w="701">
                  <a:moveTo>
                    <a:pt x="638" y="1550"/>
                  </a:moveTo>
                  <a:cubicBezTo>
                    <a:pt x="388" y="1463"/>
                    <a:pt x="276" y="1025"/>
                    <a:pt x="226" y="800"/>
                  </a:cubicBezTo>
                  <a:cubicBezTo>
                    <a:pt x="188" y="563"/>
                    <a:pt x="201" y="313"/>
                    <a:pt x="238" y="63"/>
                  </a:cubicBezTo>
                  <a:cubicBezTo>
                    <a:pt x="238" y="13"/>
                    <a:pt x="163" y="1"/>
                    <a:pt x="138" y="51"/>
                  </a:cubicBezTo>
                  <a:cubicBezTo>
                    <a:pt x="1" y="513"/>
                    <a:pt x="76" y="1463"/>
                    <a:pt x="613" y="1663"/>
                  </a:cubicBezTo>
                  <a:cubicBezTo>
                    <a:pt x="675" y="1688"/>
                    <a:pt x="700" y="1575"/>
                    <a:pt x="638" y="15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5" name="Google Shape;6165;p114"/>
            <p:cNvSpPr/>
            <p:nvPr/>
          </p:nvSpPr>
          <p:spPr>
            <a:xfrm>
              <a:off x="708300" y="2346525"/>
              <a:ext cx="19700" cy="42200"/>
            </a:xfrm>
            <a:custGeom>
              <a:rect b="b" l="l" r="r" t="t"/>
              <a:pathLst>
                <a:path extrusionOk="0" h="1688" w="788">
                  <a:moveTo>
                    <a:pt x="38" y="113"/>
                  </a:moveTo>
                  <a:cubicBezTo>
                    <a:pt x="413" y="513"/>
                    <a:pt x="600" y="1062"/>
                    <a:pt x="550" y="1600"/>
                  </a:cubicBezTo>
                  <a:cubicBezTo>
                    <a:pt x="550" y="1662"/>
                    <a:pt x="625" y="1687"/>
                    <a:pt x="638" y="1625"/>
                  </a:cubicBezTo>
                  <a:cubicBezTo>
                    <a:pt x="788" y="1125"/>
                    <a:pt x="475" y="400"/>
                    <a:pt x="113" y="50"/>
                  </a:cubicBezTo>
                  <a:cubicBezTo>
                    <a:pt x="63" y="0"/>
                    <a:pt x="1" y="63"/>
                    <a:pt x="38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6" name="Google Shape;6166;p114"/>
            <p:cNvSpPr/>
            <p:nvPr/>
          </p:nvSpPr>
          <p:spPr>
            <a:xfrm>
              <a:off x="732050" y="2415875"/>
              <a:ext cx="30000" cy="33150"/>
            </a:xfrm>
            <a:custGeom>
              <a:rect b="b" l="l" r="r" t="t"/>
              <a:pathLst>
                <a:path extrusionOk="0" h="1326" w="1200">
                  <a:moveTo>
                    <a:pt x="100" y="1275"/>
                  </a:moveTo>
                  <a:cubicBezTo>
                    <a:pt x="88" y="963"/>
                    <a:pt x="250" y="713"/>
                    <a:pt x="450" y="463"/>
                  </a:cubicBezTo>
                  <a:cubicBezTo>
                    <a:pt x="613" y="238"/>
                    <a:pt x="875" y="100"/>
                    <a:pt x="1163" y="75"/>
                  </a:cubicBezTo>
                  <a:cubicBezTo>
                    <a:pt x="1200" y="75"/>
                    <a:pt x="1200" y="0"/>
                    <a:pt x="1150" y="0"/>
                  </a:cubicBezTo>
                  <a:cubicBezTo>
                    <a:pt x="850" y="13"/>
                    <a:pt x="563" y="163"/>
                    <a:pt x="388" y="413"/>
                  </a:cubicBezTo>
                  <a:cubicBezTo>
                    <a:pt x="188" y="663"/>
                    <a:pt x="0" y="938"/>
                    <a:pt x="25" y="1275"/>
                  </a:cubicBezTo>
                  <a:cubicBezTo>
                    <a:pt x="25" y="1325"/>
                    <a:pt x="100" y="1325"/>
                    <a:pt x="100" y="12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7" name="Google Shape;6167;p114"/>
            <p:cNvSpPr/>
            <p:nvPr/>
          </p:nvSpPr>
          <p:spPr>
            <a:xfrm>
              <a:off x="732675" y="2415550"/>
              <a:ext cx="29075" cy="33475"/>
            </a:xfrm>
            <a:custGeom>
              <a:rect b="b" l="l" r="r" t="t"/>
              <a:pathLst>
                <a:path extrusionOk="0" h="1339" w="1163">
                  <a:moveTo>
                    <a:pt x="1100" y="51"/>
                  </a:moveTo>
                  <a:cubicBezTo>
                    <a:pt x="1013" y="313"/>
                    <a:pt x="875" y="563"/>
                    <a:pt x="700" y="788"/>
                  </a:cubicBezTo>
                  <a:cubicBezTo>
                    <a:pt x="525" y="1013"/>
                    <a:pt x="288" y="1076"/>
                    <a:pt x="50" y="1213"/>
                  </a:cubicBezTo>
                  <a:cubicBezTo>
                    <a:pt x="0" y="1251"/>
                    <a:pt x="38" y="1338"/>
                    <a:pt x="100" y="1313"/>
                  </a:cubicBezTo>
                  <a:cubicBezTo>
                    <a:pt x="675" y="1201"/>
                    <a:pt x="1088" y="626"/>
                    <a:pt x="1163" y="63"/>
                  </a:cubicBezTo>
                  <a:cubicBezTo>
                    <a:pt x="1163" y="26"/>
                    <a:pt x="1113" y="1"/>
                    <a:pt x="1100" y="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8" name="Google Shape;6168;p114"/>
            <p:cNvSpPr/>
            <p:nvPr/>
          </p:nvSpPr>
          <p:spPr>
            <a:xfrm>
              <a:off x="739850" y="2718600"/>
              <a:ext cx="86875" cy="38450"/>
            </a:xfrm>
            <a:custGeom>
              <a:rect b="b" l="l" r="r" t="t"/>
              <a:pathLst>
                <a:path extrusionOk="0" h="1538" w="3475">
                  <a:moveTo>
                    <a:pt x="38" y="88"/>
                  </a:moveTo>
                  <a:cubicBezTo>
                    <a:pt x="1025" y="813"/>
                    <a:pt x="2175" y="1313"/>
                    <a:pt x="3387" y="1525"/>
                  </a:cubicBezTo>
                  <a:cubicBezTo>
                    <a:pt x="3450" y="1538"/>
                    <a:pt x="3475" y="1450"/>
                    <a:pt x="3412" y="1438"/>
                  </a:cubicBezTo>
                  <a:cubicBezTo>
                    <a:pt x="2213" y="1213"/>
                    <a:pt x="1075" y="738"/>
                    <a:pt x="76" y="26"/>
                  </a:cubicBezTo>
                  <a:cubicBezTo>
                    <a:pt x="38" y="1"/>
                    <a:pt x="1" y="63"/>
                    <a:pt x="38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9" name="Google Shape;6169;p114"/>
            <p:cNvSpPr/>
            <p:nvPr/>
          </p:nvSpPr>
          <p:spPr>
            <a:xfrm>
              <a:off x="824200" y="2749525"/>
              <a:ext cx="16600" cy="17850"/>
            </a:xfrm>
            <a:custGeom>
              <a:rect b="b" l="l" r="r" t="t"/>
              <a:pathLst>
                <a:path extrusionOk="0" h="714" w="664">
                  <a:moveTo>
                    <a:pt x="151" y="251"/>
                  </a:moveTo>
                  <a:cubicBezTo>
                    <a:pt x="176" y="351"/>
                    <a:pt x="188" y="363"/>
                    <a:pt x="176" y="288"/>
                  </a:cubicBezTo>
                  <a:cubicBezTo>
                    <a:pt x="163" y="251"/>
                    <a:pt x="163" y="213"/>
                    <a:pt x="176" y="176"/>
                  </a:cubicBezTo>
                  <a:cubicBezTo>
                    <a:pt x="176" y="138"/>
                    <a:pt x="113" y="113"/>
                    <a:pt x="101" y="151"/>
                  </a:cubicBezTo>
                  <a:cubicBezTo>
                    <a:pt x="1" y="376"/>
                    <a:pt x="238" y="713"/>
                    <a:pt x="451" y="463"/>
                  </a:cubicBezTo>
                  <a:cubicBezTo>
                    <a:pt x="663" y="213"/>
                    <a:pt x="288" y="1"/>
                    <a:pt x="88" y="176"/>
                  </a:cubicBezTo>
                  <a:cubicBezTo>
                    <a:pt x="38" y="213"/>
                    <a:pt x="101" y="276"/>
                    <a:pt x="151" y="2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0" name="Google Shape;6170;p114"/>
            <p:cNvSpPr/>
            <p:nvPr/>
          </p:nvSpPr>
          <p:spPr>
            <a:xfrm>
              <a:off x="728300" y="2681125"/>
              <a:ext cx="82175" cy="30625"/>
            </a:xfrm>
            <a:custGeom>
              <a:rect b="b" l="l" r="r" t="t"/>
              <a:pathLst>
                <a:path extrusionOk="0" h="1225" w="3287">
                  <a:moveTo>
                    <a:pt x="63" y="1087"/>
                  </a:moveTo>
                  <a:cubicBezTo>
                    <a:pt x="1163" y="1225"/>
                    <a:pt x="2537" y="1000"/>
                    <a:pt x="3262" y="75"/>
                  </a:cubicBezTo>
                  <a:cubicBezTo>
                    <a:pt x="3287" y="38"/>
                    <a:pt x="3250" y="0"/>
                    <a:pt x="3225" y="25"/>
                  </a:cubicBezTo>
                  <a:cubicBezTo>
                    <a:pt x="2287" y="812"/>
                    <a:pt x="1288" y="1137"/>
                    <a:pt x="63" y="1000"/>
                  </a:cubicBezTo>
                  <a:cubicBezTo>
                    <a:pt x="0" y="987"/>
                    <a:pt x="0" y="1087"/>
                    <a:pt x="63" y="10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1" name="Google Shape;6171;p114"/>
            <p:cNvSpPr/>
            <p:nvPr/>
          </p:nvSpPr>
          <p:spPr>
            <a:xfrm>
              <a:off x="805150" y="2671750"/>
              <a:ext cx="15025" cy="12825"/>
            </a:xfrm>
            <a:custGeom>
              <a:rect b="b" l="l" r="r" t="t"/>
              <a:pathLst>
                <a:path extrusionOk="0" h="513" w="601">
                  <a:moveTo>
                    <a:pt x="250" y="100"/>
                  </a:moveTo>
                  <a:cubicBezTo>
                    <a:pt x="250" y="188"/>
                    <a:pt x="275" y="213"/>
                    <a:pt x="325" y="150"/>
                  </a:cubicBezTo>
                  <a:cubicBezTo>
                    <a:pt x="363" y="138"/>
                    <a:pt x="350" y="88"/>
                    <a:pt x="313" y="88"/>
                  </a:cubicBezTo>
                  <a:cubicBezTo>
                    <a:pt x="26" y="88"/>
                    <a:pt x="1" y="513"/>
                    <a:pt x="288" y="488"/>
                  </a:cubicBezTo>
                  <a:cubicBezTo>
                    <a:pt x="600" y="450"/>
                    <a:pt x="550" y="0"/>
                    <a:pt x="250" y="25"/>
                  </a:cubicBezTo>
                  <a:cubicBezTo>
                    <a:pt x="213" y="25"/>
                    <a:pt x="213" y="100"/>
                    <a:pt x="250" y="10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2" name="Google Shape;6172;p114"/>
            <p:cNvSpPr/>
            <p:nvPr/>
          </p:nvSpPr>
          <p:spPr>
            <a:xfrm>
              <a:off x="644875" y="2270600"/>
              <a:ext cx="60325" cy="237450"/>
            </a:xfrm>
            <a:custGeom>
              <a:rect b="b" l="l" r="r" t="t"/>
              <a:pathLst>
                <a:path extrusionOk="0" h="9498" w="2413">
                  <a:moveTo>
                    <a:pt x="76" y="9473"/>
                  </a:moveTo>
                  <a:cubicBezTo>
                    <a:pt x="776" y="7698"/>
                    <a:pt x="1488" y="6374"/>
                    <a:pt x="1675" y="4462"/>
                  </a:cubicBezTo>
                  <a:cubicBezTo>
                    <a:pt x="1838" y="2737"/>
                    <a:pt x="1438" y="1488"/>
                    <a:pt x="488" y="63"/>
                  </a:cubicBezTo>
                  <a:cubicBezTo>
                    <a:pt x="451" y="0"/>
                    <a:pt x="338" y="63"/>
                    <a:pt x="388" y="125"/>
                  </a:cubicBezTo>
                  <a:cubicBezTo>
                    <a:pt x="2413" y="3450"/>
                    <a:pt x="1275" y="6124"/>
                    <a:pt x="26" y="9448"/>
                  </a:cubicBezTo>
                  <a:cubicBezTo>
                    <a:pt x="1" y="9485"/>
                    <a:pt x="63" y="9498"/>
                    <a:pt x="76" y="947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3" name="Google Shape;6173;p114"/>
            <p:cNvSpPr/>
            <p:nvPr/>
          </p:nvSpPr>
          <p:spPr>
            <a:xfrm>
              <a:off x="699875" y="2755475"/>
              <a:ext cx="49375" cy="31875"/>
            </a:xfrm>
            <a:custGeom>
              <a:rect b="b" l="l" r="r" t="t"/>
              <a:pathLst>
                <a:path extrusionOk="0" h="1275" w="1975">
                  <a:moveTo>
                    <a:pt x="75" y="1238"/>
                  </a:moveTo>
                  <a:cubicBezTo>
                    <a:pt x="163" y="813"/>
                    <a:pt x="363" y="425"/>
                    <a:pt x="775" y="238"/>
                  </a:cubicBezTo>
                  <a:cubicBezTo>
                    <a:pt x="1262" y="25"/>
                    <a:pt x="1850" y="288"/>
                    <a:pt x="1862" y="863"/>
                  </a:cubicBezTo>
                  <a:cubicBezTo>
                    <a:pt x="1862" y="938"/>
                    <a:pt x="1975" y="938"/>
                    <a:pt x="1975" y="863"/>
                  </a:cubicBezTo>
                  <a:cubicBezTo>
                    <a:pt x="1975" y="375"/>
                    <a:pt x="1550" y="0"/>
                    <a:pt x="1062" y="50"/>
                  </a:cubicBezTo>
                  <a:cubicBezTo>
                    <a:pt x="450" y="113"/>
                    <a:pt x="100" y="663"/>
                    <a:pt x="13" y="1213"/>
                  </a:cubicBezTo>
                  <a:cubicBezTo>
                    <a:pt x="0" y="1250"/>
                    <a:pt x="63" y="1275"/>
                    <a:pt x="75" y="1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4" name="Google Shape;6174;p114"/>
            <p:cNvSpPr/>
            <p:nvPr/>
          </p:nvSpPr>
          <p:spPr>
            <a:xfrm>
              <a:off x="674550" y="2510225"/>
              <a:ext cx="31600" cy="62500"/>
            </a:xfrm>
            <a:custGeom>
              <a:rect b="b" l="l" r="r" t="t"/>
              <a:pathLst>
                <a:path extrusionOk="0" h="2500" w="1264">
                  <a:moveTo>
                    <a:pt x="651" y="50"/>
                  </a:moveTo>
                  <a:cubicBezTo>
                    <a:pt x="638" y="350"/>
                    <a:pt x="701" y="650"/>
                    <a:pt x="838" y="925"/>
                  </a:cubicBezTo>
                  <a:cubicBezTo>
                    <a:pt x="1138" y="1625"/>
                    <a:pt x="838" y="2312"/>
                    <a:pt x="38" y="2412"/>
                  </a:cubicBezTo>
                  <a:cubicBezTo>
                    <a:pt x="1" y="2412"/>
                    <a:pt x="13" y="2487"/>
                    <a:pt x="51" y="2487"/>
                  </a:cubicBezTo>
                  <a:cubicBezTo>
                    <a:pt x="488" y="2500"/>
                    <a:pt x="888" y="2225"/>
                    <a:pt x="1038" y="1812"/>
                  </a:cubicBezTo>
                  <a:cubicBezTo>
                    <a:pt x="1263" y="1175"/>
                    <a:pt x="713" y="675"/>
                    <a:pt x="726" y="50"/>
                  </a:cubicBezTo>
                  <a:cubicBezTo>
                    <a:pt x="726" y="0"/>
                    <a:pt x="651" y="0"/>
                    <a:pt x="651" y="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5" name="Google Shape;6175;p114"/>
            <p:cNvSpPr/>
            <p:nvPr/>
          </p:nvSpPr>
          <p:spPr>
            <a:xfrm>
              <a:off x="658950" y="2543350"/>
              <a:ext cx="21575" cy="30625"/>
            </a:xfrm>
            <a:custGeom>
              <a:rect b="b" l="l" r="r" t="t"/>
              <a:pathLst>
                <a:path extrusionOk="0" h="1225" w="863">
                  <a:moveTo>
                    <a:pt x="800" y="1050"/>
                  </a:moveTo>
                  <a:cubicBezTo>
                    <a:pt x="288" y="1225"/>
                    <a:pt x="38" y="387"/>
                    <a:pt x="300" y="63"/>
                  </a:cubicBezTo>
                  <a:cubicBezTo>
                    <a:pt x="313" y="25"/>
                    <a:pt x="275" y="0"/>
                    <a:pt x="250" y="13"/>
                  </a:cubicBezTo>
                  <a:cubicBezTo>
                    <a:pt x="0" y="163"/>
                    <a:pt x="75" y="550"/>
                    <a:pt x="163" y="775"/>
                  </a:cubicBezTo>
                  <a:cubicBezTo>
                    <a:pt x="275" y="1062"/>
                    <a:pt x="525" y="1225"/>
                    <a:pt x="825" y="1112"/>
                  </a:cubicBezTo>
                  <a:cubicBezTo>
                    <a:pt x="862" y="1100"/>
                    <a:pt x="850" y="1025"/>
                    <a:pt x="800" y="10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6" name="Google Shape;6176;p114"/>
            <p:cNvSpPr/>
            <p:nvPr/>
          </p:nvSpPr>
          <p:spPr>
            <a:xfrm>
              <a:off x="761725" y="2732675"/>
              <a:ext cx="56575" cy="81250"/>
            </a:xfrm>
            <a:custGeom>
              <a:rect b="b" l="l" r="r" t="t"/>
              <a:pathLst>
                <a:path extrusionOk="0" h="3250" w="2263">
                  <a:moveTo>
                    <a:pt x="50" y="88"/>
                  </a:moveTo>
                  <a:cubicBezTo>
                    <a:pt x="988" y="900"/>
                    <a:pt x="2062" y="1787"/>
                    <a:pt x="1875" y="3174"/>
                  </a:cubicBezTo>
                  <a:cubicBezTo>
                    <a:pt x="1875" y="3224"/>
                    <a:pt x="1950" y="3249"/>
                    <a:pt x="1962" y="3199"/>
                  </a:cubicBezTo>
                  <a:cubicBezTo>
                    <a:pt x="2262" y="1800"/>
                    <a:pt x="1050" y="825"/>
                    <a:pt x="88" y="38"/>
                  </a:cubicBezTo>
                  <a:cubicBezTo>
                    <a:pt x="50" y="0"/>
                    <a:pt x="1" y="63"/>
                    <a:pt x="38" y="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7" name="Google Shape;6177;p114"/>
            <p:cNvSpPr/>
            <p:nvPr/>
          </p:nvSpPr>
          <p:spPr>
            <a:xfrm>
              <a:off x="710500" y="2553650"/>
              <a:ext cx="15325" cy="30950"/>
            </a:xfrm>
            <a:custGeom>
              <a:rect b="b" l="l" r="r" t="t"/>
              <a:pathLst>
                <a:path extrusionOk="0" h="1238" w="613">
                  <a:moveTo>
                    <a:pt x="25" y="63"/>
                  </a:moveTo>
                  <a:cubicBezTo>
                    <a:pt x="0" y="288"/>
                    <a:pt x="50" y="513"/>
                    <a:pt x="162" y="713"/>
                  </a:cubicBezTo>
                  <a:cubicBezTo>
                    <a:pt x="237" y="900"/>
                    <a:pt x="362" y="1075"/>
                    <a:pt x="525" y="1213"/>
                  </a:cubicBezTo>
                  <a:cubicBezTo>
                    <a:pt x="575" y="1238"/>
                    <a:pt x="612" y="1175"/>
                    <a:pt x="587" y="1138"/>
                  </a:cubicBezTo>
                  <a:cubicBezTo>
                    <a:pt x="300" y="850"/>
                    <a:pt x="125" y="463"/>
                    <a:pt x="113" y="63"/>
                  </a:cubicBezTo>
                  <a:cubicBezTo>
                    <a:pt x="113" y="0"/>
                    <a:pt x="25" y="0"/>
                    <a:pt x="25" y="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8" name="Google Shape;6178;p114"/>
            <p:cNvSpPr/>
            <p:nvPr/>
          </p:nvSpPr>
          <p:spPr>
            <a:xfrm>
              <a:off x="710175" y="2550525"/>
              <a:ext cx="21900" cy="34400"/>
            </a:xfrm>
            <a:custGeom>
              <a:rect b="b" l="l" r="r" t="t"/>
              <a:pathLst>
                <a:path extrusionOk="0" h="1376" w="876">
                  <a:moveTo>
                    <a:pt x="638" y="1325"/>
                  </a:moveTo>
                  <a:cubicBezTo>
                    <a:pt x="875" y="838"/>
                    <a:pt x="575" y="225"/>
                    <a:pt x="101" y="25"/>
                  </a:cubicBezTo>
                  <a:cubicBezTo>
                    <a:pt x="38" y="0"/>
                    <a:pt x="1" y="100"/>
                    <a:pt x="51" y="125"/>
                  </a:cubicBezTo>
                  <a:cubicBezTo>
                    <a:pt x="475" y="313"/>
                    <a:pt x="763" y="825"/>
                    <a:pt x="550" y="1275"/>
                  </a:cubicBezTo>
                  <a:cubicBezTo>
                    <a:pt x="525" y="1325"/>
                    <a:pt x="613" y="1375"/>
                    <a:pt x="638" y="13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9" name="Google Shape;6179;p114"/>
            <p:cNvSpPr/>
            <p:nvPr/>
          </p:nvSpPr>
          <p:spPr>
            <a:xfrm>
              <a:off x="669550" y="2216250"/>
              <a:ext cx="59700" cy="132175"/>
            </a:xfrm>
            <a:custGeom>
              <a:rect b="b" l="l" r="r" t="t"/>
              <a:pathLst>
                <a:path extrusionOk="0" h="5287" w="2388">
                  <a:moveTo>
                    <a:pt x="651" y="5211"/>
                  </a:moveTo>
                  <a:cubicBezTo>
                    <a:pt x="363" y="3674"/>
                    <a:pt x="51" y="375"/>
                    <a:pt x="2338" y="75"/>
                  </a:cubicBezTo>
                  <a:cubicBezTo>
                    <a:pt x="2388" y="75"/>
                    <a:pt x="2388" y="0"/>
                    <a:pt x="2338" y="0"/>
                  </a:cubicBezTo>
                  <a:cubicBezTo>
                    <a:pt x="1" y="212"/>
                    <a:pt x="263" y="3649"/>
                    <a:pt x="576" y="5236"/>
                  </a:cubicBezTo>
                  <a:cubicBezTo>
                    <a:pt x="588" y="5286"/>
                    <a:pt x="663" y="5261"/>
                    <a:pt x="651" y="521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0" name="Google Shape;6180;p114"/>
            <p:cNvSpPr/>
            <p:nvPr/>
          </p:nvSpPr>
          <p:spPr>
            <a:xfrm>
              <a:off x="701750" y="2223100"/>
              <a:ext cx="65000" cy="61275"/>
            </a:xfrm>
            <a:custGeom>
              <a:rect b="b" l="l" r="r" t="t"/>
              <a:pathLst>
                <a:path extrusionOk="0" h="2451" w="2600">
                  <a:moveTo>
                    <a:pt x="75" y="976"/>
                  </a:moveTo>
                  <a:cubicBezTo>
                    <a:pt x="400" y="351"/>
                    <a:pt x="1162" y="88"/>
                    <a:pt x="1762" y="513"/>
                  </a:cubicBezTo>
                  <a:cubicBezTo>
                    <a:pt x="2300" y="888"/>
                    <a:pt x="2474" y="1863"/>
                    <a:pt x="1950" y="2325"/>
                  </a:cubicBezTo>
                  <a:cubicBezTo>
                    <a:pt x="1900" y="2375"/>
                    <a:pt x="1975" y="2450"/>
                    <a:pt x="2025" y="2400"/>
                  </a:cubicBezTo>
                  <a:cubicBezTo>
                    <a:pt x="2599" y="1913"/>
                    <a:pt x="2412" y="838"/>
                    <a:pt x="1825" y="438"/>
                  </a:cubicBezTo>
                  <a:cubicBezTo>
                    <a:pt x="1187" y="1"/>
                    <a:pt x="325" y="251"/>
                    <a:pt x="13" y="938"/>
                  </a:cubicBezTo>
                  <a:cubicBezTo>
                    <a:pt x="0" y="976"/>
                    <a:pt x="50" y="1013"/>
                    <a:pt x="75" y="9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1" name="Google Shape;6181;p114"/>
            <p:cNvSpPr/>
            <p:nvPr/>
          </p:nvSpPr>
          <p:spPr>
            <a:xfrm>
              <a:off x="709550" y="2258100"/>
              <a:ext cx="46900" cy="35950"/>
            </a:xfrm>
            <a:custGeom>
              <a:rect b="b" l="l" r="r" t="t"/>
              <a:pathLst>
                <a:path extrusionOk="0" h="1438" w="1876">
                  <a:moveTo>
                    <a:pt x="1788" y="713"/>
                  </a:moveTo>
                  <a:cubicBezTo>
                    <a:pt x="1600" y="1125"/>
                    <a:pt x="1138" y="1313"/>
                    <a:pt x="725" y="1150"/>
                  </a:cubicBezTo>
                  <a:cubicBezTo>
                    <a:pt x="288" y="963"/>
                    <a:pt x="163" y="513"/>
                    <a:pt x="288" y="88"/>
                  </a:cubicBezTo>
                  <a:cubicBezTo>
                    <a:pt x="300" y="38"/>
                    <a:pt x="225" y="1"/>
                    <a:pt x="213" y="51"/>
                  </a:cubicBezTo>
                  <a:cubicBezTo>
                    <a:pt x="1" y="513"/>
                    <a:pt x="213" y="1050"/>
                    <a:pt x="675" y="1250"/>
                  </a:cubicBezTo>
                  <a:cubicBezTo>
                    <a:pt x="1138" y="1438"/>
                    <a:pt x="1675" y="1225"/>
                    <a:pt x="1850" y="750"/>
                  </a:cubicBezTo>
                  <a:cubicBezTo>
                    <a:pt x="1875" y="713"/>
                    <a:pt x="1813" y="675"/>
                    <a:pt x="1800" y="7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2" name="Google Shape;6182;p114"/>
            <p:cNvSpPr/>
            <p:nvPr/>
          </p:nvSpPr>
          <p:spPr>
            <a:xfrm>
              <a:off x="713300" y="2246550"/>
              <a:ext cx="30950" cy="17500"/>
            </a:xfrm>
            <a:custGeom>
              <a:rect b="b" l="l" r="r" t="t"/>
              <a:pathLst>
                <a:path extrusionOk="0" h="700" w="1238">
                  <a:moveTo>
                    <a:pt x="100" y="650"/>
                  </a:moveTo>
                  <a:cubicBezTo>
                    <a:pt x="75" y="63"/>
                    <a:pt x="1213" y="0"/>
                    <a:pt x="1025" y="613"/>
                  </a:cubicBezTo>
                  <a:cubicBezTo>
                    <a:pt x="1013" y="675"/>
                    <a:pt x="1100" y="688"/>
                    <a:pt x="1113" y="638"/>
                  </a:cubicBezTo>
                  <a:cubicBezTo>
                    <a:pt x="1238" y="350"/>
                    <a:pt x="975" y="75"/>
                    <a:pt x="688" y="75"/>
                  </a:cubicBezTo>
                  <a:cubicBezTo>
                    <a:pt x="388" y="75"/>
                    <a:pt x="1" y="313"/>
                    <a:pt x="26" y="650"/>
                  </a:cubicBezTo>
                  <a:cubicBezTo>
                    <a:pt x="26" y="700"/>
                    <a:pt x="113" y="700"/>
                    <a:pt x="100" y="65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3" name="Google Shape;6183;p114"/>
            <p:cNvSpPr/>
            <p:nvPr/>
          </p:nvSpPr>
          <p:spPr>
            <a:xfrm>
              <a:off x="703000" y="2492725"/>
              <a:ext cx="71550" cy="55325"/>
            </a:xfrm>
            <a:custGeom>
              <a:rect b="b" l="l" r="r" t="t"/>
              <a:pathLst>
                <a:path extrusionOk="0" h="2213" w="2862">
                  <a:moveTo>
                    <a:pt x="50" y="1838"/>
                  </a:moveTo>
                  <a:cubicBezTo>
                    <a:pt x="1312" y="2213"/>
                    <a:pt x="2749" y="1438"/>
                    <a:pt x="2862" y="38"/>
                  </a:cubicBezTo>
                  <a:cubicBezTo>
                    <a:pt x="2862" y="13"/>
                    <a:pt x="2812" y="1"/>
                    <a:pt x="2799" y="38"/>
                  </a:cubicBezTo>
                  <a:cubicBezTo>
                    <a:pt x="2474" y="1300"/>
                    <a:pt x="1400" y="2113"/>
                    <a:pt x="75" y="1763"/>
                  </a:cubicBezTo>
                  <a:cubicBezTo>
                    <a:pt x="25" y="1750"/>
                    <a:pt x="0" y="1825"/>
                    <a:pt x="50" y="18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4" name="Google Shape;6184;p114"/>
            <p:cNvSpPr/>
            <p:nvPr/>
          </p:nvSpPr>
          <p:spPr>
            <a:xfrm>
              <a:off x="779850" y="2847325"/>
              <a:ext cx="15325" cy="20025"/>
            </a:xfrm>
            <a:custGeom>
              <a:rect b="b" l="l" r="r" t="t"/>
              <a:pathLst>
                <a:path extrusionOk="0" h="801" w="613">
                  <a:moveTo>
                    <a:pt x="63" y="113"/>
                  </a:moveTo>
                  <a:cubicBezTo>
                    <a:pt x="288" y="263"/>
                    <a:pt x="450" y="488"/>
                    <a:pt x="513" y="750"/>
                  </a:cubicBezTo>
                  <a:cubicBezTo>
                    <a:pt x="525" y="800"/>
                    <a:pt x="613" y="800"/>
                    <a:pt x="613" y="738"/>
                  </a:cubicBezTo>
                  <a:cubicBezTo>
                    <a:pt x="575" y="438"/>
                    <a:pt x="388" y="163"/>
                    <a:pt x="113" y="25"/>
                  </a:cubicBezTo>
                  <a:cubicBezTo>
                    <a:pt x="50" y="0"/>
                    <a:pt x="0" y="88"/>
                    <a:pt x="63" y="1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5" name="Google Shape;6185;p114"/>
            <p:cNvSpPr/>
            <p:nvPr/>
          </p:nvSpPr>
          <p:spPr>
            <a:xfrm>
              <a:off x="792975" y="2850750"/>
              <a:ext cx="5950" cy="16900"/>
            </a:xfrm>
            <a:custGeom>
              <a:rect b="b" l="l" r="r" t="t"/>
              <a:pathLst>
                <a:path extrusionOk="0" h="676" w="238">
                  <a:moveTo>
                    <a:pt x="125" y="613"/>
                  </a:moveTo>
                  <a:cubicBezTo>
                    <a:pt x="200" y="451"/>
                    <a:pt x="238" y="251"/>
                    <a:pt x="200" y="76"/>
                  </a:cubicBezTo>
                  <a:cubicBezTo>
                    <a:pt x="188" y="1"/>
                    <a:pt x="100" y="26"/>
                    <a:pt x="88" y="88"/>
                  </a:cubicBezTo>
                  <a:cubicBezTo>
                    <a:pt x="100" y="251"/>
                    <a:pt x="63" y="426"/>
                    <a:pt x="13" y="588"/>
                  </a:cubicBezTo>
                  <a:cubicBezTo>
                    <a:pt x="0" y="651"/>
                    <a:pt x="100" y="676"/>
                    <a:pt x="125" y="61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6" name="Google Shape;6186;p114"/>
            <p:cNvSpPr/>
            <p:nvPr/>
          </p:nvSpPr>
          <p:spPr>
            <a:xfrm>
              <a:off x="775150" y="2839500"/>
              <a:ext cx="7525" cy="9400"/>
            </a:xfrm>
            <a:custGeom>
              <a:rect b="b" l="l" r="r" t="t"/>
              <a:pathLst>
                <a:path extrusionOk="0" h="376" w="301">
                  <a:moveTo>
                    <a:pt x="226" y="276"/>
                  </a:moveTo>
                  <a:cubicBezTo>
                    <a:pt x="201" y="213"/>
                    <a:pt x="213" y="151"/>
                    <a:pt x="263" y="113"/>
                  </a:cubicBezTo>
                  <a:cubicBezTo>
                    <a:pt x="301" y="76"/>
                    <a:pt x="263" y="1"/>
                    <a:pt x="213" y="26"/>
                  </a:cubicBezTo>
                  <a:cubicBezTo>
                    <a:pt x="76" y="76"/>
                    <a:pt x="1" y="263"/>
                    <a:pt x="163" y="351"/>
                  </a:cubicBezTo>
                  <a:cubicBezTo>
                    <a:pt x="213" y="376"/>
                    <a:pt x="276" y="313"/>
                    <a:pt x="226" y="27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7" name="Google Shape;6187;p114"/>
            <p:cNvSpPr/>
            <p:nvPr/>
          </p:nvSpPr>
          <p:spPr>
            <a:xfrm>
              <a:off x="780775" y="2821400"/>
              <a:ext cx="15650" cy="20325"/>
            </a:xfrm>
            <a:custGeom>
              <a:rect b="b" l="l" r="r" t="t"/>
              <a:pathLst>
                <a:path extrusionOk="0" h="813" w="626">
                  <a:moveTo>
                    <a:pt x="88" y="787"/>
                  </a:moveTo>
                  <a:cubicBezTo>
                    <a:pt x="338" y="625"/>
                    <a:pt x="626" y="363"/>
                    <a:pt x="563" y="50"/>
                  </a:cubicBezTo>
                  <a:cubicBezTo>
                    <a:pt x="538" y="0"/>
                    <a:pt x="488" y="0"/>
                    <a:pt x="463" y="50"/>
                  </a:cubicBezTo>
                  <a:cubicBezTo>
                    <a:pt x="413" y="313"/>
                    <a:pt x="263" y="550"/>
                    <a:pt x="38" y="712"/>
                  </a:cubicBezTo>
                  <a:cubicBezTo>
                    <a:pt x="1" y="750"/>
                    <a:pt x="51" y="812"/>
                    <a:pt x="88" y="78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8" name="Google Shape;6188;p114"/>
            <p:cNvSpPr/>
            <p:nvPr/>
          </p:nvSpPr>
          <p:spPr>
            <a:xfrm>
              <a:off x="790475" y="2821700"/>
              <a:ext cx="10325" cy="24400"/>
            </a:xfrm>
            <a:custGeom>
              <a:rect b="b" l="l" r="r" t="t"/>
              <a:pathLst>
                <a:path extrusionOk="0" h="976" w="413">
                  <a:moveTo>
                    <a:pt x="113" y="126"/>
                  </a:moveTo>
                  <a:cubicBezTo>
                    <a:pt x="288" y="363"/>
                    <a:pt x="225" y="625"/>
                    <a:pt x="50" y="838"/>
                  </a:cubicBezTo>
                  <a:cubicBezTo>
                    <a:pt x="0" y="900"/>
                    <a:pt x="75" y="975"/>
                    <a:pt x="138" y="925"/>
                  </a:cubicBezTo>
                  <a:cubicBezTo>
                    <a:pt x="375" y="700"/>
                    <a:pt x="413" y="313"/>
                    <a:pt x="200" y="51"/>
                  </a:cubicBezTo>
                  <a:cubicBezTo>
                    <a:pt x="163" y="1"/>
                    <a:pt x="75" y="76"/>
                    <a:pt x="113" y="12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9" name="Google Shape;6189;p114"/>
            <p:cNvSpPr/>
            <p:nvPr/>
          </p:nvSpPr>
          <p:spPr>
            <a:xfrm>
              <a:off x="790150" y="2842625"/>
              <a:ext cx="8150" cy="14100"/>
            </a:xfrm>
            <a:custGeom>
              <a:rect b="b" l="l" r="r" t="t"/>
              <a:pathLst>
                <a:path extrusionOk="0" h="564" w="326">
                  <a:moveTo>
                    <a:pt x="63" y="138"/>
                  </a:moveTo>
                  <a:cubicBezTo>
                    <a:pt x="151" y="238"/>
                    <a:pt x="201" y="363"/>
                    <a:pt x="213" y="501"/>
                  </a:cubicBezTo>
                  <a:cubicBezTo>
                    <a:pt x="226" y="563"/>
                    <a:pt x="313" y="538"/>
                    <a:pt x="313" y="488"/>
                  </a:cubicBezTo>
                  <a:cubicBezTo>
                    <a:pt x="326" y="326"/>
                    <a:pt x="263" y="163"/>
                    <a:pt x="138" y="63"/>
                  </a:cubicBezTo>
                  <a:cubicBezTo>
                    <a:pt x="88" y="1"/>
                    <a:pt x="1" y="88"/>
                    <a:pt x="63" y="1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0" name="Google Shape;6190;p114"/>
            <p:cNvSpPr/>
            <p:nvPr/>
          </p:nvSpPr>
          <p:spPr>
            <a:xfrm>
              <a:off x="799850" y="2837000"/>
              <a:ext cx="12500" cy="14400"/>
            </a:xfrm>
            <a:custGeom>
              <a:rect b="b" l="l" r="r" t="t"/>
              <a:pathLst>
                <a:path extrusionOk="0" h="576" w="500">
                  <a:moveTo>
                    <a:pt x="25" y="288"/>
                  </a:moveTo>
                  <a:cubicBezTo>
                    <a:pt x="38" y="413"/>
                    <a:pt x="75" y="538"/>
                    <a:pt x="225" y="563"/>
                  </a:cubicBezTo>
                  <a:cubicBezTo>
                    <a:pt x="338" y="576"/>
                    <a:pt x="437" y="488"/>
                    <a:pt x="437" y="363"/>
                  </a:cubicBezTo>
                  <a:cubicBezTo>
                    <a:pt x="500" y="63"/>
                    <a:pt x="38" y="1"/>
                    <a:pt x="13" y="313"/>
                  </a:cubicBezTo>
                  <a:cubicBezTo>
                    <a:pt x="0" y="388"/>
                    <a:pt x="125" y="401"/>
                    <a:pt x="150" y="326"/>
                  </a:cubicBezTo>
                  <a:cubicBezTo>
                    <a:pt x="150" y="313"/>
                    <a:pt x="150" y="301"/>
                    <a:pt x="163" y="288"/>
                  </a:cubicBezTo>
                  <a:cubicBezTo>
                    <a:pt x="163" y="201"/>
                    <a:pt x="25" y="201"/>
                    <a:pt x="25" y="28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94" name="Shape 6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5" name="Google Shape;6195;p115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Idealul Personalității Autonome </a:t>
            </a:r>
            <a:endParaRPr/>
          </a:p>
        </p:txBody>
      </p:sp>
      <p:sp>
        <p:nvSpPr>
          <p:cNvPr id="6196" name="Google Shape;6196;p115"/>
          <p:cNvSpPr txBox="1"/>
          <p:nvPr>
            <p:ph idx="1" type="body"/>
          </p:nvPr>
        </p:nvSpPr>
        <p:spPr>
          <a:xfrm>
            <a:off x="720000" y="1170125"/>
            <a:ext cx="7537200" cy="34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200">
                <a:latin typeface="Libre Baskerville"/>
                <a:ea typeface="Libre Baskerville"/>
                <a:cs typeface="Libre Baskerville"/>
                <a:sym typeface="Libre Baskerville"/>
              </a:rPr>
              <a:t>Cetățeanul Activ și Responsabil</a:t>
            </a:r>
            <a:endParaRPr b="1" sz="1200"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latin typeface="Libre Baskerville"/>
                <a:ea typeface="Libre Baskerville"/>
                <a:cs typeface="Libre Baskerville"/>
                <a:sym typeface="Libre Baskerville"/>
              </a:rPr>
              <a:t>Educația urmărește formarea unui individ capabil să participe activ la viața socială și democratică.</a:t>
            </a:r>
            <a:endParaRPr sz="1200"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200">
                <a:latin typeface="Libre Baskerville"/>
                <a:ea typeface="Libre Baskerville"/>
                <a:cs typeface="Libre Baskerville"/>
                <a:sym typeface="Libre Baskerville"/>
              </a:rPr>
              <a:t>Dezvoltarea Competențelor</a:t>
            </a:r>
            <a:endParaRPr b="1" sz="1200"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bre Baskerville"/>
              <a:buChar char="●"/>
            </a:pPr>
            <a:r>
              <a:rPr lang="en" sz="1200">
                <a:latin typeface="Libre Baskerville"/>
                <a:ea typeface="Libre Baskerville"/>
                <a:cs typeface="Libre Baskerville"/>
                <a:sym typeface="Libre Baskerville"/>
              </a:rPr>
              <a:t>Gândire critică și creativă</a:t>
            </a:r>
            <a:endParaRPr sz="1200"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bre Baskerville"/>
              <a:buChar char="●"/>
            </a:pPr>
            <a:r>
              <a:rPr lang="en" sz="1200">
                <a:latin typeface="Libre Baskerville"/>
                <a:ea typeface="Libre Baskerville"/>
                <a:cs typeface="Libre Baskerville"/>
                <a:sym typeface="Libre Baskerville"/>
              </a:rPr>
              <a:t>Capacitate de adaptare</a:t>
            </a:r>
            <a:endParaRPr sz="1200"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bre Baskerville"/>
              <a:buChar char="●"/>
            </a:pPr>
            <a:r>
              <a:rPr lang="en" sz="1200">
                <a:latin typeface="Libre Baskerville"/>
                <a:ea typeface="Libre Baskerville"/>
                <a:cs typeface="Libre Baskerville"/>
                <a:sym typeface="Libre Baskerville"/>
              </a:rPr>
              <a:t>Învățare pe tot parcursul vieții</a:t>
            </a:r>
            <a:endParaRPr sz="1200"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ibre Baskerville"/>
              <a:buChar char="●"/>
            </a:pPr>
            <a:r>
              <a:rPr lang="en" sz="1200">
                <a:latin typeface="Libre Baskerville"/>
                <a:ea typeface="Libre Baskerville"/>
                <a:cs typeface="Libre Baskerville"/>
                <a:sym typeface="Libre Baskerville"/>
              </a:rPr>
              <a:t>Responsabilitate socială</a:t>
            </a:r>
            <a:endParaRPr sz="1200"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200">
                <a:latin typeface="Libre Baskerville"/>
                <a:ea typeface="Libre Baskerville"/>
                <a:cs typeface="Libre Baskerville"/>
                <a:sym typeface="Libre Baskerville"/>
              </a:rPr>
              <a:t>Finalitățile Educației</a:t>
            </a:r>
            <a:endParaRPr b="1" sz="1200"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1" lang="en" sz="1200">
                <a:latin typeface="Libre Baskerville"/>
                <a:ea typeface="Libre Baskerville"/>
                <a:cs typeface="Libre Baskerville"/>
                <a:sym typeface="Libre Baskerville"/>
              </a:rPr>
              <a:t>Dezvoltare intelectuală:</a:t>
            </a:r>
            <a:r>
              <a:rPr lang="en" sz="1200">
                <a:latin typeface="Libre Baskerville"/>
                <a:ea typeface="Libre Baskerville"/>
                <a:cs typeface="Libre Baskerville"/>
                <a:sym typeface="Libre Baskerville"/>
              </a:rPr>
              <a:t> cunoaștere și raționament.</a:t>
            </a:r>
            <a:endParaRPr sz="1200"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1" lang="en" sz="1200">
                <a:latin typeface="Libre Baskerville"/>
                <a:ea typeface="Libre Baskerville"/>
                <a:cs typeface="Libre Baskerville"/>
                <a:sym typeface="Libre Baskerville"/>
              </a:rPr>
              <a:t>Dezvoltare socială:</a:t>
            </a:r>
            <a:r>
              <a:rPr lang="en" sz="1200">
                <a:latin typeface="Libre Baskerville"/>
                <a:ea typeface="Libre Baskerville"/>
                <a:cs typeface="Libre Baskerville"/>
                <a:sym typeface="Libre Baskerville"/>
              </a:rPr>
              <a:t> integrare și cooperare.</a:t>
            </a:r>
            <a:endParaRPr sz="1200"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b="1" lang="en" sz="1200">
                <a:latin typeface="Libre Baskerville"/>
                <a:ea typeface="Libre Baskerville"/>
                <a:cs typeface="Libre Baskerville"/>
                <a:sym typeface="Libre Baskerville"/>
              </a:rPr>
              <a:t>Dezvoltare profesională:</a:t>
            </a:r>
            <a:r>
              <a:rPr lang="en" sz="1200">
                <a:latin typeface="Libre Baskerville"/>
                <a:ea typeface="Libre Baskerville"/>
                <a:cs typeface="Libre Baskerville"/>
                <a:sym typeface="Libre Baskerville"/>
              </a:rPr>
              <a:t> pregătire pentru viața activă.</a:t>
            </a:r>
            <a:endParaRPr sz="1200"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197" name="Google Shape;6197;p1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15750" y="2046800"/>
            <a:ext cx="2584801" cy="2360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01" name="Shape 6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2" name="Google Shape;6202;p116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Principiile educației moderne </a:t>
            </a:r>
            <a:endParaRPr/>
          </a:p>
        </p:txBody>
      </p:sp>
      <p:grpSp>
        <p:nvGrpSpPr>
          <p:cNvPr id="6203" name="Google Shape;6203;p116"/>
          <p:cNvGrpSpPr/>
          <p:nvPr/>
        </p:nvGrpSpPr>
        <p:grpSpPr>
          <a:xfrm>
            <a:off x="714375" y="1524000"/>
            <a:ext cx="2381400" cy="2857500"/>
            <a:chOff x="714375" y="1524000"/>
            <a:chExt cx="2381400" cy="2857500"/>
          </a:xfrm>
        </p:grpSpPr>
        <p:sp>
          <p:nvSpPr>
            <p:cNvPr id="6204" name="Google Shape;6204;p116"/>
            <p:cNvSpPr/>
            <p:nvPr/>
          </p:nvSpPr>
          <p:spPr>
            <a:xfrm>
              <a:off x="714375" y="1524000"/>
              <a:ext cx="2381400" cy="2857500"/>
            </a:xfrm>
            <a:prstGeom prst="roundRect">
              <a:avLst>
                <a:gd fmla="val 4000" name="adj"/>
              </a:avLst>
            </a:prstGeom>
            <a:solidFill>
              <a:srgbClr val="F4EFE6"/>
            </a:solidFill>
            <a:ln cap="flat" cmpd="sng" w="9525">
              <a:solidFill>
                <a:srgbClr val="9B794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5" name="Google Shape;6205;p116"/>
            <p:cNvSpPr txBox="1"/>
            <p:nvPr/>
          </p:nvSpPr>
          <p:spPr>
            <a:xfrm>
              <a:off x="714375" y="1713611"/>
              <a:ext cx="2381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200">
                  <a:solidFill>
                    <a:srgbClr val="72471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public</a:t>
              </a:r>
              <a:endParaRPr sz="3200">
                <a:solidFill>
                  <a:srgbClr val="72471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6206" name="Google Shape;6206;p116"/>
            <p:cNvSpPr txBox="1"/>
            <p:nvPr/>
          </p:nvSpPr>
          <p:spPr>
            <a:xfrm>
              <a:off x="857250" y="2286000"/>
              <a:ext cx="2095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80">
                  <a:solidFill>
                    <a:srgbClr val="35240A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Educația pentru toți</a:t>
              </a:r>
              <a:endParaRPr b="1" sz="1480">
                <a:solidFill>
                  <a:srgbClr val="35240A"/>
                </a:solidFill>
                <a:latin typeface="Libre Baskerville"/>
                <a:ea typeface="Libre Baskerville"/>
                <a:cs typeface="Libre Baskerville"/>
                <a:sym typeface="Libre Baskerville"/>
              </a:endParaRPr>
            </a:p>
          </p:txBody>
        </p:sp>
        <p:sp>
          <p:nvSpPr>
            <p:cNvPr id="6207" name="Google Shape;6207;p116"/>
            <p:cNvSpPr txBox="1"/>
            <p:nvPr/>
          </p:nvSpPr>
          <p:spPr>
            <a:xfrm>
              <a:off x="904875" y="2762250"/>
              <a:ext cx="20001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35240A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Accesul la educație devine un drept fundamental al fiecărui individ.</a:t>
              </a:r>
              <a:endParaRPr b="0" sz="1300">
                <a:solidFill>
                  <a:srgbClr val="35240A"/>
                </a:solidFill>
                <a:latin typeface="Source Sans 3"/>
                <a:ea typeface="Source Sans 3"/>
                <a:cs typeface="Source Sans 3"/>
                <a:sym typeface="Source Sans 3"/>
              </a:endParaRPr>
            </a:p>
          </p:txBody>
        </p:sp>
      </p:grpSp>
      <p:grpSp>
        <p:nvGrpSpPr>
          <p:cNvPr id="6208" name="Google Shape;6208;p116"/>
          <p:cNvGrpSpPr/>
          <p:nvPr/>
        </p:nvGrpSpPr>
        <p:grpSpPr>
          <a:xfrm>
            <a:off x="3381375" y="1524000"/>
            <a:ext cx="2381400" cy="2857500"/>
            <a:chOff x="3381375" y="1524000"/>
            <a:chExt cx="2381400" cy="2857500"/>
          </a:xfrm>
        </p:grpSpPr>
        <p:sp>
          <p:nvSpPr>
            <p:cNvPr id="6209" name="Google Shape;6209;p116"/>
            <p:cNvSpPr/>
            <p:nvPr/>
          </p:nvSpPr>
          <p:spPr>
            <a:xfrm>
              <a:off x="3381375" y="1524000"/>
              <a:ext cx="2381400" cy="2857500"/>
            </a:xfrm>
            <a:prstGeom prst="roundRect">
              <a:avLst>
                <a:gd fmla="val 4000" name="adj"/>
              </a:avLst>
            </a:prstGeom>
            <a:solidFill>
              <a:srgbClr val="F4EFE6"/>
            </a:solidFill>
            <a:ln cap="flat" cmpd="sng" w="9525">
              <a:solidFill>
                <a:srgbClr val="9B794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0" name="Google Shape;6210;p116"/>
            <p:cNvSpPr txBox="1"/>
            <p:nvPr/>
          </p:nvSpPr>
          <p:spPr>
            <a:xfrm>
              <a:off x="3381375" y="1713611"/>
              <a:ext cx="2381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200">
                  <a:solidFill>
                    <a:srgbClr val="72471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child_care</a:t>
              </a:r>
              <a:endParaRPr sz="3200">
                <a:solidFill>
                  <a:srgbClr val="72471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6211" name="Google Shape;6211;p116"/>
            <p:cNvSpPr txBox="1"/>
            <p:nvPr/>
          </p:nvSpPr>
          <p:spPr>
            <a:xfrm>
              <a:off x="3524250" y="2286000"/>
              <a:ext cx="2095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35240A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Centrarea pe elev</a:t>
              </a:r>
              <a:endParaRPr b="1" sz="1600">
                <a:solidFill>
                  <a:srgbClr val="35240A"/>
                </a:solidFill>
                <a:latin typeface="Libre Baskerville"/>
                <a:ea typeface="Libre Baskerville"/>
                <a:cs typeface="Libre Baskerville"/>
                <a:sym typeface="Libre Baskerville"/>
              </a:endParaRPr>
            </a:p>
          </p:txBody>
        </p:sp>
        <p:sp>
          <p:nvSpPr>
            <p:cNvPr id="6212" name="Google Shape;6212;p116"/>
            <p:cNvSpPr txBox="1"/>
            <p:nvPr/>
          </p:nvSpPr>
          <p:spPr>
            <a:xfrm>
              <a:off x="3571875" y="2762250"/>
              <a:ext cx="20001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35240A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Procesul educativ este adaptat nevoilor, intereselor și ritmului de dezvoltare al copilului.</a:t>
              </a:r>
              <a:endParaRPr b="0" sz="1300">
                <a:solidFill>
                  <a:srgbClr val="35240A"/>
                </a:solidFill>
                <a:latin typeface="Source Sans 3"/>
                <a:ea typeface="Source Sans 3"/>
                <a:cs typeface="Source Sans 3"/>
                <a:sym typeface="Source Sans 3"/>
              </a:endParaRPr>
            </a:p>
          </p:txBody>
        </p:sp>
      </p:grpSp>
      <p:grpSp>
        <p:nvGrpSpPr>
          <p:cNvPr id="6213" name="Google Shape;6213;p116"/>
          <p:cNvGrpSpPr/>
          <p:nvPr/>
        </p:nvGrpSpPr>
        <p:grpSpPr>
          <a:xfrm>
            <a:off x="6048375" y="1524000"/>
            <a:ext cx="2381400" cy="2857500"/>
            <a:chOff x="6048375" y="1524000"/>
            <a:chExt cx="2381400" cy="2857500"/>
          </a:xfrm>
        </p:grpSpPr>
        <p:sp>
          <p:nvSpPr>
            <p:cNvPr id="6214" name="Google Shape;6214;p116"/>
            <p:cNvSpPr/>
            <p:nvPr/>
          </p:nvSpPr>
          <p:spPr>
            <a:xfrm>
              <a:off x="6048375" y="1524000"/>
              <a:ext cx="2381400" cy="2857500"/>
            </a:xfrm>
            <a:prstGeom prst="roundRect">
              <a:avLst>
                <a:gd fmla="val 4000" name="adj"/>
              </a:avLst>
            </a:prstGeom>
            <a:solidFill>
              <a:srgbClr val="F4EFE6"/>
            </a:solidFill>
            <a:ln cap="flat" cmpd="sng" w="9525">
              <a:solidFill>
                <a:srgbClr val="9B794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5" name="Google Shape;6215;p116"/>
            <p:cNvSpPr txBox="1"/>
            <p:nvPr/>
          </p:nvSpPr>
          <p:spPr>
            <a:xfrm>
              <a:off x="6048375" y="1713611"/>
              <a:ext cx="2381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200">
                  <a:solidFill>
                    <a:srgbClr val="72471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groups</a:t>
              </a:r>
              <a:endParaRPr sz="3200">
                <a:solidFill>
                  <a:srgbClr val="72471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6216" name="Google Shape;6216;p116"/>
            <p:cNvSpPr txBox="1"/>
            <p:nvPr/>
          </p:nvSpPr>
          <p:spPr>
            <a:xfrm>
              <a:off x="6191250" y="2286000"/>
              <a:ext cx="2095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35240A"/>
                  </a:solidFill>
                  <a:latin typeface="Libre Baskerville"/>
                  <a:ea typeface="Libre Baskerville"/>
                  <a:cs typeface="Libre Baskerville"/>
                  <a:sym typeface="Libre Baskerville"/>
                </a:rPr>
                <a:t>Învățarea activă</a:t>
              </a:r>
              <a:endParaRPr b="1" sz="1600">
                <a:solidFill>
                  <a:srgbClr val="35240A"/>
                </a:solidFill>
                <a:latin typeface="Libre Baskerville"/>
                <a:ea typeface="Libre Baskerville"/>
                <a:cs typeface="Libre Baskerville"/>
                <a:sym typeface="Libre Baskerville"/>
              </a:endParaRPr>
            </a:p>
          </p:txBody>
        </p:sp>
        <p:sp>
          <p:nvSpPr>
            <p:cNvPr id="6217" name="Google Shape;6217;p116"/>
            <p:cNvSpPr txBox="1"/>
            <p:nvPr/>
          </p:nvSpPr>
          <p:spPr>
            <a:xfrm>
              <a:off x="6238875" y="2762250"/>
              <a:ext cx="20001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35240A"/>
                  </a:solidFill>
                  <a:latin typeface="Source Sans 3"/>
                  <a:ea typeface="Source Sans 3"/>
                  <a:cs typeface="Source Sans 3"/>
                  <a:sym typeface="Source Sans 3"/>
                </a:rPr>
                <a:t>Elevul participă direct la construirea cunoștințelor prin experiență și colaborare.</a:t>
              </a:r>
              <a:endParaRPr b="0" sz="1300">
                <a:solidFill>
                  <a:srgbClr val="35240A"/>
                </a:solidFill>
                <a:latin typeface="Source Sans 3"/>
                <a:ea typeface="Source Sans 3"/>
                <a:cs typeface="Source Sans 3"/>
                <a:sym typeface="Source Sans 3"/>
              </a:endParaRP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1" name="Shape 6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2" name="Google Shape;6222;p117"/>
          <p:cNvSpPr txBox="1"/>
          <p:nvPr>
            <p:ph type="title"/>
          </p:nvPr>
        </p:nvSpPr>
        <p:spPr>
          <a:xfrm>
            <a:off x="720000" y="5974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Pilonii pedagogiei moderne </a:t>
            </a:r>
            <a:endParaRPr/>
          </a:p>
        </p:txBody>
      </p:sp>
      <p:sp>
        <p:nvSpPr>
          <p:cNvPr id="6223" name="Google Shape;6223;p117"/>
          <p:cNvSpPr txBox="1"/>
          <p:nvPr>
            <p:ph idx="1" type="body"/>
          </p:nvPr>
        </p:nvSpPr>
        <p:spPr>
          <a:xfrm>
            <a:off x="720000" y="1126075"/>
            <a:ext cx="5738100" cy="347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Jan Amos Comenius</a:t>
            </a:r>
            <a:endParaRPr b="1">
              <a:solidFill>
                <a:srgbClr val="00000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Considerat părintele pedagogiei moderne. A susținut educația pentru toți și organizarea sistematică a procesului de învățământ.</a:t>
            </a:r>
            <a:endParaRPr>
              <a:solidFill>
                <a:srgbClr val="00000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Jean-Jacques Rousseau</a:t>
            </a:r>
            <a:endParaRPr b="1">
              <a:solidFill>
                <a:srgbClr val="00000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 promovat educația centrată pe copil și respectarea etapelor naturale ale dezvoltării sale.</a:t>
            </a:r>
            <a:endParaRPr>
              <a:solidFill>
                <a:srgbClr val="00000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John Dewey</a:t>
            </a:r>
            <a:endParaRPr b="1">
              <a:solidFill>
                <a:srgbClr val="00000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 pus accent pe învățarea prin experiență și participarea activă a elevului în procesul educativ.</a:t>
            </a:r>
            <a:endParaRPr>
              <a:solidFill>
                <a:srgbClr val="000000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224" name="Google Shape;6224;p1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58100" y="1294138"/>
            <a:ext cx="1992675" cy="3141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228" name="Shape 6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29" name="Google Shape;6229;p1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4" y="0"/>
            <a:ext cx="91425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230" name="Google Shape;6230;p118"/>
          <p:cNvGrpSpPr/>
          <p:nvPr/>
        </p:nvGrpSpPr>
        <p:grpSpPr>
          <a:xfrm>
            <a:off x="13735" y="-806537"/>
            <a:ext cx="11028327" cy="6061609"/>
            <a:chOff x="142662" y="137224"/>
            <a:chExt cx="8858805" cy="4869153"/>
          </a:xfrm>
        </p:grpSpPr>
        <p:sp>
          <p:nvSpPr>
            <p:cNvPr id="6231" name="Google Shape;6231;p118"/>
            <p:cNvSpPr/>
            <p:nvPr/>
          </p:nvSpPr>
          <p:spPr>
            <a:xfrm>
              <a:off x="246225" y="895325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5"/>
                  </a:lnTo>
                  <a:lnTo>
                    <a:pt x="1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2" name="Google Shape;6232;p118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3" name="Google Shape;6233;p118"/>
            <p:cNvSpPr/>
            <p:nvPr/>
          </p:nvSpPr>
          <p:spPr>
            <a:xfrm>
              <a:off x="374325" y="1023425"/>
              <a:ext cx="6859800" cy="3655000"/>
            </a:xfrm>
            <a:custGeom>
              <a:rect b="b" l="l" r="r" t="t"/>
              <a:pathLst>
                <a:path extrusionOk="0" fill="none" h="146200" w="274392">
                  <a:moveTo>
                    <a:pt x="1" y="1"/>
                  </a:moveTo>
                  <a:lnTo>
                    <a:pt x="274391" y="1"/>
                  </a:lnTo>
                  <a:lnTo>
                    <a:pt x="274391" y="146200"/>
                  </a:lnTo>
                  <a:lnTo>
                    <a:pt x="1" y="146200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4" name="Google Shape;6234;p118"/>
            <p:cNvSpPr/>
            <p:nvPr/>
          </p:nvSpPr>
          <p:spPr>
            <a:xfrm>
              <a:off x="469300" y="1108400"/>
              <a:ext cx="6669850" cy="3485050"/>
            </a:xfrm>
            <a:custGeom>
              <a:rect b="b" l="l" r="r" t="t"/>
              <a:pathLst>
                <a:path extrusionOk="0" fill="none" h="139402" w="266794">
                  <a:moveTo>
                    <a:pt x="1" y="1"/>
                  </a:moveTo>
                  <a:lnTo>
                    <a:pt x="266793" y="1"/>
                  </a:lnTo>
                  <a:lnTo>
                    <a:pt x="266793" y="139401"/>
                  </a:lnTo>
                  <a:lnTo>
                    <a:pt x="1" y="139401"/>
                  </a:ln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5" name="Google Shape;6235;p118"/>
            <p:cNvSpPr/>
            <p:nvPr/>
          </p:nvSpPr>
          <p:spPr>
            <a:xfrm>
              <a:off x="299025" y="955950"/>
              <a:ext cx="7010700" cy="3789950"/>
            </a:xfrm>
            <a:custGeom>
              <a:rect b="b" l="l" r="r" t="t"/>
              <a:pathLst>
                <a:path extrusionOk="0" fill="none" h="151598" w="280428">
                  <a:moveTo>
                    <a:pt x="277041" y="151598"/>
                  </a:moveTo>
                  <a:lnTo>
                    <a:pt x="3387" y="151598"/>
                  </a:lnTo>
                  <a:cubicBezTo>
                    <a:pt x="3387" y="149723"/>
                    <a:pt x="1863" y="148211"/>
                    <a:pt x="1" y="148211"/>
                  </a:cubicBezTo>
                  <a:lnTo>
                    <a:pt x="1" y="3387"/>
                  </a:lnTo>
                  <a:cubicBezTo>
                    <a:pt x="1863" y="3387"/>
                    <a:pt x="3387" y="1875"/>
                    <a:pt x="3387" y="0"/>
                  </a:cubicBezTo>
                  <a:lnTo>
                    <a:pt x="277041" y="0"/>
                  </a:lnTo>
                  <a:cubicBezTo>
                    <a:pt x="277041" y="1875"/>
                    <a:pt x="278553" y="3387"/>
                    <a:pt x="280427" y="3387"/>
                  </a:cubicBezTo>
                  <a:lnTo>
                    <a:pt x="280427" y="148211"/>
                  </a:lnTo>
                  <a:cubicBezTo>
                    <a:pt x="278553" y="148211"/>
                    <a:pt x="277041" y="149723"/>
                    <a:pt x="277041" y="151598"/>
                  </a:cubicBezTo>
                  <a:close/>
                </a:path>
              </a:pathLst>
            </a:custGeom>
            <a:noFill/>
            <a:ln cap="flat" cmpd="sng" w="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6" name="Google Shape;6236;p118"/>
            <p:cNvSpPr/>
            <p:nvPr/>
          </p:nvSpPr>
          <p:spPr>
            <a:xfrm>
              <a:off x="7234100" y="895325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5"/>
                  </a:lnTo>
                  <a:lnTo>
                    <a:pt x="0" y="5125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7" name="Google Shape;6237;p118"/>
            <p:cNvSpPr/>
            <p:nvPr/>
          </p:nvSpPr>
          <p:spPr>
            <a:xfrm>
              <a:off x="246225" y="4678400"/>
              <a:ext cx="128125" cy="128125"/>
            </a:xfrm>
            <a:custGeom>
              <a:rect b="b" l="l" r="r" t="t"/>
              <a:pathLst>
                <a:path extrusionOk="0" fill="none" h="5125" w="5125">
                  <a:moveTo>
                    <a:pt x="1" y="1"/>
                  </a:moveTo>
                  <a:lnTo>
                    <a:pt x="5125" y="1"/>
                  </a:lnTo>
                  <a:lnTo>
                    <a:pt x="5125" y="5124"/>
                  </a:lnTo>
                  <a:lnTo>
                    <a:pt x="1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8" name="Google Shape;6238;p118"/>
            <p:cNvSpPr/>
            <p:nvPr/>
          </p:nvSpPr>
          <p:spPr>
            <a:xfrm>
              <a:off x="7234100" y="4678400"/>
              <a:ext cx="128100" cy="128125"/>
            </a:xfrm>
            <a:custGeom>
              <a:rect b="b" l="l" r="r" t="t"/>
              <a:pathLst>
                <a:path extrusionOk="0" fill="none" h="5125" w="5124">
                  <a:moveTo>
                    <a:pt x="0" y="1"/>
                  </a:moveTo>
                  <a:lnTo>
                    <a:pt x="5124" y="1"/>
                  </a:lnTo>
                  <a:lnTo>
                    <a:pt x="5124" y="5124"/>
                  </a:lnTo>
                  <a:lnTo>
                    <a:pt x="0" y="5124"/>
                  </a:lnTo>
                  <a:close/>
                </a:path>
              </a:pathLst>
            </a:custGeom>
            <a:noFill/>
            <a:ln cap="flat" cmpd="sng" w="16250">
              <a:solidFill>
                <a:schemeClr val="dk2"/>
              </a:solidFill>
              <a:prstDash val="solid"/>
              <a:miter lim="12496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9" name="Google Shape;6239;p118"/>
            <p:cNvSpPr/>
            <p:nvPr/>
          </p:nvSpPr>
          <p:spPr>
            <a:xfrm>
              <a:off x="142662" y="137224"/>
              <a:ext cx="159600" cy="1596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6250">
              <a:solidFill>
                <a:srgbClr val="9B794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0" name="Google Shape;6240;p118"/>
            <p:cNvSpPr/>
            <p:nvPr/>
          </p:nvSpPr>
          <p:spPr>
            <a:xfrm>
              <a:off x="302133" y="296695"/>
              <a:ext cx="8539800" cy="45501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6250">
              <a:solidFill>
                <a:srgbClr val="9B794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1" name="Google Shape;6241;p118"/>
            <p:cNvSpPr/>
            <p:nvPr/>
          </p:nvSpPr>
          <p:spPr>
            <a:xfrm>
              <a:off x="302133" y="296695"/>
              <a:ext cx="8539800" cy="45501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6250">
              <a:solidFill>
                <a:srgbClr val="9B794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2" name="Google Shape;6242;p118"/>
            <p:cNvSpPr/>
            <p:nvPr/>
          </p:nvSpPr>
          <p:spPr>
            <a:xfrm>
              <a:off x="420368" y="402481"/>
              <a:ext cx="8303400" cy="43386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6250">
              <a:solidFill>
                <a:srgbClr val="9B794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3" name="Google Shape;6243;p118"/>
            <p:cNvSpPr/>
            <p:nvPr/>
          </p:nvSpPr>
          <p:spPr>
            <a:xfrm>
              <a:off x="208392" y="212695"/>
              <a:ext cx="8727600" cy="47181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6250">
              <a:solidFill>
                <a:srgbClr val="9B794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4" name="Google Shape;6244;p118"/>
            <p:cNvSpPr/>
            <p:nvPr/>
          </p:nvSpPr>
          <p:spPr>
            <a:xfrm>
              <a:off x="8841867" y="137224"/>
              <a:ext cx="159600" cy="1596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6250">
              <a:solidFill>
                <a:srgbClr val="9B794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5" name="Google Shape;6245;p118"/>
            <p:cNvSpPr/>
            <p:nvPr/>
          </p:nvSpPr>
          <p:spPr>
            <a:xfrm>
              <a:off x="142662" y="4846777"/>
              <a:ext cx="159600" cy="1596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6250">
              <a:solidFill>
                <a:srgbClr val="9B794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6" name="Google Shape;6246;p118"/>
            <p:cNvSpPr/>
            <p:nvPr/>
          </p:nvSpPr>
          <p:spPr>
            <a:xfrm>
              <a:off x="8841867" y="4846777"/>
              <a:ext cx="159600" cy="1596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6250">
              <a:solidFill>
                <a:srgbClr val="9B794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247" name="Google Shape;6247;p118"/>
          <p:cNvSpPr txBox="1"/>
          <p:nvPr>
            <p:ph type="title"/>
          </p:nvPr>
        </p:nvSpPr>
        <p:spPr>
          <a:xfrm>
            <a:off x="720000" y="840200"/>
            <a:ext cx="7704000" cy="571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95250" lIns="95250" spcFirstLastPara="1" rIns="95250" wrap="square" tIns="95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80">
                <a:solidFill>
                  <a:srgbClr val="35240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Bibliografie</a:t>
            </a:r>
            <a:endParaRPr sz="2480">
              <a:solidFill>
                <a:srgbClr val="35240A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6248" name="Google Shape;6248;p118"/>
          <p:cNvSpPr txBox="1"/>
          <p:nvPr>
            <p:ph idx="1" type="body"/>
          </p:nvPr>
        </p:nvSpPr>
        <p:spPr>
          <a:xfrm>
            <a:off x="720000" y="1411976"/>
            <a:ext cx="7704000" cy="319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190500" lIns="190500" spcFirstLastPara="1" rIns="190500" wrap="square" tIns="190500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35240A"/>
              </a:buClr>
              <a:buSzPts val="1400"/>
              <a:buFont typeface="Source Sans 3"/>
              <a:buChar char="●"/>
            </a:pPr>
            <a:r>
              <a:rPr lang="en" sz="1400">
                <a:solidFill>
                  <a:srgbClr val="35240A"/>
                </a:solidFill>
                <a:uFill>
                  <a:noFill/>
                </a:uFill>
                <a:latin typeface="Source Sans 3"/>
                <a:ea typeface="Source Sans 3"/>
                <a:cs typeface="Source Sans 3"/>
                <a:sym typeface="Source Sans 3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Encyclopaedia Britannica – </a:t>
            </a:r>
            <a:r>
              <a:rPr b="1" lang="en" sz="1400">
                <a:solidFill>
                  <a:srgbClr val="35240A"/>
                </a:solidFill>
                <a:uFill>
                  <a:noFill/>
                </a:uFill>
                <a:latin typeface="Source Sans 3"/>
                <a:ea typeface="Source Sans 3"/>
                <a:cs typeface="Source Sans 3"/>
                <a:sym typeface="Source Sans 3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Education</a:t>
            </a:r>
            <a:endParaRPr sz="1400">
              <a:solidFill>
                <a:srgbClr val="35240A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35240A"/>
              </a:buClr>
              <a:buSzPts val="1400"/>
              <a:buFont typeface="Source Sans 3"/>
              <a:buChar char="●"/>
            </a:pPr>
            <a:r>
              <a:rPr lang="en" sz="1400">
                <a:solidFill>
                  <a:srgbClr val="35240A"/>
                </a:solidFill>
                <a:uFill>
                  <a:noFill/>
                </a:uFill>
                <a:latin typeface="Source Sans 3"/>
                <a:ea typeface="Source Sans 3"/>
                <a:cs typeface="Source Sans 3"/>
                <a:sym typeface="Source Sans 3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Encyclopaedia Britannica – </a:t>
            </a:r>
            <a:r>
              <a:rPr b="1" lang="en" sz="1400">
                <a:solidFill>
                  <a:srgbClr val="35240A"/>
                </a:solidFill>
                <a:uFill>
                  <a:noFill/>
                </a:uFill>
                <a:latin typeface="Source Sans 3"/>
                <a:ea typeface="Source Sans 3"/>
                <a:cs typeface="Source Sans 3"/>
                <a:sym typeface="Source Sans 3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Humanism</a:t>
            </a:r>
            <a:endParaRPr sz="1400">
              <a:solidFill>
                <a:srgbClr val="35240A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35240A"/>
              </a:buClr>
              <a:buSzPts val="1400"/>
              <a:buFont typeface="Source Sans 3"/>
              <a:buChar char="●"/>
            </a:pPr>
            <a:r>
              <a:rPr lang="en" sz="1400">
                <a:solidFill>
                  <a:srgbClr val="35240A"/>
                </a:solidFill>
                <a:uFill>
                  <a:noFill/>
                </a:uFill>
                <a:latin typeface="Source Sans 3"/>
                <a:ea typeface="Source Sans 3"/>
                <a:cs typeface="Source Sans 3"/>
                <a:sym typeface="Source Sans 3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Encyclopaedia Britannica – </a:t>
            </a:r>
            <a:r>
              <a:rPr b="1" lang="en" sz="1400">
                <a:solidFill>
                  <a:srgbClr val="35240A"/>
                </a:solidFill>
                <a:uFill>
                  <a:noFill/>
                </a:uFill>
                <a:latin typeface="Source Sans 3"/>
                <a:ea typeface="Source Sans 3"/>
                <a:cs typeface="Source Sans 3"/>
                <a:sym typeface="Source Sans 3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Renaissance</a:t>
            </a:r>
            <a:endParaRPr sz="1400">
              <a:solidFill>
                <a:srgbClr val="35240A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35240A"/>
              </a:buClr>
              <a:buSzPts val="1400"/>
              <a:buFont typeface="Source Sans 3"/>
              <a:buChar char="●"/>
            </a:pPr>
            <a:r>
              <a:rPr lang="en" sz="1400">
                <a:solidFill>
                  <a:srgbClr val="35240A"/>
                </a:solidFill>
                <a:uFill>
                  <a:noFill/>
                </a:uFill>
                <a:latin typeface="Source Sans 3"/>
                <a:ea typeface="Source Sans 3"/>
                <a:cs typeface="Source Sans 3"/>
                <a:sym typeface="Source Sans 3"/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Encyclopaedia Britannica – </a:t>
            </a:r>
            <a:r>
              <a:rPr b="1" lang="en" sz="1400">
                <a:solidFill>
                  <a:srgbClr val="35240A"/>
                </a:solidFill>
                <a:uFill>
                  <a:noFill/>
                </a:uFill>
                <a:latin typeface="Source Sans 3"/>
                <a:ea typeface="Source Sans 3"/>
                <a:cs typeface="Source Sans 3"/>
                <a:sym typeface="Source Sans 3"/>
                <a:hlinkClick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Ancient Greek Civilization</a:t>
            </a:r>
            <a:endParaRPr sz="1400">
              <a:solidFill>
                <a:srgbClr val="35240A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35240A"/>
              </a:buClr>
              <a:buSzPts val="1400"/>
              <a:buFont typeface="Source Sans 3"/>
              <a:buChar char="●"/>
            </a:pPr>
            <a:r>
              <a:rPr lang="en" sz="1400">
                <a:solidFill>
                  <a:srgbClr val="35240A"/>
                </a:solidFill>
                <a:uFill>
                  <a:noFill/>
                </a:uFill>
                <a:latin typeface="Source Sans 3"/>
                <a:ea typeface="Source Sans 3"/>
                <a:cs typeface="Source Sans 3"/>
                <a:sym typeface="Source Sans 3"/>
                <a:hlinkClick r:id="rId1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Encyclopaedia Britannica – </a:t>
            </a:r>
            <a:r>
              <a:rPr b="1" lang="en" sz="1400">
                <a:solidFill>
                  <a:srgbClr val="35240A"/>
                </a:solidFill>
                <a:uFill>
                  <a:noFill/>
                </a:uFill>
                <a:latin typeface="Source Sans 3"/>
                <a:ea typeface="Source Sans 3"/>
                <a:cs typeface="Source Sans 3"/>
                <a:sym typeface="Source Sans 3"/>
                <a:hlinkClick r:id="rId1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Pedagogy</a:t>
            </a:r>
            <a:endParaRPr sz="1400">
              <a:solidFill>
                <a:srgbClr val="35240A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35240A"/>
              </a:buClr>
              <a:buSzPts val="1400"/>
              <a:buFont typeface="Source Sans 3"/>
              <a:buChar char="●"/>
            </a:pPr>
            <a:r>
              <a:rPr b="1" lang="en" sz="1400">
                <a:solidFill>
                  <a:srgbClr val="35240A"/>
                </a:solidFill>
                <a:uFill>
                  <a:noFill/>
                </a:uFill>
                <a:latin typeface="Source Sans 3"/>
                <a:ea typeface="Source Sans 3"/>
                <a:cs typeface="Source Sans 3"/>
                <a:sym typeface="Source Sans 3"/>
                <a:hlinkClick r:id="rId1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UNESCO</a:t>
            </a:r>
            <a:r>
              <a:rPr lang="en" sz="1400">
                <a:solidFill>
                  <a:srgbClr val="35240A"/>
                </a:solidFill>
                <a:uFill>
                  <a:noFill/>
                </a:uFill>
                <a:latin typeface="Source Sans 3"/>
                <a:ea typeface="Source Sans 3"/>
                <a:cs typeface="Source Sans 3"/>
                <a:sym typeface="Source Sans 3"/>
                <a:hlinkClick r:id="rId1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Education</a:t>
            </a:r>
            <a:endParaRPr>
              <a:solidFill>
                <a:srgbClr val="35240A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35240A"/>
              </a:buClr>
              <a:buSzPts val="1400"/>
              <a:buFont typeface="Source Sans 3"/>
              <a:buChar char="●"/>
            </a:pPr>
            <a:r>
              <a:rPr lang="en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7"/>
              </a:rPr>
              <a:t>https://www.britannica.com/topic/education/Athens</a:t>
            </a:r>
            <a:endParaRPr>
              <a:solidFill>
                <a:srgbClr val="35240A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35240A"/>
              </a:buClr>
              <a:buSzPts val="1400"/>
              <a:buFont typeface="Source Sans 3"/>
              <a:buChar char="●"/>
            </a:pPr>
            <a:r>
              <a:rPr lang="en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8"/>
              </a:rPr>
              <a:t>https://www.britannica.com/topic/liberal-arts</a:t>
            </a:r>
            <a:endParaRPr>
              <a:solidFill>
                <a:srgbClr val="35240A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35240A"/>
              </a:buClr>
              <a:buSzPts val="1400"/>
              <a:buFont typeface="Source Sans 3"/>
              <a:buChar char="●"/>
            </a:pPr>
            <a:r>
              <a:rPr lang="en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9"/>
              </a:rPr>
              <a:t>https://www.britannica.com/topic/education/Europe-in-the-Middle-Ages</a:t>
            </a:r>
            <a:endParaRPr>
              <a:solidFill>
                <a:srgbClr val="35240A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35240A"/>
              </a:buClr>
              <a:buSzPts val="1400"/>
              <a:buFont typeface="Source Sans 3"/>
              <a:buChar char="●"/>
            </a:pPr>
            <a:r>
              <a:rPr lang="en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0"/>
              </a:rPr>
              <a:t>https://www.worldhistory.org/search/?q=Ancient+Greek+Education</a:t>
            </a:r>
            <a:endParaRPr>
              <a:solidFill>
                <a:srgbClr val="35240A"/>
              </a:solidFill>
            </a:endParaRPr>
          </a:p>
        </p:txBody>
      </p:sp>
      <p:sp>
        <p:nvSpPr>
          <p:cNvPr id="6249" name="Google Shape;6249;p118"/>
          <p:cNvSpPr txBox="1"/>
          <p:nvPr/>
        </p:nvSpPr>
        <p:spPr>
          <a:xfrm>
            <a:off x="720000" y="1542278"/>
            <a:ext cx="381000" cy="300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24711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menu_book</a:t>
            </a:r>
            <a:endParaRPr sz="2400">
              <a:solidFill>
                <a:srgbClr val="724711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24711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menu_book</a:t>
            </a:r>
            <a:endParaRPr sz="2400">
              <a:solidFill>
                <a:srgbClr val="724711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24711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menu_book</a:t>
            </a:r>
            <a:endParaRPr sz="2400">
              <a:solidFill>
                <a:srgbClr val="724711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24711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menu_book</a:t>
            </a:r>
            <a:endParaRPr sz="2400">
              <a:solidFill>
                <a:srgbClr val="724711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24711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menu_book</a:t>
            </a:r>
            <a:endParaRPr sz="2400">
              <a:solidFill>
                <a:srgbClr val="724711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724711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public</a:t>
            </a:r>
            <a:endParaRPr sz="2400">
              <a:solidFill>
                <a:srgbClr val="724711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Reconstruction Era and the Gilded Age - History - 11th grade by Slidesgo">
  <a:themeElements>
    <a:clrScheme name="Simple Light">
      <a:dk1>
        <a:srgbClr val="35240A"/>
      </a:dk1>
      <a:lt1>
        <a:srgbClr val="DED6C2"/>
      </a:lt1>
      <a:dk2>
        <a:srgbClr val="9B794E"/>
      </a:dk2>
      <a:lt2>
        <a:srgbClr val="724711"/>
      </a:lt2>
      <a:accent1>
        <a:srgbClr val="5E380A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5240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Reconstruction Era and the Gilded Age - History - 11th grade by Slidesgo">
  <a:themeElements>
    <a:clrScheme name="Simple Light">
      <a:dk1>
        <a:srgbClr val="35240A"/>
      </a:dk1>
      <a:lt1>
        <a:srgbClr val="DED6C2"/>
      </a:lt1>
      <a:dk2>
        <a:srgbClr val="9B794E"/>
      </a:dk2>
      <a:lt2>
        <a:srgbClr val="724711"/>
      </a:lt2>
      <a:accent1>
        <a:srgbClr val="5E380A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5240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Reconstruction Era and the Gilded Age - History - 11th grade by Slidesgo">
  <a:themeElements>
    <a:clrScheme name="Simple Light">
      <a:dk1>
        <a:srgbClr val="35240A"/>
      </a:dk1>
      <a:lt1>
        <a:srgbClr val="DED6C2"/>
      </a:lt1>
      <a:dk2>
        <a:srgbClr val="9B794E"/>
      </a:dk2>
      <a:lt2>
        <a:srgbClr val="724711"/>
      </a:lt2>
      <a:accent1>
        <a:srgbClr val="5E380A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5240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